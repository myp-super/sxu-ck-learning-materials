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av" ContentType="audio/x-wav"/>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theme/theme2.xml" ContentType="application/vnd.openxmlformats-officedocument.theme+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notesSlides/notesSlide3.xml" ContentType="application/vnd.openxmlformats-officedocument.presentationml.notesSlide+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ink/ink27.xml" ContentType="application/inkml+xml"/>
  <Override PartName="/ppt/ink/ink28.xml" ContentType="application/inkml+xml"/>
  <Override PartName="/ppt/ink/ink29.xml" ContentType="application/inkml+xml"/>
  <Override PartName="/ppt/ink/ink30.xml" ContentType="application/inkml+xml"/>
  <Override PartName="/ppt/ink/ink31.xml" ContentType="application/inkml+xml"/>
  <Override PartName="/ppt/ink/ink32.xml" ContentType="application/inkml+xml"/>
  <Override PartName="/ppt/ink/ink33.xml" ContentType="application/inkml+xml"/>
  <Override PartName="/ppt/ink/ink34.xml" ContentType="application/inkml+xml"/>
  <Override PartName="/ppt/ink/ink35.xml" ContentType="application/inkml+xml"/>
  <Override PartName="/ppt/ink/ink36.xml" ContentType="application/inkml+xml"/>
  <Override PartName="/ppt/ink/ink37.xml" ContentType="application/inkml+xml"/>
  <Override PartName="/ppt/ink/ink38.xml" ContentType="application/inkml+xml"/>
  <Override PartName="/ppt/ink/ink39.xml" ContentType="application/inkml+xml"/>
  <Override PartName="/ppt/ink/ink40.xml" ContentType="application/inkml+xml"/>
  <Override PartName="/ppt/ink/ink41.xml" ContentType="application/inkml+xml"/>
  <Override PartName="/ppt/ink/ink42.xml" ContentType="application/inkml+xml"/>
  <Override PartName="/ppt/ink/ink43.xml" ContentType="application/inkml+xml"/>
  <Override PartName="/ppt/ink/ink44.xml" ContentType="application/inkml+xml"/>
  <Override PartName="/ppt/ink/ink45.xml" ContentType="application/inkml+xml"/>
  <Override PartName="/ppt/ink/ink46.xml" ContentType="application/inkml+xml"/>
  <Override PartName="/ppt/ink/ink47.xml" ContentType="application/inkml+xml"/>
  <Override PartName="/ppt/ink/ink48.xml" ContentType="application/inkml+xml"/>
  <Override PartName="/ppt/ink/ink49.xml" ContentType="application/inkml+xml"/>
  <Override PartName="/ppt/ink/ink50.xml" ContentType="application/inkml+xml"/>
  <Override PartName="/ppt/ink/ink51.xml" ContentType="application/inkml+xml"/>
  <Override PartName="/ppt/ink/ink52.xml" ContentType="application/inkml+xml"/>
  <Override PartName="/ppt/ink/ink53.xml" ContentType="application/inkml+xml"/>
  <Override PartName="/ppt/ink/ink54.xml" ContentType="application/inkml+xml"/>
  <Override PartName="/ppt/ink/ink55.xml" ContentType="application/inkml+xml"/>
  <Override PartName="/ppt/ink/ink56.xml" ContentType="application/inkml+xml"/>
  <Override PartName="/ppt/ink/ink57.xml" ContentType="application/inkml+xml"/>
  <Override PartName="/ppt/ink/ink58.xml" ContentType="application/inkml+xml"/>
  <Override PartName="/ppt/ink/ink59.xml" ContentType="application/inkml+xml"/>
  <Override PartName="/ppt/ink/ink60.xml" ContentType="application/inkml+xml"/>
  <Override PartName="/ppt/ink/ink61.xml" ContentType="application/inkml+xml"/>
  <Override PartName="/ppt/ink/ink62.xml" ContentType="application/inkml+xml"/>
  <Override PartName="/ppt/ink/ink63.xml" ContentType="application/inkml+xml"/>
  <Override PartName="/ppt/ink/ink64.xml" ContentType="application/inkml+xml"/>
  <Override PartName="/ppt/ink/ink65.xml" ContentType="application/inkml+xml"/>
  <Override PartName="/ppt/ink/ink66.xml" ContentType="application/inkml+xml"/>
  <Override PartName="/ppt/ink/ink67.xml" ContentType="application/inkml+xml"/>
  <Override PartName="/ppt/ink/ink68.xml" ContentType="application/inkml+xml"/>
  <Override PartName="/ppt/ink/ink69.xml" ContentType="application/inkml+xml"/>
  <Override PartName="/ppt/ink/ink70.xml" ContentType="application/inkml+xml"/>
  <Override PartName="/ppt/ink/ink71.xml" ContentType="application/inkml+xml"/>
  <Override PartName="/ppt/ink/ink72.xml" ContentType="application/inkml+xml"/>
  <Override PartName="/ppt/ink/ink73.xml" ContentType="application/inkml+xml"/>
  <Override PartName="/ppt/ink/ink74.xml" ContentType="application/inkml+xml"/>
  <Override PartName="/ppt/ink/ink75.xml" ContentType="application/inkml+xml"/>
  <Override PartName="/ppt/ink/ink76.xml" ContentType="application/inkml+xml"/>
  <Override PartName="/ppt/ink/ink77.xml" ContentType="application/inkml+xml"/>
  <Override PartName="/ppt/ink/ink78.xml" ContentType="application/inkml+xml"/>
  <Override PartName="/ppt/ink/ink79.xml" ContentType="application/inkml+xml"/>
  <Override PartName="/ppt/ink/ink80.xml" ContentType="application/inkml+xml"/>
  <Override PartName="/ppt/ink/ink81.xml" ContentType="application/inkml+xml"/>
  <Override PartName="/ppt/ink/ink82.xml" ContentType="application/inkml+xml"/>
  <Override PartName="/ppt/ink/ink83.xml" ContentType="application/inkml+xml"/>
  <Override PartName="/ppt/ink/ink84.xml" ContentType="application/inkml+xml"/>
  <Override PartName="/ppt/ink/ink85.xml" ContentType="application/inkml+xml"/>
  <Override PartName="/ppt/ink/ink86.xml" ContentType="application/inkml+xml"/>
  <Override PartName="/ppt/ink/ink87.xml" ContentType="application/inkml+xml"/>
  <Override PartName="/ppt/ink/ink88.xml" ContentType="application/inkml+xml"/>
  <Override PartName="/ppt/ink/ink89.xml" ContentType="application/inkml+xml"/>
  <Override PartName="/ppt/ink/ink90.xml" ContentType="application/inkml+xml"/>
  <Override PartName="/ppt/ink/ink91.xml" ContentType="application/inkml+xml"/>
  <Override PartName="/ppt/ink/ink92.xml" ContentType="application/inkml+xml"/>
  <Override PartName="/ppt/ink/ink93.xml" ContentType="application/inkml+xml"/>
  <Override PartName="/ppt/ink/ink94.xml" ContentType="application/inkml+xml"/>
  <Override PartName="/ppt/ink/ink95.xml" ContentType="application/inkml+xml"/>
  <Override PartName="/ppt/ink/ink96.xml" ContentType="application/inkml+xml"/>
  <Override PartName="/ppt/ink/ink97.xml" ContentType="application/inkml+xml"/>
  <Override PartName="/ppt/ink/ink98.xml" ContentType="application/inkml+xml"/>
  <Override PartName="/ppt/ink/ink99.xml" ContentType="application/inkml+xml"/>
  <Override PartName="/ppt/ink/ink100.xml" ContentType="application/inkml+xml"/>
  <Override PartName="/ppt/ink/ink101.xml" ContentType="application/inkml+xml"/>
  <Override PartName="/ppt/ink/ink102.xml" ContentType="application/inkml+xml"/>
  <Override PartName="/ppt/ink/ink103.xml" ContentType="application/inkml+xml"/>
  <Override PartName="/ppt/ink/ink104.xml" ContentType="application/inkml+xml"/>
  <Override PartName="/ppt/ink/ink105.xml" ContentType="application/inkml+xml"/>
  <Override PartName="/ppt/ink/ink106.xml" ContentType="application/inkml+xml"/>
  <Override PartName="/ppt/ink/ink107.xml" ContentType="application/inkml+xml"/>
  <Override PartName="/ppt/ink/ink108.xml" ContentType="application/inkml+xml"/>
  <Override PartName="/ppt/ink/ink109.xml" ContentType="application/inkml+xml"/>
  <Override PartName="/ppt/ink/ink110.xml" ContentType="application/inkml+xml"/>
  <Override PartName="/ppt/ink/ink111.xml" ContentType="application/inkml+xml"/>
  <Override PartName="/ppt/ink/ink112.xml" ContentType="application/inkml+xml"/>
  <Override PartName="/ppt/ink/ink113.xml" ContentType="application/inkml+xml"/>
  <Override PartName="/ppt/ink/ink114.xml" ContentType="application/inkml+xml"/>
  <Override PartName="/ppt/ink/ink115.xml" ContentType="application/inkml+xml"/>
  <Override PartName="/ppt/ink/ink116.xml" ContentType="application/inkml+xml"/>
  <Override PartName="/ppt/ink/ink117.xml" ContentType="application/inkml+xml"/>
  <Override PartName="/ppt/notesSlides/notesSlide4.xml" ContentType="application/vnd.openxmlformats-officedocument.presentationml.notesSlide+xml"/>
  <Override PartName="/ppt/ink/ink118.xml" ContentType="application/inkml+xml"/>
  <Override PartName="/ppt/ink/ink119.xml" ContentType="application/inkml+xml"/>
  <Override PartName="/ppt/ink/ink120.xml" ContentType="application/inkml+xml"/>
  <Override PartName="/ppt/ink/ink121.xml" ContentType="application/inkml+xml"/>
  <Override PartName="/ppt/ink/ink122.xml" ContentType="application/inkml+xml"/>
  <Override PartName="/ppt/ink/ink123.xml" ContentType="application/inkml+xml"/>
  <Override PartName="/ppt/ink/ink124.xml" ContentType="application/inkml+xml"/>
  <Override PartName="/ppt/ink/ink125.xml" ContentType="application/inkml+xml"/>
  <Override PartName="/ppt/ink/ink126.xml" ContentType="application/inkml+xml"/>
  <Override PartName="/ppt/ink/ink127.xml" ContentType="application/inkml+xml"/>
  <Override PartName="/ppt/ink/ink128.xml" ContentType="application/inkml+xml"/>
  <Override PartName="/ppt/ink/ink129.xml" ContentType="application/inkml+xml"/>
  <Override PartName="/ppt/ink/ink130.xml" ContentType="application/inkml+xml"/>
  <Override PartName="/ppt/ink/ink131.xml" ContentType="application/inkml+xml"/>
  <Override PartName="/ppt/ink/ink132.xml" ContentType="application/inkml+xml"/>
  <Override PartName="/ppt/ink/ink133.xml" ContentType="application/inkml+xml"/>
  <Override PartName="/ppt/ink/ink134.xml" ContentType="application/inkml+xml"/>
  <Override PartName="/ppt/ink/ink135.xml" ContentType="application/inkml+xml"/>
  <Override PartName="/ppt/ink/ink136.xml" ContentType="application/inkml+xml"/>
  <Override PartName="/ppt/ink/ink137.xml" ContentType="application/inkml+xml"/>
  <Override PartName="/ppt/ink/ink138.xml" ContentType="application/inkml+xml"/>
  <Override PartName="/ppt/ink/ink139.xml" ContentType="application/inkml+xml"/>
  <Override PartName="/ppt/ink/ink140.xml" ContentType="application/inkml+xml"/>
  <Override PartName="/ppt/ink/ink141.xml" ContentType="application/inkml+xml"/>
  <Override PartName="/ppt/ink/ink142.xml" ContentType="application/inkml+xml"/>
  <Override PartName="/ppt/ink/ink143.xml" ContentType="application/inkml+xml"/>
  <Override PartName="/ppt/ink/ink144.xml" ContentType="application/inkml+xml"/>
  <Override PartName="/ppt/ink/ink145.xml" ContentType="application/inkml+xml"/>
  <Override PartName="/ppt/notesSlides/notesSlide5.xml" ContentType="application/vnd.openxmlformats-officedocument.presentationml.notesSlide+xml"/>
  <Override PartName="/ppt/ink/ink146.xml" ContentType="application/inkml+xml"/>
  <Override PartName="/ppt/ink/ink147.xml" ContentType="application/inkml+xml"/>
  <Override PartName="/ppt/ink/ink148.xml" ContentType="application/inkml+xml"/>
  <Override PartName="/ppt/ink/ink149.xml" ContentType="application/inkml+xml"/>
  <Override PartName="/ppt/notesSlides/notesSlide6.xml" ContentType="application/vnd.openxmlformats-officedocument.presentationml.notesSlide+xml"/>
  <Override PartName="/ppt/ink/ink150.xml" ContentType="application/inkml+xml"/>
  <Override PartName="/ppt/ink/ink151.xml" ContentType="application/inkml+xml"/>
  <Override PartName="/ppt/ink/ink152.xml" ContentType="application/inkml+xml"/>
  <Override PartName="/ppt/notesSlides/notesSlide7.xml" ContentType="application/vnd.openxmlformats-officedocument.presentationml.notesSlide+xml"/>
  <Override PartName="/ppt/ink/ink153.xml" ContentType="application/inkml+xml"/>
  <Override PartName="/ppt/ink/ink154.xml" ContentType="application/inkml+xml"/>
  <Override PartName="/ppt/ink/ink155.xml" ContentType="application/inkml+xml"/>
  <Override PartName="/ppt/ink/ink156.xml" ContentType="application/inkml+xml"/>
  <Override PartName="/ppt/ink/ink157.xml" ContentType="application/inkml+xml"/>
  <Override PartName="/ppt/ink/ink158.xml" ContentType="application/inkml+xml"/>
  <Override PartName="/ppt/ink/ink159.xml" ContentType="application/inkml+xml"/>
  <Override PartName="/ppt/ink/ink160.xml" ContentType="application/inkml+xml"/>
  <Override PartName="/ppt/ink/ink161.xml" ContentType="application/inkml+xml"/>
  <Override PartName="/ppt/ink/ink162.xml" ContentType="application/inkml+xml"/>
  <Override PartName="/ppt/ink/ink163.xml" ContentType="application/inkml+xml"/>
  <Override PartName="/ppt/ink/ink164.xml" ContentType="application/inkml+xml"/>
  <Override PartName="/ppt/ink/ink165.xml" ContentType="application/inkml+xml"/>
  <Override PartName="/ppt/ink/ink166.xml" ContentType="application/inkml+xml"/>
  <Override PartName="/ppt/ink/ink167.xml" ContentType="application/inkml+xml"/>
  <Override PartName="/ppt/ink/ink168.xml" ContentType="application/inkml+xml"/>
  <Override PartName="/ppt/ink/ink169.xml" ContentType="application/inkml+xml"/>
  <Override PartName="/ppt/ink/ink170.xml" ContentType="application/inkml+xml"/>
  <Override PartName="/ppt/ink/ink171.xml" ContentType="application/inkml+xml"/>
  <Override PartName="/ppt/ink/ink172.xml" ContentType="application/inkml+xml"/>
  <Override PartName="/ppt/ink/ink173.xml" ContentType="application/inkml+xml"/>
  <Override PartName="/ppt/ink/ink174.xml" ContentType="application/inkml+xml"/>
  <Override PartName="/ppt/ink/ink175.xml" ContentType="application/inkml+xml"/>
  <Override PartName="/ppt/ink/ink176.xml" ContentType="application/inkml+xml"/>
  <Override PartName="/ppt/ink/ink177.xml" ContentType="application/inkml+xml"/>
  <Override PartName="/ppt/ink/ink178.xml" ContentType="application/inkml+xml"/>
  <Override PartName="/ppt/ink/ink179.xml" ContentType="application/inkml+xml"/>
  <Override PartName="/ppt/ink/ink180.xml" ContentType="application/inkml+xml"/>
  <Override PartName="/ppt/ink/ink181.xml" ContentType="application/inkml+xml"/>
  <Override PartName="/ppt/ink/ink182.xml" ContentType="application/inkml+xml"/>
  <Override PartName="/ppt/ink/ink183.xml" ContentType="application/inkml+xml"/>
  <Override PartName="/ppt/ink/ink184.xml" ContentType="application/inkml+xml"/>
  <Override PartName="/ppt/ink/ink185.xml" ContentType="application/inkml+xml"/>
  <Override PartName="/ppt/ink/ink186.xml" ContentType="application/inkml+xml"/>
  <Override PartName="/ppt/ink/ink187.xml" ContentType="application/inkml+xml"/>
  <Override PartName="/ppt/ink/ink188.xml" ContentType="application/inkml+xml"/>
  <Override PartName="/ppt/ink/ink189.xml" ContentType="application/inkml+xml"/>
  <Override PartName="/ppt/ink/ink190.xml" ContentType="application/inkml+xml"/>
  <Override PartName="/ppt/ink/ink191.xml" ContentType="application/inkml+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ink/ink192.xml" ContentType="application/inkml+xml"/>
  <Override PartName="/ppt/ink/ink193.xml" ContentType="application/inkml+xml"/>
  <Override PartName="/ppt/ink/ink194.xml" ContentType="application/inkml+xml"/>
  <Override PartName="/ppt/ink/ink195.xml" ContentType="application/inkml+xml"/>
  <Override PartName="/ppt/ink/ink196.xml" ContentType="application/inkml+xml"/>
  <Override PartName="/ppt/ink/ink197.xml" ContentType="application/inkml+xml"/>
  <Override PartName="/ppt/ink/ink198.xml" ContentType="application/inkml+xml"/>
  <Override PartName="/ppt/ink/ink199.xml" ContentType="application/inkml+xml"/>
  <Override PartName="/ppt/ink/ink200.xml" ContentType="application/inkml+xml"/>
  <Override PartName="/ppt/ink/ink201.xml" ContentType="application/inkml+xml"/>
  <Override PartName="/ppt/ink/ink202.xml" ContentType="application/inkml+xml"/>
  <Override PartName="/ppt/ink/ink203.xml" ContentType="application/inkml+xml"/>
  <Override PartName="/ppt/ink/ink204.xml" ContentType="application/inkml+xml"/>
  <Override PartName="/ppt/ink/ink205.xml" ContentType="application/inkml+xml"/>
  <Override PartName="/ppt/ink/ink206.xml" ContentType="application/inkml+xml"/>
  <Override PartName="/ppt/ink/ink207.xml" ContentType="application/inkml+xml"/>
  <Override PartName="/ppt/ink/ink208.xml" ContentType="application/inkml+xml"/>
  <Override PartName="/ppt/ink/ink209.xml" ContentType="application/inkml+xml"/>
  <Override PartName="/ppt/ink/ink210.xml" ContentType="application/inkml+xml"/>
  <Override PartName="/ppt/ink/ink211.xml" ContentType="application/inkml+xml"/>
  <Override PartName="/ppt/ink/ink212.xml" ContentType="application/inkml+xml"/>
  <Override PartName="/ppt/ink/ink213.xml" ContentType="application/inkml+xml"/>
  <Override PartName="/ppt/ink/ink214.xml" ContentType="application/inkml+xml"/>
  <Override PartName="/ppt/ink/ink215.xml" ContentType="application/inkml+xml"/>
  <Override PartName="/ppt/ink/ink216.xml" ContentType="application/inkml+xml"/>
  <Override PartName="/ppt/ink/ink217.xml" ContentType="application/inkml+xml"/>
  <Override PartName="/ppt/ink/ink218.xml" ContentType="application/inkml+xml"/>
  <Override PartName="/ppt/ink/ink219.xml" ContentType="application/inkml+xml"/>
  <Override PartName="/ppt/ink/ink220.xml" ContentType="application/inkml+xml"/>
  <Override PartName="/ppt/ink/ink221.xml" ContentType="application/inkml+xml"/>
  <Override PartName="/ppt/ink/ink222.xml" ContentType="application/inkml+xml"/>
  <Override PartName="/ppt/ink/ink223.xml" ContentType="application/inkml+xml"/>
  <Override PartName="/ppt/ink/ink224.xml" ContentType="application/inkml+xml"/>
  <Override PartName="/ppt/ink/ink225.xml" ContentType="application/inkml+xml"/>
  <Override PartName="/ppt/ink/ink226.xml" ContentType="application/inkml+xml"/>
  <Override PartName="/ppt/notesSlides/notesSlide15.xml" ContentType="application/vnd.openxmlformats-officedocument.presentationml.notesSlide+xml"/>
  <Override PartName="/ppt/ink/ink227.xml" ContentType="application/inkml+xml"/>
  <Override PartName="/ppt/ink/ink228.xml" ContentType="application/inkml+xml"/>
  <Override PartName="/ppt/ink/ink229.xml" ContentType="application/inkml+xml"/>
  <Override PartName="/ppt/ink/ink230.xml" ContentType="application/inkml+xml"/>
  <Override PartName="/ppt/ink/ink231.xml" ContentType="application/inkml+xml"/>
  <Override PartName="/ppt/ink/ink232.xml" ContentType="application/inkml+xml"/>
  <Override PartName="/ppt/ink/ink233.xml" ContentType="application/inkml+xml"/>
  <Override PartName="/ppt/ink/ink234.xml" ContentType="application/inkml+xml"/>
  <Override PartName="/ppt/ink/ink235.xml" ContentType="application/inkml+xml"/>
  <Override PartName="/ppt/ink/ink236.xml" ContentType="application/inkml+xml"/>
  <Override PartName="/ppt/ink/ink237.xml" ContentType="application/inkml+xml"/>
  <Override PartName="/ppt/ink/ink238.xml" ContentType="application/inkml+xml"/>
  <Override PartName="/ppt/ink/ink239.xml" ContentType="application/inkml+xml"/>
  <Override PartName="/ppt/ink/ink240.xml" ContentType="application/inkml+xml"/>
  <Override PartName="/ppt/ink/ink241.xml" ContentType="application/inkml+xml"/>
  <Override PartName="/ppt/ink/ink242.xml" ContentType="application/inkml+xml"/>
  <Override PartName="/ppt/ink/ink243.xml" ContentType="application/inkml+xml"/>
  <Override PartName="/ppt/ink/ink244.xml" ContentType="application/inkml+xml"/>
  <Override PartName="/ppt/ink/ink245.xml" ContentType="application/inkml+xml"/>
  <Override PartName="/ppt/ink/ink246.xml" ContentType="application/inkml+xml"/>
  <Override PartName="/ppt/ink/ink247.xml" ContentType="application/inkml+xml"/>
  <Override PartName="/ppt/ink/ink248.xml" ContentType="application/inkml+xml"/>
  <Override PartName="/ppt/ink/ink249.xml" ContentType="application/inkml+xml"/>
  <Override PartName="/ppt/notesSlides/notesSlide16.xml" ContentType="application/vnd.openxmlformats-officedocument.presentationml.notesSlide+xml"/>
  <Override PartName="/ppt/ink/ink250.xml" ContentType="application/inkml+xml"/>
  <Override PartName="/ppt/ink/ink251.xml" ContentType="application/inkml+xml"/>
  <Override PartName="/ppt/ink/ink252.xml" ContentType="application/inkml+xml"/>
  <Override PartName="/ppt/ink/ink253.xml" ContentType="application/inkml+xml"/>
  <Override PartName="/ppt/ink/ink254.xml" ContentType="application/inkml+xml"/>
  <Override PartName="/ppt/ink/ink255.xml" ContentType="application/inkml+xml"/>
  <Override PartName="/ppt/ink/ink256.xml" ContentType="application/inkml+xml"/>
  <Override PartName="/ppt/ink/ink257.xml" ContentType="application/inkml+xml"/>
  <Override PartName="/ppt/ink/ink258.xml" ContentType="application/inkml+xml"/>
  <Override PartName="/ppt/ink/ink259.xml" ContentType="application/inkml+xml"/>
  <Override PartName="/ppt/ink/ink260.xml" ContentType="application/inkml+xml"/>
  <Override PartName="/ppt/ink/ink261.xml" ContentType="application/inkml+xml"/>
  <Override PartName="/ppt/ink/ink262.xml" ContentType="application/inkml+xml"/>
  <Override PartName="/ppt/ink/ink263.xml" ContentType="application/inkml+xml"/>
  <Override PartName="/ppt/ink/ink264.xml" ContentType="application/inkml+xml"/>
  <Override PartName="/ppt/ink/ink265.xml" ContentType="application/inkml+xml"/>
  <Override PartName="/ppt/ink/ink266.xml" ContentType="application/inkml+xml"/>
  <Override PartName="/ppt/ink/ink267.xml" ContentType="application/inkml+xml"/>
  <Override PartName="/ppt/ink/ink268.xml" ContentType="application/inkml+xml"/>
  <Override PartName="/ppt/ink/ink269.xml" ContentType="application/inkml+xml"/>
  <Override PartName="/ppt/ink/ink270.xml" ContentType="application/inkml+xml"/>
  <Override PartName="/ppt/ink/ink271.xml" ContentType="application/inkml+xml"/>
  <Override PartName="/ppt/ink/ink272.xml" ContentType="application/inkml+xml"/>
  <Override PartName="/ppt/ink/ink273.xml" ContentType="application/inkml+xml"/>
  <Override PartName="/ppt/ink/ink274.xml" ContentType="application/inkml+xml"/>
  <Override PartName="/ppt/ink/ink275.xml" ContentType="application/inkml+xml"/>
  <Override PartName="/ppt/ink/ink276.xml" ContentType="application/inkml+xml"/>
  <Override PartName="/ppt/ink/ink277.xml" ContentType="application/inkml+xml"/>
  <Override PartName="/ppt/ink/ink278.xml" ContentType="application/inkml+xml"/>
  <Override PartName="/ppt/ink/ink279.xml" ContentType="application/inkml+xml"/>
  <Override PartName="/ppt/ink/ink280.xml" ContentType="application/inkml+xml"/>
  <Override PartName="/ppt/ink/ink281.xml" ContentType="application/inkml+xml"/>
  <Override PartName="/ppt/ink/ink282.xml" ContentType="application/inkml+xml"/>
  <Override PartName="/ppt/ink/ink283.xml" ContentType="application/inkml+xml"/>
  <Override PartName="/ppt/ink/ink284.xml" ContentType="application/inkml+xml"/>
  <Override PartName="/ppt/ink/ink285.xml" ContentType="application/inkml+xml"/>
  <Override PartName="/ppt/ink/ink286.xml" ContentType="application/inkml+xml"/>
  <Override PartName="/ppt/ink/ink287.xml" ContentType="application/inkml+xml"/>
  <Override PartName="/ppt/ink/ink288.xml" ContentType="application/inkml+xml"/>
  <Override PartName="/ppt/ink/ink289.xml" ContentType="application/inkml+xml"/>
  <Override PartName="/ppt/ink/ink290.xml" ContentType="application/inkml+xml"/>
  <Override PartName="/ppt/ink/ink291.xml" ContentType="application/inkml+xml"/>
  <Override PartName="/ppt/ink/ink292.xml" ContentType="application/inkml+xml"/>
  <Override PartName="/ppt/ink/ink293.xml" ContentType="application/inkml+xml"/>
  <Override PartName="/ppt/ink/ink294.xml" ContentType="application/inkml+xml"/>
  <Override PartName="/ppt/ink/ink295.xml" ContentType="application/inkml+xml"/>
  <Override PartName="/ppt/ink/ink296.xml" ContentType="application/inkml+xml"/>
  <Override PartName="/ppt/ink/ink297.xml" ContentType="application/inkml+xml"/>
  <Override PartName="/ppt/ink/ink298.xml" ContentType="application/inkml+xml"/>
  <Override PartName="/ppt/ink/ink299.xml" ContentType="application/inkml+xml"/>
  <Override PartName="/ppt/ink/ink300.xml" ContentType="application/inkml+xml"/>
  <Override PartName="/ppt/ink/ink301.xml" ContentType="application/inkml+xml"/>
  <Override PartName="/ppt/ink/ink302.xml" ContentType="application/inkml+xml"/>
  <Override PartName="/ppt/ink/ink303.xml" ContentType="application/inkml+xml"/>
  <Override PartName="/ppt/ink/ink304.xml" ContentType="application/inkml+xml"/>
  <Override PartName="/ppt/ink/ink305.xml" ContentType="application/inkml+xml"/>
  <Override PartName="/ppt/ink/ink306.xml" ContentType="application/inkml+xml"/>
  <Override PartName="/ppt/ink/ink307.xml" ContentType="application/inkml+xml"/>
  <Override PartName="/ppt/ink/ink308.xml" ContentType="application/inkml+xml"/>
  <Override PartName="/ppt/ink/ink309.xml" ContentType="application/inkml+xml"/>
  <Override PartName="/ppt/ink/ink310.xml" ContentType="application/inkml+xml"/>
  <Override PartName="/ppt/ink/ink311.xml" ContentType="application/inkml+xml"/>
  <Override PartName="/ppt/ink/ink312.xml" ContentType="application/inkml+xml"/>
  <Override PartName="/ppt/ink/ink313.xml" ContentType="application/inkml+xml"/>
  <Override PartName="/ppt/ink/ink314.xml" ContentType="application/inkml+xml"/>
  <Override PartName="/ppt/ink/ink315.xml" ContentType="application/inkml+xml"/>
  <Override PartName="/ppt/ink/ink316.xml" ContentType="application/inkml+xml"/>
  <Override PartName="/ppt/ink/ink317.xml" ContentType="application/inkml+xml"/>
  <Override PartName="/ppt/ink/ink318.xml" ContentType="application/inkml+xml"/>
  <Override PartName="/ppt/ink/ink319.xml" ContentType="application/inkml+xml"/>
  <Override PartName="/ppt/ink/ink320.xml" ContentType="application/inkml+xml"/>
  <Override PartName="/ppt/ink/ink321.xml" ContentType="application/inkml+xml"/>
  <Override PartName="/ppt/ink/ink322.xml" ContentType="application/inkml+xml"/>
  <Override PartName="/ppt/ink/ink323.xml" ContentType="application/inkml+xml"/>
  <Override PartName="/ppt/ink/ink324.xml" ContentType="application/inkml+xml"/>
  <Override PartName="/ppt/ink/ink325.xml" ContentType="application/inkml+xml"/>
  <Override PartName="/ppt/ink/ink326.xml" ContentType="application/inkml+xml"/>
  <Override PartName="/ppt/ink/ink327.xml" ContentType="application/inkml+xml"/>
  <Override PartName="/ppt/ink/ink328.xml" ContentType="application/inkml+xml"/>
  <Override PartName="/ppt/ink/ink329.xml" ContentType="application/inkml+xml"/>
  <Override PartName="/ppt/ink/ink330.xml" ContentType="application/inkml+xml"/>
  <Override PartName="/ppt/ink/ink331.xml" ContentType="application/inkml+xml"/>
  <Override PartName="/ppt/ink/ink332.xml" ContentType="application/inkml+xml"/>
  <Override PartName="/ppt/ink/ink333.xml" ContentType="application/inkml+xml"/>
  <Override PartName="/ppt/ink/ink334.xml" ContentType="application/inkml+xml"/>
  <Override PartName="/ppt/ink/ink335.xml" ContentType="application/inkml+xml"/>
  <Override PartName="/ppt/ink/ink336.xml" ContentType="application/inkml+xml"/>
  <Override PartName="/ppt/ink/ink337.xml" ContentType="application/inkml+xml"/>
  <Override PartName="/ppt/ink/ink338.xml" ContentType="application/inkml+xml"/>
  <Override PartName="/ppt/ink/ink339.xml" ContentType="application/inkml+xml"/>
  <Override PartName="/ppt/ink/ink340.xml" ContentType="application/inkml+xml"/>
  <Override PartName="/ppt/ink/ink341.xml" ContentType="application/inkml+xml"/>
  <Override PartName="/ppt/ink/ink342.xml" ContentType="application/inkml+xml"/>
  <Override PartName="/ppt/ink/ink343.xml" ContentType="application/inkml+xml"/>
  <Override PartName="/ppt/ink/ink344.xml" ContentType="application/inkml+xml"/>
  <Override PartName="/ppt/ink/ink345.xml" ContentType="application/inkml+xml"/>
  <Override PartName="/ppt/ink/ink346.xml" ContentType="application/inkml+xml"/>
  <Override PartName="/ppt/ink/ink347.xml" ContentType="application/inkml+xml"/>
  <Override PartName="/ppt/ink/ink348.xml" ContentType="application/inkml+xml"/>
  <Override PartName="/ppt/ink/ink349.xml" ContentType="application/inkml+xml"/>
  <Override PartName="/ppt/ink/ink350.xml" ContentType="application/inkml+xml"/>
  <Override PartName="/ppt/ink/ink351.xml" ContentType="application/inkml+xml"/>
  <Override PartName="/ppt/ink/ink352.xml" ContentType="application/inkml+xml"/>
  <Override PartName="/ppt/ink/ink353.xml" ContentType="application/inkml+xml"/>
  <Override PartName="/ppt/ink/ink354.xml" ContentType="application/inkml+xml"/>
  <Override PartName="/ppt/ink/ink355.xml" ContentType="application/inkml+xml"/>
  <Override PartName="/ppt/ink/ink356.xml" ContentType="application/inkml+xml"/>
  <Override PartName="/ppt/ink/ink357.xml" ContentType="application/inkml+xml"/>
  <Override PartName="/ppt/ink/ink358.xml" ContentType="application/inkml+xml"/>
  <Override PartName="/ppt/ink/ink359.xml" ContentType="application/inkml+xml"/>
  <Override PartName="/ppt/ink/ink360.xml" ContentType="application/inkml+xml"/>
  <Override PartName="/ppt/ink/ink361.xml" ContentType="application/inkml+xml"/>
  <Override PartName="/ppt/ink/ink362.xml" ContentType="application/inkml+xml"/>
  <Override PartName="/ppt/ink/ink363.xml" ContentType="application/inkml+xml"/>
  <Override PartName="/ppt/ink/ink364.xml" ContentType="application/inkml+xml"/>
  <Override PartName="/ppt/ink/ink365.xml" ContentType="application/inkml+xml"/>
  <Override PartName="/ppt/ink/ink366.xml" ContentType="application/inkml+xml"/>
  <Override PartName="/ppt/ink/ink367.xml" ContentType="application/inkml+xml"/>
  <Override PartName="/ppt/ink/ink368.xml" ContentType="application/inkml+xml"/>
  <Override PartName="/ppt/ink/ink369.xml" ContentType="application/inkml+xml"/>
  <Override PartName="/ppt/ink/ink370.xml" ContentType="application/inkml+xml"/>
  <Override PartName="/ppt/ink/ink371.xml" ContentType="application/inkml+xml"/>
  <Override PartName="/ppt/ink/ink372.xml" ContentType="application/inkml+xml"/>
  <Override PartName="/ppt/ink/ink373.xml" ContentType="application/inkml+xml"/>
  <Override PartName="/ppt/ink/ink374.xml" ContentType="application/inkml+xml"/>
  <Override PartName="/ppt/ink/ink375.xml" ContentType="application/inkml+xml"/>
  <Override PartName="/ppt/ink/ink376.xml" ContentType="application/inkml+xml"/>
  <Override PartName="/ppt/ink/ink377.xml" ContentType="application/inkml+xml"/>
  <Override PartName="/ppt/ink/ink378.xml" ContentType="application/inkml+xml"/>
  <Override PartName="/ppt/ink/ink379.xml" ContentType="application/inkml+xml"/>
  <Override PartName="/ppt/ink/ink380.xml" ContentType="application/inkml+xml"/>
  <Override PartName="/ppt/ink/ink381.xml" ContentType="application/inkml+xml"/>
  <Override PartName="/ppt/ink/ink382.xml" ContentType="application/inkml+xml"/>
  <Override PartName="/ppt/ink/ink383.xml" ContentType="application/inkml+xml"/>
  <Override PartName="/ppt/ink/ink384.xml" ContentType="application/inkml+xml"/>
  <Override PartName="/ppt/ink/ink385.xml" ContentType="application/inkml+xml"/>
  <Override PartName="/ppt/ink/ink386.xml" ContentType="application/inkml+xml"/>
  <Override PartName="/ppt/ink/ink387.xml" ContentType="application/inkml+xml"/>
  <Override PartName="/ppt/ink/ink388.xml" ContentType="application/inkml+xml"/>
  <Override PartName="/ppt/ink/ink389.xml" ContentType="application/inkml+xml"/>
  <Override PartName="/ppt/ink/ink390.xml" ContentType="application/inkml+xml"/>
  <Override PartName="/ppt/ink/ink391.xml" ContentType="application/inkml+xml"/>
  <Override PartName="/ppt/ink/ink392.xml" ContentType="application/inkml+xml"/>
  <Override PartName="/ppt/ink/ink393.xml" ContentType="application/inkml+xml"/>
  <Override PartName="/ppt/ink/ink394.xml" ContentType="application/inkml+xml"/>
  <Override PartName="/ppt/ink/ink395.xml" ContentType="application/inkml+xml"/>
  <Override PartName="/ppt/ink/ink396.xml" ContentType="application/inkml+xml"/>
  <Override PartName="/ppt/ink/ink397.xml" ContentType="application/inkml+xml"/>
  <Override PartName="/ppt/ink/ink398.xml" ContentType="application/inkml+xml"/>
  <Override PartName="/ppt/ink/ink399.xml" ContentType="application/inkml+xml"/>
  <Override PartName="/ppt/ink/ink400.xml" ContentType="application/inkml+xml"/>
  <Override PartName="/ppt/ink/ink401.xml" ContentType="application/inkml+xml"/>
  <Override PartName="/ppt/ink/ink402.xml" ContentType="application/inkml+xml"/>
  <Override PartName="/ppt/ink/ink403.xml" ContentType="application/inkml+xml"/>
  <Override PartName="/ppt/ink/ink404.xml" ContentType="application/inkml+xml"/>
  <Override PartName="/ppt/ink/ink405.xml" ContentType="application/inkml+xml"/>
  <Override PartName="/ppt/ink/ink406.xml" ContentType="application/inkml+xml"/>
  <Override PartName="/ppt/ink/ink407.xml" ContentType="application/inkml+xml"/>
  <Override PartName="/ppt/ink/ink408.xml" ContentType="application/inkml+xml"/>
  <Override PartName="/ppt/ink/ink409.xml" ContentType="application/inkml+xml"/>
  <Override PartName="/ppt/ink/ink410.xml" ContentType="application/inkml+xml"/>
  <Override PartName="/ppt/ink/ink411.xml" ContentType="application/inkml+xml"/>
  <Override PartName="/ppt/ink/ink412.xml" ContentType="application/inkml+xml"/>
  <Override PartName="/ppt/ink/ink413.xml" ContentType="application/inkml+xml"/>
  <Override PartName="/ppt/ink/ink414.xml" ContentType="application/inkml+xml"/>
  <Override PartName="/ppt/ink/ink415.xml" ContentType="application/inkml+xml"/>
  <Override PartName="/ppt/ink/ink416.xml" ContentType="application/inkml+xml"/>
  <Override PartName="/ppt/ink/ink417.xml" ContentType="application/inkml+xml"/>
  <Override PartName="/ppt/ink/ink418.xml" ContentType="application/inkml+xml"/>
  <Override PartName="/ppt/ink/ink419.xml" ContentType="application/inkml+xml"/>
  <Override PartName="/ppt/ink/ink420.xml" ContentType="application/inkml+xml"/>
  <Override PartName="/ppt/ink/ink421.xml" ContentType="application/inkml+xml"/>
  <Override PartName="/ppt/ink/ink422.xml" ContentType="application/inkml+xml"/>
  <Override PartName="/ppt/ink/ink423.xml" ContentType="application/inkml+xml"/>
  <Override PartName="/ppt/ink/ink424.xml" ContentType="application/inkml+xml"/>
  <Override PartName="/ppt/ink/ink425.xml" ContentType="application/inkml+xml"/>
  <Override PartName="/ppt/ink/ink426.xml" ContentType="application/inkml+xml"/>
  <Override PartName="/ppt/ink/ink427.xml" ContentType="application/inkml+xml"/>
  <Override PartName="/ppt/ink/ink428.xml" ContentType="application/inkml+xml"/>
  <Override PartName="/ppt/ink/ink429.xml" ContentType="application/inkml+xml"/>
  <Override PartName="/ppt/ink/ink430.xml" ContentType="application/inkml+xml"/>
  <Override PartName="/ppt/ink/ink431.xml" ContentType="application/inkml+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ink/ink432.xml" ContentType="application/inkml+xml"/>
  <Override PartName="/ppt/ink/ink433.xml" ContentType="application/inkml+xml"/>
  <Override PartName="/ppt/ink/ink434.xml" ContentType="application/inkml+xml"/>
  <Override PartName="/ppt/ink/ink435.xml" ContentType="application/inkml+xml"/>
  <Override PartName="/ppt/ink/ink436.xml" ContentType="application/inkml+xml"/>
  <Override PartName="/ppt/ink/ink437.xml" ContentType="application/inkml+xml"/>
  <Override PartName="/ppt/ink/ink438.xml" ContentType="application/inkml+xml"/>
  <Override PartName="/ppt/ink/ink439.xml" ContentType="application/inkml+xml"/>
  <Override PartName="/ppt/ink/ink440.xml" ContentType="application/inkml+xml"/>
  <Override PartName="/ppt/ink/ink441.xml" ContentType="application/inkml+xml"/>
  <Override PartName="/ppt/ink/ink442.xml" ContentType="application/inkml+xml"/>
  <Override PartName="/ppt/ink/ink443.xml" ContentType="application/inkml+xml"/>
  <Override PartName="/ppt/ink/ink444.xml" ContentType="application/inkml+xml"/>
  <Override PartName="/ppt/ink/ink445.xml" ContentType="application/inkml+xml"/>
  <Override PartName="/ppt/ink/ink446.xml" ContentType="application/inkml+xml"/>
  <Override PartName="/ppt/ink/ink447.xml" ContentType="application/inkml+xml"/>
  <Override PartName="/ppt/ink/ink448.xml" ContentType="application/inkml+xml"/>
  <Override PartName="/ppt/ink/ink449.xml" ContentType="application/inkml+xml"/>
  <Override PartName="/ppt/ink/ink450.xml" ContentType="application/inkml+xml"/>
  <Override PartName="/ppt/ink/ink451.xml" ContentType="application/inkml+xml"/>
  <Override PartName="/ppt/ink/ink452.xml" ContentType="application/inkml+xml"/>
  <Override PartName="/ppt/ink/ink453.xml" ContentType="application/inkml+xml"/>
  <Override PartName="/ppt/ink/ink454.xml" ContentType="application/inkml+xml"/>
  <Override PartName="/ppt/ink/ink455.xml" ContentType="application/inkml+xml"/>
  <Override PartName="/ppt/ink/ink456.xml" ContentType="application/inkml+xml"/>
  <Override PartName="/ppt/ink/ink457.xml" ContentType="application/inkml+xml"/>
  <Override PartName="/ppt/ink/ink458.xml" ContentType="application/inkml+xml"/>
  <Override PartName="/ppt/ink/ink459.xml" ContentType="application/inkml+xml"/>
  <Override PartName="/ppt/ink/ink460.xml" ContentType="application/inkml+xml"/>
  <Override PartName="/ppt/ink/ink461.xml" ContentType="application/inkml+xml"/>
  <Override PartName="/ppt/ink/ink462.xml" ContentType="application/inkml+xml"/>
  <Override PartName="/ppt/ink/ink463.xml" ContentType="application/inkml+xml"/>
  <Override PartName="/ppt/ink/ink464.xml" ContentType="application/inkml+xml"/>
  <Override PartName="/ppt/ink/ink465.xml" ContentType="application/inkml+xml"/>
  <Override PartName="/ppt/ink/ink466.xml" ContentType="application/inkml+xml"/>
  <Override PartName="/ppt/ink/ink467.xml" ContentType="application/inkml+xml"/>
  <Override PartName="/ppt/ink/ink468.xml" ContentType="application/inkml+xml"/>
  <Override PartName="/ppt/ink/ink469.xml" ContentType="application/inkml+xml"/>
  <Override PartName="/ppt/ink/ink470.xml" ContentType="application/inkml+xml"/>
  <Override PartName="/ppt/ink/ink471.xml" ContentType="application/inkml+xml"/>
  <Override PartName="/ppt/ink/ink472.xml" ContentType="application/inkml+xml"/>
  <Override PartName="/ppt/ink/ink473.xml" ContentType="application/inkml+xml"/>
  <Override PartName="/ppt/ink/ink474.xml" ContentType="application/inkml+xml"/>
  <Override PartName="/ppt/ink/ink475.xml" ContentType="application/inkml+xml"/>
  <Override PartName="/ppt/ink/ink476.xml" ContentType="application/inkml+xml"/>
  <Override PartName="/ppt/ink/ink477.xml" ContentType="application/inkml+xml"/>
  <Override PartName="/ppt/ink/ink478.xml" ContentType="application/inkml+xml"/>
  <Override PartName="/ppt/ink/ink479.xml" ContentType="application/inkml+xml"/>
  <Override PartName="/ppt/ink/ink480.xml" ContentType="application/inkml+xml"/>
  <Override PartName="/ppt/ink/ink481.xml" ContentType="application/inkml+xml"/>
  <Override PartName="/ppt/ink/ink482.xml" ContentType="application/inkml+xml"/>
  <Override PartName="/ppt/ink/ink483.xml" ContentType="application/inkml+xml"/>
  <Override PartName="/ppt/ink/ink484.xml" ContentType="application/inkml+xml"/>
  <Override PartName="/ppt/ink/ink485.xml" ContentType="application/inkml+xml"/>
  <Override PartName="/ppt/ink/ink486.xml" ContentType="application/inkml+xml"/>
  <Override PartName="/ppt/ink/ink487.xml" ContentType="application/inkml+xml"/>
  <Override PartName="/ppt/ink/ink488.xml" ContentType="application/inkml+xml"/>
  <Override PartName="/ppt/ink/ink489.xml" ContentType="application/inkml+xml"/>
  <Override PartName="/ppt/ink/ink490.xml" ContentType="application/inkml+xml"/>
  <Override PartName="/ppt/ink/ink491.xml" ContentType="application/inkml+xml"/>
  <Override PartName="/ppt/ink/ink492.xml" ContentType="application/inkml+xml"/>
  <Override PartName="/ppt/ink/ink493.xml" ContentType="application/inkml+xml"/>
  <Override PartName="/ppt/ink/ink494.xml" ContentType="application/inkml+xml"/>
  <Override PartName="/ppt/ink/ink495.xml" ContentType="application/inkml+xml"/>
  <Override PartName="/ppt/ink/ink496.xml" ContentType="application/inkml+xml"/>
  <Override PartName="/ppt/ink/ink497.xml" ContentType="application/inkml+xml"/>
  <Override PartName="/ppt/ink/ink498.xml" ContentType="application/inkml+xml"/>
  <Override PartName="/ppt/ink/ink499.xml" ContentType="application/inkml+xml"/>
  <Override PartName="/ppt/ink/ink500.xml" ContentType="application/inkml+xml"/>
  <Override PartName="/ppt/ink/ink501.xml" ContentType="application/inkml+xml"/>
  <Override PartName="/ppt/ink/ink502.xml" ContentType="application/inkml+xml"/>
  <Override PartName="/ppt/ink/ink503.xml" ContentType="application/inkml+xml"/>
  <Override PartName="/ppt/ink/ink504.xml" ContentType="application/inkml+xml"/>
  <Override PartName="/ppt/ink/ink505.xml" ContentType="application/inkml+xml"/>
  <Override PartName="/ppt/ink/ink506.xml" ContentType="application/inkml+xml"/>
  <Override PartName="/ppt/ink/ink507.xml" ContentType="application/inkml+xml"/>
  <Override PartName="/ppt/ink/ink508.xml" ContentType="application/inkml+xml"/>
  <Override PartName="/ppt/ink/ink509.xml" ContentType="application/inkml+xml"/>
  <Override PartName="/ppt/ink/ink510.xml" ContentType="application/inkml+xml"/>
  <Override PartName="/ppt/ink/ink511.xml" ContentType="application/inkml+xml"/>
  <Override PartName="/ppt/ink/ink512.xml" ContentType="application/inkml+xml"/>
  <Override PartName="/ppt/ink/ink513.xml" ContentType="application/inkml+xml"/>
  <Override PartName="/ppt/ink/ink514.xml" ContentType="application/inkml+xml"/>
  <Override PartName="/ppt/ink/ink515.xml" ContentType="application/inkml+xml"/>
  <Override PartName="/ppt/ink/ink516.xml" ContentType="application/inkml+xml"/>
  <Override PartName="/ppt/ink/ink517.xml" ContentType="application/inkml+xml"/>
  <Override PartName="/ppt/ink/ink518.xml" ContentType="application/inkml+xml"/>
  <Override PartName="/ppt/ink/ink519.xml" ContentType="application/inkml+xml"/>
  <Override PartName="/ppt/ink/ink520.xml" ContentType="application/inkml+xml"/>
  <Override PartName="/ppt/ink/ink521.xml" ContentType="application/inkml+xml"/>
  <Override PartName="/ppt/ink/ink522.xml" ContentType="application/inkml+xml"/>
  <Override PartName="/ppt/ink/ink523.xml" ContentType="application/inkml+xml"/>
  <Override PartName="/ppt/ink/ink524.xml" ContentType="application/inkml+xml"/>
  <Override PartName="/ppt/ink/ink525.xml" ContentType="application/inkml+xml"/>
  <Override PartName="/ppt/ink/ink526.xml" ContentType="application/inkml+xml"/>
  <Override PartName="/ppt/ink/ink527.xml" ContentType="application/inkml+xml"/>
  <Override PartName="/ppt/ink/ink528.xml" ContentType="application/inkml+xml"/>
  <Override PartName="/ppt/ink/ink529.xml" ContentType="application/inkml+xml"/>
  <Override PartName="/ppt/ink/ink530.xml" ContentType="application/inkml+xml"/>
  <Override PartName="/ppt/ink/ink531.xml" ContentType="application/inkml+xml"/>
  <Override PartName="/ppt/ink/ink532.xml" ContentType="application/inkml+xml"/>
  <Override PartName="/ppt/ink/ink533.xml" ContentType="application/inkml+xml"/>
  <Override PartName="/ppt/ink/ink534.xml" ContentType="application/inkml+xml"/>
  <Override PartName="/ppt/ink/ink535.xml" ContentType="application/inkml+xml"/>
  <Override PartName="/ppt/ink/ink536.xml" ContentType="application/inkml+xml"/>
  <Override PartName="/ppt/ink/ink537.xml" ContentType="application/inkml+xml"/>
  <Override PartName="/ppt/ink/ink538.xml" ContentType="application/inkml+xml"/>
  <Override PartName="/ppt/ink/ink539.xml" ContentType="application/inkml+xml"/>
  <Override PartName="/ppt/ink/ink540.xml" ContentType="application/inkml+xml"/>
  <Override PartName="/ppt/ink/ink541.xml" ContentType="application/inkml+xml"/>
  <Override PartName="/ppt/ink/ink542.xml" ContentType="application/inkml+xml"/>
  <Override PartName="/ppt/ink/ink543.xml" ContentType="application/inkml+xml"/>
  <Override PartName="/ppt/ink/ink544.xml" ContentType="application/inkml+xml"/>
  <Override PartName="/ppt/ink/ink545.xml" ContentType="application/inkml+xml"/>
  <Override PartName="/ppt/ink/ink546.xml" ContentType="application/inkml+xml"/>
  <Override PartName="/ppt/ink/ink547.xml" ContentType="application/inkml+xml"/>
  <Override PartName="/ppt/ink/ink548.xml" ContentType="application/inkml+xml"/>
  <Override PartName="/ppt/ink/ink549.xml" ContentType="application/inkml+xml"/>
  <Override PartName="/ppt/ink/ink550.xml" ContentType="application/inkml+xml"/>
  <Override PartName="/ppt/ink/ink551.xml" ContentType="application/inkml+xml"/>
  <Override PartName="/ppt/ink/ink552.xml" ContentType="application/inkml+xml"/>
  <Override PartName="/ppt/ink/ink553.xml" ContentType="application/inkml+xml"/>
  <Override PartName="/ppt/ink/ink554.xml" ContentType="application/inkml+xml"/>
  <Override PartName="/ppt/ink/ink555.xml" ContentType="application/inkml+xml"/>
  <Override PartName="/ppt/ink/ink556.xml" ContentType="application/inkml+xml"/>
  <Override PartName="/ppt/ink/ink557.xml" ContentType="application/inkml+xml"/>
  <Override PartName="/ppt/ink/ink558.xml" ContentType="application/inkml+xml"/>
  <Override PartName="/ppt/ink/ink559.xml" ContentType="application/inkml+xml"/>
  <Override PartName="/ppt/ink/ink560.xml" ContentType="application/inkml+xml"/>
  <Override PartName="/ppt/ink/ink561.xml" ContentType="application/inkml+xml"/>
  <Override PartName="/ppt/ink/ink562.xml" ContentType="application/inkml+xml"/>
  <Override PartName="/ppt/ink/ink563.xml" ContentType="application/inkml+xml"/>
  <Override PartName="/ppt/ink/ink564.xml" ContentType="application/inkml+xml"/>
  <Override PartName="/ppt/ink/ink565.xml" ContentType="application/inkml+xml"/>
  <Override PartName="/ppt/ink/ink566.xml" ContentType="application/inkml+xml"/>
  <Override PartName="/ppt/ink/ink567.xml" ContentType="application/inkml+xml"/>
  <Override PartName="/ppt/ink/ink568.xml" ContentType="application/inkml+xml"/>
  <Override PartName="/ppt/ink/ink569.xml" ContentType="application/inkml+xml"/>
  <Override PartName="/ppt/ink/ink570.xml" ContentType="application/inkml+xml"/>
  <Override PartName="/ppt/ink/ink571.xml" ContentType="application/inkml+xml"/>
  <Override PartName="/ppt/ink/ink572.xml" ContentType="application/inkml+xml"/>
  <Override PartName="/ppt/ink/ink573.xml" ContentType="application/inkml+xml"/>
  <Override PartName="/ppt/ink/ink574.xml" ContentType="application/inkml+xml"/>
  <Override PartName="/ppt/ink/ink575.xml" ContentType="application/inkml+xml"/>
  <Override PartName="/ppt/ink/ink576.xml" ContentType="application/inkml+xml"/>
  <Override PartName="/ppt/ink/ink577.xml" ContentType="application/inkml+xml"/>
  <Override PartName="/ppt/ink/ink578.xml" ContentType="application/inkml+xml"/>
  <Override PartName="/ppt/ink/ink579.xml" ContentType="application/inkml+xml"/>
  <Override PartName="/ppt/ink/ink580.xml" ContentType="application/inkml+xml"/>
  <Override PartName="/ppt/ink/ink581.xml" ContentType="application/inkml+xml"/>
  <Override PartName="/ppt/ink/ink582.xml" ContentType="application/inkml+xml"/>
  <Override PartName="/ppt/ink/ink583.xml" ContentType="application/inkml+xml"/>
  <Override PartName="/ppt/ink/ink584.xml" ContentType="application/inkml+xml"/>
  <Override PartName="/ppt/ink/ink585.xml" ContentType="application/inkml+xml"/>
  <Override PartName="/ppt/ink/ink586.xml" ContentType="application/inkml+xml"/>
  <Override PartName="/ppt/ink/ink587.xml" ContentType="application/inkml+xml"/>
  <Override PartName="/ppt/ink/ink588.xml" ContentType="application/inkml+xml"/>
  <Override PartName="/ppt/ink/ink589.xml" ContentType="application/inkml+xml"/>
  <Override PartName="/ppt/ink/ink590.xml" ContentType="application/inkml+xml"/>
  <Override PartName="/ppt/ink/ink591.xml" ContentType="application/inkml+xml"/>
  <Override PartName="/ppt/ink/ink592.xml" ContentType="application/inkml+xml"/>
  <Override PartName="/ppt/ink/ink593.xml" ContentType="application/inkml+xml"/>
  <Override PartName="/ppt/ink/ink594.xml" ContentType="application/inkml+xml"/>
  <Override PartName="/ppt/ink/ink595.xml" ContentType="application/inkml+xml"/>
  <Override PartName="/ppt/ink/ink596.xml" ContentType="application/inkml+xml"/>
  <Override PartName="/ppt/ink/ink597.xml" ContentType="application/inkml+xml"/>
  <Override PartName="/ppt/ink/ink598.xml" ContentType="application/inkml+xml"/>
  <Override PartName="/ppt/ink/ink599.xml" ContentType="application/inkml+xml"/>
  <Override PartName="/ppt/ink/ink600.xml" ContentType="application/inkml+xml"/>
  <Override PartName="/ppt/ink/ink601.xml" ContentType="application/inkml+xml"/>
  <Override PartName="/ppt/ink/ink602.xml" ContentType="application/inkml+xml"/>
  <Override PartName="/ppt/ink/ink603.xml" ContentType="application/inkml+xml"/>
  <Override PartName="/ppt/ink/ink604.xml" ContentType="application/inkml+xml"/>
  <Override PartName="/ppt/ink/ink605.xml" ContentType="application/inkml+xml"/>
  <Override PartName="/ppt/ink/ink606.xml" ContentType="application/inkml+xml"/>
  <Override PartName="/ppt/ink/ink607.xml" ContentType="application/inkml+xml"/>
  <Override PartName="/ppt/ink/ink608.xml" ContentType="application/inkml+xml"/>
  <Override PartName="/ppt/ink/ink609.xml" ContentType="application/inkml+xml"/>
  <Override PartName="/ppt/ink/ink610.xml" ContentType="application/inkml+xml"/>
  <Override PartName="/ppt/ink/ink611.xml" ContentType="application/inkml+xml"/>
  <Override PartName="/ppt/ink/ink612.xml" ContentType="application/inkml+xml"/>
  <Override PartName="/ppt/ink/ink613.xml" ContentType="application/inkml+xml"/>
  <Override PartName="/ppt/ink/ink614.xml" ContentType="application/inkml+xml"/>
  <Override PartName="/ppt/ink/ink615.xml" ContentType="application/inkml+xml"/>
  <Override PartName="/ppt/ink/ink616.xml" ContentType="application/inkml+xml"/>
  <Override PartName="/ppt/ink/ink617.xml" ContentType="application/inkml+xml"/>
  <Override PartName="/ppt/ink/ink618.xml" ContentType="application/inkml+xml"/>
  <Override PartName="/ppt/ink/ink619.xml" ContentType="application/inkml+xml"/>
  <Override PartName="/ppt/ink/ink620.xml" ContentType="application/inkml+xml"/>
  <Override PartName="/ppt/ink/ink621.xml" ContentType="application/inkml+xml"/>
  <Override PartName="/ppt/ink/ink622.xml" ContentType="application/inkml+xml"/>
  <Override PartName="/ppt/ink/ink623.xml" ContentType="application/inkml+xml"/>
  <Override PartName="/ppt/ink/ink624.xml" ContentType="application/inkml+xml"/>
  <Override PartName="/ppt/ink/ink625.xml" ContentType="application/inkml+xml"/>
  <Override PartName="/ppt/ink/ink626.xml" ContentType="application/inkml+xml"/>
  <Override PartName="/ppt/ink/ink627.xml" ContentType="application/inkml+xml"/>
  <Override PartName="/ppt/ink/ink628.xml" ContentType="application/inkml+xml"/>
  <Override PartName="/ppt/ink/ink629.xml" ContentType="application/inkml+xml"/>
  <Override PartName="/ppt/ink/ink630.xml" ContentType="application/inkml+xml"/>
  <Override PartName="/ppt/ink/ink631.xml" ContentType="application/inkml+xml"/>
  <Override PartName="/ppt/ink/ink632.xml" ContentType="application/inkml+xml"/>
  <Override PartName="/ppt/ink/ink633.xml" ContentType="application/inkml+xml"/>
  <Override PartName="/ppt/ink/ink634.xml" ContentType="application/inkml+xml"/>
  <Override PartName="/ppt/ink/ink635.xml" ContentType="application/inkml+xml"/>
  <Override PartName="/ppt/ink/ink636.xml" ContentType="application/inkml+xml"/>
  <Override PartName="/ppt/ink/ink637.xml" ContentType="application/inkml+xml"/>
  <Override PartName="/ppt/ink/ink638.xml" ContentType="application/inkml+xml"/>
  <Override PartName="/ppt/ink/ink639.xml" ContentType="application/inkml+xml"/>
  <Override PartName="/ppt/ink/ink640.xml" ContentType="application/inkml+xml"/>
  <Override PartName="/ppt/ink/ink641.xml" ContentType="application/inkml+xml"/>
  <Override PartName="/ppt/ink/ink642.xml" ContentType="application/inkml+xml"/>
  <Override PartName="/ppt/ink/ink643.xml" ContentType="application/inkml+xml"/>
  <Override PartName="/ppt/ink/ink644.xml" ContentType="application/inkml+xml"/>
  <Override PartName="/ppt/ink/ink645.xml" ContentType="application/inkml+xml"/>
  <Override PartName="/ppt/ink/ink646.xml" ContentType="application/inkml+xml"/>
  <Override PartName="/ppt/ink/ink647.xml" ContentType="application/inkml+xml"/>
  <Override PartName="/ppt/ink/ink648.xml" ContentType="application/inkml+xml"/>
  <Override PartName="/ppt/ink/ink649.xml" ContentType="application/inkml+xml"/>
  <Override PartName="/ppt/ink/ink650.xml" ContentType="application/inkml+xml"/>
  <Override PartName="/ppt/ink/ink651.xml" ContentType="application/inkml+xml"/>
  <Override PartName="/ppt/ink/ink652.xml" ContentType="application/inkml+xml"/>
  <Override PartName="/ppt/ink/ink653.xml" ContentType="application/inkml+xml"/>
  <Override PartName="/ppt/ink/ink654.xml" ContentType="application/inkml+xml"/>
  <Override PartName="/ppt/ink/ink655.xml" ContentType="application/inkml+xml"/>
  <Override PartName="/ppt/ink/ink656.xml" ContentType="application/inkml+xml"/>
  <Override PartName="/ppt/ink/ink657.xml" ContentType="application/inkml+xml"/>
  <Override PartName="/ppt/ink/ink658.xml" ContentType="application/inkml+xml"/>
  <Override PartName="/ppt/ink/ink659.xml" ContentType="application/inkml+xml"/>
  <Override PartName="/ppt/ink/ink660.xml" ContentType="application/inkml+xml"/>
  <Override PartName="/ppt/ink/ink661.xml" ContentType="application/inkml+xml"/>
  <Override PartName="/ppt/ink/ink662.xml" ContentType="application/inkml+xml"/>
  <Override PartName="/ppt/ink/ink663.xml" ContentType="application/inkml+xml"/>
  <Override PartName="/ppt/ink/ink664.xml" ContentType="application/inkml+xml"/>
  <Override PartName="/ppt/ink/ink665.xml" ContentType="application/inkml+xml"/>
  <Override PartName="/ppt/ink/ink666.xml" ContentType="application/inkml+xml"/>
  <Override PartName="/ppt/ink/ink667.xml" ContentType="application/inkml+xml"/>
  <Override PartName="/ppt/ink/ink668.xml" ContentType="application/inkml+xml"/>
  <Override PartName="/ppt/ink/ink669.xml" ContentType="application/inkml+xml"/>
  <Override PartName="/ppt/ink/ink670.xml" ContentType="application/inkml+xml"/>
  <Override PartName="/ppt/ink/ink671.xml" ContentType="application/inkml+xml"/>
  <Override PartName="/ppt/ink/ink672.xml" ContentType="application/inkml+xml"/>
  <Override PartName="/ppt/ink/ink673.xml" ContentType="application/inkml+xml"/>
  <Override PartName="/ppt/ink/ink674.xml" ContentType="application/inkml+xml"/>
  <Override PartName="/ppt/ink/ink675.xml" ContentType="application/inkml+xml"/>
  <Override PartName="/ppt/ink/ink676.xml" ContentType="application/inkml+xml"/>
  <Override PartName="/ppt/ink/ink677.xml" ContentType="application/inkml+xml"/>
  <Override PartName="/ppt/ink/ink678.xml" ContentType="application/inkml+xml"/>
  <Override PartName="/ppt/ink/ink679.xml" ContentType="application/inkml+xml"/>
  <Override PartName="/ppt/ink/ink680.xml" ContentType="application/inkml+xml"/>
  <Override PartName="/ppt/ink/ink681.xml" ContentType="application/inkml+xml"/>
  <Override PartName="/ppt/ink/ink682.xml" ContentType="application/inkml+xml"/>
  <Override PartName="/ppt/ink/ink683.xml" ContentType="application/inkml+xml"/>
  <Override PartName="/ppt/ink/ink684.xml" ContentType="application/inkml+xml"/>
  <Override PartName="/ppt/ink/ink685.xml" ContentType="application/inkml+xml"/>
  <Override PartName="/ppt/ink/ink686.xml" ContentType="application/inkml+xml"/>
  <Override PartName="/ppt/ink/ink687.xml" ContentType="application/inkml+xml"/>
  <Override PartName="/ppt/ink/ink688.xml" ContentType="application/inkml+xml"/>
  <Override PartName="/ppt/ink/ink689.xml" ContentType="application/inkml+xml"/>
  <Override PartName="/ppt/ink/ink690.xml" ContentType="application/inkml+xml"/>
  <Override PartName="/ppt/ink/ink691.xml" ContentType="application/inkml+xml"/>
  <Override PartName="/ppt/ink/ink692.xml" ContentType="application/inkml+xml"/>
  <Override PartName="/ppt/ink/ink693.xml" ContentType="application/inkml+xml"/>
  <Override PartName="/ppt/ink/ink694.xml" ContentType="application/inkml+xml"/>
  <Override PartName="/ppt/ink/ink695.xml" ContentType="application/inkml+xml"/>
  <Override PartName="/ppt/ink/ink696.xml" ContentType="application/inkml+xml"/>
  <Override PartName="/ppt/ink/ink697.xml" ContentType="application/inkml+xml"/>
  <Override PartName="/ppt/ink/ink698.xml" ContentType="application/inkml+xml"/>
  <Override PartName="/ppt/ink/ink699.xml" ContentType="application/inkml+xml"/>
  <Override PartName="/ppt/ink/ink700.xml" ContentType="application/inkml+xml"/>
  <Override PartName="/ppt/ink/ink701.xml" ContentType="application/inkml+xml"/>
  <Override PartName="/ppt/ink/ink702.xml" ContentType="application/inkml+xml"/>
  <Override PartName="/ppt/ink/ink703.xml" ContentType="application/inkml+xml"/>
  <Override PartName="/ppt/ink/ink704.xml" ContentType="application/inkml+xml"/>
  <Override PartName="/ppt/ink/ink705.xml" ContentType="application/inkml+xml"/>
  <Override PartName="/ppt/ink/ink706.xml" ContentType="application/inkml+xml"/>
  <Override PartName="/ppt/ink/ink707.xml" ContentType="application/inkml+xml"/>
  <Override PartName="/ppt/ink/ink708.xml" ContentType="application/inkml+xml"/>
  <Override PartName="/ppt/ink/ink709.xml" ContentType="application/inkml+xml"/>
  <Override PartName="/ppt/ink/ink710.xml" ContentType="application/inkml+xml"/>
  <Override PartName="/ppt/ink/ink711.xml" ContentType="application/inkml+xml"/>
  <Override PartName="/ppt/ink/ink712.xml" ContentType="application/inkml+xml"/>
  <Override PartName="/ppt/ink/ink713.xml" ContentType="application/inkml+xml"/>
  <Override PartName="/ppt/ink/ink714.xml" ContentType="application/inkml+xml"/>
  <Override PartName="/ppt/ink/ink715.xml" ContentType="application/inkml+xml"/>
  <Override PartName="/ppt/ink/ink716.xml" ContentType="application/inkml+xml"/>
  <Override PartName="/ppt/ink/ink717.xml" ContentType="application/inkml+xml"/>
  <Override PartName="/ppt/ink/ink718.xml" ContentType="application/inkml+xml"/>
  <Override PartName="/ppt/ink/ink719.xml" ContentType="application/inkml+xml"/>
  <Override PartName="/ppt/ink/ink720.xml" ContentType="application/inkml+xml"/>
  <Override PartName="/ppt/ink/ink721.xml" ContentType="application/inkml+xml"/>
  <Override PartName="/ppt/ink/ink722.xml" ContentType="application/inkml+xml"/>
  <Override PartName="/ppt/ink/ink723.xml" ContentType="application/inkml+xml"/>
  <Override PartName="/ppt/ink/ink724.xml" ContentType="application/inkml+xml"/>
  <Override PartName="/ppt/ink/ink725.xml" ContentType="application/inkml+xml"/>
  <Override PartName="/ppt/ink/ink726.xml" ContentType="application/inkml+xml"/>
  <Override PartName="/ppt/ink/ink727.xml" ContentType="application/inkml+xml"/>
  <Override PartName="/ppt/ink/ink728.xml" ContentType="application/inkml+xml"/>
  <Override PartName="/ppt/ink/ink729.xml" ContentType="application/inkml+xml"/>
  <Override PartName="/ppt/ink/ink730.xml" ContentType="application/inkml+xml"/>
  <Override PartName="/ppt/ink/ink731.xml" ContentType="application/inkml+xml"/>
  <Override PartName="/ppt/ink/ink732.xml" ContentType="application/inkml+xml"/>
  <Override PartName="/ppt/ink/ink733.xml" ContentType="application/inkml+xml"/>
  <Override PartName="/ppt/ink/ink734.xml" ContentType="application/inkml+xml"/>
  <Override PartName="/ppt/ink/ink735.xml" ContentType="application/inkml+xml"/>
  <Override PartName="/ppt/ink/ink736.xml" ContentType="application/inkml+xml"/>
  <Override PartName="/ppt/ink/ink737.xml" ContentType="application/inkml+xml"/>
  <Override PartName="/ppt/ink/ink738.xml" ContentType="application/inkml+xml"/>
  <Override PartName="/ppt/ink/ink739.xml" ContentType="application/inkml+xml"/>
  <Override PartName="/ppt/ink/ink740.xml" ContentType="application/inkml+xml"/>
  <Override PartName="/ppt/ink/ink741.xml" ContentType="application/inkml+xml"/>
  <Override PartName="/ppt/ink/ink742.xml" ContentType="application/inkml+xml"/>
  <Override PartName="/ppt/ink/ink743.xml" ContentType="application/inkml+xml"/>
  <Override PartName="/ppt/ink/ink744.xml" ContentType="application/inkml+xml"/>
  <Override PartName="/ppt/ink/ink745.xml" ContentType="application/inkml+xml"/>
  <Override PartName="/ppt/ink/ink746.xml" ContentType="application/inkml+xml"/>
  <Override PartName="/ppt/ink/ink747.xml" ContentType="application/inkml+xml"/>
  <Override PartName="/ppt/ink/ink748.xml" ContentType="application/inkml+xml"/>
  <Override PartName="/ppt/ink/ink749.xml" ContentType="application/inkml+xml"/>
  <Override PartName="/ppt/ink/ink750.xml" ContentType="application/inkml+xml"/>
  <Override PartName="/ppt/ink/ink751.xml" ContentType="application/inkml+xml"/>
  <Override PartName="/ppt/ink/ink752.xml" ContentType="application/inkml+xml"/>
  <Override PartName="/ppt/ink/ink753.xml" ContentType="application/inkml+xml"/>
  <Override PartName="/ppt/ink/ink754.xml" ContentType="application/inkml+xml"/>
  <Override PartName="/ppt/ink/ink755.xml" ContentType="application/inkml+xml"/>
  <Override PartName="/ppt/ink/ink756.xml" ContentType="application/inkml+xml"/>
  <Override PartName="/ppt/ink/ink757.xml" ContentType="application/inkml+xml"/>
  <Override PartName="/ppt/ink/ink758.xml" ContentType="application/inkml+xml"/>
  <Override PartName="/ppt/ink/ink759.xml" ContentType="application/inkml+xml"/>
  <Override PartName="/ppt/ink/ink760.xml" ContentType="application/inkml+xml"/>
  <Override PartName="/ppt/ink/ink761.xml" ContentType="application/inkml+xml"/>
  <Override PartName="/ppt/ink/ink762.xml" ContentType="application/inkml+xml"/>
  <Override PartName="/ppt/ink/ink763.xml" ContentType="application/inkml+xml"/>
  <Override PartName="/ppt/ink/ink764.xml" ContentType="application/inkml+xml"/>
  <Override PartName="/ppt/ink/ink765.xml" ContentType="application/inkml+xml"/>
  <Override PartName="/ppt/ink/ink766.xml" ContentType="application/inkml+xml"/>
  <Override PartName="/ppt/ink/ink767.xml" ContentType="application/inkml+xml"/>
  <Override PartName="/ppt/ink/ink768.xml" ContentType="application/inkml+xml"/>
  <Override PartName="/ppt/ink/ink769.xml" ContentType="application/inkml+xml"/>
  <Override PartName="/ppt/ink/ink770.xml" ContentType="application/inkml+xml"/>
  <Override PartName="/ppt/ink/ink771.xml" ContentType="application/inkml+xml"/>
  <Override PartName="/ppt/ink/ink772.xml" ContentType="application/inkml+xml"/>
  <Override PartName="/ppt/ink/ink773.xml" ContentType="application/inkml+xml"/>
  <Override PartName="/ppt/ink/ink774.xml" ContentType="application/inkml+xml"/>
  <Override PartName="/ppt/ink/ink775.xml" ContentType="application/inkml+xml"/>
  <Override PartName="/ppt/ink/ink776.xml" ContentType="application/inkml+xml"/>
  <Override PartName="/ppt/ink/ink777.xml" ContentType="application/inkml+xml"/>
  <Override PartName="/ppt/ink/ink778.xml" ContentType="application/inkml+xml"/>
  <Override PartName="/ppt/ink/ink779.xml" ContentType="application/inkml+xml"/>
  <Override PartName="/ppt/ink/ink780.xml" ContentType="application/inkml+xml"/>
  <Override PartName="/ppt/ink/ink781.xml" ContentType="application/inkml+xml"/>
  <Override PartName="/ppt/ink/ink782.xml" ContentType="application/inkml+xml"/>
  <Override PartName="/ppt/ink/ink783.xml" ContentType="application/inkml+xml"/>
  <Override PartName="/ppt/ink/ink784.xml" ContentType="application/inkml+xml"/>
  <Override PartName="/ppt/ink/ink785.xml" ContentType="application/inkml+xml"/>
  <Override PartName="/ppt/ink/ink786.xml" ContentType="application/inkml+xml"/>
  <Override PartName="/ppt/ink/ink787.xml" ContentType="application/inkml+xml"/>
  <Override PartName="/ppt/ink/ink788.xml" ContentType="application/inkml+xml"/>
  <Override PartName="/ppt/ink/ink789.xml" ContentType="application/inkml+xml"/>
  <Override PartName="/ppt/ink/ink790.xml" ContentType="application/inkml+xml"/>
  <Override PartName="/ppt/ink/ink791.xml" ContentType="application/inkml+xml"/>
  <Override PartName="/ppt/ink/ink792.xml" ContentType="application/inkml+xml"/>
  <Override PartName="/ppt/ink/ink793.xml" ContentType="application/inkml+xml"/>
  <Override PartName="/ppt/ink/ink794.xml" ContentType="application/inkml+xml"/>
  <Override PartName="/ppt/ink/ink795.xml" ContentType="application/inkml+xml"/>
  <Override PartName="/ppt/ink/ink796.xml" ContentType="application/inkml+xml"/>
  <Override PartName="/ppt/ink/ink797.xml" ContentType="application/inkml+xml"/>
  <Override PartName="/ppt/ink/ink798.xml" ContentType="application/inkml+xml"/>
  <Override PartName="/ppt/ink/ink799.xml" ContentType="application/inkml+xml"/>
  <Override PartName="/ppt/ink/ink800.xml" ContentType="application/inkml+xml"/>
  <Override PartName="/ppt/ink/ink801.xml" ContentType="application/inkml+xml"/>
  <Override PartName="/ppt/ink/ink802.xml" ContentType="application/inkml+xml"/>
  <Override PartName="/ppt/ink/ink803.xml" ContentType="application/inkml+xml"/>
  <Override PartName="/ppt/ink/ink804.xml" ContentType="application/inkml+xml"/>
  <Override PartName="/ppt/ink/ink805.xml" ContentType="application/inkml+xml"/>
  <Override PartName="/ppt/ink/ink806.xml" ContentType="application/inkml+xml"/>
  <Override PartName="/ppt/ink/ink807.xml" ContentType="application/inkml+xml"/>
  <Override PartName="/ppt/ink/ink808.xml" ContentType="application/inkml+xml"/>
  <Override PartName="/ppt/ink/ink809.xml" ContentType="application/inkml+xml"/>
  <Override PartName="/ppt/ink/ink810.xml" ContentType="application/inkml+xml"/>
  <Override PartName="/ppt/ink/ink811.xml" ContentType="application/inkml+xml"/>
  <Override PartName="/ppt/ink/ink812.xml" ContentType="application/inkml+xml"/>
  <Override PartName="/ppt/ink/ink813.xml" ContentType="application/inkml+xml"/>
  <Override PartName="/ppt/ink/ink814.xml" ContentType="application/inkml+xml"/>
  <Override PartName="/ppt/ink/ink815.xml" ContentType="application/inkml+xml"/>
  <Override PartName="/ppt/ink/ink816.xml" ContentType="application/inkml+xml"/>
  <Override PartName="/ppt/ink/ink817.xml" ContentType="application/inkml+xml"/>
  <Override PartName="/ppt/ink/ink818.xml" ContentType="application/inkml+xml"/>
  <Override PartName="/ppt/ink/ink819.xml" ContentType="application/inkml+xml"/>
  <Override PartName="/ppt/ink/ink820.xml" ContentType="application/inkml+xml"/>
  <Override PartName="/ppt/ink/ink821.xml" ContentType="application/inkml+xml"/>
  <Override PartName="/ppt/ink/ink822.xml" ContentType="application/inkml+xml"/>
  <Override PartName="/ppt/ink/ink823.xml" ContentType="application/inkml+xml"/>
  <Override PartName="/ppt/ink/ink824.xml" ContentType="application/inkml+xml"/>
  <Override PartName="/ppt/ink/ink825.xml" ContentType="application/inkml+xml"/>
  <Override PartName="/ppt/ink/ink826.xml" ContentType="application/inkml+xml"/>
  <Override PartName="/ppt/ink/ink827.xml" ContentType="application/inkml+xml"/>
  <Override PartName="/ppt/ink/ink828.xml" ContentType="application/inkml+xml"/>
  <Override PartName="/ppt/ink/ink829.xml" ContentType="application/inkml+xml"/>
  <Override PartName="/ppt/ink/ink830.xml" ContentType="application/inkml+xml"/>
  <Override PartName="/ppt/ink/ink831.xml" ContentType="application/inkml+xml"/>
  <Override PartName="/ppt/ink/ink832.xml" ContentType="application/inkml+xml"/>
  <Override PartName="/ppt/ink/ink833.xml" ContentType="application/inkml+xml"/>
  <Override PartName="/ppt/ink/ink834.xml" ContentType="application/inkml+xml"/>
  <Override PartName="/ppt/ink/ink835.xml" ContentType="application/inkml+xml"/>
  <Override PartName="/ppt/ink/ink836.xml" ContentType="application/inkml+xml"/>
  <Override PartName="/ppt/ink/ink837.xml" ContentType="application/inkml+xml"/>
  <Override PartName="/ppt/ink/ink838.xml" ContentType="application/inkml+xml"/>
  <Override PartName="/ppt/ink/ink839.xml" ContentType="application/inkml+xml"/>
  <Override PartName="/ppt/ink/ink840.xml" ContentType="application/inkml+xml"/>
  <Override PartName="/ppt/ink/ink841.xml" ContentType="application/inkml+xml"/>
  <Override PartName="/ppt/ink/ink842.xml" ContentType="application/inkml+xml"/>
  <Override PartName="/ppt/ink/ink843.xml" ContentType="application/inkml+xml"/>
  <Override PartName="/ppt/ink/ink844.xml" ContentType="application/inkml+xml"/>
  <Override PartName="/ppt/ink/ink845.xml" ContentType="application/inkml+xml"/>
  <Override PartName="/ppt/ink/ink846.xml" ContentType="application/inkml+xml"/>
  <Override PartName="/ppt/ink/ink847.xml" ContentType="application/inkml+xml"/>
  <Override PartName="/ppt/ink/ink848.xml" ContentType="application/inkml+xml"/>
  <Override PartName="/ppt/ink/ink849.xml" ContentType="application/inkml+xml"/>
  <Override PartName="/ppt/ink/ink850.xml" ContentType="application/inkml+xml"/>
  <Override PartName="/ppt/ink/ink851.xml" ContentType="application/inkml+xml"/>
  <Override PartName="/ppt/ink/ink852.xml" ContentType="application/inkml+xml"/>
  <Override PartName="/ppt/ink/ink853.xml" ContentType="application/inkml+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ink/ink854.xml" ContentType="application/inkml+xml"/>
  <Override PartName="/ppt/ink/ink855.xml" ContentType="application/inkml+xml"/>
  <Override PartName="/ppt/ink/ink856.xml" ContentType="application/inkml+xml"/>
  <Override PartName="/ppt/ink/ink857.xml" ContentType="application/inkml+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4" r:id="rId2"/>
    <p:sldMasterId id="2147483680" r:id="rId3"/>
  </p:sldMasterIdLst>
  <p:notesMasterIdLst>
    <p:notesMasterId r:id="rId176"/>
  </p:notesMasterIdLst>
  <p:sldIdLst>
    <p:sldId id="293" r:id="rId4"/>
    <p:sldId id="256" r:id="rId5"/>
    <p:sldId id="530" r:id="rId6"/>
    <p:sldId id="257" r:id="rId7"/>
    <p:sldId id="432" r:id="rId8"/>
    <p:sldId id="531" r:id="rId9"/>
    <p:sldId id="307" r:id="rId10"/>
    <p:sldId id="532" r:id="rId11"/>
    <p:sldId id="1119" r:id="rId12"/>
    <p:sldId id="533" r:id="rId13"/>
    <p:sldId id="539" r:id="rId14"/>
    <p:sldId id="535" r:id="rId15"/>
    <p:sldId id="534" r:id="rId16"/>
    <p:sldId id="311" r:id="rId17"/>
    <p:sldId id="308" r:id="rId18"/>
    <p:sldId id="536" r:id="rId19"/>
    <p:sldId id="537" r:id="rId20"/>
    <p:sldId id="538" r:id="rId21"/>
    <p:sldId id="313" r:id="rId22"/>
    <p:sldId id="315" r:id="rId23"/>
    <p:sldId id="316" r:id="rId24"/>
    <p:sldId id="541" r:id="rId25"/>
    <p:sldId id="543" r:id="rId26"/>
    <p:sldId id="296" r:id="rId27"/>
    <p:sldId id="318" r:id="rId28"/>
    <p:sldId id="319" r:id="rId29"/>
    <p:sldId id="320" r:id="rId30"/>
    <p:sldId id="321" r:id="rId31"/>
    <p:sldId id="322" r:id="rId32"/>
    <p:sldId id="323" r:id="rId33"/>
    <p:sldId id="545" r:id="rId34"/>
    <p:sldId id="547" r:id="rId35"/>
    <p:sldId id="551" r:id="rId36"/>
    <p:sldId id="552" r:id="rId37"/>
    <p:sldId id="553" r:id="rId38"/>
    <p:sldId id="554" r:id="rId39"/>
    <p:sldId id="555" r:id="rId40"/>
    <p:sldId id="556" r:id="rId41"/>
    <p:sldId id="557" r:id="rId42"/>
    <p:sldId id="558" r:id="rId43"/>
    <p:sldId id="1285" r:id="rId44"/>
    <p:sldId id="1580" r:id="rId45"/>
    <p:sldId id="559" r:id="rId46"/>
    <p:sldId id="1286" r:id="rId47"/>
    <p:sldId id="560" r:id="rId48"/>
    <p:sldId id="561" r:id="rId49"/>
    <p:sldId id="562" r:id="rId50"/>
    <p:sldId id="563" r:id="rId51"/>
    <p:sldId id="564" r:id="rId52"/>
    <p:sldId id="566" r:id="rId53"/>
    <p:sldId id="567" r:id="rId54"/>
    <p:sldId id="568" r:id="rId55"/>
    <p:sldId id="569" r:id="rId56"/>
    <p:sldId id="570" r:id="rId57"/>
    <p:sldId id="261" r:id="rId58"/>
    <p:sldId id="332" r:id="rId59"/>
    <p:sldId id="333" r:id="rId60"/>
    <p:sldId id="299" r:id="rId61"/>
    <p:sldId id="325" r:id="rId62"/>
    <p:sldId id="334" r:id="rId63"/>
    <p:sldId id="300" r:id="rId64"/>
    <p:sldId id="301" r:id="rId65"/>
    <p:sldId id="571" r:id="rId66"/>
    <p:sldId id="572" r:id="rId67"/>
    <p:sldId id="335" r:id="rId68"/>
    <p:sldId id="336" r:id="rId69"/>
    <p:sldId id="337" r:id="rId70"/>
    <p:sldId id="660" r:id="rId71"/>
    <p:sldId id="662" r:id="rId72"/>
    <p:sldId id="661" r:id="rId73"/>
    <p:sldId id="663" r:id="rId74"/>
    <p:sldId id="664" r:id="rId75"/>
    <p:sldId id="665" r:id="rId76"/>
    <p:sldId id="667" r:id="rId77"/>
    <p:sldId id="666" r:id="rId78"/>
    <p:sldId id="668" r:id="rId79"/>
    <p:sldId id="669" r:id="rId80"/>
    <p:sldId id="670" r:id="rId81"/>
    <p:sldId id="671" r:id="rId82"/>
    <p:sldId id="672" r:id="rId83"/>
    <p:sldId id="677" r:id="rId84"/>
    <p:sldId id="678" r:id="rId85"/>
    <p:sldId id="673" r:id="rId86"/>
    <p:sldId id="674" r:id="rId87"/>
    <p:sldId id="675" r:id="rId88"/>
    <p:sldId id="679" r:id="rId89"/>
    <p:sldId id="676" r:id="rId90"/>
    <p:sldId id="987" r:id="rId91"/>
    <p:sldId id="262" r:id="rId92"/>
    <p:sldId id="263" r:id="rId93"/>
    <p:sldId id="264" r:id="rId94"/>
    <p:sldId id="269" r:id="rId95"/>
    <p:sldId id="1418" r:id="rId96"/>
    <p:sldId id="1419" r:id="rId97"/>
    <p:sldId id="748" r:id="rId98"/>
    <p:sldId id="988" r:id="rId99"/>
    <p:sldId id="989" r:id="rId100"/>
    <p:sldId id="1420" r:id="rId101"/>
    <p:sldId id="749" r:id="rId102"/>
    <p:sldId id="270" r:id="rId103"/>
    <p:sldId id="271" r:id="rId104"/>
    <p:sldId id="994" r:id="rId105"/>
    <p:sldId id="288" r:id="rId106"/>
    <p:sldId id="268" r:id="rId107"/>
    <p:sldId id="750" r:id="rId108"/>
    <p:sldId id="756" r:id="rId109"/>
    <p:sldId id="990" r:id="rId110"/>
    <p:sldId id="754" r:id="rId111"/>
    <p:sldId id="752" r:id="rId112"/>
    <p:sldId id="753" r:id="rId113"/>
    <p:sldId id="757" r:id="rId114"/>
    <p:sldId id="755" r:id="rId115"/>
    <p:sldId id="993" r:id="rId116"/>
    <p:sldId id="758" r:id="rId117"/>
    <p:sldId id="759" r:id="rId118"/>
    <p:sldId id="760" r:id="rId119"/>
    <p:sldId id="764" r:id="rId120"/>
    <p:sldId id="765" r:id="rId121"/>
    <p:sldId id="766" r:id="rId122"/>
    <p:sldId id="767" r:id="rId123"/>
    <p:sldId id="768" r:id="rId124"/>
    <p:sldId id="762" r:id="rId125"/>
    <p:sldId id="992" r:id="rId126"/>
    <p:sldId id="1499" r:id="rId127"/>
    <p:sldId id="341" r:id="rId128"/>
    <p:sldId id="342" r:id="rId129"/>
    <p:sldId id="1500" r:id="rId130"/>
    <p:sldId id="1501" r:id="rId131"/>
    <p:sldId id="345" r:id="rId132"/>
    <p:sldId id="902" r:id="rId133"/>
    <p:sldId id="903" r:id="rId134"/>
    <p:sldId id="840" r:id="rId135"/>
    <p:sldId id="841" r:id="rId136"/>
    <p:sldId id="842" r:id="rId137"/>
    <p:sldId id="843" r:id="rId138"/>
    <p:sldId id="844" r:id="rId139"/>
    <p:sldId id="845" r:id="rId140"/>
    <p:sldId id="1075" r:id="rId141"/>
    <p:sldId id="847" r:id="rId142"/>
    <p:sldId id="1076" r:id="rId143"/>
    <p:sldId id="848" r:id="rId144"/>
    <p:sldId id="849" r:id="rId145"/>
    <p:sldId id="352" r:id="rId146"/>
    <p:sldId id="873" r:id="rId147"/>
    <p:sldId id="874" r:id="rId148"/>
    <p:sldId id="354" r:id="rId149"/>
    <p:sldId id="876" r:id="rId150"/>
    <p:sldId id="355" r:id="rId151"/>
    <p:sldId id="1576" r:id="rId152"/>
    <p:sldId id="1577" r:id="rId153"/>
    <p:sldId id="1578" r:id="rId154"/>
    <p:sldId id="1579" r:id="rId155"/>
    <p:sldId id="1550" r:id="rId156"/>
    <p:sldId id="382" r:id="rId157"/>
    <p:sldId id="356" r:id="rId158"/>
    <p:sldId id="357" r:id="rId159"/>
    <p:sldId id="358" r:id="rId160"/>
    <p:sldId id="359" r:id="rId161"/>
    <p:sldId id="360" r:id="rId162"/>
    <p:sldId id="882" r:id="rId163"/>
    <p:sldId id="884" r:id="rId164"/>
    <p:sldId id="883" r:id="rId165"/>
    <p:sldId id="885" r:id="rId166"/>
    <p:sldId id="886" r:id="rId167"/>
    <p:sldId id="889" r:id="rId168"/>
    <p:sldId id="890" r:id="rId169"/>
    <p:sldId id="372" r:id="rId170"/>
    <p:sldId id="373" r:id="rId171"/>
    <p:sldId id="374" r:id="rId172"/>
    <p:sldId id="1113" r:id="rId173"/>
    <p:sldId id="1114" r:id="rId174"/>
    <p:sldId id="1115" r:id="rId175"/>
  </p:sldIdLst>
  <p:sldSz cx="9144000" cy="6858000" type="screen4x3"/>
  <p:notesSz cx="6858000" cy="9144000"/>
  <p:custDataLst>
    <p:tags r:id="rId177"/>
  </p:custDataLst>
  <p:defaultTextStyle>
    <a:defPPr>
      <a:defRPr lang="zh-CN"/>
    </a:defPPr>
    <a:lvl1pPr marL="0" lvl="0" indent="0" algn="l" defTabSz="914400" rtl="0" eaLnBrk="1" fontAlgn="base" latinLnBrk="0" hangingPunct="1">
      <a:lnSpc>
        <a:spcPct val="100000"/>
      </a:lnSpc>
      <a:spcBef>
        <a:spcPct val="0"/>
      </a:spcBef>
      <a:spcAft>
        <a:spcPct val="0"/>
      </a:spcAft>
      <a:buNone/>
      <a:defRPr b="0" i="0" u="none" kern="1200" baseline="0">
        <a:solidFill>
          <a:schemeClr val="tx1"/>
        </a:solidFill>
        <a:latin typeface="Times New Roman" panose="02020603050405020304" pitchFamily="2"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Times New Roman" panose="02020603050405020304" pitchFamily="2"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Tx/>
      <a:buNone/>
      <a:defRPr b="0" i="0" u="none" kern="1200" baseline="0">
        <a:solidFill>
          <a:schemeClr val="tx1"/>
        </a:solidFill>
        <a:latin typeface="Times New Roman" panose="02020603050405020304" pitchFamily="2"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Times New Roman" panose="02020603050405020304" pitchFamily="2"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Tx/>
      <a:buNone/>
      <a:defRPr b="0" i="0" u="none" kern="1200" baseline="0">
        <a:solidFill>
          <a:schemeClr val="tx1"/>
        </a:solidFill>
        <a:latin typeface="Times New Roman" panose="02020603050405020304" pitchFamily="2"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FontTx/>
      <a:buNone/>
      <a:defRPr b="0" i="0" u="none" kern="1200" baseline="0">
        <a:solidFill>
          <a:schemeClr val="tx1"/>
        </a:solidFill>
        <a:latin typeface="Times New Roman" panose="02020603050405020304" pitchFamily="2"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FontTx/>
      <a:buNone/>
      <a:defRPr b="0" i="0" u="none" kern="1200" baseline="0">
        <a:solidFill>
          <a:schemeClr val="tx1"/>
        </a:solidFill>
        <a:latin typeface="Times New Roman" panose="02020603050405020304" pitchFamily="2"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FontTx/>
      <a:buNone/>
      <a:defRPr b="0" i="0" u="none" kern="1200" baseline="0">
        <a:solidFill>
          <a:schemeClr val="tx1"/>
        </a:solidFill>
        <a:latin typeface="Times New Roman" panose="02020603050405020304" pitchFamily="2"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FontTx/>
      <a:buNone/>
      <a:defRPr b="0" i="0" u="none" kern="1200" baseline="0">
        <a:solidFill>
          <a:schemeClr val="tx1"/>
        </a:solidFill>
        <a:latin typeface="Times New Roman" panose="02020603050405020304" pitchFamily="2" charset="0"/>
        <a:ea typeface="宋体" panose="02010600030101010101" pitchFamily="2" charset="-122"/>
        <a:cs typeface="+mn-cs"/>
      </a:defRPr>
    </a:lvl9pPr>
  </p:defaultTextStyle>
  <p:extLst>
    <p:ext uri="{EFAFB233-063F-42B5-8137-9DF3F51BA10A}">
      <p15:sldGuideLst xmlns:p15="http://schemas.microsoft.com/office/powerpoint/2012/main">
        <p15:guide id="1" orient="horz" pos="1742" userDrawn="1">
          <p15:clr>
            <a:srgbClr val="A4A3A4"/>
          </p15:clr>
        </p15:guide>
        <p15:guide id="2" pos="2818"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FF3300"/>
    <a:srgbClr val="FF6600"/>
    <a:srgbClr val="66FFFF"/>
    <a:srgbClr val="66FF33"/>
    <a:srgbClr val="FFFFCC"/>
    <a:srgbClr val="CCFFCC"/>
    <a:srgbClr val="FFFF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howGuides="1">
      <p:cViewPr varScale="1">
        <p:scale>
          <a:sx n="104" d="100"/>
          <a:sy n="104" d="100"/>
        </p:scale>
        <p:origin x="1626" y="108"/>
      </p:cViewPr>
      <p:guideLst>
        <p:guide orient="horz" pos="1742"/>
        <p:guide pos="2818"/>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4.xml"/><Relationship Id="rId21" Type="http://schemas.openxmlformats.org/officeDocument/2006/relationships/slide" Target="slides/slide18.xml"/><Relationship Id="rId42" Type="http://schemas.openxmlformats.org/officeDocument/2006/relationships/slide" Target="slides/slide39.xml"/><Relationship Id="rId63" Type="http://schemas.openxmlformats.org/officeDocument/2006/relationships/slide" Target="slides/slide60.xml"/><Relationship Id="rId84" Type="http://schemas.openxmlformats.org/officeDocument/2006/relationships/slide" Target="slides/slide81.xml"/><Relationship Id="rId138" Type="http://schemas.openxmlformats.org/officeDocument/2006/relationships/slide" Target="slides/slide135.xml"/><Relationship Id="rId159" Type="http://schemas.openxmlformats.org/officeDocument/2006/relationships/slide" Target="slides/slide156.xml"/><Relationship Id="rId170" Type="http://schemas.openxmlformats.org/officeDocument/2006/relationships/slide" Target="slides/slide167.xml"/><Relationship Id="rId107" Type="http://schemas.openxmlformats.org/officeDocument/2006/relationships/slide" Target="slides/slide104.xml"/><Relationship Id="rId11" Type="http://schemas.openxmlformats.org/officeDocument/2006/relationships/slide" Target="slides/slide8.xml"/><Relationship Id="rId32" Type="http://schemas.openxmlformats.org/officeDocument/2006/relationships/slide" Target="slides/slide29.xml"/><Relationship Id="rId53" Type="http://schemas.openxmlformats.org/officeDocument/2006/relationships/slide" Target="slides/slide50.xml"/><Relationship Id="rId74" Type="http://schemas.openxmlformats.org/officeDocument/2006/relationships/slide" Target="slides/slide71.xml"/><Relationship Id="rId128" Type="http://schemas.openxmlformats.org/officeDocument/2006/relationships/slide" Target="slides/slide125.xml"/><Relationship Id="rId149" Type="http://schemas.openxmlformats.org/officeDocument/2006/relationships/slide" Target="slides/slide146.xml"/><Relationship Id="rId5" Type="http://schemas.openxmlformats.org/officeDocument/2006/relationships/slide" Target="slides/slide2.xml"/><Relationship Id="rId95" Type="http://schemas.openxmlformats.org/officeDocument/2006/relationships/slide" Target="slides/slide92.xml"/><Relationship Id="rId160" Type="http://schemas.openxmlformats.org/officeDocument/2006/relationships/slide" Target="slides/slide157.xml"/><Relationship Id="rId181" Type="http://schemas.openxmlformats.org/officeDocument/2006/relationships/tableStyles" Target="tableStyles.xml"/><Relationship Id="rId22" Type="http://schemas.openxmlformats.org/officeDocument/2006/relationships/slide" Target="slides/slide19.xml"/><Relationship Id="rId43" Type="http://schemas.openxmlformats.org/officeDocument/2006/relationships/slide" Target="slides/slide40.xml"/><Relationship Id="rId64" Type="http://schemas.openxmlformats.org/officeDocument/2006/relationships/slide" Target="slides/slide61.xml"/><Relationship Id="rId118" Type="http://schemas.openxmlformats.org/officeDocument/2006/relationships/slide" Target="slides/slide115.xml"/><Relationship Id="rId139" Type="http://schemas.openxmlformats.org/officeDocument/2006/relationships/slide" Target="slides/slide136.xml"/><Relationship Id="rId85" Type="http://schemas.openxmlformats.org/officeDocument/2006/relationships/slide" Target="slides/slide82.xml"/><Relationship Id="rId150" Type="http://schemas.openxmlformats.org/officeDocument/2006/relationships/slide" Target="slides/slide147.xml"/><Relationship Id="rId171" Type="http://schemas.openxmlformats.org/officeDocument/2006/relationships/slide" Target="slides/slide168.xml"/><Relationship Id="rId12" Type="http://schemas.openxmlformats.org/officeDocument/2006/relationships/slide" Target="slides/slide9.xml"/><Relationship Id="rId33" Type="http://schemas.openxmlformats.org/officeDocument/2006/relationships/slide" Target="slides/slide30.xml"/><Relationship Id="rId108" Type="http://schemas.openxmlformats.org/officeDocument/2006/relationships/slide" Target="slides/slide105.xml"/><Relationship Id="rId129" Type="http://schemas.openxmlformats.org/officeDocument/2006/relationships/slide" Target="slides/slide126.xml"/><Relationship Id="rId54" Type="http://schemas.openxmlformats.org/officeDocument/2006/relationships/slide" Target="slides/slide51.xml"/><Relationship Id="rId75" Type="http://schemas.openxmlformats.org/officeDocument/2006/relationships/slide" Target="slides/slide72.xml"/><Relationship Id="rId96" Type="http://schemas.openxmlformats.org/officeDocument/2006/relationships/slide" Target="slides/slide93.xml"/><Relationship Id="rId140" Type="http://schemas.openxmlformats.org/officeDocument/2006/relationships/slide" Target="slides/slide137.xml"/><Relationship Id="rId161" Type="http://schemas.openxmlformats.org/officeDocument/2006/relationships/slide" Target="slides/slide158.xml"/><Relationship Id="rId6" Type="http://schemas.openxmlformats.org/officeDocument/2006/relationships/slide" Target="slides/slide3.xml"/><Relationship Id="rId23" Type="http://schemas.openxmlformats.org/officeDocument/2006/relationships/slide" Target="slides/slide20.xml"/><Relationship Id="rId119" Type="http://schemas.openxmlformats.org/officeDocument/2006/relationships/slide" Target="slides/slide116.xml"/><Relationship Id="rId44" Type="http://schemas.openxmlformats.org/officeDocument/2006/relationships/slide" Target="slides/slide41.xml"/><Relationship Id="rId60" Type="http://schemas.openxmlformats.org/officeDocument/2006/relationships/slide" Target="slides/slide57.xml"/><Relationship Id="rId65" Type="http://schemas.openxmlformats.org/officeDocument/2006/relationships/slide" Target="slides/slide62.xml"/><Relationship Id="rId81" Type="http://schemas.openxmlformats.org/officeDocument/2006/relationships/slide" Target="slides/slide78.xml"/><Relationship Id="rId86" Type="http://schemas.openxmlformats.org/officeDocument/2006/relationships/slide" Target="slides/slide83.xml"/><Relationship Id="rId130" Type="http://schemas.openxmlformats.org/officeDocument/2006/relationships/slide" Target="slides/slide127.xml"/><Relationship Id="rId135" Type="http://schemas.openxmlformats.org/officeDocument/2006/relationships/slide" Target="slides/slide132.xml"/><Relationship Id="rId151" Type="http://schemas.openxmlformats.org/officeDocument/2006/relationships/slide" Target="slides/slide148.xml"/><Relationship Id="rId156" Type="http://schemas.openxmlformats.org/officeDocument/2006/relationships/slide" Target="slides/slide153.xml"/><Relationship Id="rId177" Type="http://schemas.openxmlformats.org/officeDocument/2006/relationships/tags" Target="tags/tag1.xml"/><Relationship Id="rId172" Type="http://schemas.openxmlformats.org/officeDocument/2006/relationships/slide" Target="slides/slide169.xml"/><Relationship Id="rId13" Type="http://schemas.openxmlformats.org/officeDocument/2006/relationships/slide" Target="slides/slide10.xml"/><Relationship Id="rId18" Type="http://schemas.openxmlformats.org/officeDocument/2006/relationships/slide" Target="slides/slide15.xml"/><Relationship Id="rId39" Type="http://schemas.openxmlformats.org/officeDocument/2006/relationships/slide" Target="slides/slide36.xml"/><Relationship Id="rId109" Type="http://schemas.openxmlformats.org/officeDocument/2006/relationships/slide" Target="slides/slide106.xml"/><Relationship Id="rId34" Type="http://schemas.openxmlformats.org/officeDocument/2006/relationships/slide" Target="slides/slide31.xml"/><Relationship Id="rId50" Type="http://schemas.openxmlformats.org/officeDocument/2006/relationships/slide" Target="slides/slide47.xml"/><Relationship Id="rId55" Type="http://schemas.openxmlformats.org/officeDocument/2006/relationships/slide" Target="slides/slide52.xml"/><Relationship Id="rId76" Type="http://schemas.openxmlformats.org/officeDocument/2006/relationships/slide" Target="slides/slide73.xml"/><Relationship Id="rId97" Type="http://schemas.openxmlformats.org/officeDocument/2006/relationships/slide" Target="slides/slide94.xml"/><Relationship Id="rId104" Type="http://schemas.openxmlformats.org/officeDocument/2006/relationships/slide" Target="slides/slide101.xml"/><Relationship Id="rId120" Type="http://schemas.openxmlformats.org/officeDocument/2006/relationships/slide" Target="slides/slide117.xml"/><Relationship Id="rId125" Type="http://schemas.openxmlformats.org/officeDocument/2006/relationships/slide" Target="slides/slide122.xml"/><Relationship Id="rId141" Type="http://schemas.openxmlformats.org/officeDocument/2006/relationships/slide" Target="slides/slide138.xml"/><Relationship Id="rId146" Type="http://schemas.openxmlformats.org/officeDocument/2006/relationships/slide" Target="slides/slide143.xml"/><Relationship Id="rId167" Type="http://schemas.openxmlformats.org/officeDocument/2006/relationships/slide" Target="slides/slide164.xml"/><Relationship Id="rId7" Type="http://schemas.openxmlformats.org/officeDocument/2006/relationships/slide" Target="slides/slide4.xml"/><Relationship Id="rId71" Type="http://schemas.openxmlformats.org/officeDocument/2006/relationships/slide" Target="slides/slide68.xml"/><Relationship Id="rId92" Type="http://schemas.openxmlformats.org/officeDocument/2006/relationships/slide" Target="slides/slide89.xml"/><Relationship Id="rId162" Type="http://schemas.openxmlformats.org/officeDocument/2006/relationships/slide" Target="slides/slide159.xml"/><Relationship Id="rId2" Type="http://schemas.openxmlformats.org/officeDocument/2006/relationships/slideMaster" Target="slideMasters/slideMaster2.xml"/><Relationship Id="rId29" Type="http://schemas.openxmlformats.org/officeDocument/2006/relationships/slide" Target="slides/slide26.xml"/><Relationship Id="rId24" Type="http://schemas.openxmlformats.org/officeDocument/2006/relationships/slide" Target="slides/slide21.xml"/><Relationship Id="rId40" Type="http://schemas.openxmlformats.org/officeDocument/2006/relationships/slide" Target="slides/slide37.xml"/><Relationship Id="rId45" Type="http://schemas.openxmlformats.org/officeDocument/2006/relationships/slide" Target="slides/slide42.xml"/><Relationship Id="rId66" Type="http://schemas.openxmlformats.org/officeDocument/2006/relationships/slide" Target="slides/slide63.xml"/><Relationship Id="rId87" Type="http://schemas.openxmlformats.org/officeDocument/2006/relationships/slide" Target="slides/slide84.xml"/><Relationship Id="rId110" Type="http://schemas.openxmlformats.org/officeDocument/2006/relationships/slide" Target="slides/slide107.xml"/><Relationship Id="rId115" Type="http://schemas.openxmlformats.org/officeDocument/2006/relationships/slide" Target="slides/slide112.xml"/><Relationship Id="rId131" Type="http://schemas.openxmlformats.org/officeDocument/2006/relationships/slide" Target="slides/slide128.xml"/><Relationship Id="rId136" Type="http://schemas.openxmlformats.org/officeDocument/2006/relationships/slide" Target="slides/slide133.xml"/><Relationship Id="rId157" Type="http://schemas.openxmlformats.org/officeDocument/2006/relationships/slide" Target="slides/slide154.xml"/><Relationship Id="rId178" Type="http://schemas.openxmlformats.org/officeDocument/2006/relationships/presProps" Target="presProps.xml"/><Relationship Id="rId61" Type="http://schemas.openxmlformats.org/officeDocument/2006/relationships/slide" Target="slides/slide58.xml"/><Relationship Id="rId82" Type="http://schemas.openxmlformats.org/officeDocument/2006/relationships/slide" Target="slides/slide79.xml"/><Relationship Id="rId152" Type="http://schemas.openxmlformats.org/officeDocument/2006/relationships/slide" Target="slides/slide149.xml"/><Relationship Id="rId173" Type="http://schemas.openxmlformats.org/officeDocument/2006/relationships/slide" Target="slides/slide170.xml"/><Relationship Id="rId19" Type="http://schemas.openxmlformats.org/officeDocument/2006/relationships/slide" Target="slides/slide16.xml"/><Relationship Id="rId14" Type="http://schemas.openxmlformats.org/officeDocument/2006/relationships/slide" Target="slides/slide11.xml"/><Relationship Id="rId30" Type="http://schemas.openxmlformats.org/officeDocument/2006/relationships/slide" Target="slides/slide27.xml"/><Relationship Id="rId35" Type="http://schemas.openxmlformats.org/officeDocument/2006/relationships/slide" Target="slides/slide32.xml"/><Relationship Id="rId56" Type="http://schemas.openxmlformats.org/officeDocument/2006/relationships/slide" Target="slides/slide53.xml"/><Relationship Id="rId77" Type="http://schemas.openxmlformats.org/officeDocument/2006/relationships/slide" Target="slides/slide74.xml"/><Relationship Id="rId100" Type="http://schemas.openxmlformats.org/officeDocument/2006/relationships/slide" Target="slides/slide97.xml"/><Relationship Id="rId105" Type="http://schemas.openxmlformats.org/officeDocument/2006/relationships/slide" Target="slides/slide102.xml"/><Relationship Id="rId126" Type="http://schemas.openxmlformats.org/officeDocument/2006/relationships/slide" Target="slides/slide123.xml"/><Relationship Id="rId147" Type="http://schemas.openxmlformats.org/officeDocument/2006/relationships/slide" Target="slides/slide144.xml"/><Relationship Id="rId168" Type="http://schemas.openxmlformats.org/officeDocument/2006/relationships/slide" Target="slides/slide165.xml"/><Relationship Id="rId8" Type="http://schemas.openxmlformats.org/officeDocument/2006/relationships/slide" Target="slides/slide5.xml"/><Relationship Id="rId51" Type="http://schemas.openxmlformats.org/officeDocument/2006/relationships/slide" Target="slides/slide48.xml"/><Relationship Id="rId72" Type="http://schemas.openxmlformats.org/officeDocument/2006/relationships/slide" Target="slides/slide69.xml"/><Relationship Id="rId93" Type="http://schemas.openxmlformats.org/officeDocument/2006/relationships/slide" Target="slides/slide90.xml"/><Relationship Id="rId98" Type="http://schemas.openxmlformats.org/officeDocument/2006/relationships/slide" Target="slides/slide95.xml"/><Relationship Id="rId121" Type="http://schemas.openxmlformats.org/officeDocument/2006/relationships/slide" Target="slides/slide118.xml"/><Relationship Id="rId142" Type="http://schemas.openxmlformats.org/officeDocument/2006/relationships/slide" Target="slides/slide139.xml"/><Relationship Id="rId163" Type="http://schemas.openxmlformats.org/officeDocument/2006/relationships/slide" Target="slides/slide160.xml"/><Relationship Id="rId3" Type="http://schemas.openxmlformats.org/officeDocument/2006/relationships/slideMaster" Target="slideMasters/slideMaster3.xml"/><Relationship Id="rId25" Type="http://schemas.openxmlformats.org/officeDocument/2006/relationships/slide" Target="slides/slide22.xml"/><Relationship Id="rId46" Type="http://schemas.openxmlformats.org/officeDocument/2006/relationships/slide" Target="slides/slide43.xml"/><Relationship Id="rId67" Type="http://schemas.openxmlformats.org/officeDocument/2006/relationships/slide" Target="slides/slide64.xml"/><Relationship Id="rId116" Type="http://schemas.openxmlformats.org/officeDocument/2006/relationships/slide" Target="slides/slide113.xml"/><Relationship Id="rId137" Type="http://schemas.openxmlformats.org/officeDocument/2006/relationships/slide" Target="slides/slide134.xml"/><Relationship Id="rId158" Type="http://schemas.openxmlformats.org/officeDocument/2006/relationships/slide" Target="slides/slide155.xml"/><Relationship Id="rId20" Type="http://schemas.openxmlformats.org/officeDocument/2006/relationships/slide" Target="slides/slide17.xml"/><Relationship Id="rId41" Type="http://schemas.openxmlformats.org/officeDocument/2006/relationships/slide" Target="slides/slide38.xml"/><Relationship Id="rId62" Type="http://schemas.openxmlformats.org/officeDocument/2006/relationships/slide" Target="slides/slide59.xml"/><Relationship Id="rId83" Type="http://schemas.openxmlformats.org/officeDocument/2006/relationships/slide" Target="slides/slide80.xml"/><Relationship Id="rId88" Type="http://schemas.openxmlformats.org/officeDocument/2006/relationships/slide" Target="slides/slide85.xml"/><Relationship Id="rId111" Type="http://schemas.openxmlformats.org/officeDocument/2006/relationships/slide" Target="slides/slide108.xml"/><Relationship Id="rId132" Type="http://schemas.openxmlformats.org/officeDocument/2006/relationships/slide" Target="slides/slide129.xml"/><Relationship Id="rId153" Type="http://schemas.openxmlformats.org/officeDocument/2006/relationships/slide" Target="slides/slide150.xml"/><Relationship Id="rId174" Type="http://schemas.openxmlformats.org/officeDocument/2006/relationships/slide" Target="slides/slide171.xml"/><Relationship Id="rId179" Type="http://schemas.openxmlformats.org/officeDocument/2006/relationships/viewProps" Target="viewProps.xml"/><Relationship Id="rId15" Type="http://schemas.openxmlformats.org/officeDocument/2006/relationships/slide" Target="slides/slide12.xml"/><Relationship Id="rId36" Type="http://schemas.openxmlformats.org/officeDocument/2006/relationships/slide" Target="slides/slide33.xml"/><Relationship Id="rId57" Type="http://schemas.openxmlformats.org/officeDocument/2006/relationships/slide" Target="slides/slide54.xml"/><Relationship Id="rId106" Type="http://schemas.openxmlformats.org/officeDocument/2006/relationships/slide" Target="slides/slide103.xml"/><Relationship Id="rId127" Type="http://schemas.openxmlformats.org/officeDocument/2006/relationships/slide" Target="slides/slide124.xml"/><Relationship Id="rId10" Type="http://schemas.openxmlformats.org/officeDocument/2006/relationships/slide" Target="slides/slide7.xml"/><Relationship Id="rId31" Type="http://schemas.openxmlformats.org/officeDocument/2006/relationships/slide" Target="slides/slide28.xml"/><Relationship Id="rId52" Type="http://schemas.openxmlformats.org/officeDocument/2006/relationships/slide" Target="slides/slide49.xml"/><Relationship Id="rId73" Type="http://schemas.openxmlformats.org/officeDocument/2006/relationships/slide" Target="slides/slide70.xml"/><Relationship Id="rId78" Type="http://schemas.openxmlformats.org/officeDocument/2006/relationships/slide" Target="slides/slide75.xml"/><Relationship Id="rId94" Type="http://schemas.openxmlformats.org/officeDocument/2006/relationships/slide" Target="slides/slide91.xml"/><Relationship Id="rId99" Type="http://schemas.openxmlformats.org/officeDocument/2006/relationships/slide" Target="slides/slide96.xml"/><Relationship Id="rId101" Type="http://schemas.openxmlformats.org/officeDocument/2006/relationships/slide" Target="slides/slide98.xml"/><Relationship Id="rId122" Type="http://schemas.openxmlformats.org/officeDocument/2006/relationships/slide" Target="slides/slide119.xml"/><Relationship Id="rId143" Type="http://schemas.openxmlformats.org/officeDocument/2006/relationships/slide" Target="slides/slide140.xml"/><Relationship Id="rId148" Type="http://schemas.openxmlformats.org/officeDocument/2006/relationships/slide" Target="slides/slide145.xml"/><Relationship Id="rId164" Type="http://schemas.openxmlformats.org/officeDocument/2006/relationships/slide" Target="slides/slide161.xml"/><Relationship Id="rId169" Type="http://schemas.openxmlformats.org/officeDocument/2006/relationships/slide" Target="slides/slide166.xml"/><Relationship Id="rId4" Type="http://schemas.openxmlformats.org/officeDocument/2006/relationships/slide" Target="slides/slide1.xml"/><Relationship Id="rId9" Type="http://schemas.openxmlformats.org/officeDocument/2006/relationships/slide" Target="slides/slide6.xml"/><Relationship Id="rId180" Type="http://schemas.openxmlformats.org/officeDocument/2006/relationships/theme" Target="theme/theme1.xml"/><Relationship Id="rId26" Type="http://schemas.openxmlformats.org/officeDocument/2006/relationships/slide" Target="slides/slide23.xml"/><Relationship Id="rId47" Type="http://schemas.openxmlformats.org/officeDocument/2006/relationships/slide" Target="slides/slide44.xml"/><Relationship Id="rId68" Type="http://schemas.openxmlformats.org/officeDocument/2006/relationships/slide" Target="slides/slide65.xml"/><Relationship Id="rId89" Type="http://schemas.openxmlformats.org/officeDocument/2006/relationships/slide" Target="slides/slide86.xml"/><Relationship Id="rId112" Type="http://schemas.openxmlformats.org/officeDocument/2006/relationships/slide" Target="slides/slide109.xml"/><Relationship Id="rId133" Type="http://schemas.openxmlformats.org/officeDocument/2006/relationships/slide" Target="slides/slide130.xml"/><Relationship Id="rId154" Type="http://schemas.openxmlformats.org/officeDocument/2006/relationships/slide" Target="slides/slide151.xml"/><Relationship Id="rId175" Type="http://schemas.openxmlformats.org/officeDocument/2006/relationships/slide" Target="slides/slide172.xml"/><Relationship Id="rId16" Type="http://schemas.openxmlformats.org/officeDocument/2006/relationships/slide" Target="slides/slide13.xml"/><Relationship Id="rId37" Type="http://schemas.openxmlformats.org/officeDocument/2006/relationships/slide" Target="slides/slide34.xml"/><Relationship Id="rId58" Type="http://schemas.openxmlformats.org/officeDocument/2006/relationships/slide" Target="slides/slide55.xml"/><Relationship Id="rId79" Type="http://schemas.openxmlformats.org/officeDocument/2006/relationships/slide" Target="slides/slide76.xml"/><Relationship Id="rId102" Type="http://schemas.openxmlformats.org/officeDocument/2006/relationships/slide" Target="slides/slide99.xml"/><Relationship Id="rId123" Type="http://schemas.openxmlformats.org/officeDocument/2006/relationships/slide" Target="slides/slide120.xml"/><Relationship Id="rId144" Type="http://schemas.openxmlformats.org/officeDocument/2006/relationships/slide" Target="slides/slide141.xml"/><Relationship Id="rId90" Type="http://schemas.openxmlformats.org/officeDocument/2006/relationships/slide" Target="slides/slide87.xml"/><Relationship Id="rId165" Type="http://schemas.openxmlformats.org/officeDocument/2006/relationships/slide" Target="slides/slide162.xml"/><Relationship Id="rId27" Type="http://schemas.openxmlformats.org/officeDocument/2006/relationships/slide" Target="slides/slide24.xml"/><Relationship Id="rId48" Type="http://schemas.openxmlformats.org/officeDocument/2006/relationships/slide" Target="slides/slide45.xml"/><Relationship Id="rId69" Type="http://schemas.openxmlformats.org/officeDocument/2006/relationships/slide" Target="slides/slide66.xml"/><Relationship Id="rId113" Type="http://schemas.openxmlformats.org/officeDocument/2006/relationships/slide" Target="slides/slide110.xml"/><Relationship Id="rId134" Type="http://schemas.openxmlformats.org/officeDocument/2006/relationships/slide" Target="slides/slide131.xml"/><Relationship Id="rId80" Type="http://schemas.openxmlformats.org/officeDocument/2006/relationships/slide" Target="slides/slide77.xml"/><Relationship Id="rId155" Type="http://schemas.openxmlformats.org/officeDocument/2006/relationships/slide" Target="slides/slide152.xml"/><Relationship Id="rId176" Type="http://schemas.openxmlformats.org/officeDocument/2006/relationships/notesMaster" Target="notesMasters/notesMaster1.xml"/><Relationship Id="rId17" Type="http://schemas.openxmlformats.org/officeDocument/2006/relationships/slide" Target="slides/slide14.xml"/><Relationship Id="rId38" Type="http://schemas.openxmlformats.org/officeDocument/2006/relationships/slide" Target="slides/slide35.xml"/><Relationship Id="rId59" Type="http://schemas.openxmlformats.org/officeDocument/2006/relationships/slide" Target="slides/slide56.xml"/><Relationship Id="rId103" Type="http://schemas.openxmlformats.org/officeDocument/2006/relationships/slide" Target="slides/slide100.xml"/><Relationship Id="rId124" Type="http://schemas.openxmlformats.org/officeDocument/2006/relationships/slide" Target="slides/slide121.xml"/><Relationship Id="rId70" Type="http://schemas.openxmlformats.org/officeDocument/2006/relationships/slide" Target="slides/slide67.xml"/><Relationship Id="rId91" Type="http://schemas.openxmlformats.org/officeDocument/2006/relationships/slide" Target="slides/slide88.xml"/><Relationship Id="rId145" Type="http://schemas.openxmlformats.org/officeDocument/2006/relationships/slide" Target="slides/slide142.xml"/><Relationship Id="rId166" Type="http://schemas.openxmlformats.org/officeDocument/2006/relationships/slide" Target="slides/slide163.xml"/><Relationship Id="rId1" Type="http://schemas.openxmlformats.org/officeDocument/2006/relationships/slideMaster" Target="slideMasters/slideMaster1.xml"/><Relationship Id="rId28" Type="http://schemas.openxmlformats.org/officeDocument/2006/relationships/slide" Target="slides/slide25.xml"/><Relationship Id="rId49" Type="http://schemas.openxmlformats.org/officeDocument/2006/relationships/slide" Target="slides/slide46.xml"/><Relationship Id="rId114" Type="http://schemas.openxmlformats.org/officeDocument/2006/relationships/slide" Target="slides/slide111.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03:47:41.510"/>
    </inkml:context>
    <inkml:brush xml:id="br0">
      <inkml:brushProperty name="width" value="0.1" units="cm"/>
      <inkml:brushProperty name="height" value="0.1" units="cm"/>
      <inkml:brushProperty name="color" value="#E71224"/>
    </inkml:brush>
  </inkml:definitions>
  <inkml:trace contextRef="#ctx0" brushRef="#br0">1 0 8192,'18'21'2445,"-1"0"0,-1 2 0,-1 0-1,20 42 1,-25-45-1720,0 0 0,1-1-1,1-1 1,1 0 0,0 0-1,1-1 1,33 30 0,-41-43-725,1 1 0,0-1 0,0-1 0,0 1 0,0-1 0,1 0 0,-1-1 0,1 0 0,-1 0 0,1-1 0,0 0 0,0 0 0,-1 0 0,1-1 0,0-1 0,0 1 0,0-1 0,0 0 0,-1-1 0,1 0 0,0 0 0,-1-1 0,0 0 0,0 0 0,0-1 0,0 0 0,10-7 0,87-100 0,-6 5 0,-81 91 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03:47:51.426"/>
    </inkml:context>
    <inkml:brush xml:id="br0">
      <inkml:brushProperty name="width" value="0.1" units="cm"/>
      <inkml:brushProperty name="height" value="0.1" units="cm"/>
      <inkml:brushProperty name="color" value="#00A0D7"/>
    </inkml:brush>
  </inkml:definitions>
  <inkml:trace contextRef="#ctx0" brushRef="#br0">1 105 8192,'256'0'13926,"-130"0"-9830,33 0-4256,890-31-3036,448-43-11266,-1100 76 14258,-360-2 204</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03:54:24.229"/>
    </inkml:context>
    <inkml:brush xml:id="br0">
      <inkml:brushProperty name="width" value="0.1" units="cm"/>
      <inkml:brushProperty name="height" value="0.1" units="cm"/>
      <inkml:brushProperty name="color" value="#00A0D7"/>
    </inkml:brush>
  </inkml:definitions>
  <inkml:trace contextRef="#ctx0" brushRef="#br0">0 54 8192,'128'2'4411,"34"0"5945,-54-6-7101,8-8-3255,66-3 0,-84 15 0,400-14 0,-262 2-2004,317 11-9542,-244 4 8300,-50-5 2942,280 5-618,-74 34 922,121 3 0,-535-40 0,425 14 0,108 32 0,-417-35 0,264-2 0,38 2 0,-212 1 0,26 3 0,-82-3 0,203-15 0,-220-9 0,73-3 0,902 16 7845,-1137-1-6871</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03:49:01.621"/>
    </inkml:context>
    <inkml:brush xml:id="br0">
      <inkml:brushProperty name="width" value="0.1" units="cm"/>
      <inkml:brushProperty name="height" value="0.1" units="cm"/>
      <inkml:brushProperty name="color" value="#00A0D7"/>
    </inkml:brush>
  </inkml:definitions>
  <inkml:trace contextRef="#ctx0" brushRef="#br0">0 29 8192,'124'-4'13736,"-42"-7"-9450,-3 2-4286,-1 4 0,115 7 0,-63 0 0,1044-2-8840,-1123 0 8840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03:49:02.075"/>
    </inkml:context>
    <inkml:brush xml:id="br0">
      <inkml:brushProperty name="width" value="0.1" units="cm"/>
      <inkml:brushProperty name="height" value="0.1" units="cm"/>
      <inkml:brushProperty name="color" value="#00A0D7"/>
    </inkml:brush>
  </inkml:definitions>
  <inkml:trace contextRef="#ctx0" brushRef="#br0">0 53 8192,'182'2'4389,"50"-1"5981,-78-5-7107,52-21-4421,-133 13-236,78-2 0,223 13-9361,-184 3 7434,-132-2 3321</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03:49:13.021"/>
    </inkml:context>
    <inkml:brush xml:id="br0">
      <inkml:brushProperty name="width" value="0.1" units="cm"/>
      <inkml:brushProperty name="height" value="0.1" units="cm"/>
      <inkml:brushProperty name="color" value="#00A0D7"/>
    </inkml:brush>
  </inkml:definitions>
  <inkml:trace contextRef="#ctx0" brushRef="#br0">1 0 8192,'209'0'13492,"-98"0"-8962,2554 0-7501,-2500 7 438,80 17-5705,-48-3 4267,-96-10 4587,-40-3 4106,62-1 0,-101-7 2931</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03:52:21.196"/>
    </inkml:context>
    <inkml:brush xml:id="br0">
      <inkml:brushProperty name="width" value="0.1" units="cm"/>
      <inkml:brushProperty name="height" value="0.1" units="cm"/>
      <inkml:brushProperty name="color" value="#00A0D7"/>
    </inkml:brush>
  </inkml:definitions>
  <inkml:trace contextRef="#ctx0" brushRef="#br0">0 0 19458,'2669'0'0</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03:52:24.406"/>
    </inkml:context>
    <inkml:brush xml:id="br0">
      <inkml:brushProperty name="width" value="0.1" units="cm"/>
      <inkml:brushProperty name="height" value="0.1" units="cm"/>
      <inkml:brushProperty name="color" value="#00A0D7"/>
    </inkml:brush>
  </inkml:definitions>
  <inkml:trace contextRef="#ctx0" brushRef="#br0">0 1 8192,'30'0'16776,"-10"0"-15530,4 0-1246,1 0 0,1 0 0,1 0 0,0 0 0,-1 0 0,1 0 0,-6 0 0</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03:59:27.011"/>
    </inkml:context>
    <inkml:brush xml:id="br0">
      <inkml:brushProperty name="width" value="0.1" units="cm"/>
      <inkml:brushProperty name="height" value="0.1" units="cm"/>
      <inkml:brushProperty name="color" value="#00A0D7"/>
    </inkml:brush>
  </inkml:definitions>
  <inkml:trace contextRef="#ctx0" brushRef="#br0">1 0 8192,'381'0'13899,"-192"0"-9776,-108 0-4482,658 16-14850,-203-4 12993,-67-3 1978,1034 8 238,-961-19 0,-447 2 0,503-16 0,-429 7 0,-126 8 0</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04:00:40.958"/>
    </inkml:context>
    <inkml:brush xml:id="br0">
      <inkml:brushProperty name="width" value="0.1" units="cm"/>
      <inkml:brushProperty name="height" value="0.1" units="cm"/>
      <inkml:brushProperty name="color" value="#00A0D7"/>
    </inkml:brush>
  </inkml:definitions>
  <inkml:trace contextRef="#ctx0" brushRef="#br0">0 1 8192,'1'1'370,"-1"0"0,0 1 0,1-1 0,0 0 0,-1 0 0,1 0 0,0 0 0,0 0 0,-1 0 0,1 0 0,0 0 0,0 0 1,0 0-1,0 0 0,0-1 0,1 1 0,-1 0 0,0-1 0,0 1 0,0-1 0,0 1 0,1-1 0,-1 0 0,0 1 0,1-1 0,-1 0 0,0 0 0,2 0 1,45 4 6589,-41-3-6630,563 2-330,-290-6 0,71 3 0,-329 0 0</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04:00:43.969"/>
    </inkml:context>
    <inkml:brush xml:id="br0">
      <inkml:brushProperty name="width" value="0.1" units="cm"/>
      <inkml:brushProperty name="height" value="0.1" units="cm"/>
      <inkml:brushProperty name="color" value="#00A0D7"/>
    </inkml:brush>
  </inkml:definitions>
  <inkml:trace contextRef="#ctx0" brushRef="#br0">0 1 8192,'1405'-1'15726,"-705"2"-13430,-674 0-2296,-1 1 0,31 8 0,-29-5 0,48 3 0,394-7 0,-224-2 0,-223 1 0</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04:00:45.392"/>
    </inkml:context>
    <inkml:brush xml:id="br0">
      <inkml:brushProperty name="width" value="0.1" units="cm"/>
      <inkml:brushProperty name="height" value="0.1" units="cm"/>
      <inkml:brushProperty name="color" value="#00A0D7"/>
    </inkml:brush>
  </inkml:definitions>
  <inkml:trace contextRef="#ctx0" brushRef="#br0">930 2029 8192,'-63'1'3756,"-50"-1"7032,40-11-7310,55 5-3478,0 0 0,-1-1 0,2-1 0,-1-1 0,1 0 0,-26-20 0,2-5 0,-43-44 0,78 72 0,-31-28 0,20 18 0,0 0 0,1 0 0,-15-21 0,-15-34 0,2-2 0,4-2 0,3-2 0,4-1 0,-25-86 0,51 138 0,1 0 0,2-1 0,1 1 0,0-1 0,2 0 0,2 1 0,3-35 0,-1 48 12,-1 1 0,2 0 0,-1-1 0,2 1 0,0 0 0,0 1 0,1-1 0,0 1 1,14-17-1,9-9-206,43-42-1,-54 60-33,6-8-1150,1 2-1,1 0 0,1 2 1,2 2-1,0 0 0,56-29 1,71-32-1481,-98 49 1856,1 2-1,2 3 1,1 3-1,76-21 1,4 11 1003,67-15 0,159-7 0,163 9 0,-362 38 0,154-5 0,-293 15 0,111 0 0,212 26 0,-223-2 0,-1 5 0,-1 6 0,-2 5 0,-1 6 0,122 64 0,-230-100 305,0 1 0,0 1 0,-1 0 0,-1 1 0,0 1 0,0 0 0,-2 1 0,0 1 0,-1 0 0,0 1 0,-1 0 0,-1 0 0,12 31 0,-6-6 2698,-3 1-1,-1 1 1,10 71 0,-19-94-2284,3 20-573,-1 1 0,-2-1 0,-2 1 0,-2 0 0,-2 0 0,-10 49 0,7-67-362,-1 0 0,-2 0 0,-1-1 1,0 0-1,-2-1 0,-26 39 1,-101 116-1588,119-155 1760,-114 130-3624,-6-7 1,-7-5-1,-206 150 1,302-253 3666</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04:00:46.476"/>
    </inkml:context>
    <inkml:brush xml:id="br0">
      <inkml:brushProperty name="width" value="0.1" units="cm"/>
      <inkml:brushProperty name="height" value="0.1" units="cm"/>
      <inkml:brushProperty name="color" value="#00A0D7"/>
    </inkml:brush>
  </inkml:definitions>
  <inkml:trace contextRef="#ctx0" brushRef="#br0">0 53 8192,'291'0'13877,"-149"0"-9732,92 2-6084,254-5-6268,-172-22 3952,100-1 634,-274 27 3621,-119-1 0</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04:00:47.450"/>
    </inkml:context>
    <inkml:brush xml:id="br0">
      <inkml:brushProperty name="width" value="0.1" units="cm"/>
      <inkml:brushProperty name="height" value="0.1" units="cm"/>
      <inkml:brushProperty name="color" value="#00A0D7"/>
    </inkml:brush>
  </inkml:definitions>
  <inkml:trace contextRef="#ctx0" brushRef="#br0">1 170 8192,'125'-1'2836,"164"-14"9778,-97 5-12146,85-11-3556,116-16-7148,-130 23 7743,513 7 2375,-440 10 135,-246-9 1809,44-15 5168,4 0 284,-45 16-5354,-91 5-1924,21 0 0,-1 0 0,1-1 0,34-7 0,-35 3 0</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04:00:48.228"/>
    </inkml:context>
    <inkml:brush xml:id="br0">
      <inkml:brushProperty name="width" value="0.1" units="cm"/>
      <inkml:brushProperty name="height" value="0.1" units="cm"/>
      <inkml:brushProperty name="color" value="#00A0D7"/>
    </inkml:brush>
  </inkml:definitions>
  <inkml:trace contextRef="#ctx0" brushRef="#br0">0 0 8192,'170'0'13937,"-88"0"-9852,231 0-4085,-289 0 0</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04:02:02.778"/>
    </inkml:context>
    <inkml:brush xml:id="br0">
      <inkml:brushProperty name="width" value="0.1" units="cm"/>
      <inkml:brushProperty name="height" value="0.1" units="cm"/>
      <inkml:brushProperty name="color" value="#00A0D7"/>
    </inkml:brush>
  </inkml:definitions>
  <inkml:trace contextRef="#ctx0" brushRef="#br0">1 28 8192,'724'0'1507,"18"-16"-3014,-17 5 1507,-530 12 0,-157 0 0,0 2 0,43 8 0,-56-6 0</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04:02:03.470"/>
    </inkml:context>
    <inkml:brush xml:id="br0">
      <inkml:brushProperty name="width" value="0.1" units="cm"/>
      <inkml:brushProperty name="height" value="0.1" units="cm"/>
      <inkml:brushProperty name="color" value="#00A0D7"/>
    </inkml:brush>
  </inkml:definitions>
  <inkml:trace contextRef="#ctx0" brushRef="#br0">1 28 8192,'181'2'4425,"49"-1"5922,-78-5-7097,5-8-3250,74-2 0,-132 15 0,-74-1 0</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04:02:04.446"/>
    </inkml:context>
    <inkml:brush xml:id="br0">
      <inkml:brushProperty name="width" value="0.1" units="cm"/>
      <inkml:brushProperty name="height" value="0.1" units="cm"/>
      <inkml:brushProperty name="color" value="#00A0D7"/>
    </inkml:brush>
  </inkml:definitions>
  <inkml:trace contextRef="#ctx0" brushRef="#br0">0 188 8192,'10'1'441,"-1"-1"0,0 1 0,-1 1 0,1-1 0,0 2 0,12 4 0,0 2 2071,-2 1 1,1 1-1,18 13 1,-16-9-71,41 20 1,-63-35-2443,10 5 0,0 0 0,0-1 0,1 0 0,0-1 0,-1 0 0,15 2 0,-21-5 0,0 0 0,0-1 0,0 1 0,0-1 0,0 0 0,0 0 0,-1 0 0,1 0 0,0-1 0,0 0 0,-1 1 0,1-1 0,-1-1 0,0 1 0,1 0 0,-1-1 0,0 0 0,0 1 0,-1-1 0,1 0 0,2-4 0,53-68-1685,-28 34-693,3 0-1,64-61 1,-76 83 2378,-4 3 0</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04:03:44.478"/>
    </inkml:context>
    <inkml:brush xml:id="br0">
      <inkml:brushProperty name="width" value="0.1" units="cm"/>
      <inkml:brushProperty name="height" value="0.1" units="cm"/>
      <inkml:brushProperty name="color" value="#00A0D7"/>
    </inkml:brush>
  </inkml:definitions>
  <inkml:trace contextRef="#ctx0" brushRef="#br0">120 1 8192,'-10'12'1682,"1"0"0,1 1 1,1 1-1,-1-1 0,2 1 0,0 0 1,1 1-1,-5 20 0,-8 18 1200,16-48-2928,-17 45-3866,17-42 2683,-1-1 0,1 0 0,1 0 0,-1 1 0,1-1 0,0 1 0,1-1 0,1 12 0,-1-17 1097,1 0-1,0 0 1,0 0-1,0 0 1,0 0 0,1 0-1,-1 0 1,0 0-1,1-1 1,0 1-1,-1-1 1,1 1-1,0-1 1,-1 0-1,1 1 1,0-1-1,0 0 1,0 0-1,0-1 1,0 1-1,0 0 1,0 0-1,1-1 1,-1 0-1,0 1 1,0-1-1,3 0 1,11 1 322,-1 0 0,29-3 0,-26 1-54,190-3-136,-205 4 0,-1-1 0,1 1 0,-1-1 0,1 1 0,-1-1 0,1 0 0,-1 0 0,1 0 0,-1 0 0,0 0 0,0 0 0,1-1 0,-1 1 0,0-1 0,0 1 0,0-1 0,-1 0 0,1 0 0,0 0 0,-1 0 0,1 0 0,-1 0 0,0 0 0,1-1 0,-1 1 0,0 0 0,-1-1 0,1 1 0,0-1 0,-1 1 0,1-1 0,-1 1 0,0-1 0,0 1 0,0-1 0,0 0 0,0 1 0,0-1 0,-1 1 0,1-1 0,-2-2 0,1-2 0,-1-1 0,0 0 0,-1 1 0,0 0 0,0-1 0,0 1 0,-1 0 0,0 0 0,0 1 0,-1-1 0,0 1 0,-8-8 0,4 6 0,-1 0 0,1-1 0,1 0 0,-1 0 0,-10-17 0,11 12 0</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04:03:45.944"/>
    </inkml:context>
    <inkml:brush xml:id="br0">
      <inkml:brushProperty name="width" value="0.1" units="cm"/>
      <inkml:brushProperty name="height" value="0.1" units="cm"/>
      <inkml:brushProperty name="color" value="#00A0D7"/>
    </inkml:brush>
  </inkml:definitions>
  <inkml:trace contextRef="#ctx0" brushRef="#br0">1 1 8192,'4'0'18022,"6"0"-18022,6 0 0,4 0 0,-1 4 0,1 2 0,-3 4 0,-5 4 0,-4 1 0</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04:03:48.937"/>
    </inkml:context>
    <inkml:brush xml:id="br0">
      <inkml:brushProperty name="width" value="0.1" units="cm"/>
      <inkml:brushProperty name="height" value="0.1" units="cm"/>
      <inkml:brushProperty name="color" value="#00A0D7"/>
    </inkml:brush>
  </inkml:definitions>
  <inkml:trace contextRef="#ctx0" brushRef="#br0">1 1 8192,'0'123'13736,"0"-41"-9450,0 303-12639,0-363 7354</inkml:trace>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04:03:49.467"/>
    </inkml:context>
    <inkml:brush xml:id="br0">
      <inkml:brushProperty name="width" value="0.1" units="cm"/>
      <inkml:brushProperty name="height" value="0.1" units="cm"/>
      <inkml:brushProperty name="color" value="#00A0D7"/>
    </inkml:brush>
  </inkml:definitions>
  <inkml:trace contextRef="#ctx0" brushRef="#br0">253 0 8192,'-15'0'18022,"-1"4"-18022,-4 2 0,1 4 0,0 0 0,2 3 0,1 0 0,-2-4 0,2 3 0,0 2 0,-3 4 0,-1-1 0,-2 0 0,2-2 0</inkml:trace>
</inkml:ink>
</file>

<file path=ppt/ink/ink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04:03:49.797"/>
    </inkml:context>
    <inkml:brush xml:id="br0">
      <inkml:brushProperty name="width" value="0.1" units="cm"/>
      <inkml:brushProperty name="height" value="0.1" units="cm"/>
      <inkml:brushProperty name="color" value="#00A0D7"/>
    </inkml:brush>
  </inkml:definitions>
  <inkml:trace contextRef="#ctx0" brushRef="#br0">0 0 8192,'15'5'11332,"0"1"-11332,1 4 0,2 4 6690,1 5-6690,3 3 0,2-1 0,1-2 0,0-2 0,1-5 0,-4 0 0,-6-2 0</inkml:trace>
</inkml:ink>
</file>

<file path=ppt/ink/ink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04:03:50.855"/>
    </inkml:context>
    <inkml:brush xml:id="br0">
      <inkml:brushProperty name="width" value="0.1" units="cm"/>
      <inkml:brushProperty name="height" value="0.1" units="cm"/>
      <inkml:brushProperty name="color" value="#00A0D7"/>
    </inkml:brush>
  </inkml:definitions>
  <inkml:trace contextRef="#ctx0" brushRef="#br0">1 26 8192,'98'0'13736,"-31"0"-9450,507 0-6161,1035 0-11656,-920 0 10915,-447-13 1976,-56 0 19302</inkml:trace>
</inkml:ink>
</file>

<file path=ppt/ink/ink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03:52:54.558"/>
    </inkml:context>
    <inkml:brush xml:id="br0">
      <inkml:brushProperty name="width" value="0.1" units="cm"/>
      <inkml:brushProperty name="height" value="0.1" units="cm"/>
      <inkml:brushProperty name="color" value="#00A0D7"/>
    </inkml:brush>
  </inkml:definitions>
  <inkml:trace contextRef="#ctx0" brushRef="#br0">0 103 8192,'1'2'314,"-1"-1"1,1 0 0,-1 0 0,1 0-1,-1 0 1,1 0 0,0 0 0,0 0-1,-1 0 1,1 0 0,0 0 0,0 0-1,0 0 1,0-1 0,0 1 0,0 0-1,0-1 1,0 1 0,0 0 0,0-1-1,0 0 1,1 1 0,-1-1-1,0 0 1,0 1 0,0-1 0,3 0-1,38 5 8597,-37-5-8612,436 4-299,-225-7 0,2925 3 0,-2992 13 0,-1 0 0,1321-14 0,-1420-1 0,48-9 0,42-2 0,90 15-6501,-32 0-2167,-67-6 6019,-4-8 2399,51-3 296,976 16-46,-1116-2 0,55-11 0,-54 7 0,51-3 0,170 11 5061,7 0 3377,-90-8-6391,-45-8-7633,53-1-2521,46 16 7533,159-4-705,-233-9 1279,83-3 0,4183 15 0,-4373-3 911,53-10 0,9 0 1537,-86 11 2121</inkml:trace>
</inkml:ink>
</file>

<file path=ppt/ink/ink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03:52:56.060"/>
    </inkml:context>
    <inkml:brush xml:id="br0">
      <inkml:brushProperty name="width" value="0.1" units="cm"/>
      <inkml:brushProperty name="height" value="0.1" units="cm"/>
      <inkml:brushProperty name="color" value="#00A0D7"/>
    </inkml:brush>
  </inkml:definitions>
  <inkml:trace contextRef="#ctx0" brushRef="#br0">1 124 8192,'139'0'12206,"0"0"-7051,-4 0-8517,674-20-4007,433-32 3270,2 46 1600,-1107 6 2467,725-13 32,-15 0 0,264 14 0,-1080-2 0,-1-1 0,46-11 0,-52 9 0</inkml:trace>
</inkml:ink>
</file>

<file path=ppt/ink/ink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04:02:11.686"/>
    </inkml:context>
    <inkml:brush xml:id="br0">
      <inkml:brushProperty name="width" value="0.1" units="cm"/>
      <inkml:brushProperty name="height" value="0.1" units="cm"/>
      <inkml:brushProperty name="color" value="#00A0D7"/>
    </inkml:brush>
  </inkml:definitions>
  <inkml:trace contextRef="#ctx0" brushRef="#br0">317 22 8192,'-8'9'2753,"1"1"0,-1-1 1,2 1-1,-9 17 0,-23 29 1503,-35 21-4256,-30 34 0,86-92-1783,12-14 580,1-1-1,0 0 1,0 1 0,0 0 0,0 0-1,1 0 1,0 1 0,0-1 0,0 1 0,-2 6-1,5-11 1095,1 0-1,-1 0 0,0 0 0,1 0 0,-1 0 1,0 0-1,1 0 0,-1 0 0,1 0 0,0 0 1,-1 0-1,1 0 0,0 0 0,0-1 0,-1 1 1,1 0-1,0 0 0,0-1 0,0 1 0,0-1 1,0 1-1,0-1 0,0 1 0,0-1 1,0 1-1,0-1 0,0 0 0,0 0 0,0 1 1,0-1-1,0 0 0,1 0 0,0 0 0,44 2 769,-40-2-588,24 0-71,14 1 0,0-2 0,0-2 0,70-13 0,-42 8 0,-62 8 0,-1 0 0,1 0 0,0-1 0,-1 0 0,1-1 0,-1 0 0,1-1 0,-1 0 0,0 0 0,0-1 0,9-5 0,-16 8 0,0-1 0,0 1 0,0-1 0,0 0 0,-1 0 0,1 1 0,0-1 0,-1 0 0,1-1 0,-1 1 0,0 0 0,0 0 0,0-1 0,0 1 0,0 0 0,0-1 0,0 1 0,-1-1 0,0 1 0,1-1 0,-1-4 0,-1 2 0,0 0 0,0 1 0,0-1 0,0 0 0,-1 1 0,0-1 0,0 1 0,0-1 0,-1 1 0,-4-7 0,-7-6 0,-1 0 0,-1 1 0,-31-25 0,46 39 0,-47-36 0,3 2 0,-46-47 0,71 61 0</inkml:trace>
</inkml:ink>
</file>

<file path=ppt/ink/ink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04:02:12.894"/>
    </inkml:context>
    <inkml:brush xml:id="br0">
      <inkml:brushProperty name="width" value="0.1" units="cm"/>
      <inkml:brushProperty name="height" value="0.1" units="cm"/>
      <inkml:brushProperty name="color" value="#00A0D7"/>
    </inkml:brush>
  </inkml:definitions>
  <inkml:trace contextRef="#ctx0" brushRef="#br0">261 34 8192,'1'1'455,"0"1"0,0-1 0,0 0 0,0 1 0,0-1 0,0 1 0,0-1-1,-1 1 1,1-1 0,-1 1 0,1-1 0,-1 1 0,0-1 0,1 1 0,-1 0 0,0-1 0,0 1 0,0 3 0,-13 32 4659,3-21-3886,0-1-1,-21 22 1,23-26-956,-32 42-95,-34 58 1,32-45-224,39-61 46,-1-1 0,1 1 0,0 0 0,0 0 0,1 0 0,-1 0 0,1 0 0,-2 9 0,4-13 0,-1 0 0,1 0 0,0 0 0,0 0 0,1 0 0,-1 0 0,0 0 0,0 0 0,0 0 0,1 0 0,-1-1 0,0 1 0,1 0 0,-1 0 0,1 0 0,-1 0 0,1-1 0,-1 1 0,1 0 0,0 0 0,1 1 0,0-1 0,1 0 0,-1 1 0,0-1 0,0 0 0,1 0 0,-1-1 0,0 1 0,1 0 0,-1-1 0,3 1 0,76 5-2321,44-9-5707,-24 0 2926,-59 5 3465,-29-1 1520,-1 0 0,1-1 1,-1 0-1,1-1 0,-1 0 0,0-1 1,14-3-1,-25 4 117,0 1 0,1-1 0,-1 1 0,0-1 0,0 0 0,1 1 0,-1-1 0,0 0 0,0 0 0,0 0 0,0 0 0,0 0 0,0 0 0,0 0 0,0 0 0,-1 0 0,1 0 0,0-1 0,-1 1 0,1 0 0,-1-1 0,1 1 0,-1 0 0,0-1 0,1 1 0,-1-3 0,0 1 0,-1-1 0,1 1 0,-1-1 0,0 1 0,0-1 0,0 1 0,0 0 0,-1-1 0,1 1 0,-4-4 0,-3-6 0,-1 1 0,-1 0 0,0 1 0,-13-11 0,-49-37 0,-104-65 0,66 49 0,19-4 0,77 67 0</inkml:trace>
</inkml:ink>
</file>

<file path=ppt/ink/ink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04:02:13.863"/>
    </inkml:context>
    <inkml:brush xml:id="br0">
      <inkml:brushProperty name="width" value="0.1" units="cm"/>
      <inkml:brushProperty name="height" value="0.1" units="cm"/>
      <inkml:brushProperty name="color" value="#00A0D7"/>
    </inkml:brush>
  </inkml:definitions>
  <inkml:trace contextRef="#ctx0" brushRef="#br0">0 46 8192,'347'-15'16811,"55"7"-21175,-71 5 1119,-277-3 2942,-19-1-3140,-24 5 1064,14-2 1155</inkml:trace>
</inkml:ink>
</file>

<file path=ppt/ink/ink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04:02:14.397"/>
    </inkml:context>
    <inkml:brush xml:id="br0">
      <inkml:brushProperty name="width" value="0.1" units="cm"/>
      <inkml:brushProperty name="height" value="0.1" units="cm"/>
      <inkml:brushProperty name="color" value="#00A0D7"/>
    </inkml:brush>
  </inkml:definitions>
  <inkml:trace contextRef="#ctx0" brushRef="#br0">1 132 8192,'94'0'122,"83"1"274,275-33 0,-147-27-1466,-169 31 1226,-106 22-156,48-1 0,-50 6 0</inkml:trace>
</inkml:ink>
</file>

<file path=ppt/ink/ink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04:02:15.939"/>
    </inkml:context>
    <inkml:brush xml:id="br0">
      <inkml:brushProperty name="width" value="0.1" units="cm"/>
      <inkml:brushProperty name="height" value="0.1" units="cm"/>
      <inkml:brushProperty name="color" value="#00A0D7"/>
    </inkml:brush>
  </inkml:definitions>
  <inkml:trace contextRef="#ctx0" brushRef="#br0">78 1308 8192,'10'-1'3042,"1"-1"1,-1 1 0,0-2-1,14-4 1,14-3-234,-35 10-2882,0-1 0,1 1 0,-1-1 0,0 0 0,0 0 0,0 0 0,0 0 0,0-1 0,0 1 0,0-1 0,-1 0 0,1 0 0,-1 0 0,1 0 0,-1 0 0,1-1 0,-1 1 0,0-1 0,0 1 1,0-1-1,-1 0 0,3-3 0,-4 3 0,1-1 0,-1 1 0,0 0 0,0 0 0,0 0 0,0-1 0,0 1 0,-1 0 0,1 0 0,-1 0 0,0 0 0,0 0 0,0 0 0,0 0 0,-1 0 0,1 0 0,-1 0 0,0 1 0,0-1 1,0 1-1,0-1 0,-4-3 0,-34-34-2371,20 20-2233,-28-35 0,23 15 3035,11 11 1519,0-1 1,3 0-1,0-1 0,2 0 1,1-1-1,1 0 1,2 0-1,2 0 0,0-56 1,4 79 122,0 0 0,0 1 0,1-1 0,1 0 0,-1 1 0,1 0 0,1 0 0,0 0 0,0 0 0,0 0 0,1 1 0,0-1 0,0 1 0,1 1 0,0-1 0,0 1 0,1 0 0,14-10 0,8-4 0,2 2 0,0 1 0,48-18 0,-55 24 0,89-34 0,3 4 0,189-40 0,250-15 0,-535 93 0,497-62 0,1021 5 0,-900 91 0,775 136 0,-615-19 0,-17 67 0,-770-211 0,158 60 0,-145-54 0,-1 2 0,0 1 0,-1 0 0,36 30 0,-54-39 69,0-1 0,0 0 1,-1 1-1,0 0 0,1 0 1,-1 0-1,-1 0 0,1 0 0,-1 0 1,1 1-1,-1-1 0,-1 1 1,1 0-1,-1 0 0,1 0 1,-1-1-1,-1 1 0,1 0 0,-1 0 1,0 0-1,0 0 0,0 0 1,-1 0-1,1 0 0,-3 5 1,1-3-8,-1 0 0,0 0 0,0-1 1,-1 1-1,0-1 0,0 0 1,0-1-1,-1 1 0,0-1 0,0 1 1,0-1-1,-1-1 0,0 1 1,1-1-1,-2 0 0,-9 5 1,-21 8-57,-1-2 0,-1-1 0,-69 15 0,-126 9 840,214-35-836,-677 43-2981,518-43 2971</inkml:trace>
</inkml:ink>
</file>

<file path=ppt/ink/ink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04:02:20.874"/>
    </inkml:context>
    <inkml:brush xml:id="br0">
      <inkml:brushProperty name="width" value="0.1" units="cm"/>
      <inkml:brushProperty name="height" value="0.1" units="cm"/>
      <inkml:brushProperty name="color" value="#00A0D7"/>
    </inkml:brush>
  </inkml:definitions>
  <inkml:trace contextRef="#ctx0" brushRef="#br0">1 29 8192,'18'-1'4270,"1"-1"0,29-7-1,21-3 944,323 8-5213,-216 6 0,-155-2 0</inkml:trace>
</inkml:ink>
</file>

<file path=ppt/ink/ink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04:02:22.462"/>
    </inkml:context>
    <inkml:brush xml:id="br0">
      <inkml:brushProperty name="width" value="0.1" units="cm"/>
      <inkml:brushProperty name="height" value="0.1" units="cm"/>
      <inkml:brushProperty name="color" value="#00A0D7"/>
    </inkml:brush>
  </inkml:definitions>
  <inkml:trace contextRef="#ctx0" brushRef="#br0">0 0 20714,'718'0'0</inkml:trace>
</inkml:ink>
</file>

<file path=ppt/ink/ink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04:02:27.391"/>
    </inkml:context>
    <inkml:brush xml:id="br0">
      <inkml:brushProperty name="width" value="0.1" units="cm"/>
      <inkml:brushProperty name="height" value="0.1" units="cm"/>
      <inkml:brushProperty name="color" value="#00A0D7"/>
    </inkml:brush>
  </inkml:definitions>
  <inkml:trace contextRef="#ctx0" brushRef="#br0">1 27 8192,'71'0'14869,"-43"0"-11716,1735 0-13319,-595 0 2310,-1131-2 7856,55-9 0,-54 5 0,52-1 0,1035 6 1960,-485 3 14102</inkml:trace>
</inkml:ink>
</file>

<file path=ppt/ink/ink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04:02:35.724"/>
    </inkml:context>
    <inkml:brush xml:id="br0">
      <inkml:brushProperty name="width" value="0.1" units="cm"/>
      <inkml:brushProperty name="height" value="0.1" units="cm"/>
      <inkml:brushProperty name="color" value="#00A0D7"/>
    </inkml:brush>
  </inkml:definitions>
  <inkml:trace contextRef="#ctx0" brushRef="#br0">1 78 8192,'225'-13'13055,"2"0"-8088,63 16-9042,80-1-5600,-125-7 6629,-61-7 2593,79-1-320,-17 16 773,270-6 0,-364-9 0,47-2 0,494 13 4808,-326 3-1771,-345-2-2063</inkml:trace>
</inkml:ink>
</file>

<file path=ppt/ink/ink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04:02:37.822"/>
    </inkml:context>
    <inkml:brush xml:id="br0">
      <inkml:brushProperty name="width" value="0.1" units="cm"/>
      <inkml:brushProperty name="height" value="0.1" units="cm"/>
      <inkml:brushProperty name="color" value="#00A0D7"/>
    </inkml:brush>
  </inkml:definitions>
  <inkml:trace contextRef="#ctx0" brushRef="#br0">0 0 8192,'362'0'15762,"-185"0"-13502,-155 0-2260</inkml:trace>
</inkml:ink>
</file>

<file path=ppt/ink/ink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04:02:39.390"/>
    </inkml:context>
    <inkml:brush xml:id="br0">
      <inkml:brushProperty name="width" value="0.1" units="cm"/>
      <inkml:brushProperty name="height" value="0.1" units="cm"/>
      <inkml:brushProperty name="color" value="#00A0D7"/>
    </inkml:brush>
  </inkml:definitions>
  <inkml:trace contextRef="#ctx0" brushRef="#br0">0 0 8192,'199'0'16337,"-150"0"-14652,142 0-1685,-169 0 0</inkml:trace>
</inkml:ink>
</file>

<file path=ppt/ink/ink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04:02:44.473"/>
    </inkml:context>
    <inkml:brush xml:id="br0">
      <inkml:brushProperty name="width" value="0.1" units="cm"/>
      <inkml:brushProperty name="height" value="0.1" units="cm"/>
      <inkml:brushProperty name="color" value="#00A0D7"/>
    </inkml:brush>
  </inkml:definitions>
  <inkml:trace contextRef="#ctx0" brushRef="#br0">1 0 8192,'397'0'15760,"-202"0"-13498,-173 0-2262</inkml:trace>
</inkml:ink>
</file>

<file path=ppt/ink/ink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04:04:13.307"/>
    </inkml:context>
    <inkml:brush xml:id="br0">
      <inkml:brushProperty name="width" value="0.1" units="cm"/>
      <inkml:brushProperty name="height" value="0.1" units="cm"/>
      <inkml:brushProperty name="color" value="#00A0D7"/>
    </inkml:brush>
  </inkml:definitions>
  <inkml:trace contextRef="#ctx0" brushRef="#br0">0 51 18465,'1283'-51'0</inkml:trace>
</inkml:ink>
</file>

<file path=ppt/ink/ink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04:05:37.035"/>
    </inkml:context>
    <inkml:brush xml:id="br0">
      <inkml:brushProperty name="width" value="0.1" units="cm"/>
      <inkml:brushProperty name="height" value="0.1" units="cm"/>
      <inkml:brushProperty name="color" value="#00A0D7"/>
    </inkml:brush>
  </inkml:definitions>
  <inkml:trace contextRef="#ctx0" brushRef="#br0">1 128 8192,'0'20'2110,"1"0"0,1 0 0,0 0 1,2 0-1,1-1 0,11 32 0,-8-32-1297,1 0-1,0 0 1,21 27 0,-28-43-813,0 0 0,0 0 0,0-1 0,1 1 0,-1-1 0,1 1 0,-1-1 0,1 0 0,0 0 0,0 0 0,0 0 0,0-1 0,0 1 0,0-1 0,1 0 0,-1 0 0,1 0 0,-1 0 0,0 0 0,1-1 0,-1 0 0,1 1 0,-1-1 0,1-1 0,-1 1 0,1 0 0,-1-1 0,1 0 0,-1 0 0,0 0 0,1 0 0,-1 0 0,0-1 0,0 1 0,0-1 0,0 0 0,4-3 0,6-4 0,-1-1 0,0 0 0,-1 0 0,0-2 0,0 1 0,-1-1 0,8-14 0,135-193 0,-92 136 0,-50 65 0</inkml:trace>
</inkml:ink>
</file>

<file path=ppt/ink/ink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04:05:40.910"/>
    </inkml:context>
    <inkml:brush xml:id="br0">
      <inkml:brushProperty name="width" value="0.1" units="cm"/>
      <inkml:brushProperty name="height" value="0.1" units="cm"/>
      <inkml:brushProperty name="color" value="#00A0D7"/>
    </inkml:brush>
  </inkml:definitions>
  <inkml:trace contextRef="#ctx0" brushRef="#br0">0 26 8192,'478'0'14771,"-160"0"-11520,-298-1-3487,0-1 1,32-7 0,-31 4-9,1 1-1,22 0 0,239 4 1685,-261 0-1440</inkml:trace>
</inkml:ink>
</file>

<file path=ppt/ink/ink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04:09:08.119"/>
    </inkml:context>
    <inkml:brush xml:id="br0">
      <inkml:brushProperty name="width" value="0.1" units="cm"/>
      <inkml:brushProperty name="height" value="0.1" units="cm"/>
      <inkml:brushProperty name="color" value="#00A0D7"/>
    </inkml:brush>
  </inkml:definitions>
  <inkml:trace contextRef="#ctx0" brushRef="#br0">1 2 8192,'218'0'13548,"-101"0"-9074,212-1-5028,366 3-2838,-22 25-9439,-377-17 12550,374 5-683,-286-17 964,429 4 0,-129 24 0,-166 2 0,-136-5 0,-205-11 620,103 2 1556,-255-14-1616</inkml:trace>
</inkml:ink>
</file>

<file path=ppt/ink/ink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04:09:09.532"/>
    </inkml:context>
    <inkml:brush xml:id="br0">
      <inkml:brushProperty name="width" value="0.1" units="cm"/>
      <inkml:brushProperty name="height" value="0.1" units="cm"/>
      <inkml:brushProperty name="color" value="#00A0D7"/>
    </inkml:brush>
  </inkml:definitions>
  <inkml:trace contextRef="#ctx0" brushRef="#br0">285 0 8192,'-2'208'4457,"1"52"5870,5-87-7089,8 13-6461,2 84-2374,-15 825-3605,-2-984 9202,-30 182 0,-45 106 0,57-301 0,-119 409 1439,110-422 14102,29-87-15643,0 0-1,0 1 1,1-1-1,-1 0 1,1 0-1,-1 0 1,1 0 0,0 0-1,-1 1 1,1-1-1,0 0 1,0 0-1,1-4 1,-2-27-393</inkml:trace>
</inkml:ink>
</file>

<file path=ppt/ink/ink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04:09:10.183"/>
    </inkml:context>
    <inkml:brush xml:id="br0">
      <inkml:brushProperty name="width" value="0.1" units="cm"/>
      <inkml:brushProperty name="height" value="0.1" units="cm"/>
      <inkml:brushProperty name="color" value="#00A0D7"/>
    </inkml:brush>
  </inkml:definitions>
  <inkml:trace contextRef="#ctx0" brushRef="#br0">765 0 8192,'-37'15'1831,"15"-5"283,-626 164 11963,617-166-14077,4 1 0</inkml:trace>
</inkml:ink>
</file>

<file path=ppt/ink/ink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04:09:10.463"/>
    </inkml:context>
    <inkml:brush xml:id="br0">
      <inkml:brushProperty name="width" value="0.1" units="cm"/>
      <inkml:brushProperty name="height" value="0.1" units="cm"/>
      <inkml:brushProperty name="color" value="#00A0D7"/>
    </inkml:brush>
  </inkml:definitions>
  <inkml:trace contextRef="#ctx0" brushRef="#br0">0 1 8192,'28'1'937,"-1"1"0,0 2-1,0 0 1,-1 2 0,1 1 0,41 18 0,148 81 8929,-122-57-8268,-68-35-1598,91 45 0,136 50 0,-223-99 0</inkml:trace>
</inkml:ink>
</file>

<file path=ppt/ink/ink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04:09:11.164"/>
    </inkml:context>
    <inkml:brush xml:id="br0">
      <inkml:brushProperty name="width" value="0.1" units="cm"/>
      <inkml:brushProperty name="height" value="0.1" units="cm"/>
      <inkml:brushProperty name="color" value="#00A0D7"/>
    </inkml:brush>
  </inkml:definitions>
  <inkml:trace contextRef="#ctx0" brushRef="#br0">78 0 8192,'-10'56'1554,"1"-14"837,-16 129 2450,11-83-223,-5 141 0,19-202-4618</inkml:trace>
</inkml:ink>
</file>

<file path=ppt/ink/ink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04:09:12.123"/>
    </inkml:context>
    <inkml:brush xml:id="br0">
      <inkml:brushProperty name="width" value="0.1" units="cm"/>
      <inkml:brushProperty name="height" value="0.1" units="cm"/>
      <inkml:brushProperty name="color" value="#00A0D7"/>
    </inkml:brush>
  </inkml:definitions>
  <inkml:trace contextRef="#ctx0" brushRef="#br0">0 33 8192,'13'-16'13177,"-11"15"-12670,14-3 3830,-16 4-4336,37-5-1,1 1 0,-1 2 0,66 5 0,-21-1 0,841-1-4904,-504-2 6245,-346 0 1686,83 3-2491,-153-2-562,0 1 1,-1 0 0,1-1 0,-1 1-1,1 0 1,-1 0 0,1 0 0,-1 1-1,0-1 1,1 1 0,-1-1 0,0 1-1,0 0 1,0 0 0,0 0 0,-1 0-1,1 0 1,0 0 0,-1 0 0,1 0 0,-1 1-1,0-1 1,0 1 0,0-1 0,0 1-1,0-1 1,-1 1 0,1-1 0,0 6-1,1 10-362,-1-1 0,-1 0-1,-2 29 1,1-21-98,0 46-1097,1-27-4383,-8 65 1,-7-46 5263,-3-1 197,-16 102 1,31-142 504</inkml:trace>
</inkml:ink>
</file>

<file path=ppt/ink/ink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04:09:13.067"/>
    </inkml:context>
    <inkml:brush xml:id="br0">
      <inkml:brushProperty name="width" value="0.1" units="cm"/>
      <inkml:brushProperty name="height" value="0.1" units="cm"/>
      <inkml:brushProperty name="color" value="#00A0D7"/>
    </inkml:brush>
  </inkml:definitions>
  <inkml:trace contextRef="#ctx0" brushRef="#br0">302 63 8192,'-2'1'88,"0"0"0,0 0 0,0 0 0,0 0 1,0 0-1,0 0 0,0 1 0,1-1 0,-1 0 1,0 1-1,1 0 0,-1-1 0,1 1 0,0 0 1,0 0-1,-1 0 0,0 2 0,-20 37 1668,21-39-1743,-45 87 1777,-75 109 8412,55-94-7528,52-84-2674,19-35 0,20-37 0,20-20-2234,2 3 0,102-116 0,-97 124 1010,-41 49 1222,32-38-2859,-40 47 2320,0 0 1,0 1-1,0-1 0,1 1 1,-1-1-1,1 1 0,-1 0 1,1 0-1,0 1 0,0-1 0,-1 1 1,6-2-1,-8 3 533,0 1 1,1-1-1,-1 0 0,0 0 0,0 1 1,1-1-1,-1 0 0,0 1 1,0-1-1,0 1 0,0 0 0,0-1 1,0 1-1,0 0 0,0 0 0,0-1 1,0 1-1,0 0 0,0 0 1,-1 0-1,1 0 0,0 0 0,-1 0 1,1 0-1,-1 0 0,1 1 0,-1-1 1,1 0-1,-1 0 0,0 0 0,0 1 1,1 1-1,4 46 57,-5-45-47,-2 67-2,-3 0 0,-18 88 0,-3 29 0,15-102 0,5-44 0,-1 52 0,12-76 0,6-21 0,13-22 0,-11 7 0</inkml:trace>
</inkml:ink>
</file>

<file path=ppt/ink/ink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04:09:13.344"/>
    </inkml:context>
    <inkml:brush xml:id="br0">
      <inkml:brushProperty name="width" value="0.1" units="cm"/>
      <inkml:brushProperty name="height" value="0.1" units="cm"/>
      <inkml:brushProperty name="color" value="#00A0D7"/>
    </inkml:brush>
  </inkml:definitions>
  <inkml:trace contextRef="#ctx0" brushRef="#br0">63 0 8192,'0'4'3356,"-5"7"-3356,0 4 5996,-1 6-5996,2 6 0,1 5 0,1-1 7459,-4 5-7459,0 0 0,0-2 0,2-2 1211,1-3-1211,-3-1 0,-1-6 0</inkml:trace>
</inkml:ink>
</file>

<file path=ppt/ink/ink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04:09:14.150"/>
    </inkml:context>
    <inkml:brush xml:id="br0">
      <inkml:brushProperty name="width" value="0.1" units="cm"/>
      <inkml:brushProperty name="height" value="0.1" units="cm"/>
      <inkml:brushProperty name="color" value="#00A0D7"/>
    </inkml:brush>
  </inkml:definitions>
  <inkml:trace contextRef="#ctx0" brushRef="#br0">337 0 8192,'-3'1'525,"0"0"0,0-1 0,1 1 0,-1 0 0,0 1 1,0-1-1,1 0 0,-1 1 0,1 0 0,0-1 0,-1 1 1,1 0-1,0 0 0,0 0 0,0 1 0,0-1 0,-1 3 0,-29 46 6192,17-15-6360,1 1 0,2 1 0,-8 42 0,-2 8 68,-12 26-425,-5-2 0,-58 117 0,97-229 0,0 0 0,0 0 0,0 0 0,0 0 0,0 0 0,0 0 0,0 0 0,0 0 0,0-1 0,0 1 0,0 0 0,0 0 0,0 0 0,0 0 0,0 0 0,0 0 0,-1 0 0,1 0 0,0 0 0,0 0 0,0 0 0,0 0 0,0-1 0,0 1 0,0 0 0,0 0 0,0 0 0,-1 0 0,1 0 0,0 0 0,0 0 0,0 0 0,0 0 0,0 0 0,0 0 0,0 0 0,-1 0 0,1 0 0,0 0 0,0 0 0,0 0 0,0 0 0,0 1 0,0-1 0,0 0 0,0 0 0,-1 0 0,1 0 0,0 0 0,0 0 0,0 0 0,0 0 0,0 0 0,0 0 0,0 0 0,0 0 0,0 1 0,0-1 0,-3-19 0,4-23 0,3 19-1201,1 0 0,1 1 0,1-1 0,1 2 1,1-1-1,14-26 0,81-117-7205,-74 126 9798,45-47 0,2 9 3979,-56 57-2931,-20 18-2351,0 1 0,0-1-1,1 1 1,-1-1-1,1 1 1,-1 0-1,1 0 1,-1 0-1,1 0 1,0 0 0,-1 0-1,1 0 1,0 1-1,0-1 1,0 1-1,0-1 1,0 1-1,-1 0 1,1-1 0,0 1-1,3 1 1,-3-1 20,0 1 0,0 0 0,-1 0 0,1 0 0,-1 0 0,1 0 0,-1 0 0,1 1 0,-1-1 0,0 0 0,1 1 0,-1-1 0,0 1 1,0-1-1,0 1 0,0 0 0,1 3 0,3 9 349,0 1 1,-1 0-1,-1 0 0,2 19 1,-4-29-446,5 61-4093,-5 131 1,0 2-3436,-1-194 7280,0-1 0,1 1 0,0-1 0,0 1 1,0-1-1,0 0 0,1 0 0,0 1 1,3 4-1,6 6 235</inkml:trace>
</inkml:ink>
</file>

<file path=ppt/ink/ink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04:09:14.740"/>
    </inkml:context>
    <inkml:brush xml:id="br0">
      <inkml:brushProperty name="width" value="0.1" units="cm"/>
      <inkml:brushProperty name="height" value="0.1" units="cm"/>
      <inkml:brushProperty name="color" value="#00A0D7"/>
    </inkml:brush>
  </inkml:definitions>
  <inkml:trace contextRef="#ctx0" brushRef="#br0">1 0 8192,'27'8'12973,"-24"-5"-12210,10 16 3523,-7-9-4234,-1 0 1,-1 0-1,0 1 0,0 0 1,-1-1-1,0 1 1,-1 0-1,2 22 1,-4-28-171,0 1 0,-1 0 0,1-1 0,-1 1 0,0-1 0,-1 1-1,1-1 1,-1 1 0,0-1 0,0 0 0,-1 0 0,0 0 0,0 0 0,0 0 0,0-1 0,-1 1 0,1-1 0,-1 0 0,-5 4 0,1-2-1977,135 19-11943,-103-25 14038</inkml:trace>
</inkml:ink>
</file>

<file path=ppt/ink/ink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04:09:33.388"/>
    </inkml:context>
    <inkml:brush xml:id="br0">
      <inkml:brushProperty name="width" value="0.1" units="cm"/>
      <inkml:brushProperty name="height" value="0.1" units="cm"/>
      <inkml:brushProperty name="color" value="#00A0D7"/>
    </inkml:brush>
  </inkml:definitions>
  <inkml:trace contextRef="#ctx0" brushRef="#br0">1 79 8192,'9'-1'2776,"1"0"1,0-1-1,0 0 1,12-4-1,29-6 1364,190 7-5064,16-2-949,419-35-13352,-444 43 15225,-211-1 0</inkml:trace>
</inkml:ink>
</file>

<file path=ppt/ink/ink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04:12:56.562"/>
    </inkml:context>
    <inkml:brush xml:id="br0">
      <inkml:brushProperty name="width" value="0.1" units="cm"/>
      <inkml:brushProperty name="height" value="0.1" units="cm"/>
      <inkml:brushProperty name="color" value="#00A0D7"/>
    </inkml:brush>
  </inkml:definitions>
  <inkml:trace contextRef="#ctx0" brushRef="#br0">0 182 8192,'76'0'2236,"177"3"11086,-144 4-10858,691 12-9838,-520-22 5908,-104 3 1003,943-25-8256,-836 5 8719,849-39 0,-579 47 0,125-1 0,-33-2 0,119 2 0,-24 0 0,-404 3 0,67-6 0,376 4 2705,-474 15-2054,-202-3-216,133-1 4582,259 33 0,172 49-2919,6-37 1,-254-43-2099,-4-32 0,-400 30 0,-1-1 0,0-1 0,0 0 0,0-1 0,0 0 0,0-1 0,-1-1 0,16-9 0,-14 3 0</inkml:trace>
</inkml:ink>
</file>

<file path=ppt/ink/ink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04:13:45.875"/>
    </inkml:context>
    <inkml:brush xml:id="br0">
      <inkml:brushProperty name="width" value="0.1" units="cm"/>
      <inkml:brushProperty name="height" value="0.1" units="cm"/>
      <inkml:brushProperty name="color" value="#00A0D7"/>
    </inkml:brush>
  </inkml:definitions>
  <inkml:trace contextRef="#ctx0" brushRef="#br0">0 0 8192,'0'0'0</inkml:trace>
</inkml:ink>
</file>

<file path=ppt/ink/ink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04:15:19.169"/>
    </inkml:context>
    <inkml:brush xml:id="br0">
      <inkml:brushProperty name="width" value="0.1" units="cm"/>
      <inkml:brushProperty name="height" value="0.1" units="cm"/>
      <inkml:brushProperty name="color" value="#00A0D7"/>
    </inkml:brush>
  </inkml:definitions>
  <inkml:trace contextRef="#ctx0" brushRef="#br0">0 0 24288,'1899'102'0</inkml:trace>
</inkml:ink>
</file>

<file path=ppt/ink/ink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04:15:06.657"/>
    </inkml:context>
    <inkml:brush xml:id="br0">
      <inkml:brushProperty name="width" value="0.1" units="cm"/>
      <inkml:brushProperty name="height" value="0.1" units="cm"/>
      <inkml:brushProperty name="color" value="#00A0D7"/>
    </inkml:brush>
  </inkml:definitions>
  <inkml:trace contextRef="#ctx0" brushRef="#br0">1 289 8192,'156'12'12839,"-15"0"-8694,737-9-7278,-449-5-2048,1203-75-3489,-372 0 8670,62-6 0,-1133 72 0,-59 5 0,233-42 0,-314 37 0</inkml:trace>
</inkml:ink>
</file>

<file path=ppt/ink/ink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04:15:07.245"/>
    </inkml:context>
    <inkml:brush xml:id="br0">
      <inkml:brushProperty name="width" value="0.1" units="cm"/>
      <inkml:brushProperty name="height" value="0.1" units="cm"/>
      <inkml:brushProperty name="color" value="#00A0D7"/>
    </inkml:brush>
  </inkml:definitions>
  <inkml:trace contextRef="#ctx0" brushRef="#br0">0 0 8192,'1'5'83,"0"-1"-1,0 1 1,0-1 0,0 1 0,1-1-1,0 1 1,-1-1 0,2 0 0,-1 0 0,0 0-1,1 0 1,0 0 0,0-1 0,4 5 0,52 44 2620,15 3 3100,95 53 0,90 33-5185,-174-96-2487,353 162-40,-1 0-9156,-399-188 9834,-26-14 1222,1 0-1,-1 1 0,-1 1 1,1 0-1,-1 1 1,-1 0-1,1 1 1,-1 0-1,9 11 1,-18-19 27,0 0 0,0 0 0,0 1 0,0-1 0,0 0 0,-1 1 0,1-1 0,-1 1 0,1-1 1,-1 1-1,1-1 0,-1 1 0,0-1 0,0 1 0,0-1 0,0 1 0,0-1 0,0 1 0,0 0 0,0-1 0,0 1 1,-1-1-1,1 1 0,-1-1 0,1 0 0,-1 1 0,0-1 0,-1 2 0,0 0 87,-1 1 0,0-1 0,0-1 0,-1 1-1,1 0 1,-1-1 0,1 0 0,-1 0 0,0 0 0,-5 2 0,-12 4 454,-1-2 0,-43 8 1,-23-2-182,0-4 0,-1-4 0,-109-9 0,-261-46 1135,323 31-1513</inkml:trace>
</inkml:ink>
</file>

<file path=ppt/ink/ink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04:15:08.221"/>
    </inkml:context>
    <inkml:brush xml:id="br0">
      <inkml:brushProperty name="width" value="0.1" units="cm"/>
      <inkml:brushProperty name="height" value="0.1" units="cm"/>
      <inkml:brushProperty name="color" value="#00A0D7"/>
    </inkml:brush>
  </inkml:definitions>
  <inkml:trace contextRef="#ctx0" brushRef="#br0">38 0 8192,'9'192'5732,"37"214"1,-18-193-3758,21 563-6431,-49 5-2743,-4-321 5414,-46 711 1785,5-692 0,-11 146 0,54-534 0,2-47 0,-7 53 0,2-69 0</inkml:trace>
</inkml:ink>
</file>

<file path=ppt/ink/ink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04:15:09.018"/>
    </inkml:context>
    <inkml:brush xml:id="br0">
      <inkml:brushProperty name="width" value="0.1" units="cm"/>
      <inkml:brushProperty name="height" value="0.1" units="cm"/>
      <inkml:brushProperty name="color" value="#00A0D7"/>
    </inkml:brush>
  </inkml:definitions>
  <inkml:trace contextRef="#ctx0" brushRef="#br0">747 0 8192,'-3'0'655,"0"1"1,0-1-1,0 1 0,0 0 1,0 0-1,1 0 0,-1 0 1,0 0-1,1 0 1,-1 1-1,1-1 0,0 1 1,-1 0-1,1 0 0,0 0 1,-3 3-1,-29 39 6136,31-39-6701,-24 32-90,-3-1 0,-48 47 0,26-30 0,16-15-48,-30 34-869,-3-2 1,-143 109 0,139-124 2832,53-43-1420</inkml:trace>
</inkml:ink>
</file>

<file path=ppt/ink/ink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04:15:09.422"/>
    </inkml:context>
    <inkml:brush xml:id="br0">
      <inkml:brushProperty name="width" value="0.1" units="cm"/>
      <inkml:brushProperty name="height" value="0.1" units="cm"/>
      <inkml:brushProperty name="color" value="#00A0D7"/>
    </inkml:brush>
  </inkml:definitions>
  <inkml:trace contextRef="#ctx0" brushRef="#br0">1 1 8192,'37'6'8021,"-16"1"-7165,-1 2 0,29 16 0,-21-10 4025,175 74-4459,287 60-8338,28 11 34,-483-148 7788,-19-6 212,1 1 0,-1 1 0,0 0 0,-1 1 0,0 0 0,0 2 0,21 19 0,-26-19 2679</inkml:trace>
</inkml:ink>
</file>

<file path=ppt/ink/ink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04:15:11.808"/>
    </inkml:context>
    <inkml:brush xml:id="br0">
      <inkml:brushProperty name="width" value="0.1" units="cm"/>
      <inkml:brushProperty name="height" value="0.1" units="cm"/>
      <inkml:brushProperty name="color" value="#00A0D7"/>
    </inkml:brush>
  </inkml:definitions>
  <inkml:trace contextRef="#ctx0" brushRef="#br0">50 1276 8192,'0'-543'15432,"0"246"-12842,-2 256-2590,-2 1 0,-17-73 0,1 12 0,19 98 0,1 1 0,-1-1 0,1 1 0,0 0 0,-1-1 0,1 1 0,0-1 0,1 1 0,-1 0 0,0-1 0,1 1 0,-1-1 0,1 1 0,0 0 0,0-1 0,-1 1 0,2 0 0,-1 0 0,0 0 0,0 0 0,1 0 0,-1 0 0,1 0 0,0 0 0,-1 1 0,1-1 0,3-1 0,1 0 0,-1 1 0,1 0 0,0 0 0,1 1 0,-1-1 0,0 1 0,0 1 0,0-1 0,12 2 0,226 0-1833,442 2-11504,-393-3 10625,-251 1 2636,111-4 1465,-52-10 7323,16 1-4930,-93 11-3103,0 0 0,0-2 0,-1-1 0,1 0 0,38-14 1,-58 16-680,-1 0 0,1 1 0,0 0 0,0 0 0,0 0 0,0 0 0,0 0 0,0 1 0,0 0 0,0 0 0,0 0 0,6 1 0,-9 0 0,1-1 0,0 1 0,0 0 0,0 0 0,-1 0 0,1 1 0,-1-1 0,1 0 0,-1 1 0,1-1 0,-1 1 0,0-1 0,1 1 0,-1 0 0,0-1 0,0 1 0,0 0 0,-1 0 0,1 0 0,0 0 0,-1 0 0,1 0 0,-1 0 0,0 0 0,1 0 0,-1 2 0,6 84-2267,-10 48-5636,1-21 2622,3 239 2710,0-332 2571</inkml:trace>
</inkml:ink>
</file>

<file path=ppt/ink/ink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04:15:12.834"/>
    </inkml:context>
    <inkml:brush xml:id="br0">
      <inkml:brushProperty name="width" value="0.1" units="cm"/>
      <inkml:brushProperty name="height" value="0.1" units="cm"/>
      <inkml:brushProperty name="color" value="#00A0D7"/>
    </inkml:brush>
  </inkml:definitions>
  <inkml:trace contextRef="#ctx0" brushRef="#br0">1 0 8192,'0'84'3203,"0"40"7063,0-22-5713,0 52-4553,0-133 0</inkml:trace>
</inkml:ink>
</file>

<file path=ppt/ink/ink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04:15:13.847"/>
    </inkml:context>
    <inkml:brush xml:id="br0">
      <inkml:brushProperty name="width" value="0.1" units="cm"/>
      <inkml:brushProperty name="height" value="0.1" units="cm"/>
      <inkml:brushProperty name="color" value="#00A0D7"/>
    </inkml:brush>
  </inkml:definitions>
  <inkml:trace contextRef="#ctx0" brushRef="#br0">71 0 8192,'0'23'592,"1"37"6582,-13 100-1,-10-66-4090,12-46-3083,8-39 0,1 1 0,-1-1 0,-1 0 0,0 0 0,-5 13 0,8-22 0,0 0 0,0-1 0,0 1 0,0 0 0,0 0 0,0 0 0,-1-1 0,1 1 0,0 0 0,0 0 0,0 0 0,0-1 0,0 1 0,0 0 0,0 0 0,0 0 0,0 0 0,-1 0 0,1-1 0,0 1 0,0 0 0,0 0 0,0 0 0,0 0 0,-1 0 0,1 0 0,0-1 0,0 1 0,0 0 0,0 0 0,-1 0 0,1 0 0,0 0 0,0 0 0,0 0 0,-1 0 0,1 0 0,0 0 0,0 0 0,0 0 0,-1 0 0,1 0 0,0 0 0,0 0 0,0 0 0,-1 0 0,1 0 0,0 0 0,0 1 0,0-1 0,0 0 0,-1 0 0,1 0 0,0 0 0,0-21 0,4-7-848,1 1 1,1 0 0,2 0 0,0 1 0,2 0 0,1 0 0,1 1 0,1 0 0,2 2 0,0-1-1,26-30 1,-29 37-4109,10-15 2104,-21 30 2880,0 1 1,0 0-1,0 0 0,0 0 1,0 0-1,0 0 1,0 0-1,0 0 0,1 0 1,-1 0-1,0 0 1,1 0-1,-1 1 0,0-1 1,1 1-1,-1-1 1,3 1-1,-3 0 82,0 0-1,0 1 1,0-1 0,0 1-1,0 0 1,0-1-1,0 1 1,0 0 0,-1 0-1,1-1 1,0 1-1,0 0 1,0 0 0,-1 0-1,1 0 1,-1 0 0,1 0-1,-1 0 1,1 0-1,-1 0 1,1 1 0,-1-1-1,0 0 1,0 0-1,0 0 1,1 0 0,-1 2-1,3 38-853,-3-35 721,2 86-3149,-2 61 10707,-2-88-6884,0 11-7399,6-95 5621,2 2 1127</inkml:trace>
</inkml:ink>
</file>

<file path=ppt/ink/ink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04:15:14.160"/>
    </inkml:context>
    <inkml:brush xml:id="br0">
      <inkml:brushProperty name="width" value="0.1" units="cm"/>
      <inkml:brushProperty name="height" value="0.1" units="cm"/>
      <inkml:brushProperty name="color" value="#00A0D7"/>
    </inkml:brush>
  </inkml:definitions>
  <inkml:trace contextRef="#ctx0" brushRef="#br0">0 1 8192,'5'0'3356,"6"14"2640,-6 2-5996,2 4 0,1 4 0,-1 1 7459,-3 6-7459,-1 1 1211,-1 0-1211,-1-1 0,-1-1 0,0-6 0</inkml:trace>
</inkml:ink>
</file>

<file path=ppt/ink/ink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04:15:15.178"/>
    </inkml:context>
    <inkml:brush xml:id="br0">
      <inkml:brushProperty name="width" value="0.1" units="cm"/>
      <inkml:brushProperty name="height" value="0.1" units="cm"/>
      <inkml:brushProperty name="color" value="#00A0D7"/>
    </inkml:brush>
  </inkml:definitions>
  <inkml:trace contextRef="#ctx0" brushRef="#br0">0 109 8192,'0'306'16362,"0"-229"-14702,0 18-1660,0-57 0,0-34 0,0-13 0,1-31-922,2 0 0,11-56 1,-6 56-433,3 0 1,1 1 0,1 0 0,3 1-1,1 1 1,2 0 0,1 1 0,32-42 0,-50 75 1025,4-6-111,1 1 1,0 0 0,0 1-1,9-8 1,-15 14 426,0 0 0,0 0-1,0 0 1,0 1 0,0-1 0,0 0 0,0 1 0,0-1 0,0 1-1,0-1 1,0 1 0,0-1 0,0 1 0,1 0 0,-1-1 0,0 1 0,0 0-1,0 0 1,0 0 0,1 0 0,-1 0 0,0 0 0,0 1 0,0-1 0,1 0-1,-1 0 1,0 1 0,0-1 0,0 1 0,0-1 0,0 1 0,0 0-1,0-1 1,0 1 0,0 0 0,0-1 0,0 1 0,0 0 0,-1 0 0,1 0-1,0 0 1,0 0 0,-1 0 0,1 0 0,0 2 0,5 11 12,0 1 0,-1-1 0,-1 1 0,0-1 0,-1 1 0,-1 1 0,1 15 0,-2 115 0,-3-91 0,1 164 0,1-196 0</inkml:trace>
</inkml:ink>
</file>

<file path=ppt/ink/ink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04:15:15.922"/>
    </inkml:context>
    <inkml:brush xml:id="br0">
      <inkml:brushProperty name="width" value="0.1" units="cm"/>
      <inkml:brushProperty name="height" value="0.1" units="cm"/>
      <inkml:brushProperty name="color" value="#00A0D7"/>
    </inkml:brush>
  </inkml:definitions>
  <inkml:trace contextRef="#ctx0" brushRef="#br0">1 1 8192,'59'0'16362,"-44"0"-14702,-7-1-1660,-1 1 0,1 0 0,0 1 0,-1 0 0,1 0 0,0 1 0,13 4 0,-18-5 0,-1 1 0,1 0 0,-1 0 0,0 0 0,0 0 0,0 0 0,0 0 0,0 0 0,0 1 0,0-1 0,-1 1 0,1-1 0,-1 1 0,0-1 0,0 1 0,0 0 0,0 0 0,0 0 0,0 0 0,-1-1 0,0 1 0,1 0 0,-1 6 0,0-2 10,0 0 0,0-1 1,-1 1-1,1 0 0,-1 0 1,-1 0-1,0 0 1,1-1-1,-2 1 0,1-1 1,-5 8-1,-2 1-56,0-1-1,-2 0 1,-11 13-1,-9 11-451,17-14-9157,15-6 3721,0-16 5746,0 0 0,0-1-1,0 0 1,1 1 0,-1-1-1,0 0 1,1 1 0,-1-1-1,1 0 1,-1 0 0,1 0-1,0 0 1,-1-1 0,1 1-1,0 0 1,0-1 0,0 1-1,2 0 1,14 1 1660,0 0 0,0-1 1,33-2-1,-35 0-1386,0 0 2666,1-1 0,-1-1 0,18-5 0,2-1-8,-17 5-2744</inkml:trace>
</inkml:ink>
</file>

<file path=ppt/ink/ink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04:15:21.687"/>
    </inkml:context>
    <inkml:brush xml:id="br0">
      <inkml:brushProperty name="width" value="0.1" units="cm"/>
      <inkml:brushProperty name="height" value="0.1" units="cm"/>
      <inkml:brushProperty name="color" value="#00A0D7"/>
    </inkml:brush>
  </inkml:definitions>
  <inkml:trace contextRef="#ctx0" brushRef="#br0">0 0 8192,'0'121'14030,"0"-63"-10038,0 585-3992,0-621 0</inkml:trace>
</inkml:ink>
</file>

<file path=ppt/ink/ink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04:15:23.168"/>
    </inkml:context>
    <inkml:brush xml:id="br0">
      <inkml:brushProperty name="width" value="0.1" units="cm"/>
      <inkml:brushProperty name="height" value="0.1" units="cm"/>
      <inkml:brushProperty name="color" value="#00A0D7"/>
    </inkml:brush>
  </inkml:definitions>
  <inkml:trace contextRef="#ctx0" brushRef="#br0">0 0 18195,'0'1052'0</inkml:trace>
</inkml:ink>
</file>

<file path=ppt/ink/ink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04:17:15.473"/>
    </inkml:context>
    <inkml:brush xml:id="br0">
      <inkml:brushProperty name="width" value="0.1" units="cm"/>
      <inkml:brushProperty name="height" value="0.1" units="cm"/>
      <inkml:brushProperty name="color" value="#00A0D7"/>
    </inkml:brush>
  </inkml:definitions>
  <inkml:trace contextRef="#ctx0" brushRef="#br0">2365 1 8192,'-11'9'961,"0"0"1,-1-1 0,0 0-1,-17 8 1,-12 8 2582,-548 322-4972,192-120-3989,-454 338 3910,765-502 1507,34-27 0,1 2 0,2 2 0,-76 80 0,119-111 0,0 0 0,0 0 0,0 0 0,1 1 0,1 0 0,-7 16 0,10-23 0,0 1 0,0-1 0,1 1 0,-1-1 0,1 1 0,-1-1 0,1 1 0,0 0 0,0-1 0,0 1 0,1-1 0,-1 1 0,0-1 0,1 1 0,0-1 0,0 1 0,0-1 0,0 1 0,0-1 0,0 0 0,0 0 0,1 1 0,-1-1 0,1 0 0,0 0 0,-1-1 0,1 1 0,0 0 0,0 0 0,0-1 0,3 2 0,7 4 132,0-2 1,1 1-1,0-1 1,0-1-1,0 0 1,0-1-1,0-1 1,15 1-1,116 2 1505,-104-5-1495,213 0-1628,411-53 1,462-172 1485,-926 172 0,-121 30 0,0 3 0,2 3 0,119-9 0,-169 29 0,-31-2 0,0-1 0,0 1 0,0-1 0,-1 1 0,1-1 0,0 1 0,0-1 0,0 0 0,0 1 0,-1-1 0,1 1 0,0-1 0,-1 1 0,1-1 0,0 0 0,0 1 0,-1-1 0,1 0 0,-1 1 0,1-1 0,0 0 0,-1 1 0,1-1 0,-1 0 0,1 0 0,-1 0 0,1 1 0,-1-1 0,1 0 0,-1 0 0,-57 24 0,58-24 0,-528 221 385,516-215 82,-147 67 2716,91-46 1092,40-16-3361</inkml:trace>
</inkml:ink>
</file>

<file path=ppt/ink/ink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04:17:29.143"/>
    </inkml:context>
    <inkml:brush xml:id="br0">
      <inkml:brushProperty name="width" value="0.1" units="cm"/>
      <inkml:brushProperty name="height" value="0.1" units="cm"/>
      <inkml:brushProperty name="color" value="#00A0D7"/>
    </inkml:brush>
  </inkml:definitions>
  <inkml:trace contextRef="#ctx0" brushRef="#br0">225 206 8192,'-5'63'2011,"-15"32"5377,11-61-3682,-7 67 0,12-33-3101,7 114 1,-3-178-606,1 1 0,0 0 0,0-1 0,0 1 0,1 0 0,-1-1 0,1 0 0,0 1 0,1-1 0,-1 0 0,1 0 0,-1 0 0,1 0 0,0-1 0,1 1 0,-1-1 0,1 0 0,-1 0 0,1 0 0,0 0 0,0-1 0,0 1 0,0-1 0,1 0 0,-1 0 0,1-1 0,-1 1 0,1-1 0,8 1 0,-5-1 0,0 0 0,0 0 0,1-1 0,-1-1 0,0 1 0,0-1 0,1-1 0,-1 1 0,0-1 0,0-1 0,0 0 0,-1 0 0,1 0 0,-1-1 0,0 0 0,11-8 0,24-22 0,74-78 0,-108 102 11,-1 0 0,-1-1 0,0 0 1,0 0-1,-1 0 0,0 0 0,-1-1 1,-1 0-1,1 0 0,2-24 0,-3 7-165,-1 0-1,-2-1 0,-4-43 0,3 63-131,-1 1-1,0-1 0,0 0 0,-1 1 0,0 0 0,-1 0 0,0 0 0,-1 0 0,0 0 0,-10-12 0,5 8-709,-1 1-1,-1 0 1,0 1 0,0 0-1,-25-16 1,-4 4-1102,0 1 0,-1 3 0,-69-23 0,73 29 2098,-2 2 0,1 1 0,-76-7 0,87 15 0</inkml:trace>
</inkml:ink>
</file>

<file path=ppt/ink/ink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04:17:30.802"/>
    </inkml:context>
    <inkml:brush xml:id="br0">
      <inkml:brushProperty name="width" value="0.1" units="cm"/>
      <inkml:brushProperty name="height" value="0.1" units="cm"/>
      <inkml:brushProperty name="color" value="#00A0D7"/>
    </inkml:brush>
  </inkml:definitions>
  <inkml:trace contextRef="#ctx0" brushRef="#br0">0 0 8192,'291'0'16210,"-170"0"-14398,-99 0-1812</inkml:trace>
</inkml:ink>
</file>

<file path=ppt/ink/ink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04:17:31.298"/>
    </inkml:context>
    <inkml:brush xml:id="br0">
      <inkml:brushProperty name="width" value="0.1" units="cm"/>
      <inkml:brushProperty name="height" value="0.1" units="cm"/>
      <inkml:brushProperty name="color" value="#00A0D7"/>
    </inkml:brush>
  </inkml:definitions>
  <inkml:trace contextRef="#ctx0" brushRef="#br0">1 0 8192,'28'2'5130,"55"9"-1,-53-5-1248,44 1 1,95 6-3882,11 0 0,353-13 0,-506 0 0</inkml:trace>
</inkml:ink>
</file>

<file path=ppt/ink/ink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04:17:31.655"/>
    </inkml:context>
    <inkml:brush xml:id="br0">
      <inkml:brushProperty name="width" value="0.1" units="cm"/>
      <inkml:brushProperty name="height" value="0.1" units="cm"/>
      <inkml:brushProperty name="color" value="#00A0D7"/>
    </inkml:brush>
  </inkml:definitions>
  <inkml:trace contextRef="#ctx0" brushRef="#br0">151 0 8192,'5'2'232,"0"-1"-1,-1 1 1,1 0 0,-1 0 0,1 0-1,-1 1 1,0 0 0,0 0 0,0 0-1,-1 0 1,5 5 0,8 5 343,118 98 5172,-83-66-1792,63 42 0,-104-80-3873,-1 0 0,1 0 0,-1 1 0,-1 0 0,1 1 0,-2 0 0,13 17-1,-19-24-71,1 1-1,-1-1 0,1 1 1,-1-1-1,0 1 0,0-1 1,0 1-1,0 0 0,-1 0 0,1-1 1,-1 1-1,0 0 0,1 0 1,-1 0-1,0 0 0,-1-1 0,1 1 1,-1 0-1,1 0 0,-1-1 1,0 1-1,0 0 0,0 0 1,0-1-1,0 1 0,-1-1 0,1 0 1,-1 1-1,1-1 0,-1 0 1,0 0-1,0 0 0,0 0 0,0 0 1,-1 0-1,1 0 0,-5 2 1,-39 23-2282,-92 40 0,14-8-1537,83-37 3626,-124 61-9101,120-68 9082,24-11 202</inkml:trace>
</inkml:ink>
</file>

<file path=ppt/ink/ink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04:17:32.603"/>
    </inkml:context>
    <inkml:brush xml:id="br0">
      <inkml:brushProperty name="width" value="0.1" units="cm"/>
      <inkml:brushProperty name="height" value="0.1" units="cm"/>
      <inkml:brushProperty name="color" value="#00A0D7"/>
    </inkml:brush>
  </inkml:definitions>
  <inkml:trace contextRef="#ctx0" brushRef="#br0">1 316 8192,'3'74'2616,"1"-34"1894,3 0 1,14 53-1,-2-35-2635,-16-52-1875,2 10 0,0 0 0,2 0 0,0-1 0,1 0 0,0-1 0,18 24 0,-25-38 0,0 1 0,-1-1 0,1 1 0,0-1 0,0 0 0,-1 1 0,1-1 0,0 0 0,0 0 0,-1 0 0,1 1 0,0-1 0,0 0 0,0 0 0,-1 0 0,1 0 0,0 0 0,0-1 0,0 1 0,-1 0 0,1 0 0,0 0 0,0-1 0,-1 1 0,1 0 0,0-1 0,0 1 0,-1-1 0,1 1 0,0-1 0,-1 1 0,1-1 0,-1 1 0,1-1 0,-1 0 0,1 1 0,-1-1 0,1 0 0,-1 1 0,0-1 0,1 0 0,-1 0 0,0 1 0,0-1 0,1 0 0,-1-1 0,19-49 0,-15 40 0,8-26 0,2 1 0,2 1 0,1 0 0,2 2 0,1 0 0,1 1 0,2 1 0,43-46 0,-49 61 0,155-138 0,-148 135 0,0 2 0,1 0 0,1 2 0,1 1 0,46-17 0,-70 30 0,0-1 0,1 1 0,-1 1 0,0-1 0,1 0 0,-1 1 0,1 0 0,-1 0 0,0 0 0,1 0 0,-1 0 0,1 1 0,-1-1 0,0 1 0,1 0 0,-1 0 0,0 0 0,0 1 0,4 1 0,-3 1 0,0-1 0,0 0 0,0 1 0,-1 0 0,1-1 0,-1 1 0,0 1 0,0-1 0,-1 0 0,1 1 0,2 7 0,3 12 0,-1-1 0,-1 1 0,-2 0 0,3 33 0,-6-48 0,8 101 0,-5 0 0,-11 111 0,6-206 0,-2 1 0,1-1 0,-2 0 0,0 0 0,0 0 0,-2-1 0,0 1 0,0-1 0,-11 15 0,14-24 0,1-1 0,-1 1 0,0-1 0,-1 0 0,1 0 0,-1 0 0,1-1 0,-1 0 0,0 1 0,-1-1 0,1 0 0,0-1 0,-1 1 0,0-1 0,1 0 0,-1 0 0,0 0 0,0-1 0,0 0 0,0 0 0,-1 0 0,1-1 0,0 1 0,0-1 0,0 0 0,0-1 0,-1 1 0,1-1 0,0 0 0,-10-4 0,9 2 0,-1 0 0,1 0 0,0-1 0,0 0 0,0-1 0,1 1 0,-1-1 0,1 0 0,0-1 0,0 1 0,1-1 0,-5-8 0,-8-13 0,-19-43 0,22 41 0,-84-182-4908,-15-33-5127,21 92 6956,89 147 3079,-23-32 0,-33-37 0,46 61 0</inkml:trace>
</inkml:ink>
</file>

<file path=ppt/ink/ink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04:17:33.952"/>
    </inkml:context>
    <inkml:brush xml:id="br0">
      <inkml:brushProperty name="width" value="0.1" units="cm"/>
      <inkml:brushProperty name="height" value="0.1" units="cm"/>
      <inkml:brushProperty name="color" value="#00A0D7"/>
    </inkml:brush>
  </inkml:definitions>
  <inkml:trace contextRef="#ctx0" brushRef="#br0">0 104 8192,'26'-2'4558,"-1"0"0,28-7 0,38-3-210,202-14-4348,-35 0 138,-173 14-487,125-3 0,-150 16-1888,-35-1 5034</inkml:trace>
</inkml:ink>
</file>

<file path=ppt/ink/ink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04:17:34.372"/>
    </inkml:context>
    <inkml:brush xml:id="br0">
      <inkml:brushProperty name="width" value="0.1" units="cm"/>
      <inkml:brushProperty name="height" value="0.1" units="cm"/>
      <inkml:brushProperty name="color" value="#00A0D7"/>
    </inkml:brush>
  </inkml:definitions>
  <inkml:trace contextRef="#ctx0" brushRef="#br0">0 1 8192,'223'0'13965,"-115"0"-9908,584 0-4057,-667 0 0</inkml:trace>
</inkml:ink>
</file>

<file path=ppt/ink/ink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05:16:53.721"/>
    </inkml:context>
    <inkml:brush xml:id="br0">
      <inkml:brushProperty name="width" value="0.1" units="cm"/>
      <inkml:brushProperty name="height" value="0.1" units="cm"/>
      <inkml:brushProperty name="color" value="#00A0D7"/>
    </inkml:brush>
  </inkml:definitions>
  <inkml:trace contextRef="#ctx0" brushRef="#br0">0 104 8192,'20'2'1795,"0"0"0,0 1 1,26 7-1,15 3-157,158 14-2769,0-9-1,298-14 0,444-76-3725,-612 40 4290,1794-47 567,-1312 81 0,-783-2 0</inkml:trace>
</inkml:ink>
</file>

<file path=ppt/ink/ink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05:16:58.569"/>
    </inkml:context>
    <inkml:brush xml:id="br0">
      <inkml:brushProperty name="width" value="0.1" units="cm"/>
      <inkml:brushProperty name="height" value="0.1" units="cm"/>
      <inkml:brushProperty name="color" value="#00A0D7"/>
    </inkml:brush>
  </inkml:definitions>
  <inkml:trace contextRef="#ctx0" brushRef="#br0">1 0 8192,'0'0'0</inkml:trace>
</inkml:ink>
</file>

<file path=ppt/ink/ink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05:17:15.498"/>
    </inkml:context>
    <inkml:brush xml:id="br0">
      <inkml:brushProperty name="width" value="0.1" units="cm"/>
      <inkml:brushProperty name="height" value="0.1" units="cm"/>
      <inkml:brushProperty name="color" value="#00A0D7"/>
    </inkml:brush>
  </inkml:definitions>
  <inkml:trace contextRef="#ctx0" brushRef="#br0">0 1 8192,'0'0'0</inkml:trace>
</inkml:ink>
</file>

<file path=ppt/ink/ink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05:17:53.931"/>
    </inkml:context>
    <inkml:brush xml:id="br0">
      <inkml:brushProperty name="width" value="0.1" units="cm"/>
      <inkml:brushProperty name="height" value="0.1" units="cm"/>
      <inkml:brushProperty name="color" value="#00A0D7"/>
    </inkml:brush>
  </inkml:definitions>
  <inkml:trace contextRef="#ctx0" brushRef="#br0">0 79 8192,'48'0'13531,"-22"0"-9040,104 2-4491,146-4 0,-145-10 0,98-2 0,191-1 0,-215 4 0,33-4 0,-104 5 0,189 8 0,-147 5 0,337-3 0,-491 0 0</inkml:trace>
</inkml:ink>
</file>

<file path=ppt/ink/ink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05:17:54.870"/>
    </inkml:context>
    <inkml:brush xml:id="br0">
      <inkml:brushProperty name="width" value="0.1" units="cm"/>
      <inkml:brushProperty name="height" value="0.1" units="cm"/>
      <inkml:brushProperty name="color" value="#00A0D7"/>
    </inkml:brush>
  </inkml:definitions>
  <inkml:trace contextRef="#ctx0" brushRef="#br0">1 1 8192,'92'0'15133,"-49"0"-12244,1001 0-19701,-782 13 16198,-5 0 18,1692-14 10761,-1932 1-7341,32 0 1187,-22 0-2989</inkml:trace>
</inkml:ink>
</file>

<file path=ppt/ink/ink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05:17:58.430"/>
    </inkml:context>
    <inkml:brush xml:id="br0">
      <inkml:brushProperty name="width" value="0.1" units="cm"/>
      <inkml:brushProperty name="height" value="0.1" units="cm"/>
      <inkml:brushProperty name="color" value="#00A0D7"/>
    </inkml:brush>
  </inkml:definitions>
  <inkml:trace contextRef="#ctx0" brushRef="#br0">0 106 8192,'134'0'3102,"68"0"6977,-30 0-5238,737 0-4841,-747-13 0,-2-1 0,-105 14 0,277-14 0,-168 2 0,189 11 0,-151 4 0,108-3-2349,156 0-5751,-79 0 2981,217 0 2665,-570-2 2454,55-9 0,-52 5 0,42-1 0,17 6 0,-16 1 0,112-14 0,-38 0 2674,79 15 6104,-88 2-4780,-44-3-1426,-80 0-2572</inkml:trace>
</inkml:ink>
</file>

<file path=ppt/ink/ink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05:17:59.115"/>
    </inkml:context>
    <inkml:brush xml:id="br0">
      <inkml:brushProperty name="width" value="0.1" units="cm"/>
      <inkml:brushProperty name="height" value="0.1" units="cm"/>
      <inkml:brushProperty name="color" value="#00A0D7"/>
    </inkml:brush>
  </inkml:definitions>
  <inkml:trace contextRef="#ctx0" brushRef="#br0">1 0 8192,'484'0'10431,"-246"0"-8032,2095 0-15229,-1959 13 12830,-29 0 0,848-12 1740,-541-2 14542</inkml:trace>
</inkml:ink>
</file>

<file path=ppt/ink/ink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05:18:01.351"/>
    </inkml:context>
    <inkml:brush xml:id="br0">
      <inkml:brushProperty name="width" value="0.1" units="cm"/>
      <inkml:brushProperty name="height" value="0.1" units="cm"/>
      <inkml:brushProperty name="color" value="#00A0D7"/>
    </inkml:brush>
  </inkml:definitions>
  <inkml:trace contextRef="#ctx0" brushRef="#br0">217 1 8192,'-1'12'1092,"-1"0"0,0 0 0,0 0 1,-1-1-1,-1 1 0,0-1 0,-1 0 1,0 0-1,0 0 0,-1 0 0,-11 13 1,-10 13 1364,-52 53 1,63-76-2458,12-11 0,1 0 0,0-1 0,-1 1 0,1 0 0,0 1 0,0-1 0,1 0 0,-1 1 0,1 0 0,0 0 0,0-1 0,-3 7 0,6-9 0,-1 0 0,1 0 0,-1 1 0,1-1 0,-1 0 0,1 0 0,0 0 0,0-1 0,-1 1 0,1 0 0,0 0 0,0 0 0,0 0 0,0-1 0,0 1 0,0 0 0,0-1 0,0 1 0,0-1 0,0 1 0,0-1 0,0 0 0,1 1 0,-1-1 0,0 0 0,0 0 0,0 0 0,1 0 0,1 0 0,43 2 0,-40-2 0,16-1-1197,0-1 0,37-9 0,30-2-3057,-73 12 2982,0 0-1,1 0 1,-1-2 0,0 0 0,-1-1 0,1 0 0,19-9 0,-17-4 3146,-16 13-982,-1 1 0,1-1 0,0 1 0,-1-1 0,0 0 1,0 0-1,1-7 0,-2-30 6244,-4 18-5261,1 13-2108,0 0-1,0 1 1,-1 0 0,0 0 0,-1 0 0,1 0 0,-2 1 0,1 0 0,-1 0 0,-1 0 0,-13-12 0,8 10-326</inkml:trace>
</inkml:ink>
</file>

<file path=ppt/ink/ink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05:18:02.081"/>
    </inkml:context>
    <inkml:brush xml:id="br0">
      <inkml:brushProperty name="width" value="0.1" units="cm"/>
      <inkml:brushProperty name="height" value="0.1" units="cm"/>
      <inkml:brushProperty name="color" value="#00A0D7"/>
    </inkml:brush>
  </inkml:definitions>
  <inkml:trace contextRef="#ctx0" brushRef="#br0">1 0 8192,'14'0'8819,"8"15"-862,-10-4-7957,3-1 1246,-1 3-1246,2-2 0,-3 2 0,2-2 0,-2-2 0</inkml:trace>
</inkml:ink>
</file>

<file path=ppt/ink/ink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05:37:24.355"/>
    </inkml:context>
    <inkml:brush xml:id="br0">
      <inkml:brushProperty name="width" value="0.1" units="cm"/>
      <inkml:brushProperty name="height" value="0.1" units="cm"/>
      <inkml:brushProperty name="color" value="#00A0D7"/>
    </inkml:brush>
  </inkml:definitions>
  <inkml:trace contextRef="#ctx0" brushRef="#br0">1 55 8192,'76'-3'13736,"-26"-4"-9450,42-10-4286,0 4 0,96-1 0,189 14 0,-163 3 0,472 12-8820,-444-4 4219,328-27 0,-316 5 3902,-86 11 3635,-125 0 12849</inkml:trace>
</inkml:ink>
</file>

<file path=ppt/ink/ink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05:42:32.169"/>
    </inkml:context>
    <inkml:brush xml:id="br0">
      <inkml:brushProperty name="width" value="0.1" units="cm"/>
      <inkml:brushProperty name="height" value="0.1" units="cm"/>
      <inkml:brushProperty name="color" value="#00A0D7"/>
    </inkml:brush>
  </inkml:definitions>
  <inkml:trace contextRef="#ctx0" brushRef="#br0">1 0 8192,'163'0'14389,"-90"0"-10756,2233 0-3633,-2283 0 0</inkml:trace>
</inkml:ink>
</file>

<file path=ppt/ink/ink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05:50:39.497"/>
    </inkml:context>
    <inkml:brush xml:id="br0">
      <inkml:brushProperty name="width" value="0.1" units="cm"/>
      <inkml:brushProperty name="height" value="0.1" units="cm"/>
      <inkml:brushProperty name="color" value="#00A0D7"/>
    </inkml:brush>
  </inkml:definitions>
  <inkml:trace contextRef="#ctx0" brushRef="#br0">0 58 8192,'4'-3'854,"-1"1"1,0-1-1,1 1 0,0 0 1,-1 0-1,1 0 0,0 1 1,0-1-1,0 1 1,6-1-1,50-7 4629,-15 3-3380,18-3-1872,0 2 0,0 3 0,112 7 0,-47 0-117,426-3-3284,277 0-7034,-142 0 5556,-391 13 4648,4 1 0,858-15 0,-948 14 0,-14-1 0,167-13 0,154 3 0,-313 10 0,104 2 0,646-15 0,-760 14 0,-14 0 0,559-14 0,-546-12 0,-13 1 0,547 11 6196,-345 2-2227,-328-1-2487,6 2 643,0-4 0,93-14 0,-53 5-2125,-80 11 0</inkml:trace>
</inkml:ink>
</file>

<file path=ppt/ink/ink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05:50:40.743"/>
    </inkml:context>
    <inkml:brush xml:id="br0">
      <inkml:brushProperty name="width" value="0.1" units="cm"/>
      <inkml:brushProperty name="height" value="0.1" units="cm"/>
      <inkml:brushProperty name="color" value="#00A0D7"/>
    </inkml:brush>
  </inkml:definitions>
  <inkml:trace contextRef="#ctx0" brushRef="#br0">0 67 8192,'498'0'12411,"-374"0"-11450,2572 0-14333,-2398-13 13372,-28 0 0,-10 0 0,27 0 0,-127 16 837,169-6 1682,-283-6 2477,-28 3-3996</inkml:trace>
</inkml:ink>
</file>

<file path=ppt/ink/ink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05:53:06.347"/>
    </inkml:context>
    <inkml:brush xml:id="br0">
      <inkml:brushProperty name="width" value="0.1" units="cm"/>
      <inkml:brushProperty name="height" value="0.1" units="cm"/>
      <inkml:brushProperty name="color" value="#00A0D7"/>
    </inkml:brush>
  </inkml:definitions>
  <inkml:trace contextRef="#ctx0" brushRef="#br0">0 154 8192,'222'0'12006,"-1"0"-7358,90 0-6597,412 0-11415,1186-77 12023,-1774 67 1341,690-33 0,-645 31 0,-60 1 0,-96 10 0</inkml:trace>
</inkml:ink>
</file>

<file path=ppt/ink/ink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05:53:07.135"/>
    </inkml:context>
    <inkml:brush xml:id="br0">
      <inkml:brushProperty name="width" value="0.1" units="cm"/>
      <inkml:brushProperty name="height" value="0.1" units="cm"/>
      <inkml:brushProperty name="color" value="#00A0D7"/>
    </inkml:brush>
  </inkml:definitions>
  <inkml:trace contextRef="#ctx0" brushRef="#br0">0 27 8192,'159'0'11326,"-1"-1"-6353,62-1-5284,294-10-7701,895 0 1304,-934 14 5440,-234 5 1268,364 59 0,-423-40 0,113 19 0,-213-35 2796,-60-9-2236</inkml:trace>
</inkml:ink>
</file>

<file path=ppt/ink/ink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05:58:22.206"/>
    </inkml:context>
    <inkml:brush xml:id="br0">
      <inkml:brushProperty name="width" value="0.1" units="cm"/>
      <inkml:brushProperty name="height" value="0.1" units="cm"/>
      <inkml:brushProperty name="color" value="#00A0D7"/>
    </inkml:brush>
  </inkml:definitions>
  <inkml:trace contextRef="#ctx0" brushRef="#br0">1 1 8192,'20'2'6064,"13"7"-3353,13 2-1321,282-6 5180,-181-7-5283,-117 2-1287</inkml:trace>
</inkml:ink>
</file>

<file path=ppt/ink/ink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05:58:22.797"/>
    </inkml:context>
    <inkml:brush xml:id="br0">
      <inkml:brushProperty name="width" value="0.1" units="cm"/>
      <inkml:brushProperty name="height" value="0.1" units="cm"/>
      <inkml:brushProperty name="color" value="#00A0D7"/>
    </inkml:brush>
  </inkml:definitions>
  <inkml:trace contextRef="#ctx0" brushRef="#br0">495 1 8192,'47'42'2056,"30"15"5479,27 23-126,-84-62-7209,-11-12-108,-1 0 1,0 1-1,-1 1 1,1-1-1,10 17 0,-17-23-85,0 1-1,0-1 1,0 1-1,-1-1 1,1 1-1,-1 0 1,1 0-1,-1-1 1,0 1 0,0 0-1,1 0 1,-1-1-1,-1 1 1,1 0-1,0 0 1,0-1-1,-1 1 1,1 0-1,0-1 1,-1 1-1,0 0 1,1-1-1,-1 1 1,0 0-1,0-1 1,0 0-1,0 1 1,0-1-1,0 1 1,-1-1-1,1 0 1,0 0-1,-1 0 1,1 0 0,-1 0-1,1 0 1,-1 0-1,1 0 1,-1-1-1,-2 2 1,-21 10-7,0-1 0,-52 14 0,-9 4 0,13-4 0,-80 18 0,99-31 0,1 3 0,0 2 0,1 3 0,-52 27 0,103-47 0,-1 1 0,1-1 0,0 1 0,-1 0 0,1-1 0,0 1 0,0 0 0,0 0 0,0 0 0,0 0 0,0 0 0,0 0 0,0 0 0,0 0 0,0 0 0,0 0 0,1 0 0,-1 1 0,0-1 0,1 0 0,-1 0 0,0 3 0,2-3 0,-1 0 0,1-1 0,-1 1 0,1 0 0,0 0 0,-1 0 0,1 0 0,0-1 0,0 1 0,0 0 0,-1-1 0,1 1 0,0-1 0,0 1 0,0-1 0,0 1 0,0-1 0,0 1 0,0-1 0,0 0 0,2 1 0,10 2 0,0-1 0,1 0 0,16 0 0,253 1-2174,147-5-5509,-41-1 2089,-366 3 4268</inkml:trace>
</inkml:ink>
</file>

<file path=ppt/ink/ink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05:58:23.143"/>
    </inkml:context>
    <inkml:brush xml:id="br0">
      <inkml:brushProperty name="width" value="0.1" units="cm"/>
      <inkml:brushProperty name="height" value="0.1" units="cm"/>
      <inkml:brushProperty name="color" value="#00A0D7"/>
    </inkml:brush>
  </inkml:definitions>
  <inkml:trace contextRef="#ctx0" brushRef="#br0">1 0 8192,'3'3'93,"0"-1"1,0 0-1,1 0 1,-1 0-1,1 0 1,-1 0-1,1-1 0,0 0 1,0 0-1,0 0 1,6 1-1,49 2 2285,-43-3-1607,299-1 12981,-264-10-13752,-30 4 0</inkml:trace>
</inkml:ink>
</file>

<file path=ppt/ink/ink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05:58:23.824"/>
    </inkml:context>
    <inkml:brush xml:id="br0">
      <inkml:brushProperty name="width" value="0.1" units="cm"/>
      <inkml:brushProperty name="height" value="0.1" units="cm"/>
      <inkml:brushProperty name="color" value="#00A0D7"/>
    </inkml:brush>
  </inkml:definitions>
  <inkml:trace contextRef="#ctx0" brushRef="#br0">0 332 8192,'1'0'135,"1"1"0,-1-1 0,0 1 0,0 0-1,0-1 1,0 1 0,0 0 0,0 0 0,0-1 0,0 1 0,-1 0 0,1 0 0,0 0 0,0 0 0,-1 0 0,1 0 0,0 0 0,-1 0 0,1 0 0,-1 1 0,1 1-1,11 35 4619,-7-23-3635,10 30 1594,11 53 0,4 15 1047,-30-110-3759,1-1 0,-1 0 0,1 0 0,0 1 0,0-1 0,0 0 0,0 0 0,0 0 0,1 0 0,-1 0 0,1 0 0,-1 0 0,1 0 0,0-1 0,-1 1 0,5 2 0,-6-4 0,1 0 0,-1 0 0,1 0 0,0 0 0,-1 0 0,1 0 0,-1 0 0,1 0 0,-1 0 0,1 0 0,0 0 0,-1 0 0,1 0 0,-1-1 0,1 1 0,-1 0 0,1 0 0,-1-1 0,1 1 0,-1 0 0,1-1 0,-1 1 0,0-1 0,1 0 0,13-23 0,21-90-3032,-25 77 1452,2 1 0,0 0 0,21-38 0,-20 51 1330,53-90-6406,-16 54 4021,-11 26 4065,-35 30-1246,1 1 1,-1-1-1,0 1 0,0 0 1,1 0-1,-1 1 0,1-1 1,0 1-1,-1 0 0,1 0 0,6 0 1,-7 1 249,0 1-1,0-1 1,0 1 0,0 0 0,0 0-1,0 0 1,0 0 0,-1 1 0,1 0-1,0-1 1,-1 1 0,1 1 0,-1-1-1,0 0 1,0 1 0,0 0 0,5 4-1,-2 1 238,-1-1-1,1 1 0,-1 0 0,0 0 1,-1 0-1,0 1 0,4 12 1,5 35-2807,-8 16-2263,-2 1 0,-10 82-1,1-106 4096,5-47 289,1 0 0,0 0 0,-1 0 0,0 0 0,1 1-1,-1-1 1,0 0 0,0 0 0,0-1 0,0 1-1,-1 0 1,1 0 0,0 0 0,-1-1 0,1 1-1,-1-1 1,0 1 0,1-1 0,-3 2 0,3-3 15,-1 0 0,1 0 0,-1 0 0,1-1 0,-1 1 0,1 0 0,0-1 0,-1 1 0,1 0 0,0-1 0,-1 0 0,1 1 0,0-1 0,0 0 0,0 1 0,-1-1 0,1 0 0,0 0 0,0 0 0,0 0 0,0 0 0,1 0 0,-1 0 0,0-1 0,-1-1 0,-23-40 0,20 34 0,-22-47 0,-32-91 0,-3-12 0,-31-41 0,71 157 0</inkml:trace>
</inkml:ink>
</file>

<file path=ppt/ink/ink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05:58:24.597"/>
    </inkml:context>
    <inkml:brush xml:id="br0">
      <inkml:brushProperty name="width" value="0.1" units="cm"/>
      <inkml:brushProperty name="height" value="0.1" units="cm"/>
      <inkml:brushProperty name="color" value="#00A0D7"/>
    </inkml:brush>
  </inkml:definitions>
  <inkml:trace contextRef="#ctx0" brushRef="#br0">2 1 8192,'0'257'16776,"-1"-257"-16772,1 1 0,0-1 0,0 1 0,0-1 0,0 1 0,0-1 0,0 1 0,-1-1 0,1 1 0,0-1 0,1 1 0,-1-1 0,0 1 0,0-1 0,0 1 0,0-1 0,0 0 0,0 1 0,1-1 0,-1 1 0,0-1 0,0 1 0,1-1 0,-1 0 0,0 1 0,0-1 0,1 1 0,-1-1 0,1 0 0,-1 1 0,0-1 0,1 0 0,-1 0 0,1 1 0,13-14 325,18-44 356,-23 42-593,0-2-92,-3 5 0,0 1 0,1 0 0,0 1 0,1-1 0,0 1 0,15-15 0,-22 25 0,-1 0 0,0 0 0,1-1 0,-1 1 0,0 0 0,1 0 0,-1 0 0,0-1 0,1 1 0,-1 0 0,0 0 0,1 0 0,-1 0 0,0 0 0,1 0 0,-1 0 0,0 0 0,1 0 0,-1 0 0,1 0 0,-1 0 0,0 0 0,1 0 0,-1 0 0,0 0 0,1 0 0,-1 0 0,0 1 0,1-1 0,-1 0 0,0 0 0,1 0 0,-1 1 0,0-1 0,1 0 0,-1 0 0,0 1 0,1-1 0,5 19 0,-3 25 0,-3-42 0,-1 13 0,4 43 0,-3-57 0,0 1 0,1-1 0,-1 0 0,0 1 0,1-1 0,-1 0 0,1 0 0,-1 1 0,1-1 0,0 0 0,-1 0 0,1 0 0,0 1 0,0-1 0,0 0 0,0 0 0,0-1 0,0 1 0,0 0 0,0 0 0,0 0 0,1-1 0,-1 1 0,0 0 0,1-1 0,-1 1 0,0-1 0,0 0 0,1 1 0,-1-1 0,1 0 0,-1 0 0,0 0 0,3 0 0,9-2 0</inkml:trace>
</inkml:ink>
</file>

<file path=ppt/ink/ink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05:58:24.863"/>
    </inkml:context>
    <inkml:brush xml:id="br0">
      <inkml:brushProperty name="width" value="0.1" units="cm"/>
      <inkml:brushProperty name="height" value="0.1" units="cm"/>
      <inkml:brushProperty name="color" value="#00A0D7"/>
    </inkml:brush>
  </inkml:definitions>
  <inkml:trace contextRef="#ctx0" brushRef="#br0">1 0 8192,'0'5'11332,"0"5"-11332,0 6 0,0 4 6690,0 3-6690,0-2 0</inkml:trace>
</inkml:ink>
</file>

<file path=ppt/ink/ink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05:58:25.514"/>
    </inkml:context>
    <inkml:brush xml:id="br0">
      <inkml:brushProperty name="width" value="0.1" units="cm"/>
      <inkml:brushProperty name="height" value="0.1" units="cm"/>
      <inkml:brushProperty name="color" value="#00A0D7"/>
    </inkml:brush>
  </inkml:definitions>
  <inkml:trace contextRef="#ctx0" brushRef="#br0">0 0 8192,'33'19'594,"-1"0"0,41 35 1,-40-29 191,61 36 1,-28-28 1258,-37-21-112,-1 3 1,-1 0-1,0 1 0,-1 2 0,29 25 0,-52-41-1903,0 1 0,-1-1 1,1 1-1,-1 0 0,1 0 0,-1 1 0,0-1 0,0 0 1,0 1-1,-1-1 0,1 1 0,-1 0 0,0-1 1,0 1-1,0 0 0,0 0 0,-1-1 0,1 1 0,-1 0 1,0 0-1,-1 6 0,-1-5-8,1 0 1,-1 0-1,0 0 0,-1-1 1,1 1-1,-1 0 0,0-1 1,0 0-1,-1 1 1,1-1-1,-1-1 0,0 1 1,0 0-1,0-1 0,-6 4 1,-21 15-23,-55 28 0,73-43 0,-1-1 0,1-1 0,-2 0 0,1-1 0,0 0 0,-1-1 0,-16 1 0,8-3 0</inkml:trace>
</inkml:ink>
</file>

<file path=ppt/ink/ink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05:58:25.868"/>
    </inkml:context>
    <inkml:brush xml:id="br0">
      <inkml:brushProperty name="width" value="0.1" units="cm"/>
      <inkml:brushProperty name="height" value="0.1" units="cm"/>
      <inkml:brushProperty name="color" value="#00A0D7"/>
    </inkml:brush>
  </inkml:definitions>
  <inkml:trace contextRef="#ctx0" brushRef="#br0">451 1 8192,'-2'8'830,"0"-1"1,-1 1-1,0-1 1,-1 1-1,0-1 0,0 0 1,0 0-1,-10 10 1,9-9 47,-62 79-94,39-54 1387,-3-1 0,0-1 0,-63 47 0,-44 30-1969,122-92-202</inkml:trace>
</inkml:ink>
</file>

<file path=ppt/ink/ink1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05:58:28.023"/>
    </inkml:context>
    <inkml:brush xml:id="br0">
      <inkml:brushProperty name="width" value="0.1" units="cm"/>
      <inkml:brushProperty name="height" value="0.1" units="cm"/>
      <inkml:brushProperty name="color" value="#00A0D7"/>
    </inkml:brush>
  </inkml:definitions>
  <inkml:trace contextRef="#ctx0" brushRef="#br0">1 177 8192,'2'0'838,"1"1"0,-1 0 0,0-1 0,1 1 0,-1 0 0,0 0 0,0 0 0,10 8 4190,-8-4-4190,28 33 4040,-18-21-4512,1-1-329,-1 0 0,2-2 0,0 0 0,0-1 0,1 0 0,31 16 0,-42-26-38,0 0-1,0-1 0,0 0 0,1 0 0,-1 0 0,1-1 0,-1 0 0,1 0 0,-1 0 0,1-1 0,0 0 0,-1-1 0,1 1 0,-1-1 0,1 0 0,-1-1 0,0 0 0,1 0 0,-1 0 0,0-1 0,0 0 0,0 0 0,-1 0 0,1-1 0,7-6 0,60-47 2,61-52 0,37-48 0,-147 132 0</inkml:trace>
</inkml:ink>
</file>

<file path=ppt/ink/ink1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05:58:29.626"/>
    </inkml:context>
    <inkml:brush xml:id="br0">
      <inkml:brushProperty name="width" value="0.1" units="cm"/>
      <inkml:brushProperty name="height" value="0.1" units="cm"/>
      <inkml:brushProperty name="color" value="#00A0D7"/>
    </inkml:brush>
  </inkml:definitions>
  <inkml:trace contextRef="#ctx0" brushRef="#br0">0 427 8192,'7'45'11638,"17"28"-6348,-12-39-4505,-8-23-721,0 0 0,1 0 1,0 0-1,0-1 0,15 19 1,-19-27-67,0 0 0,1 0 0,-1 0-1,1 0 1,-1-1 0,1 1 0,0 0 0,-1-1 0,1 0 0,0 1 0,0-1 0,0 0 0,0 0 0,0 0 0,1 0-1,-1 0 1,0-1 0,0 1 0,1-1 0,-1 1 0,0-1 0,1 0 0,-1 0 0,0 0 0,1 0 0,-1-1-1,0 1 1,0 0 0,1-1 0,-1 0 0,0 1 0,0-1 0,0 0 0,0 0 0,1 0 0,1-2 0,6-6-241,1-1 0,-1 0 1,-1-1-1,0 0 1,-1 0-1,0-1 0,0 0 1,7-17-1,24-34-544,45-56-1598,96-124-8347,-93 147 8798,-60 72 1934,-4 6 0</inkml:trace>
</inkml:ink>
</file>

<file path=ppt/ink/ink1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05:58:33.348"/>
    </inkml:context>
    <inkml:brush xml:id="br0">
      <inkml:brushProperty name="width" value="0.1" units="cm"/>
      <inkml:brushProperty name="height" value="0.1" units="cm"/>
      <inkml:brushProperty name="color" value="#00A0D7"/>
    </inkml:brush>
  </inkml:definitions>
  <inkml:trace contextRef="#ctx0" brushRef="#br0">631 0 8192,'-3'13'6239,"-7"1"-3579,-32 26-2979,31-31 1904,-21 16-456,-1-1 0,-1-2 1,-1-1-1,-1-2 0,-50 19 0,-21 11-47,45-20-1082,42-22 0,1 1 0,0 2 0,1 0 0,-29 20 0,45-28 0,1 0 0,-1 0 0,1 0 0,-1 0 0,1 0 0,0 1 0,0-1 0,0 0 0,0 1 0,0-1 0,0 1 0,1-1 0,-1 1 0,1-1 0,0 1 0,0-1 0,0 1 0,0-1 0,0 1 0,0-1 0,1 1 0,-1-1 0,1 1 0,0-1 0,0 1 0,0-1 0,0 0 0,0 1 0,2 1 0,5 13 0,1-1 0,23 29 0,-20-29 0,168 205-2646,-101-131 1936,288 323-6623,34-36 0,-355-342 7333,1-2 0,63 33 0,-86-52 0</inkml:trace>
</inkml:ink>
</file>

<file path=ppt/ink/ink1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05:58:42.183"/>
    </inkml:context>
    <inkml:brush xml:id="br0">
      <inkml:brushProperty name="width" value="0.1" units="cm"/>
      <inkml:brushProperty name="height" value="0.1" units="cm"/>
      <inkml:brushProperty name="color" value="#00A0D7"/>
    </inkml:brush>
  </inkml:definitions>
  <inkml:trace contextRef="#ctx0" brushRef="#br0">1 0 8192,'0'14'2767,"0"0"1,1-1 0,1 1 0,6 22-1,-6-29-2069,1 1-1,0-1 0,0 0 0,1 0 0,8 11 1,-1-1-698,2-1 0,0 0 0,0-1 0,22 18 0,-28-28 0,0 0 0,0 0 0,1-1 0,0 0 0,0 0 0,0-1 0,0 0 0,0 0 0,1-1 0,-1 0 0,1-1 0,13 2 0,-3-3 0,0 0 0,0-2 0,0 0 0,0 0 0,0-2 0,-1-1 0,1 0 0,-1-1 0,23-11 0,-14 3 0,-1-1 0,0-1 0,-1-1 0,-1-2 0,24-23 0,-18 14 0</inkml:trace>
</inkml:ink>
</file>

<file path=ppt/ink/ink1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05:59:03.755"/>
    </inkml:context>
    <inkml:brush xml:id="br0">
      <inkml:brushProperty name="width" value="0.1" units="cm"/>
      <inkml:brushProperty name="height" value="0.1" units="cm"/>
      <inkml:brushProperty name="color" value="#00A0D7"/>
    </inkml:brush>
  </inkml:definitions>
  <inkml:trace contextRef="#ctx0" brushRef="#br0">1 208 8192,'19'-1'3414,"-1"-1"1,37-9-1,-35 7-821,0 0 0,27-1 0,77-8-8851,-80 7 1652,47-1 0,-71 6 3842,1-1 0,29-8 0,-28 6 677,-1 0 1,24-1-1,685 3 1538,-356 5-922,190-3-2014,-544-1 1939,-1-1 0,34-8 1,-32 6-760,0 0 1,24-1-1,4 4 2431,78-5 10065,-71-2-10118,-11 2-1945,0 2 0,1 1 0,57 6 0,68-4 48,-85-11-176,-54 6 0,55-2 0,-59 7-2103,51-10 0,-50 5-867,45-1 0,460 7-4906,-509-1 7876,0-1 0,29-8 0,-27 5 0,45-3 0,538 7 5325,-294 3 229,-275-2 1387,-31 0-6739,12 0-202</inkml:trace>
</inkml:ink>
</file>

<file path=ppt/ink/ink1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05:59:05.551"/>
    </inkml:context>
    <inkml:brush xml:id="br0">
      <inkml:brushProperty name="width" value="0.1" units="cm"/>
      <inkml:brushProperty name="height" value="0.1" units="cm"/>
      <inkml:brushProperty name="color" value="#00A0D7"/>
    </inkml:brush>
  </inkml:definitions>
  <inkml:trace contextRef="#ctx0" brushRef="#br0">231 0 8192,'-13'30'13955,"7"-20"-11961,0-1 79,-16 28-2073,9-17 0,1 1 0,1 0 0,-14 38 0,11-22 0,-2 0 0,-2-2 0,-34 53 0,35-61 0,17-26 0,-1 0 0,0-1 0,1 1 0,-1 0 0,1 0 0,0-1 0,-1 1 0,1 0 0,0 0 0,-1 0 0,1 0 0,0-1 0,0 1 0,0 0 0,0 0 0,0 0 0,0 0 0,0 0 0,0 0 0,0-1 0,0 1 0,0 0 0,1 0 0,-1 0 0,0 0 0,1 0 0,-1-1 0,1 2 0,1 0 0,-1-1 0,0 0 0,1 0 0,0 0 0,-1-1 0,1 1 0,0 0 0,-1 0 0,1-1 0,0 1 0,0-1 0,-1 0 0,4 1 0,11 0 0,1-1 0,27-3 0,-27 2 0,168 2-718,71-5-1361,-198-7 2068,-55 11 54,0-1 1,-1 1-1,1-1 1,-1 0-1,1 0 1,0 0-1,-1 0 1,0-1-1,1 1 1,-1 0 0,0-1-1,0 0 1,0 0-1,0 1 1,0-1-1,0 0 1,0-1-1,1-1 1,-3 2-110,0 1-1,0-1 1,0 1-1,0-1 1,0 1 0,-1-1-1,1 1 1,0-1-1,-1 1 1,1 0-1,-1-1 1,0 1 0,1 0-1,-1-1 1,0 1-1,0 0 1,0 0 0,0 0-1,0 0 1,0 0-1,0 0 1,0 0 0,0 0-1,-1 0 1,-1-1-1,-41-22-3170,33 18 2256,10 6 1051,-20-11-722,-23-17-7764,28 16 8544,-69-51-535,56 43 134,0-2 0,-42-41 0,-9-39 11605</inkml:trace>
</inkml:ink>
</file>

<file path=ppt/ink/ink1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05:59:06.237"/>
    </inkml:context>
    <inkml:brush xml:id="br0">
      <inkml:brushProperty name="width" value="0.1" units="cm"/>
      <inkml:brushProperty name="height" value="0.1" units="cm"/>
      <inkml:brushProperty name="color" value="#00A0D7"/>
    </inkml:brush>
  </inkml:definitions>
  <inkml:trace contextRef="#ctx0" brushRef="#br0">1 16 8192,'4'0'18022,"6"0"-18022,6 0 0,4 0 0,-1-5 0,0 0 0,-2-1 0</inkml:trace>
</inkml:ink>
</file>

<file path=ppt/ink/ink1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05:59:25.644"/>
    </inkml:context>
    <inkml:brush xml:id="br0">
      <inkml:brushProperty name="width" value="0.1" units="cm"/>
      <inkml:brushProperty name="height" value="0.1" units="cm"/>
      <inkml:brushProperty name="color" value="#00A0D7"/>
    </inkml:brush>
  </inkml:definitions>
  <inkml:trace contextRef="#ctx0" brushRef="#br0">0 265 8192,'1'5'690,"0"-1"-1,0 1 1,1 0 0,0 0 0,-1-1 0,1 1 0,1-1-1,-1 0 1,1 0 0,-1 0 0,1 0 0,1 0 0,-1 0-1,0-1 1,1 1 0,0-1 0,0 0 0,8 5 0,-4-2-76,1 0 0,0-1 1,1 0-1,-1-1 0,1 0 1,0 0-1,19 3 1,-24-6-682,0-1 0,0 0 0,-1-1 0,1 1 0,0-1 0,0 0 0,-1 0 0,1-1 1,-1 1-1,1-1 0,-1 0 0,0 0 0,0-1 0,1 1 0,-2-1 0,7-5 0,8-7-535,-1-1-1,18-23 0,-3 3 193,20-13 1196,97-86-15096,-84 80 13372,-48 41 734</inkml:trace>
</inkml:ink>
</file>

<file path=ppt/ink/ink1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05:59:26.887"/>
    </inkml:context>
    <inkml:brush xml:id="br0">
      <inkml:brushProperty name="width" value="0.1" units="cm"/>
      <inkml:brushProperty name="height" value="0.1" units="cm"/>
      <inkml:brushProperty name="color" value="#00A0D7"/>
    </inkml:brush>
  </inkml:definitions>
  <inkml:trace contextRef="#ctx0" brushRef="#br0">3 254 8192,'-2'5'7640,"12"8"-2554,14 12 170,-23-24-5216,22 21-40,8 8 0,53 39 0,-82-66 0,1-1 0,-1 0 0,1 0 0,0 0 0,0-1 0,0 1 0,0-1 0,0 1 0,0-1 0,0 0 0,1 0 0,-1 0 0,0-1 0,0 1 0,1-1 0,-1 0 0,0 0 0,1 0 0,-1 0 0,0 0 0,1-1 0,-1 0 0,0 0 0,0 0 0,1 0 0,-1 0 0,0 0 0,0-1 0,0 1 0,0-1 0,-1 0 0,1 0 0,3-3 0,7-8-279,1 0 1,-2 0 0,0-1 0,-1-1-1,14-22 1,-13 18-47,0 1-1,2 0 1,19-19 0,21-11-7201,90-65 1,-130 104 7525,-2-1 0,1 2 0,0 0 0,1 0 0,14-5 0,-11 8 0</inkml:trace>
</inkml:ink>
</file>

<file path=ppt/ink/ink1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06:00:00.847"/>
    </inkml:context>
    <inkml:brush xml:id="br0">
      <inkml:brushProperty name="width" value="0.1" units="cm"/>
      <inkml:brushProperty name="height" value="0.1" units="cm"/>
      <inkml:brushProperty name="color" value="#00A0D7"/>
    </inkml:brush>
  </inkml:definitions>
  <inkml:trace contextRef="#ctx0" brushRef="#br0">174 0 8192,'-23'18'11510,"22"-16"-10904,-1 1 0,-9 20 4411,9-18-4734,-9 23-283,2 0 0,-10 48 0,11-42 0,-17 49 0,13-45 0,1 1 0,-8 49 0,2-3 0,16-83 0,0 0 0,1 0 0,-1 1 0,1-1 0,-1 0 0,1 0 0,0 1 0,0-1 0,0 0 0,0 1 0,1-1 0,-1 0 0,1 0 0,-1 1 0,1-1 0,0 0 0,-1 0 0,1 0 0,0 0 0,3 4 0,-3-5 0,1 0 0,0 1 0,0-1 0,0 0 0,0 0 0,0 0 0,0 0 0,0-1 0,0 1 0,0 0 0,0-1 0,1 0 0,-1 1 0,0-1 0,0 0 0,0 0 0,4-1 0,12-1 0,-1-2 0,0 0 0,0 0 0,22-11 0,-23 9 0,91-40-7082,-7 3-1510,-62 27 9046,28-18 5781,-58 29-5058,-1 0-1,1 0 1,-1-1 0,0 0 0,10-13 0,-15 16-985,0 1 0,0-1 1,0 0-1,0-1 1,-1 1-1,1 0 0,-1 0 1,0-1-1,1-4 1,-2 4-392,0-1 0,0 1 1,0 0-1,-1-1 1,0 1-1,0 0 1,0 0-1,0 0 1,0 0-1,-1 0 0,0 0 1,0 0-1,0 0 1,-1 1-1,1-1 1,-1 1-1,-5-7 0,-8-6-1423,-1 0 0,-21-15 0,20 16 1223,-11-9-758,14 13-448,1-1 0,0 0 0,0-1 0,-20-28 0,-1 0 1605,24 31 0</inkml:trace>
</inkml:ink>
</file>

<file path=ppt/ink/ink1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06:00:01.744"/>
    </inkml:context>
    <inkml:brush xml:id="br0">
      <inkml:brushProperty name="width" value="0.1" units="cm"/>
      <inkml:brushProperty name="height" value="0.1" units="cm"/>
      <inkml:brushProperty name="color" value="#00A0D7"/>
    </inkml:brush>
  </inkml:definitions>
  <inkml:trace contextRef="#ctx0" brushRef="#br0">1 0 8192,'0'5'18022,"9"0"-18022,2 5 0,9 1 0,1 2 0,0 3 0,2 0 0,-3 1 0,-1-3 0,1 1 0,-4 3 0,1-3 0,-2 2 0,-5-3 0</inkml:trace>
</inkml:ink>
</file>

<file path=ppt/ink/ink1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06:00:02.276"/>
    </inkml:context>
    <inkml:brush xml:id="br0">
      <inkml:brushProperty name="width" value="0.1" units="cm"/>
      <inkml:brushProperty name="height" value="0.1" units="cm"/>
      <inkml:brushProperty name="color" value="#00A0D7"/>
    </inkml:brush>
  </inkml:definitions>
  <inkml:trace contextRef="#ctx0" brushRef="#br0">0 112 8192,'51'0'15329,"-28"0"-12636,3-2-2693,0-1 0,0-2 0,0-1 0,-1-1 0,0-1 0,29-13 0,50-15 0,-55 21 0,-27 6 0</inkml:trace>
</inkml:ink>
</file>

<file path=ppt/ink/ink1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06:00:03.427"/>
    </inkml:context>
    <inkml:brush xml:id="br0">
      <inkml:brushProperty name="width" value="0.1" units="cm"/>
      <inkml:brushProperty name="height" value="0.1" units="cm"/>
      <inkml:brushProperty name="color" value="#00A0D7"/>
    </inkml:brush>
  </inkml:definitions>
  <inkml:trace contextRef="#ctx0" brushRef="#br0">1 76 8192,'4'0'18022,"7"0"-18022,4 0 0,6 0 0,2 0 0,2 0 0,2 0 0,-5-4 0,-1-2 0,0 1 0,1 1 0,-3-4 0,-1 0 0,-3-3 0,-4-4 0,-5 0 0</inkml:trace>
</inkml:ink>
</file>

<file path=ppt/ink/ink1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06:00:03.804"/>
    </inkml:context>
    <inkml:brush xml:id="br0">
      <inkml:brushProperty name="width" value="0.1" units="cm"/>
      <inkml:brushProperty name="height" value="0.1" units="cm"/>
      <inkml:brushProperty name="color" value="#00A0D7"/>
    </inkml:brush>
  </inkml:definitions>
  <inkml:trace contextRef="#ctx0" brushRef="#br0">1 1 8192,'0'4'18022,"0"6"-18022,0 6 0,0 4 0,0 3 0,0 2 0,0-2 0</inkml:trace>
</inkml:ink>
</file>

<file path=ppt/ink/ink1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06:00:06.010"/>
    </inkml:context>
    <inkml:brush xml:id="br0">
      <inkml:brushProperty name="width" value="0.1" units="cm"/>
      <inkml:brushProperty name="height" value="0.1" units="cm"/>
      <inkml:brushProperty name="color" value="#00A0D7"/>
    </inkml:brush>
  </inkml:definitions>
  <inkml:trace contextRef="#ctx0" brushRef="#br0">34 1 8192,'0'4'18022,"-4"6"-18022,-2 6 0,0 4 0,-2-1 0,-1-4 0</inkml:trace>
</inkml:ink>
</file>

<file path=ppt/ink/ink1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06:00:11.876"/>
    </inkml:context>
    <inkml:brush xml:id="br0">
      <inkml:brushProperty name="width" value="0.1" units="cm"/>
      <inkml:brushProperty name="height" value="0.1" units="cm"/>
      <inkml:brushProperty name="color" value="#00A0D7"/>
    </inkml:brush>
  </inkml:definitions>
  <inkml:trace contextRef="#ctx0" brushRef="#br0">137 0 8192,'0'7'5018,"-1"20"5499,-3 13-8238,-14 27-2207,-4-1 1,-37 80-1,42-104-81,12-31 9,3-8 0,1 0 0,0 0 0,-1 0 0,1 0 0,0 1 0,0-1 0,1 0 0,-1 1 0,1 4 0,0-7 0,1 0 0,-1 0 0,1 1 0,-1-1 0,1 0 0,0 0 0,0 0 0,-1 0 0,1 0 0,0 0 0,0 0 0,0-1 0,0 1 0,0 0 0,0 0 0,1-1 0,-1 1 0,0 0 0,0-1 0,0 1 0,1-1 0,-1 0 0,0 1 0,0-1 0,1 0 0,-1 0 0,0 0 0,1 0 0,1 0 0,42 4-1815,89-6-11436,-79-2 10497,-29 0 3209,1-1 0,40-13 1,18-5 1157,-73 21-1501,-1 0 1484,1 0 0,-1-1 0,0 0 0,18-8 0,-28 11-1450,0-1 1,0 1 0,1-1-1,-1 0 1,0 1 0,0-1 0,1 0-1,-1 0 1,0 0 0,0 0 0,0 0-1,0 0 1,-1 0 0,1 0-1,0-1 1,0 1 0,-1 0 0,1-1-1,-1 1 1,1 0 0,-1-1-1,1 1 1,-1 0 0,0-1 0,0 1-1,1-1 1,-1 1 0,0 0-1,0-1 1,-1 1 0,1-1 0,0 1-1,0-1 1,-1 1 0,1 0-1,-1-1 1,1 1 0,-1 0 0,1-1-1,-1 1 1,0 0 0,0 0-1,0 0 1,0 0 0,-1-1 0,-5-9-543,-1 2-1,-1-1 1,1 1 0,-20-14 0,0 3-3203,-55-28-1,55 33 1510,0-1 0,-30-24-1,11 8 14538,35 23-9443</inkml:trace>
</inkml:ink>
</file>

<file path=ppt/ink/ink1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06:00:16.986"/>
    </inkml:context>
    <inkml:brush xml:id="br0">
      <inkml:brushProperty name="width" value="0.1" units="cm"/>
      <inkml:brushProperty name="height" value="0.1" units="cm"/>
      <inkml:brushProperty name="color" value="#00A0D7"/>
    </inkml:brush>
  </inkml:definitions>
  <inkml:trace contextRef="#ctx0" brushRef="#br0">0 53 8192,'23'-5'14220,"1"-6"-10418,-26 14-3802,-1 1 0,1 0 0,0 0 0,0 0 0,1 0 0,-1 0 0,1 0 0,0 1 0,0-1 0,1 0 0,-1 1 0,1-1 0,0 0 0,0 1 0,0-1 0,0 0 0,1 1 0,0-1 0,0 0 0,3 9 0,-3-11 0,-1 1 0,1-1 0,0 1 0,0 0 0,0-1 0,0 0 0,1 1 0,-1-1 0,1 0 0,-1 0 0,1 1 0,0-1 0,0 0 0,0-1 0,0 1 0,0 0 0,0-1 0,0 1 0,1-1 0,-1 1 0,1-1 0,-1 0 0,1 0 0,-1 0 0,1-1 0,-1 1 0,1-1 0,0 1 0,0-1 0,-1 0 0,1 0 0,0 0 0,-1 0 0,1 0 0,0-1 0,-1 1 0,1-1 0,3-1 0,18-15-1813,-20 12 822,0-1-1,-1 1 1,0 0 0,0-1 0,0 0-1,3-9 1,-4 10 294,0-1 0,-1 1 0,1-1 0,-1 0-1,0 0 1,-1 0 0,1 0 0,-1 0 0,0 0 0,-1 0 0,0 0-1,-1-6 1,1 10 806,1 0 0,-1 1-1,0-1 1,0 0 0,0 0-1,0 1 1,0-1 0,-1 0-1,1 1 1,-1-1 0,1 1-1,-1 0 1,1-1 0,-1 1 0,0 0-1,1 0 1,-1 0 0,0 0-1,0 0 1,0 1 0,0-1-1,0 1 1,-3-1 0,1 0 403,0 1 0,1 0-1,-1 0 1,0 1 0,0-1 0,0 1 0,0 0 0,0 0 0,0 0 0,0 0 0,-6 4 0,5-3 39,1 1 1,0-1-1,0 1 1,0 0 0,0 0-1,0 0 1,1 1-1,-1-1 1,1 1-1,0 0 1,0 0 0,-2 5-1,4-7-433,0 0 1,0 0-1,0 1 0,0-1 0,1 0 1,-1 0-1,1 1 0,-1-1 1,1 0-1,0 1 0,0-1 0,0 1 1,0-1-1,1 0 0,0 4 1,0-3-144,1-1 0,-1 0 0,1 1 0,0-1 0,0 0 0,0 0 0,0 0 0,0 0 0,0 0 0,0 0 1,1-1-1,-1 1 0,1-1 0,-1 1 0,1-1 0,-1 0 0,1 0 0,0 0 0,0-1 0,0 1 0,-1-1 1,1 1-1,0-1 0,5 0 0,3 0-447,0 1 1,0-2 0,0 1 0,0-2-1,14-2 1,0-5 1094,-17 2 1252,-15 1-922,-4 3-953</inkml:trace>
</inkml:ink>
</file>

<file path=ppt/ink/ink1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06:00:25.659"/>
    </inkml:context>
    <inkml:brush xml:id="br0">
      <inkml:brushProperty name="width" value="0.1" units="cm"/>
      <inkml:brushProperty name="height" value="0.1" units="cm"/>
      <inkml:brushProperty name="color" value="#00A0D7"/>
    </inkml:brush>
  </inkml:definitions>
  <inkml:trace contextRef="#ctx0" brushRef="#br0">1 223 8192,'0'3'719,"1"-1"0,0 1 0,-1-1 0,1 1 0,0-1-1,1 1 1,-1-1 0,0 0 0,1 1 0,-1-1 0,1 0 0,0 0 0,0 0 0,-1 0 0,1 0 0,3 1 0,39 29 4879,-38-28-5396,7 4-202,0-1 0,1-1 0,-1 0 0,1 0 0,0-2 0,1 0 0,-1 0 0,29 2 0,6-3 0,66-3 0,-44-2 0,-54 0 0,0 0 0,0-1 0,-1-1 0,1-1 0,-1 0 0,30-15 0,35-11 0,-36 21 0,0 1 0,0 3 0,0 1 0,87 4 0,-68 0 0,64 4 0,-112-2 0,-1 2 0,0 0 0,0 0 0,0 1 0,-1 1 0,20 9 0,59 28-1875,-62-29-504,2-3 1,49 11-1,-61-17 951,0-1 1,1-1 0,-1-1-1,44-4 1,-47 0 958,0 0 1,0-1-1,29-11 1,60-28 468,127-43 0,-208 78 0,0 2 0,1 0 0,-1 2 0,1 2 0,0 0 0,53 4 0,-66 0 154,-1 2 1,1-1-1,-1 2 1,0 0-1,0 0 1,16 10-1,-18-8 109,1-2-1,0 1 1,0-1-1,0-1 1,0 0-1,1-1 1,24 4-1,326-10 14579,-250-9-15882,43-2-2274,-128 14 622,1 0 0,-1 2 0,0 2 0,34 7 1,8 3 2651,2-4 1,-1-2-1,1-4 1,75-4-1,-136 0 42,277-16-1,-203 7 0,0 4 0,159 10 0,-229-2 0,1 0 0,-1 1 0,1 1 0,-1 0 0,0 1 0,-1 1 0,19 11 0,-19-10 0,1 0 0,-1-1 0,2-1 0,-1 0 0,0-1 0,1-1 0,21 3 0,-10-5 0,-1-1 0,1-1 0,0-2 0,0 0 0,0-2 0,-1-1 0,0-1 0,0-2 0,40-16 0,-50 18 177,1 0 1,-1 0-1,1 2 0,0 0 1,0 1-1,22-1 1,-32 4-28,1 0 0,-1 0 0,0 1 0,1 0 1,-1 0-1,0 1 0,0 0 0,0 0 0,0 0 1,0 1-1,0 0 0,-1 1 0,1-1 1,-1 1-1,0 1 0,0-1 0,5 6 0,-4-3 933,0-1-1,0 0 0,1 0 0,0-1 0,0 0 0,1 0 1,-1-1-1,1 0 0,0 0 0,0-1 0,15 3 0,-10-3-707,0-2 0,0 0 1,0 0-1,1-1 0,-1-1 0,28-5 0,3-5-1594,-2-3 0,1-1 1,69-36-1,-109 49 1203,20-9-1451,1 0 0,1 2 1,0 1-1,0 1 1,0 1-1,1 1 1,0 1-1,0 2 0,39 1 1,-56 1 1501,25 1 751,-1 0 1,1 3 0,39 8-1,-22-2-2577,-14-7 6707,1-1 0,40-3 0,-16-3-3749,6-9-750,-51 9-317,1 0 0,29-1 0,-18 5-100,0 2 0,45 9 0,-42-5 0,56 2 0,-19-10 0,113-17 0,-157 15-70,1 2 0,0 0 0,0 2 0,0 1 0,0 1 0,-1 2 0,32 7 0,18 1-2930,-60-11 1583,0-2 0,0 1 0,0-2 0,0 0 0,0-1 0,0-1 0,-1 0 0,23-9-1,19-15-290,-56 28 1708,11-8 0,1 1 0,1 0 0,-1 2 0,24-8 0,-32 12 0,-1 0 0,0 1 0,0-1 0,0 1 0,1 0 0,-1 0 0,0 0 0,0 1 0,0 0 0,0 0 0,0 0 0,0 0 0,0 0 0,0 1 0,0 0 0,0 0 0,0 0 0,-1 0 0,1 0 0,5 6 0,12 12 0,-16-15 0,-1-1 0,1 1 0,-1-1 0,1 0 0,1 0 0,-1 0 0,0-1 0,1 0 0,0 0 0,0 0 0,0-1 0,0 1 0,0-2 0,0 1 0,1-1 0,11 2 0,-2-2 0,0-1 0,0 0 0,0-1 0,0 0 0,0-2 0,0 1 0,0-2 0,-1 0 0,0-1 0,0-1 0,0 0 0,-1-1 0,1-1 0,16-12 0,-17 9 0,1 1 0,0 0 0,0 1 0,1 0 0,0 2 0,0 0 0,1 0 0,0 2 0,0 0 0,0 1 0,1 1 0,-1 0 0,1 2 0,18-1 0,76 1 967,111 5 927,-217-3-1367,1 0 0,0 1 0,-1 0 0,0 1 0,1-1 0,-1 1 0,0 0 0,0 1 0,-1-1 0,10 9 0,-9-8 516,1 1 0,-1-1 1,1 0-1,0-1 0,0 1 0,8 2 0,-11-5-837,0-1 0,0 1 1,0-1-1,0 1 0,0-1 0,0 0 0,0 0 0,0-1 0,6-1 1,4-2-864,-1 0 1,0-1 0,26-14-1,-30 13-195,1 1 0,1 0 0,-1 1-1,1 0 1,0 0 0,-1 1 0,21-2-1,167 6-4696,14-2 2520,-194-1 3029,0-2 0,-1 0 0,30-11 0,-30 9 0,0 1 0,0 0 0,0 1 0,20-2 0,47 2 0,107 9 0,-109 8 0,-58-8 0,0-1 0,32 1 0,25-4 1788,146-4 5940,-191-2-6871,55-15 0,-61 12-533,0 2 0,56-6 0,-56 11-2179,50-3 2166,1-7 6112,-54 6-6460,18-3-2148,-16 1 4467,-8 1-1786</inkml:trace>
</inkml:ink>
</file>

<file path=ppt/ink/ink1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06:00:55.374"/>
    </inkml:context>
    <inkml:brush xml:id="br0">
      <inkml:brushProperty name="width" value="0.1" units="cm"/>
      <inkml:brushProperty name="height" value="0.1" units="cm"/>
      <inkml:brushProperty name="color" value="#00A0D7"/>
    </inkml:brush>
  </inkml:definitions>
  <inkml:trace contextRef="#ctx0" brushRef="#br0">0 197 8192,'48'-2'6608,"53"-10"0,45-1-1802,1100 14-4806,-1219-3 0,-1 0 0,29-7 0,-26 3 0,44-1 0,430 6-4954,-241 2 1982,-243-2 987,0-1 0,35-8 1,-33 5 603,-1 2 0,26-2 1,274 4 7560,-152 2-2195,-148-2-2291,-1-1-1,34-8 1,-32 6-769,1 0 0,22-1 1,105 7-926,61-4 0,-140-10-541,-51 8 556,0 0 0,28-1 0,243 1-2618,146 6-7419,-64 1 5121,-335-5 4901,57-10 0,27-1 0,756 11 0,-425 5 0,26-3 1925,239 0 5220,-584 2 2170,146-5-12154,-149-13 5071,-56 6-4464,-32 0 4708,-26 4-2476</inkml:trace>
</inkml:ink>
</file>

<file path=ppt/ink/ink1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06:00:56.621"/>
    </inkml:context>
    <inkml:brush xml:id="br0">
      <inkml:brushProperty name="width" value="0.1" units="cm"/>
      <inkml:brushProperty name="height" value="0.1" units="cm"/>
      <inkml:brushProperty name="color" value="#00A0D7"/>
    </inkml:brush>
  </inkml:definitions>
  <inkml:trace contextRef="#ctx0" brushRef="#br0">1 79 8192,'324'-7'8707,"-185"-1"-1944,-12 0-5077,64 0-3306,49-3-1390,-140 5 2150,744-24-10806,-559 31 13049,-73-1 15256</inkml:trace>
</inkml:ink>
</file>

<file path=ppt/ink/ink1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06:02:08.367"/>
    </inkml:context>
    <inkml:brush xml:id="br0">
      <inkml:brushProperty name="width" value="0.1" units="cm"/>
      <inkml:brushProperty name="height" value="0.1" units="cm"/>
      <inkml:brushProperty name="color" value="#00A0D7"/>
    </inkml:brush>
  </inkml:definitions>
  <inkml:trace contextRef="#ctx0" brushRef="#br0">1 1 8192,'5'1'1045,"1"1"1,-1-1 0,0 1 0,0 1-1,1-1 1,4 4 0,7 2 473,379 173 7664,-357-161-9183,44 31 0,-6-3 0,-75-47 0,1 0 0,-1 1 0,0-1 0,0 1 0,0-1 0,0 1 0,0 0 0,0 0 0,-1 0 0,1 0 0,2 3 0,-4-4 0,0-1 0,1 1 0,-1 0 0,0-1 0,0 1 0,0 0 0,0-1 0,0 1 0,1 0 0,-1 0 0,-1-1 0,1 1 0,0 0 0,0-1 0,0 1 0,0 0 0,0 0 0,-1-1 0,1 1 0,0-1 0,0 1 0,-1 0 0,1-1 0,-1 1 0,1 0 0,-1 0 0,-2 1 0,0 0 0,0 0 0,-1 0 0,1 0 0,0 0 0,-1-1 0,1 0 0,-1 1 0,1-1 0,-1-1 0,0 1 0,1 0 0,-8-1 0,-115 0 0,99 0 0</inkml:trace>
</inkml:ink>
</file>

<file path=ppt/ink/ink1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06:02:11.074"/>
    </inkml:context>
    <inkml:brush xml:id="br0">
      <inkml:brushProperty name="width" value="0.1" units="cm"/>
      <inkml:brushProperty name="height" value="0.1" units="cm"/>
      <inkml:brushProperty name="color" value="#00A0D7"/>
    </inkml:brush>
  </inkml:definitions>
  <inkml:trace contextRef="#ctx0" brushRef="#br0">0 32 8192,'214'-13'12238,"-69"3"-6454,158 2-8237,155 10-5876,-107 1 3543,-250-3 4001,645 30-884,-551-9 2161,142 22 1492,-311-38-1489</inkml:trace>
</inkml:ink>
</file>

<file path=ppt/ink/ink1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06:02:21.370"/>
    </inkml:context>
    <inkml:brush xml:id="br0">
      <inkml:brushProperty name="width" value="0.1" units="cm"/>
      <inkml:brushProperty name="height" value="0.1" units="cm"/>
      <inkml:brushProperty name="color" value="#00A0D7"/>
    </inkml:brush>
  </inkml:definitions>
  <inkml:trace contextRef="#ctx0" brushRef="#br0">0 28 8192,'135'0'14655,"-63"0"-11288,-5 1-3367,369-17 0,121 3 0,-340 16 0,572-3-3058,395 0-6816,-102 0 5343,-951 0 14769,-107 0-3013</inkml:trace>
</inkml:ink>
</file>

<file path=ppt/ink/ink1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06:08:28.912"/>
    </inkml:context>
    <inkml:brush xml:id="br0">
      <inkml:brushProperty name="width" value="0.1" units="cm"/>
      <inkml:brushProperty name="height" value="0.1" units="cm"/>
      <inkml:brushProperty name="color" value="#00A0D7"/>
    </inkml:brush>
  </inkml:definitions>
  <inkml:trace contextRef="#ctx0" brushRef="#br0">342 32 8192,'-28'-10'12610,"2"-1"-7198,5 7-5412,-1 1 0,0 1 0,-1 1 0,1 1 0,0 0 0,0 2 0,0 1 0,-31 7 0,50-9-14,0 1 0,0-1 0,0 0 1,0 1-1,0 0 0,1 0 0,-1 0 1,0 0-1,1 0 0,-1 0 0,1 1 1,0-1-1,0 1 0,0 0 0,0-1 1,0 1-1,-2 5 0,2-1-63,0-1-1,0 1 1,0 0 0,1 0-1,0 0 1,0 0-1,0 14 1,2-1-191,2-1 0,-1 0-1,2 0 1,1 0 0,8 23 0,-11-35-225,0 1 0,1-1-1,0 0 1,1-1 0,-1 1 0,1-1 0,1 1 0,-1-1 0,1 0 0,0-1-1,0 1 1,1-1 0,-1 0 0,1 0 0,0-1 0,1 0 0,-1 0 0,1 0-1,0-1 1,-1 0 0,2 0 0,-1-1 0,0 0 0,0 0 0,1 0 0,-1-1-1,1-1 1,14 1 0,-9-1 449,0-1-1,-1 0 1,1-1-1,-1-1 1,1 0-1,-1 0 1,0-1-1,0-1 1,0 0-1,-1-1 1,0 0-1,0 0 1,12-11-1,-9 6-24,0 0 0,-1-1 0,0-1 0,-1 0 0,-1-1-1,0 0 1,-1-1 0,15-28 0,-25 43 80,0-1 1,0 1-1,0-1 1,0 1-1,0-1 1,1 1-1,-1-1 0,0 1 1,0-1-1,0 1 1,1-1-1,-1 1 1,0-1-1,0 1 1,1-1-1,-1 1 1,0 0-1,1-1 1,-1 1-1,1 0 0,-1-1 1,1 1-1,-1 0 1,0-1-1,1 1 1,-1 0-1,1 0 1,-1 0-1,1-1 1,-1 1-1,1 0 1,0 0-1,-1 0 0,1 0 1,0 0-1,4 21 898,-5 53 423,0-60-1509,-3 32-675,2-30 620,0 0 0,0 0 0,2 0 0,0 0 0,0 0 0,5 17 0,-6-33 232,0 1 0,0 0 0,0 0 0,0-1 0,0 1 0,0 0 0,1 0 0,-1-1 0,0 1 0,0 0 0,1 0 0,-1-1 0,0 1 0,1 0 0,-1-1 0,1 1 0,-1-1 0,1 1 0,-1 0 0,1-1 0,-1 1 0,1-1 0,-1 1 0,1-1 0,0 0 0,-1 1 0,1-1 0,0 0 0,0 1 0,-1-1 0,1 0 0,0 0 0,-1 0 0,1 1 0,0-1 0,0 0 0,0 0 0,-1 0 0,1 0 0,0 0 0,0-1 0,-1 1 0,1 0 0,0 0 0,0 0 0,-1-1 0,1 1 0,0 0 0,-1-1 0,1 1 0,0 0 0,-1-1 0,1 1 0,-1-1 0,1 1 0,-1-1 0,1 1 0,-1-1 0,1 0 0,-1 1 0,1-1 0,0-1 0,3-3 0,0-1 0,0 0 0,0-1 0,-1 1 0,4-8 0,-5 7 0,50-149 0,-46 126 0</inkml:trace>
</inkml:ink>
</file>

<file path=ppt/ink/ink1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06:08:29.380"/>
    </inkml:context>
    <inkml:brush xml:id="br0">
      <inkml:brushProperty name="width" value="0.1" units="cm"/>
      <inkml:brushProperty name="height" value="0.1" units="cm"/>
      <inkml:brushProperty name="color" value="#00A0D7"/>
    </inkml:brush>
  </inkml:definitions>
  <inkml:trace contextRef="#ctx0" brushRef="#br0">0 28 8192,'3'-2'390,"1"-1"0,-1 1 0,1-1 1,0 1-1,0 0 0,0 1 0,0-1 1,0 1-1,0 0 0,0-1 0,0 2 1,6-2-1,58-1 8035,-46 3-6453,37-1-938,276 4 484,-333-4-1518,0 1 0,0 0 0,0 0 0,0 0 0,0 1 0,0-1 0,0 0 0,0 1 0,0-1 0,0 1 0,0 0 0,0-1 0,0 1 0,-1 0 0,1 0 0,0 0 0,0 1 0,-1-1 0,1 0 0,-1 1 0,1-1 0,-1 0 0,0 1 0,1 0 0,-1-1 0,0 1 0,0 0 0,0 0 0,0 0 0,-1 0 0,1-1 0,0 1 0,-1 0 0,1 0 0,-1 0 0,0 0 0,0 1 0,1-1 0,-1 0 0,-1 0 0,1 0 0,0 0 0,0 0 0,-2 4 0,-2 7 0,-1 1 0,-1 0 0,0-1 0,0 0 0,-10 13 0,11-17 0,-167 236 0,67-104 0,87-111-1814,14-21 425,0 0 1,1 0 0,0 0-1,-3 13 1,5-19 1129,1-1 0,-1 0 0,1 1 0,-1-1 1,1 1-1,0-1 0,0 1 0,0-1 0,0 1 0,0-1 0,1 1 0,-1-1 0,1 1 0,0-1 0,-1 1 0,1-1 1,0 0-1,0 1 0,1-1 0,-1 0 0,0 0 0,1 0 0,-1 0 0,1 0 0,0 0 0,0-1 0,0 1 0,0 0 1,0-1-1,0 1 0,0-1 0,0 0 0,0 0 0,4 1 0,14 3 631,0-2-1,1 0 1,-1-2-1,1 0 1,0-1-1,25-4 1,12 1-2682,-31 2 2104,1 0-1,43-9 1,-65 9 212,-1 0 0,1-1 1,-1 1-1,1-1 0,-1 0 0,0 0 0,1-1 0,-1 1 1,0-1-1,-1 0 0,1-1 0,-1 1 0,1-1 1,-1 0-1,0 0 0,0 0 0,-1-1 0,1 1 1,3-7-1,0-9-6</inkml:trace>
</inkml:ink>
</file>

<file path=ppt/ink/ink1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06:08:29.735"/>
    </inkml:context>
    <inkml:brush xml:id="br0">
      <inkml:brushProperty name="width" value="0.1" units="cm"/>
      <inkml:brushProperty name="height" value="0.1" units="cm"/>
      <inkml:brushProperty name="color" value="#00A0D7"/>
    </inkml:brush>
  </inkml:definitions>
  <inkml:trace contextRef="#ctx0" brushRef="#br0">1 63 8192,'14'0'18022,"2"0"-18022,4 0 0,-1-4 0,4-2 0,4 1 0,5 0 0,-2-2 0,-3-1 0,0 2 0,-2 1 0,0 2 0,-4-3 0,-6-1 0</inkml:trace>
</inkml:ink>
</file>

<file path=ppt/ink/ink1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06:08:30.288"/>
    </inkml:context>
    <inkml:brush xml:id="br0">
      <inkml:brushProperty name="width" value="0.1" units="cm"/>
      <inkml:brushProperty name="height" value="0.1" units="cm"/>
      <inkml:brushProperty name="color" value="#00A0D7"/>
    </inkml:brush>
  </inkml:definitions>
  <inkml:trace contextRef="#ctx0" brushRef="#br0">436 0 8192,'-32'3'3021,"0"1"1,0 1 0,0 1 0,-56 21-1,8-4-107,64-19-2914,-49 15 0,60-17 0,1 0 0,-1 0 0,0 0 0,1 0 0,0 1 0,-1 0 0,1 0 0,0 0 0,0 0 0,-3 4 0,6-5 0,0 0 0,0 0 0,0 0 0,0 1 0,1-1 0,-1 0 0,1 0 0,-1 0 0,1 1 0,0-1 0,0 0 0,0 0 0,0 1 0,0-1 0,1 0 0,-1 0 0,1 1 0,-1-1 0,1 0 0,0 0 0,0 0 0,0 0 0,0 0 0,0 0 0,0 0 0,0 0 0,1 0 0,-1-1 0,1 1 0,2 2 0,4 4 0,0 0 0,0-1 0,1 1 0,17 9 0,42 25-2682,69 40-8420,-44-33 10176,-88-47 1512,0 0 0,0 0 0,0-1 0,0 1 0,0-1 0,0 0 0,1 0 0,-1-1 0,0 1 0,1-1 0,-1-1 0,0 1 0,1-1 0,-1 0 0,5-1 0,-2-1 7,0 0-1,-1 0 1,1-1 0,-1 0-1,0-1 1,0 1-1,-1-1 1,12-11 0,4-6-593</inkml:trace>
</inkml:ink>
</file>

<file path=ppt/ink/ink1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06:08:30.596"/>
    </inkml:context>
    <inkml:brush xml:id="br0">
      <inkml:brushProperty name="width" value="0.1" units="cm"/>
      <inkml:brushProperty name="height" value="0.1" units="cm"/>
      <inkml:brushProperty name="color" value="#00A0D7"/>
    </inkml:brush>
  </inkml:definitions>
  <inkml:trace contextRef="#ctx0" brushRef="#br0">119 1 8192,'0'4'3356,"0"10"-3356,-5 8 0,0 4 5483,-5 6-5483,-1 6 0,3 2 0,-3 2 7957,1 3-7957,2 2 0,3-2 0,1-4 1226,-2-1-1226,0-3 0,1-3 0,-4 2 0,1-2 0,0-6 0</inkml:trace>
</inkml:ink>
</file>

<file path=ppt/ink/ink1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06:08:31.370"/>
    </inkml:context>
    <inkml:brush xml:id="br0">
      <inkml:brushProperty name="width" value="0.1" units="cm"/>
      <inkml:brushProperty name="height" value="0.1" units="cm"/>
      <inkml:brushProperty name="color" value="#00A0D7"/>
    </inkml:brush>
  </inkml:definitions>
  <inkml:trace contextRef="#ctx0" brushRef="#br0">0 234 8192,'3'2'773,"-1"-1"1,1 1-1,-1 0 0,1-1 1,0 1-1,-1-1 0,1 0 1,0 0-1,6 2 1,52 3 899,-44-6-1728,203 6-3647,235-26 1,216-62 1840,222-32 1751,7 69 132,-877 45 48,1 1 1,0 0 0,-1 2 0,1 1-1,-1 1 1,37 13 0,-39-9 2405</inkml:trace>
</inkml:ink>
</file>

<file path=ppt/ink/ink1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06:08:34.133"/>
    </inkml:context>
    <inkml:brush xml:id="br0">
      <inkml:brushProperty name="width" value="0.1" units="cm"/>
      <inkml:brushProperty name="height" value="0.1" units="cm"/>
      <inkml:brushProperty name="color" value="#00A0D7"/>
    </inkml:brush>
  </inkml:definitions>
  <inkml:trace contextRef="#ctx0" brushRef="#br0">1 130 8192,'4'3'219,"0"-1"0,0 0-1,1 0 1,-1 0 0,0 0 0,1 0 0,0-1 0,-1 0 0,1 0 0,0-1 0,0 1 0,0-1-1,7 0 1,4 1 73,1180 24-1970,-2-115 0,-619 10 1678,-532 76 0</inkml:trace>
</inkml:ink>
</file>

<file path=ppt/ink/ink1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06:08:42.602"/>
    </inkml:context>
    <inkml:brush xml:id="br0">
      <inkml:brushProperty name="width" value="0.1" units="cm"/>
      <inkml:brushProperty name="height" value="0.1" units="cm"/>
      <inkml:brushProperty name="color" value="#00A0D7"/>
    </inkml:brush>
  </inkml:definitions>
  <inkml:trace contextRef="#ctx0" brushRef="#br0">0 130 8192,'23'0'5143,"63"0"4177,-1 0-4999,310-25-5643,-176-6-1787,256-29-9098,-272 47 10061,-100 13 2146,-77 0 0</inkml:trace>
</inkml:ink>
</file>

<file path=ppt/ink/ink1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06:08:36.927"/>
    </inkml:context>
    <inkml:brush xml:id="br0">
      <inkml:brushProperty name="width" value="0.1" units="cm"/>
      <inkml:brushProperty name="height" value="0.1" units="cm"/>
      <inkml:brushProperty name="color" value="#00A0D7"/>
    </inkml:brush>
  </inkml:definitions>
  <inkml:trace contextRef="#ctx0" brushRef="#br0">0 1 8192,'187'0'13958,"-96"0"-9894,247 15-4064,57-2-3926,-64-5-501,107 9-2580,-47-3 4547,1215 22 2258,-782-21 202,-466 0 0,916 42 0,451-16 0,-768-42 0,-925 1 0</inkml:trace>
</inkml:ink>
</file>

<file path=ppt/ink/ink1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06:08:37.485"/>
    </inkml:context>
    <inkml:brush xml:id="br0">
      <inkml:brushProperty name="width" value="0.1" units="cm"/>
      <inkml:brushProperty name="height" value="0.1" units="cm"/>
      <inkml:brushProperty name="color" value="#00A0D7"/>
    </inkml:brush>
  </inkml:definitions>
  <inkml:trace contextRef="#ctx0" brushRef="#br0">463 0 8192,'71'68'2616,"-31"-35"1894,2-2 1,62 36-1,-32-28-2635,-29-16-1875,42 33 0,1 0 0,-84-56 0,-1 1 0,1-1 0,-1 1 0,1 0 0,-1 0 0,1 0 0,-1-1 0,0 1 0,0 1 0,1-1 0,-1 0 0,0 0 0,0 0 0,0 1 0,0-1 0,0 0 0,-1 1 0,1-1 0,0 1 0,-1-1 0,1 1 0,-1-1 0,1 1 0,-1 0 0,0-1 0,1 1 0,-1-1 0,0 1 0,0 2 0,-2-2 0,1 0 0,0 1 0,-1-1 0,0 0 0,1 0 0,-1 0 0,0 0 0,0-1 0,0 1 0,-1 0 0,1-1 0,0 1 0,0-1 0,-1 0 0,1 0 0,-1 0 0,-4 1 0,-66 21-948,-116 20 1,7-2-129,-47 9-4816,135-33 1416,-106 35 0,176-43 4269</inkml:trace>
</inkml:ink>
</file>

<file path=ppt/ink/ink1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06:08:44.634"/>
    </inkml:context>
    <inkml:brush xml:id="br0">
      <inkml:brushProperty name="width" value="0.1" units="cm"/>
      <inkml:brushProperty name="height" value="0.1" units="cm"/>
      <inkml:brushProperty name="color" value="#00A0D7"/>
    </inkml:brush>
  </inkml:definitions>
  <inkml:trace contextRef="#ctx0" brushRef="#br0">0 1 8192,'43'21'317,"48"24"3944,156 55 0,-84-54-5734,2-8 0,284 30-1,-243-53-735,383-22-1,-394-17 2210,202-49 0,-41 4 0,-332 65 0,-19 2 0,1 1 0,-1 0 0,1 0 0,0 0 0,-1 1 0,1 0 0,0 0 0,9 2 0,-13-2 0,-1 1 0,0-1 0,0 1 0,0 0 0,0-1 0,0 1 0,0 0 0,0 0 0,0-1 0,0 1 0,0 0 0,0 0 0,-1 0 0,1 0 0,0 0 0,0 0 0,0 2 0,0 1 0,0-1 0,0 1 0,0-1 0,-1 1 0,1-1 0,-1 1 0,0-1 0,-1 8 0,-5 51 874,-4 0 1,-29 104 0,-57 120 3545,28-91-3030,46-130-974,11-39 917,2 1-1,1 1 1,1-1-1,-6 57 1,11-35 934,2-25-2227,-1 0 1,-1 0-1,-1 0 0,-1 0 0,-9 29 1,-9 18-41,3 1 0,-12 95 0,24-140 0,7-27 0,0-1 0,0 1 0,0 0 0,0-1 0,0 1 0,0 0 0,0-1 0,0 1 0,0 0 0,0 0 0,0-1 0,-1 1 0,1 0 0,0-1 0,0 1 0,0 0 0,0 0 0,-1-1 0,1 1 0,0 0 0,0 0 0,0 0 0,-1-1 0,1 1 0,0 0 0,0 0 0,-1 0 0,1 0 0,0-1 0,-1 1 0,1 0 0,0 0 0,-1 0 0,1 0 0,0 0 0,0 0 0,-1 0 0,1 0 0,0 0 0,-1 0 0,1 0 0,0 0 0,-1 0 0,1 0 0,0 0 0,0 0 0,-1 0 0,1 1 0,0-1 0,-1 0 0,1 0 0,0 0 0,0 0 0,-1 1 0,1-1 0,0 0 0,0 0 0,0 1 0,-1-1 0,1 0 0,0 0 0,0 1 0,0-1 0,0 0 0,-1 1 0,-3-13 0</inkml:trace>
</inkml:ink>
</file>

<file path=ppt/ink/ink1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06:08:44.892"/>
    </inkml:context>
    <inkml:brush xml:id="br0">
      <inkml:brushProperty name="width" value="0.1" units="cm"/>
      <inkml:brushProperty name="height" value="0.1" units="cm"/>
      <inkml:brushProperty name="color" value="#00A0D7"/>
    </inkml:brush>
  </inkml:definitions>
  <inkml:trace contextRef="#ctx0" brushRef="#br0">54 0 8192,'-6'5'1373,"2"1"1,-1 0 0,1 0-1,0 0 1,0 0 0,0 1-1,1-1 1,0 1 0,-3 10-1,-3 38 2913,8-52-4286,1 0 0,0 0 0,0 0 0,0 0 0,0 1 0,0-1 0,1 0 0,-1 0 0,1 0 0,0 0 0,0 0 0,0 0 0,1 0 0,-1-1 0,0 1 0,1 0 0,0-1 0,0 1 0,0-1 0,4 5 0,-4-6 0,0 0 0,1 0 0,-1 0 0,0 0 0,1-1 0,-1 1 0,0-1 0,1 1 0,-1-1 0,1 0 0,-1 0 0,1 0 0,-1 0 0,1 0 0,-1-1 0,0 1 0,1-1 0,-1 0 0,0 1 0,1-1 0,-1 0 0,0-1 0,0 1 0,0 0 0,0 0 0,0-1 0,3-2 0,5-4-280,1 0 0,-1-1 1,-1 0-1,1-1 0,-2 0 1,1-1-1,-2 0 0,1 0 1,-1 0-1,-1-1 0,8-19 1,-9 14 279</inkml:trace>
</inkml:ink>
</file>

<file path=ppt/ink/ink1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06:08:45.402"/>
    </inkml:context>
    <inkml:brush xml:id="br0">
      <inkml:brushProperty name="width" value="0.1" units="cm"/>
      <inkml:brushProperty name="height" value="0.1" units="cm"/>
      <inkml:brushProperty name="color" value="#00A0D7"/>
    </inkml:brush>
  </inkml:definitions>
  <inkml:trace contextRef="#ctx0" brushRef="#br0">492 0 8192,'-1'17'1012,"-2"0"0,1 0 1,-2 0-1,-10 30 1,-2 9 1850,-8 70-2809,-7 130 0,5-25-3518,-69 316-297,44-267 2953,-82 326 808,64-319 0,62-254 0,0 1 0,-1 47 0,8-59 0</inkml:trace>
</inkml:ink>
</file>

<file path=ppt/ink/ink1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06:08:45.922"/>
    </inkml:context>
    <inkml:brush xml:id="br0">
      <inkml:brushProperty name="width" value="0.1" units="cm"/>
      <inkml:brushProperty name="height" value="0.1" units="cm"/>
      <inkml:brushProperty name="color" value="#00A0D7"/>
    </inkml:brush>
  </inkml:definitions>
  <inkml:trace contextRef="#ctx0" brushRef="#br0">0 310 8192,'315'1'880,"860"-33"-1760,-258-69 880,493-43 0,-1276 134 0,282-13 0,-376 23 0</inkml:trace>
</inkml:ink>
</file>

<file path=ppt/ink/ink1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06:08:47.034"/>
    </inkml:context>
    <inkml:brush xml:id="br0">
      <inkml:brushProperty name="width" value="0.1" units="cm"/>
      <inkml:brushProperty name="height" value="0.1" units="cm"/>
      <inkml:brushProperty name="color" value="#00A0D7"/>
    </inkml:brush>
  </inkml:definitions>
  <inkml:trace contextRef="#ctx0" brushRef="#br0">120 0 8192,'-2'1'473,"-1"1"0,0-1 0,1 1 0,-1 0 0,1-1 0,0 1 0,-1 0 0,1 1 0,0-1 0,0 0 0,1 1 0,-1-1-1,0 1 1,1-1 0,-1 1 0,-1 4 0,-3 4 326,2-6-759,-46 77 4776,46-76-4455,1 0-1,0 0 1,1 1-1,-1-1 1,1 1-1,1-1 1,-1 1-1,1 0 1,0 0 0,1 0-1,0 9 1,0-15-361,0 1 0,1-1 0,-1 0 0,1 1 0,-1-1 0,1 0 0,-1 0 0,1 0 0,0 0 0,0 0 0,0 0 0,0 0 0,-1 0 0,1 0 0,0 0 0,1 0 0,-1 0 0,0 0 0,0-1 0,0 1 0,0-1 0,1 1 0,-1-1 0,0 1 0,0-1 0,1 0 0,-1 1 0,0-1 0,1 0 0,-1 0 0,0 0 0,1 0 0,-1 0 0,0 0 0,1 0 0,-1-1 0,0 1 0,1-1 0,1 0 0,6-1 0,0-1 0,0 0 0,0-1 0,11-6 0,-15 7-20,22-12-1959,41-29 1,-61 39 1743,-1 0 0,0 0 1,0-1-1,-1 0 0,1 0 0,-2 0 1,1 0-1,0-1 0,-1 0 0,0 0 1,5-14-1,-9 19 397,1 1-1,-1-1 1,0 0 0,1 1 0,-1-1-1,0 0 1,0 0 0,0 1 0,0-1-1,-1 0 1,1 0 0,0 1 0,-1-1-1,1 0 1,-1 1 0,0-1 0,1 0-1,-1 1 1,0-1 0,0 1 0,0-1-1,0 1 1,0 0 0,0-1 0,-1 1-1,1 0 1,0 0 0,-1 0 0,1 0 0,-1 0-1,1 0 1,-1 0 0,1 0 0,-1 1-1,1-1 1,-1 1 0,0-1 0,0 1-1,1 0 1,-1-1 0,-2 1 0,-16-3-162</inkml:trace>
</inkml:ink>
</file>

<file path=ppt/ink/ink1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06:08:50.066"/>
    </inkml:context>
    <inkml:brush xml:id="br0">
      <inkml:brushProperty name="width" value="0.1" units="cm"/>
      <inkml:brushProperty name="height" value="0.1" units="cm"/>
      <inkml:brushProperty name="color" value="#00A0D7"/>
    </inkml:brush>
  </inkml:definitions>
  <inkml:trace contextRef="#ctx0" brushRef="#br0">0 179 8192,'180'0'0,"821"-5"0,-3-35 0,-760 23 0,412-24 0,-217 5 0,-330 26 0,-16 5 2311,42 4 6292,-71 2-4499,-3-4-639,23-9-3752,-52 7 113,-4 2 174,-2 1 0</inkml:trace>
</inkml:ink>
</file>

<file path=ppt/ink/ink1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06:08:53.629"/>
    </inkml:context>
    <inkml:brush xml:id="br0">
      <inkml:brushProperty name="width" value="0.1" units="cm"/>
      <inkml:brushProperty name="height" value="0.1" units="cm"/>
      <inkml:brushProperty name="color" value="#00A0D7"/>
    </inkml:brush>
  </inkml:definitions>
  <inkml:trace contextRef="#ctx0" brushRef="#br0">6 1643 8192,'41'0'15144,"-21"0"-12266,717 0-5235,985 0-9358,-1108 0 10561,-537 0-339,377-15 960,-312 4 866,-2 0 1724,-47-3-4447,-55 7 2604,332-69 8391,-310 61-8361,-8 4 561,0-2 1,-1-3-1,-1-2 1,-1-1-1,65-37 1,-56 21-5300,74-49-4427,-73 33 7650,-9-10 3767,30-50 915,19-28 4380,-89 121-7171,0-1 1,-1 0-1,-1-1 1,-1 0-1,-1 0 1,5-26 0,-4 13-621,-4 17 0,0 0 0,-1-1 0,0 1 0,-1-20 0,-2 30 0,0 0 0,0 0 0,0 0 0,-1-1 0,0 2 0,0-1 0,0 0 0,-1 0 0,0 1 0,0-1 0,-1 1 0,1 0 0,-1 0 0,-7-7 0,-10-10 0,0 0 0,-2 2 0,0 1 0,-1 1 0,0 1 0,-53-27 0,15 14-489,26 12-228,0 2 0,0 1 0,-55-15 1,-355-61-6523,183 51 1319,121 22 4413,-41-6 1507,-268 1 0,155 11 0,8-1 0,-790 14 0,677 35 0,280-21 0,-144 13 495,98-3 2074,83-9-389,27-8 2722,-2-1-3327,0 4 0,0 2 0,2 2 0,-99 41 1,141-48-1576,-1 1 0,2 1 0,-1 1 0,1 0 0,1 0 0,0 1 0,0 1 0,1 1 0,1-1 0,0 2 0,-13 23 0,5-4 0,0 2 0,3 0 0,1 2 0,-11 41 0,18-49 0,3 1 0,0-1 0,2 1 0,1-1 0,1 1 0,2 0 0,7 43 0,-2-33 0,3 0 0,1-1 0,2 0 0,33 74 0,-35-95 0,1-1 0,1 0 0,0 0 0,2-1 0,0-1 0,0-1 0,2 0 0,24 19 0,11 4 0,84 45 0,-106-67 0</inkml:trace>
</inkml:ink>
</file>

<file path=ppt/ink/ink1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06:09:08.310"/>
    </inkml:context>
    <inkml:brush xml:id="br0">
      <inkml:brushProperty name="width" value="0.1" units="cm"/>
      <inkml:brushProperty name="height" value="0.1" units="cm"/>
      <inkml:brushProperty name="color" value="#00A0D7"/>
    </inkml:brush>
  </inkml:definitions>
  <inkml:trace contextRef="#ctx0" brushRef="#br0">0 129 8192,'87'-2'10042,"0"-4"-4068,17-3-2935,52-9-3760,81-7-2067,93 0 623,596-16 5101,-528 38-4587,-210 4-4639,-108-1 368,-56 0 4678</inkml:trace>
</inkml:ink>
</file>

<file path=ppt/ink/ink1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06:09:32.770"/>
    </inkml:context>
    <inkml:brush xml:id="br0">
      <inkml:brushProperty name="width" value="0.1" units="cm"/>
      <inkml:brushProperty name="height" value="0.1" units="cm"/>
      <inkml:brushProperty name="color" value="#00A0D7"/>
    </inkml:brush>
  </inkml:definitions>
  <inkml:trace contextRef="#ctx0" brushRef="#br0">1 1 8192,'0'0'0</inkml:trace>
</inkml:ink>
</file>

<file path=ppt/ink/ink1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06:16:19.849"/>
    </inkml:context>
    <inkml:brush xml:id="br0">
      <inkml:brushProperty name="width" value="0.1" units="cm"/>
      <inkml:brushProperty name="height" value="0.1" units="cm"/>
      <inkml:brushProperty name="color" value="#00A0D7"/>
    </inkml:brush>
  </inkml:definitions>
  <inkml:trace contextRef="#ctx0" brushRef="#br0">0 249 8192,'86'-3'13838,"-30"-4"-9654,109-11-4184,28-5 0,-122 11 0,140-6 0,75 19 0,-102 2 0,1349-3 0,-1366-13-4489,-3 0 158,-96 9 2289,0-3-1,106-25 1,22-3-1033,-68 12 3632,-85 13-449,1 2-1,77-3 1,309 12 6956,-231-1-8438,0 1-4982,158 19 6142,-233-11 214,144-10 0,-104-1 0,2889 2 0,-2869 13 0,-14 0 0,56 2 0,-83-3 0,-9-2 0,112 4 0,1725-15 0,-1768-11 0,-31 0 0,60-2 0,52 0 0,-141 13 0,232-32 0,-199 6 0,-133 21 0</inkml:trace>
</inkml:ink>
</file>

<file path=ppt/ink/ink1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06:16:20.166"/>
    </inkml:context>
    <inkml:brush xml:id="br0">
      <inkml:brushProperty name="width" value="0.1" units="cm"/>
      <inkml:brushProperty name="height" value="0.1" units="cm"/>
      <inkml:brushProperty name="color" value="#00A0D7"/>
    </inkml:brush>
  </inkml:definitions>
  <inkml:trace contextRef="#ctx0" brushRef="#br0">0 53 8192,'157'0'0,"725"-16"0,-592 7 0,104-8 0,-271 8 0,-95 8 0</inkml:trace>
</inkml:ink>
</file>

<file path=ppt/ink/ink1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06:16:23.171"/>
    </inkml:context>
    <inkml:brush xml:id="br0">
      <inkml:brushProperty name="width" value="0.1" units="cm"/>
      <inkml:brushProperty name="height" value="0.1" units="cm"/>
      <inkml:brushProperty name="color" value="#00A0D7"/>
    </inkml:brush>
  </inkml:definitions>
  <inkml:trace contextRef="#ctx0" brushRef="#br0">1 105 8192,'107'-3'13851,"53"-10"-9888,-3 2-3707,56-9-304,196-35-9304,-381 54 8648,13 0-4808,-12 1 4268</inkml:trace>
</inkml:ink>
</file>

<file path=ppt/ink/ink1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06:16:23.734"/>
    </inkml:context>
    <inkml:brush xml:id="br0">
      <inkml:brushProperty name="width" value="0.1" units="cm"/>
      <inkml:brushProperty name="height" value="0.1" units="cm"/>
      <inkml:brushProperty name="color" value="#00A0D7"/>
    </inkml:brush>
  </inkml:definitions>
  <inkml:trace contextRef="#ctx0" brushRef="#br0">1 1 8192,'155'0'2616,"205"0"10915,-231 0-11656,-107 0-1875</inkml:trace>
</inkml:ink>
</file>

<file path=ppt/ink/ink1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06:16:49.261"/>
    </inkml:context>
    <inkml:brush xml:id="br0">
      <inkml:brushProperty name="width" value="0.1" units="cm"/>
      <inkml:brushProperty name="height" value="0.1" units="cm"/>
      <inkml:brushProperty name="color" value="#00A0D7"/>
    </inkml:brush>
  </inkml:definitions>
  <inkml:trace contextRef="#ctx0" brushRef="#br0">1 104 8192,'26'0'3772,"147"-3"7712,-58-9-8718,-51 5-2766,97 1 0,-98 6 0,101-13 0,-77 4 0,0 3 0,113 8 0,-57 1 0,622-4 0,-738 0 0,-1-1 0,30-7 0,-27 3 0,44-1 0,30 8-60,51-2 55,-26-24 70,-107 23-65</inkml:trace>
</inkml:ink>
</file>

<file path=ppt/ink/ink1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06:16:49.736"/>
    </inkml:context>
    <inkml:brush xml:id="br0">
      <inkml:brushProperty name="width" value="0.1" units="cm"/>
      <inkml:brushProperty name="height" value="0.1" units="cm"/>
      <inkml:brushProperty name="color" value="#00A0D7"/>
    </inkml:brush>
  </inkml:definitions>
  <inkml:trace contextRef="#ctx0" brushRef="#br0">0 79 8192,'581'0'10550,"-326"0"-8574,163-16-10895,-159 4 5312,-48 1 3607,80-2 0,7 0 0,18-1 0,568 15 4270,-859-1 299</inkml:trace>
</inkml:ink>
</file>

<file path=ppt/ink/ink1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06:16:50.967"/>
    </inkml:context>
    <inkml:brush xml:id="br0">
      <inkml:brushProperty name="width" value="0.1" units="cm"/>
      <inkml:brushProperty name="height" value="0.1" units="cm"/>
      <inkml:brushProperty name="color" value="#00A0D7"/>
    </inkml:brush>
  </inkml:definitions>
  <inkml:trace contextRef="#ctx0" brushRef="#br0">415 1699 8192,'6'0'987,"224"-3"11993,-78-10-8925,122-32-6948,356-123-9782,-588 153 12545,-1-1 1,-1-2 0,-1-2 0,0-2 0,-2-1 0,0-2 0,-2-2-1,-1-1 1,-1-1 0,-1-2 0,-2-1 0,-1-2 0,-2 0 0,-1-2-1,-2-1 1,-1-1 0,-2-1 0,22-59 0,-34 72 129,-2-1 0,-1 1 0,-1-1 0,-1 0 0,-1-1 0,-2 1 0,-1 0 0,-1-1 0,-1 1 0,-1 0 0,-12-44 0,9 55 67,-1 0 1,-1 0 0,0 1-1,-1 0 1,-1 1-1,0 0 1,-1 1 0,0 0-1,-1 0 1,-1 1 0,-15-12-1,-17-10-44,-2 3 0,-54-29 0,39 31 770,-1 2 0,-2 3-1,-106-24 1,126 35-1663,-27-4 484,-1 3 0,-1 4 0,-81-2-1,-227 14-964,159 2 1066,111-6 285,44-1 0,-131 13 0,184-8 0,1 1 0,-1 0 0,1 1 0,0 1 0,1 0 0,-1 1 0,1 0 0,0 1 0,0 1 0,-21 16 0,26-17 0,0 1 0,1-1 0,0 2 0,0-1 0,1 1 0,0 0 0,1 0 0,0 1 0,0-1 0,1 1 0,0 0 0,0 1 0,2-1 0,-1 0 0,-1 16 0,1 6 212,1-1 0,1 0 0,2 0 1,1 1-1,2-1 0,12 51 0,-10-59-63,1 0-1,2-1 1,0 0-1,1-1 1,1 0-1,1 0 1,1-1 0,1-1-1,23 26 1,-5-11 89,1-1-1,2-1 1,1-2 0,1-2 0,1-1 0,2-2 0,76 35 0,93 19-5112,-159-64 4874</inkml:trace>
</inkml:ink>
</file>

<file path=ppt/ink/ink1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06:16:51.561"/>
    </inkml:context>
    <inkml:brush xml:id="br0">
      <inkml:brushProperty name="width" value="0.1" units="cm"/>
      <inkml:brushProperty name="height" value="0.1" units="cm"/>
      <inkml:brushProperty name="color" value="#00A0D7"/>
    </inkml:brush>
  </inkml:definitions>
  <inkml:trace contextRef="#ctx0" brushRef="#br0">1 53 8192,'165'-12'0,"-72"3"0,747-23 0,-357 33 2796,-455-1-5592</inkml:trace>
</inkml:ink>
</file>

<file path=ppt/ink/ink1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06:17:17.518"/>
    </inkml:context>
    <inkml:brush xml:id="br0">
      <inkml:brushProperty name="width" value="0.1" units="cm"/>
      <inkml:brushProperty name="height" value="0.1" units="cm"/>
      <inkml:brushProperty name="color" value="#00A0D7"/>
    </inkml:brush>
  </inkml:definitions>
  <inkml:trace contextRef="#ctx0" brushRef="#br0">0 206 8192,'295'-10'16362,"-222"4"-14702,86-5-2127,162-20-1863,-211 15 1052,378-38-4813,-233 41 2093,112-1 140,-204 1 9133,-3 0 4468,-48 13-6995,293-14-2492,-153 3-256,-230 11 0</inkml:trace>
</inkml:ink>
</file>

<file path=ppt/ink/ink1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06:17:21.732"/>
    </inkml:context>
    <inkml:brush xml:id="br0">
      <inkml:brushProperty name="width" value="0.1" units="cm"/>
      <inkml:brushProperty name="height" value="0.1" units="cm"/>
      <inkml:brushProperty name="color" value="#00A0D7"/>
    </inkml:brush>
  </inkml:definitions>
  <inkml:trace contextRef="#ctx0" brushRef="#br0">0 104 8192,'46'0'3750,"94"-1"4195,-80-1-4884,88-15 0,-20-6-2959,260-12 1,-94 22-103,4 1 0,-28 11-2673,135 2-6519,30 0 3035,-407-1 6157</inkml:trace>
</inkml:ink>
</file>

<file path=ppt/ink/ink1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06:17:22.506"/>
    </inkml:context>
    <inkml:brush xml:id="br0">
      <inkml:brushProperty name="width" value="0.1" units="cm"/>
      <inkml:brushProperty name="height" value="0.1" units="cm"/>
      <inkml:brushProperty name="color" value="#00A0D7"/>
    </inkml:brush>
  </inkml:definitions>
  <inkml:trace contextRef="#ctx0" brushRef="#br0">1 105 8192,'316'-23'16311,"-237"13"-14601,-77 10-1709,245-27-2894,335-11-9782,268 31 10281,-487 9 2334,-339-2 60</inkml:trace>
</inkml:ink>
</file>

<file path=ppt/ink/ink1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06:18:54.345"/>
    </inkml:context>
    <inkml:brush xml:id="br0">
      <inkml:brushProperty name="width" value="0.1" units="cm"/>
      <inkml:brushProperty name="height" value="0.1" units="cm"/>
      <inkml:brushProperty name="color" value="#00A0D7"/>
    </inkml:brush>
  </inkml:definitions>
  <inkml:trace contextRef="#ctx0" brushRef="#br0">1 0 8192</inkml:trace>
</inkml:ink>
</file>

<file path=ppt/ink/ink1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06:20:16.080"/>
    </inkml:context>
    <inkml:brush xml:id="br0">
      <inkml:brushProperty name="width" value="0.1" units="cm"/>
      <inkml:brushProperty name="height" value="0.1" units="cm"/>
      <inkml:brushProperty name="color" value="#00A0D7"/>
    </inkml:brush>
  </inkml:definitions>
  <inkml:trace contextRef="#ctx0" brushRef="#br0">1 0 8192</inkml:trace>
</inkml:ink>
</file>

<file path=ppt/ink/ink1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06:21:19.236"/>
    </inkml:context>
    <inkml:brush xml:id="br0">
      <inkml:brushProperty name="width" value="0.1" units="cm"/>
      <inkml:brushProperty name="height" value="0.1" units="cm"/>
      <inkml:brushProperty name="color" value="#00A0D7"/>
    </inkml:brush>
  </inkml:definitions>
  <inkml:trace contextRef="#ctx0" brushRef="#br0">1 0 8192,'1'5'1276,"0"-1"1,1 1 0,-1-1 0,1 0-1,0 0 1,0 0 0,1 0-1,-1 0 1,1-1 0,0 1-1,5 5 1,8 12 1425,178 258-2702,-67-101 0,-119-167 0,1 0 0,0-1 0,0 0 0,17 14 0,-12-13 0</inkml:trace>
</inkml:ink>
</file>

<file path=ppt/ink/ink1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06:21:19.663"/>
    </inkml:context>
    <inkml:brush xml:id="br0">
      <inkml:brushProperty name="width" value="0.1" units="cm"/>
      <inkml:brushProperty name="height" value="0.1" units="cm"/>
      <inkml:brushProperty name="color" value="#00A0D7"/>
    </inkml:brush>
  </inkml:definitions>
  <inkml:trace contextRef="#ctx0" brushRef="#br0">594 0 8192,'-43'45'5874,"-47"65"1,-5 6 398,-128 169-6273,148-182 0,66-90 0,-1-1 0,-22 21 0,16-20 0</inkml:trace>
</inkml:ink>
</file>

<file path=ppt/ink/ink1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06:21:20.493"/>
    </inkml:context>
    <inkml:brush xml:id="br0">
      <inkml:brushProperty name="width" value="0.1" units="cm"/>
      <inkml:brushProperty name="height" value="0.1" units="cm"/>
      <inkml:brushProperty name="color" value="#00A0D7"/>
    </inkml:brush>
  </inkml:definitions>
  <inkml:trace contextRef="#ctx0" brushRef="#br0">89 0 8192,'4'2'1193,"-1"1"1,1-1-1,-1 0 0,1 1 1,-1 0-1,0 0 0,0 0 1,0 0-1,0 0 1,-1 0-1,1 1 0,-1-1 1,4 8-1,4 5 122,-1-4-1298,0-1 1,-1 2-1,0-1 1,-1 1-1,-1 0 0,0 1 1,6 20-1,-11-29-41,1-1 0,-2 0 0,1 0 0,0 1 0,-1-1 0,0 1 0,0-1 0,0 0-1,0 1 1,-1-1 0,0 0 0,0 1 0,0-1 0,0 0 0,-1 0 0,1 0 0,-1 0-1,0 0 1,-1 0 0,1 0 0,-1-1 0,1 1 0,-1-1 0,0 0 0,0 0 0,0 0-1,-1 0 1,-5 4 0,-47 23-4881,-13 9-175,33-6-1634,35-32 6975,1 0 0,-1 0 0,0 0 0,1 0 0,-1-1 0,1 1 0,-1 0-1,1 0 1,-1 1 0,1-1 0,0 0 0,0 0 0,-1 0 0,1 0-1,0 0 1,0 0 0,0 0 0,0 0 0,0 0 0,0 1 0,1-1 0,-1 0-1,0 0 1,0 0 0,1 0 0,-1 0 0,1 0 0,0 1 0,1 1-201,0-1 1,0 0-1,0 0 1,0 0 0,1 0-1,-1 0 1,1-1-1,-1 1 1,1-1 0,4 2-1,8 3-1232,0-1 0,30 6-1,-44-11 1178,32 5-1833,1-2 1,58-2-1,-91-1 1828,21-1 0</inkml:trace>
</inkml:ink>
</file>

<file path=ppt/ink/ink1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12:38:45.333"/>
    </inkml:context>
    <inkml:brush xml:id="br0">
      <inkml:brushProperty name="width" value="0.1" units="cm"/>
      <inkml:brushProperty name="height" value="0.1" units="cm"/>
      <inkml:brushProperty name="color" value="#00A0D7"/>
    </inkml:brush>
  </inkml:definitions>
  <inkml:trace contextRef="#ctx0" brushRef="#br0">357 4 8192,'91'-1'9539,"6"-1"-3431,-2 6-3733,-93-4-2375,0 0 0,-1 0 0,1 0 0,0 0 0,-1 0 0,1 0 0,0 1 0,-1-1 0,1 1 0,0-1 0,-1 1 0,1 0 0,-1-1 0,1 1 0,-1 0 0,1 0 0,-1 0 0,0 0 0,1 0 0,-1 1 0,0-1 0,0 0 0,0 1 0,0-1 0,1 3 0,-1-2 0,-1 0 0,0 0 0,0 0 0,0 1 0,0-1 0,-1 0 0,1 0 0,0 0 0,-1 1 0,0-1 0,1 0 0,-1 0 0,0 0 0,0 0 0,0 0 0,-3 3 0,-5 8 0,-1-1 0,-1 1 0,0-2 0,-13 12 0,-108 104-73,-125 156 0,193-210-277,14-22 34,37-40 432,1 1 0,0 0 0,0 1 0,1 1 0,1 0 0,-14 24 0,23-36-116,0-1 0,0 1 0,1 0 0,-1-1 0,0 1 0,1 0 0,-1-1 0,1 1 0,0 0 0,-1 0 0,1 0 0,0-1 0,0 1 0,0 0 0,0 0 0,1 0 0,-1 0 0,0-1 0,1 1 0,-1 0 0,1 0 0,0-1 0,0 1 0,-1 0 0,1-1 0,0 1 0,0-1 0,1 1 0,-1-1 0,0 0 0,0 1 0,1-1 0,-1 0 0,0 0 0,1 0 0,-1 0 0,1 0 0,0 0 0,-1 0 0,1-1 0,0 1 0,0-1 0,-1 1 0,1-1 0,0 1 0,2-1 0,12 3 0,0-2 0,0 1 0,1-2 0,20-2 0,-19 2 0,98-1 0,60-2 0,-150-1 0,-7-1 0</inkml:trace>
</inkml:ink>
</file>

<file path=ppt/ink/ink1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12:38:45.754"/>
    </inkml:context>
    <inkml:brush xml:id="br0">
      <inkml:brushProperty name="width" value="0.1" units="cm"/>
      <inkml:brushProperty name="height" value="0.1" units="cm"/>
      <inkml:brushProperty name="color" value="#00A0D7"/>
    </inkml:brush>
  </inkml:definitions>
  <inkml:trace contextRef="#ctx0" brushRef="#br0">1 0 8192,'4'0'0,"6"0"3356,6 0-3356,4 0 0,4 0 5483,1 0-5483,1 0 0,1 0 7957,0 0-7957,-1 0 1226,1 0-1226,-1 0 0,-5 0 0</inkml:trace>
</inkml:ink>
</file>

<file path=ppt/ink/ink1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12:38:46.143"/>
    </inkml:context>
    <inkml:brush xml:id="br0">
      <inkml:brushProperty name="width" value="0.1" units="cm"/>
      <inkml:brushProperty name="height" value="0.1" units="cm"/>
      <inkml:brushProperty name="color" value="#00A0D7"/>
    </inkml:brush>
  </inkml:definitions>
  <inkml:trace contextRef="#ctx0" brushRef="#br0">0 0 8192,'5'0'11332,"5"0"-11332,6 0 6690,4 0-6690,3 0 0,3 0 0,0 0 0,1 0 0,0 0 0,-1 0 0,1 0 0,-1 0 0,-5 0 0</inkml:trace>
</inkml:ink>
</file>

<file path=ppt/ink/ink1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12:38:46.750"/>
    </inkml:context>
    <inkml:brush xml:id="br0">
      <inkml:brushProperty name="width" value="0.1" units="cm"/>
      <inkml:brushProperty name="height" value="0.1" units="cm"/>
      <inkml:brushProperty name="color" value="#00A0D7"/>
    </inkml:brush>
  </inkml:definitions>
  <inkml:trace contextRef="#ctx0" brushRef="#br0">157 4 8192,'117'-2'5456,"29"0"4231,-50 6-6808,-93-4-2879,1 1 0,-1-1 0,1 0 0,-1 1 0,0 0 0,1 0 0,-1 0 0,0 0 0,1 0 0,-1 1 0,0-1 0,0 1 0,0 0 0,0 0 0,-1 0 0,1 0 0,0 0 0,-1 1 0,3 2 0,-4-3 0,0 1 0,-1-1 0,1 0 0,0 1 0,-1-1 0,0 1 0,1-1 0,-1 1 0,0-1 0,0 0 0,0 1 0,-1-1 0,1 1 0,0-1 0,-1 1 0,0-1 0,1 0 0,-1 1 0,0-1 0,0 0 0,-1 0 0,1 0 0,0 0 0,-1 0 0,1 0 0,-4 3 0,-9 11-1002,-1-2 0,0 1 0,-1-2 0,-1 0 0,-25 15 0,-43 34-2338,12 3 450,2 3 0,-115 144 0,182-205 3007,0 0 0,0 0 0,0 0 0,1 1 0,0-1 1,1 1-1,0-1 0,0 1 0,-1 12 0,2-17-50,1 0 0,0-1 0,-1 1 0,1 0 0,1 0 0,-1 0 0,0 0 0,1 0 0,-1-1 0,1 1 0,0 0 0,0 0 0,0-1 0,0 1 0,1-1 0,-1 1 0,1-1 0,-1 1 0,1-1 0,0 0 0,0 0 0,0 0 0,0 0 0,0 0 0,1 0 0,-1-1 0,0 1 0,1-1 0,3 2 0,21 6-184,1 0 0,0-3 0,0 0 0,0-1 0,1-2 0,0-1-1,0-1 1,-1-2 0,53-7 0,-39 1-218,0-2 0,0-2 0,-1-2 0,-1-1 0,74-38 0,-98 44 428,-10 6 87,0-1 0,0 0 1,0 0-1,0-1 0,-1 1 0,1-1 0,-1 0 1,0-1-1,0 1 0,0-1 0,-1 0 1,0 0-1,0 0 0,5-9 0,-4-3 380</inkml:trace>
</inkml:ink>
</file>

<file path=ppt/ink/ink1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12:38:47.013"/>
    </inkml:context>
    <inkml:brush xml:id="br0">
      <inkml:brushProperty name="width" value="0.1" units="cm"/>
      <inkml:brushProperty name="height" value="0.1" units="cm"/>
      <inkml:brushProperty name="color" value="#00A0D7"/>
    </inkml:brush>
  </inkml:definitions>
  <inkml:trace contextRef="#ctx0" brushRef="#br0">1 0 8192,'108'4'2403,"138"23"10132,-153-16-10697,20-1-4149,153-9-9049,-142-2 10861,-90 1 10492</inkml:trace>
</inkml:ink>
</file>

<file path=ppt/ink/ink1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12:38:47.418"/>
    </inkml:context>
    <inkml:brush xml:id="br0">
      <inkml:brushProperty name="width" value="0.1" units="cm"/>
      <inkml:brushProperty name="height" value="0.1" units="cm"/>
      <inkml:brushProperty name="color" value="#00A0D7"/>
    </inkml:brush>
  </inkml:definitions>
  <inkml:trace contextRef="#ctx0" brushRef="#br0">3 110 8192,'0'3'154,"1"0"1,0-1-1,-1 0 1,1 1 0,0-1-1,0 1 1,0-1-1,0 0 1,1 0 0,-1 1-1,1-1 1,-1 0-1,1 0 1,0-1-1,0 1 1,3 2 0,37 27 4276,-33-26-3645,7 6 344,1-1 1,0-1 0,1 0 0,-1-1-1,2-1 1,-1-1 0,1-1 0,20 4 0,-36-9-1131,-1 0 0,0 0 0,1 0 0,-1 0 0,0-1 0,1 1 0,-1-1 0,0 1 0,0-1 0,1 0 0,-1 0 0,0 0 0,0 0 0,0 0 0,0-1 0,0 1 0,0 0 0,-1-1 0,3-2 0,-1 0 0,1 0 0,-1 0 0,0-1 0,-1 1 0,1-1 0,-1 0 0,0 0 0,2-7 0,-2 3 0,1 0 0,-2 0 0,1 0 0,-1 0 0,-1 0 0,0 0 0,0 0 0,-1 0 0,0 0 0,-2-9 0,1 13 0,0 0 0,0 1 0,0-1 0,-1 1 0,0-1 0,0 1 0,0 0 0,-1 0 0,1 0 0,-1 0 0,0 1 0,0 0 0,0 0 0,-1 0 0,1 0 0,-1 0 0,1 1 0,-1 0 0,0 0 0,0 0 0,0 1 0,0-1 0,0 1 0,-7 0 0,-14-2 0,-1 1 0,0 1 0,-42 4 0,21 0 0,16-3 0</inkml:trace>
</inkml:ink>
</file>

<file path=ppt/ink/ink1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12:38:48.866"/>
    </inkml:context>
    <inkml:brush xml:id="br0">
      <inkml:brushProperty name="width" value="0.1" units="cm"/>
      <inkml:brushProperty name="height" value="0.1" units="cm"/>
      <inkml:brushProperty name="color" value="#00A0D7"/>
    </inkml:brush>
  </inkml:definitions>
  <inkml:trace contextRef="#ctx0" brushRef="#br0">233 0 8192,'-8'76'2048,"-4"-32"1842,-1-1-1,-21 45 1,-1 2-831,4 7-5855,4 1 0,4 2 0,4 0 0,5 0 0,-2 166 0,15-261 2796,1 0 0,0 0 0,1 0 0,-1 0 0,1 1 0,0-1 0,0 0 0,0 0 0,1 0 0,-1-1 0,1 1 0,1 0 0,-1-1 0,1 1 0,-1-1 0,1 0 0,1 0 0,-1 0 0,0 0 0,1 0 0,0-1 0,0 0 0,0 1 0,0-2 0,1 1 0,-1 0 0,1-1 0,-1 0 0,1 0 0,0 0 0,0-1 0,0 1 0,0-1 0,7 1 0,7 0 0</inkml:trace>
</inkml:ink>
</file>

<file path=ppt/ink/ink1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12:38:49.538"/>
    </inkml:context>
    <inkml:brush xml:id="br0">
      <inkml:brushProperty name="width" value="0.1" units="cm"/>
      <inkml:brushProperty name="height" value="0.1" units="cm"/>
      <inkml:brushProperty name="color" value="#00A0D7"/>
    </inkml:brush>
  </inkml:definitions>
  <inkml:trace contextRef="#ctx0" brushRef="#br0">113 0 8192,'0'157'3345,"0"79"7043,0-52-6595,-9 88-10648,3-213 3644,-2-1 0,-26 93 0,22-110 2431,-7 24 517,-6-4 18290</inkml:trace>
</inkml:ink>
</file>

<file path=ppt/ink/ink1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12:38:50.222"/>
    </inkml:context>
    <inkml:brush xml:id="br0">
      <inkml:brushProperty name="width" value="0.1" units="cm"/>
      <inkml:brushProperty name="height" value="0.1" units="cm"/>
      <inkml:brushProperty name="color" value="#00A0D7"/>
    </inkml:brush>
  </inkml:definitions>
  <inkml:trace contextRef="#ctx0" brushRef="#br0">0 0 8192,'1'5'190,"1"-1"1,-1 0-1,0 1 0,1-1 1,0 0-1,0 0 1,0 0-1,1 0 0,3 3 1,11 25 2175,-10-2-703,-2 0 1,-1 1 0,-1-1-1,-2 1 1,-1 0 0,-4 34-1,1 24 444,3 27-2107,20-191 0,-12 37-184,26-73 0,-28 94-512,1 0 0,1 1-1,1 0 1,0 0 0,1 1 0,18-21 0,-27 34 16,1 1 0,0-1-1,-1 0 1,1 0 0,0 1 0,0-1 0,0 1 0,1 0 0,-1 0 0,0-1 0,0 1 0,1 1 0,-1-1 0,1 0-1,3 0 1,-4 1 606,0 0 0,1 1 0,-1-1-1,0 1 1,1-1 0,-1 1-1,0 0 1,0 0 0,0 0 0,0 0-1,0 0 1,0 0 0,0 1 0,0-1-1,0 1 1,0-1 0,-1 1-1,1 0 1,-1 0 0,1 0 0,1 2-1,2 4 794,-1 0 0,1 0 0,-1 0 0,-1 0 0,4 13-1,1 17-1026,-5 6-1199,-5 54 1,0-39 249,2-32 1257</inkml:trace>
</inkml:ink>
</file>

<file path=ppt/ink/ink1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12:38:50.581"/>
    </inkml:context>
    <inkml:brush xml:id="br0">
      <inkml:brushProperty name="width" value="0.1" units="cm"/>
      <inkml:brushProperty name="height" value="0.1" units="cm"/>
      <inkml:brushProperty name="color" value="#00A0D7"/>
    </inkml:brush>
  </inkml:definitions>
  <inkml:trace contextRef="#ctx0" brushRef="#br0">1 99 8192,'4'0'18022,"2"-4"-18022,4-2 0,5 1 0,4 0 0,3 2 0,2 1 0,2-3 0,0-2 0,1 2 0,0 0 0,-1 2 0,-4-3 0,-2-5 0,-4-5 0,-5 1 0</inkml:trace>
</inkml:ink>
</file>

<file path=ppt/ink/ink1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12:38:50.910"/>
    </inkml:context>
    <inkml:brush xml:id="br0">
      <inkml:brushProperty name="width" value="0.1" units="cm"/>
      <inkml:brushProperty name="height" value="0.1" units="cm"/>
      <inkml:brushProperty name="color" value="#00A0D7"/>
    </inkml:brush>
  </inkml:definitions>
  <inkml:trace contextRef="#ctx0" brushRef="#br0">25 0 8192,'0'24'1802,"-3"185"10600,-10-69-8584,11-125-3818,-1 0 0,1 1 0,1-1 0,0 1 0,1 0 0,3 24 0,-3-40 0,0 1 0,0 0 0,0-1 0,0 1 0,0-1 0,0 1 0,0-1 0,0 1 0,0 0 0,0-1 0,0 1 0,1-1 0,-1 1 0,0-1 0,0 1 0,0-1 0,1 1 0,-1-1 0,0 1 0,1-1 0,-1 1 0,1-1 0,-1 0 0,0 1 0,1-1 0,-1 1 0,1-1 0,-1 0 0,1 0 0,-1 1 0,1-1 0,-1 0 0,1 0 0,-1 0 0,1 1 0,0-1 0,-1 0 0,1 0 0,-1 0 0,1 0 0,-1 0 0,1 0 0,0 0 0,-1 0 0,1 0 0,-1-1 0,1 1 0,-1 0 0,1 0 0,-1 0 0,1-1 0,-1 1 0,1 0 0,-1 0 0,1-1 0,-1 1 0,1-1 0,-1 1 0,1 0 0,-1-1 0,0 1 0,1-1 0,-1 1 0,0-1 0,1 1 0,-1-1 0,0 0 0,9-12 0</inkml:trace>
</inkml:ink>
</file>

<file path=ppt/ink/ink1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12:38:51.190"/>
    </inkml:context>
    <inkml:brush xml:id="br0">
      <inkml:brushProperty name="width" value="0.1" units="cm"/>
      <inkml:brushProperty name="height" value="0.1" units="cm"/>
      <inkml:brushProperty name="color" value="#00A0D7"/>
    </inkml:brush>
  </inkml:definitions>
  <inkml:trace contextRef="#ctx0" brushRef="#br0">37 1 8192,'1'82'1492,"-6"185"12284,-6-153-11022,6-50-2754,-6 27 0,6-69 0</inkml:trace>
</inkml:ink>
</file>

<file path=ppt/ink/ink1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12:38:52.048"/>
    </inkml:context>
    <inkml:brush xml:id="br0">
      <inkml:brushProperty name="width" value="0.1" units="cm"/>
      <inkml:brushProperty name="height" value="0.1" units="cm"/>
      <inkml:brushProperty name="color" value="#00A0D7"/>
    </inkml:brush>
  </inkml:definitions>
  <inkml:trace contextRef="#ctx0" brushRef="#br0">1 131 8192,'12'-1'1166,"0"-1"0,1 0 0,17-6 0,7-1 2015,54-4 211,1 3 0,116 2 1,624 10-6901,415-2-7268,-384-1 7038,-469 3 3738,437-5 0,85-63 0,-794 56 2476,-96 9-1981</inkml:trace>
</inkml:ink>
</file>

<file path=ppt/ink/ink1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12:38:52.797"/>
    </inkml:context>
    <inkml:brush xml:id="br0">
      <inkml:brushProperty name="width" value="0.1" units="cm"/>
      <inkml:brushProperty name="height" value="0.1" units="cm"/>
      <inkml:brushProperty name="color" value="#00A0D7"/>
    </inkml:brush>
  </inkml:definitions>
  <inkml:trace contextRef="#ctx0" brushRef="#br0">922 1 8192,'-13'0'3434,"1"0"0,0 1 0,-23 4 0,29-3-2821,1 0-1,-1 0 0,1 0 0,-1 1 0,1 0 0,-6 3 1,-1 5-613,0-1 0,1 2 0,0 0 0,1 0 0,0 1 0,1 0 0,1 0 0,0 1 0,0 0 0,1 1 0,-6 20 0,-16 29 0,3-5 0,-35 115 0,-9 22 0,-53 114 0,112-281 0,5-11 0,-1 0 0,-1 0 0,0-1 0,-1 0 0,-1 0 0,0-1 0,-2-1 0,-25 29 0,31-40 0,-1 0 0,1-1 0,-1 0 0,0 0 0,0 0 0,0-1 0,-1 0 0,1-1 0,0 1 0,-1-1 0,1-1 0,-1 0 0,1 0 0,-11-1 0,2 0 0,0-1 0,0-1 0,0 0 0,0-1 0,-24-10 0,18 3 0</inkml:trace>
</inkml:ink>
</file>

<file path=ppt/ink/ink1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12:38:53.094"/>
    </inkml:context>
    <inkml:brush xml:id="br0">
      <inkml:brushProperty name="width" value="0.1" units="cm"/>
      <inkml:brushProperty name="height" value="0.1" units="cm"/>
      <inkml:brushProperty name="color" value="#00A0D7"/>
    </inkml:brush>
  </inkml:definitions>
  <inkml:trace contextRef="#ctx0" brushRef="#br0">1 41 8192,'1163'0'0,"-1133"1"0,0-2 0,-1-1 0,1-1 0,-1-2 0,0-1 0,32-11 0,-41 10 0</inkml:trace>
</inkml:ink>
</file>

<file path=ppt/ink/ink1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12:38:53.472"/>
    </inkml:context>
    <inkml:brush xml:id="br0">
      <inkml:brushProperty name="width" value="0.1" units="cm"/>
      <inkml:brushProperty name="height" value="0.1" units="cm"/>
      <inkml:brushProperty name="color" value="#00A0D7"/>
    </inkml:brush>
  </inkml:definitions>
  <inkml:trace contextRef="#ctx0" brushRef="#br0">233 1 8192,'-5'7'881,"1"0"1,0 0-1,1 0 0,0 1 1,0 0-1,0 0 1,1-1-1,0 1 1,1 0-1,-1 9 1,-6 21-1226,-24 86 5482,4 1-3475,-42 251-7597,49-253 3687,5-49-1268,-7 53-1535,21-44 6202,2-82-927,0 1 0,-1 0 1,2 0-1,-1 0 0,0-1 0,0 1 1,1 0-1,-1-1 0,0 1 0,1 0 0,0-1 1,-1 1-1,1 0 0,0-1 0,0 1 0,0-1 1,0 1-1,0-1 0,0 0 0,1 1 1,-1-1-1,0 0 0,1 0 0,-1 0 0,1 0 1,1 1-1,0-2 140,-1 1 0,1-1 0,-1 0 1,1 0-1,-1-1 0,1 1 0,0 0 0,-1-1 1,1 0-1,-1 1 0,0-1 0,1 0 0,-1 0 0,0 0 1,4-3-1,41-31 3629,-15 2-3458,-22 18-348,-1 0 1,0-1 0,-1 0-1,6-16 1,-4 8-123,1 1-66</inkml:trace>
</inkml:ink>
</file>

<file path=ppt/ink/ink1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12:38:53.973"/>
    </inkml:context>
    <inkml:brush xml:id="br0">
      <inkml:brushProperty name="width" value="0.1" units="cm"/>
      <inkml:brushProperty name="height" value="0.1" units="cm"/>
      <inkml:brushProperty name="color" value="#00A0D7"/>
    </inkml:brush>
  </inkml:definitions>
  <inkml:trace contextRef="#ctx0" brushRef="#br0">0 107 8192,'6'-1'1766,"1"0"0,-1-1-1,0 0 1,1 0 0,-1 0 0,11-6 0,12-5 2649,-3 7-4256,0 1-1,1 0 1,40 0 0,-40 3-7,1 0 1,-1-2 0,33-9 0,-28 4-153,1 1 0,0 2 0,0 1 0,1 2 0,-1 1 0,67 4 0,-98-2 0,0 0 0,0 0 0,0 1 0,0-1 0,0 0 0,-1 1 0,1-1 0,0 1 0,0 0 0,0-1 0,0 1 0,0 0 0,-1 0 0,1 0 0,0 1 0,-1-1 0,1 0 0,-1 1 0,0-1 0,1 0 0,-1 1 0,0 0 0,0-1 0,2 4 0,-2-2 0,-1 0 0,1 0 0,-1 0 0,0 0 0,0 0 0,0 0 0,0 0 0,-1 1 0,1-1 0,-1 0 0,0 0 0,0-1 0,0 1 0,-2 4 0,-5 9 0,-1 0 0,0 0 0,-1-1 0,-14 16 0,-47 52-1731,-144 140-10914,117-135 10008,89-80 3271,-20 22 8866,29-30-9352,0 0 1,0 1-1,0-1 1,0 0 0,0 1-1,0-1 1,-1 1 0,5 6 3269,-4-6-3270,25 5 1976,63-2-2124,0-5 0,156-20 0,-190 10-604,-1-3 0,-1-2 0,-1-2 0,69-34 0,-43 18 268,-54 24 336</inkml:trace>
</inkml:ink>
</file>

<file path=ppt/ink/ink1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12:38:54.302"/>
    </inkml:context>
    <inkml:brush xml:id="br0">
      <inkml:brushProperty name="width" value="0.1" units="cm"/>
      <inkml:brushProperty name="height" value="0.1" units="cm"/>
      <inkml:brushProperty name="color" value="#00A0D7"/>
    </inkml:brush>
  </inkml:definitions>
  <inkml:trace contextRef="#ctx0" brushRef="#br0">1 161 8192,'85'1'2299,"189"-6"10978,-157-7-10831,21-7-2446,144-41 0,-274 58 0,8-2 0,-1 0 0,1-1 0,-1-1 0,1 0 0,-2-1 0,23-14 0,-26 11 0</inkml:trace>
</inkml:ink>
</file>

<file path=ppt/ink/ink1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12:38:54.643"/>
    </inkml:context>
    <inkml:brush xml:id="br0">
      <inkml:brushProperty name="width" value="0.1" units="cm"/>
      <inkml:brushProperty name="height" value="0.1" units="cm"/>
      <inkml:brushProperty name="color" value="#00A0D7"/>
    </inkml:brush>
  </inkml:definitions>
  <inkml:trace contextRef="#ctx0" brushRef="#br0">0 0 8192,'22'23'1051,"-2"0"0,-1 1 0,0 1-1,-2 1 1,-1 1 0,-1 0 0,11 30 0,66 213 7998,-71-203-8483,-7-18-566,-3 1 0,-1-1 0,4 76 0,-12-89 0,-2 0 0,-2 0 0,-1 0 0,-1 0 0,-16 59 0,8-64 0,-2-1 0,0 0 0,-2-1 0,-2-1 0,0 0 0,-38 42 0,-29 46 0,65-85 0,3-5 0</inkml:trace>
</inkml:ink>
</file>

<file path=ppt/ink/ink1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12:38:55.237"/>
    </inkml:context>
    <inkml:brush xml:id="br0">
      <inkml:brushProperty name="width" value="0.1" units="cm"/>
      <inkml:brushProperty name="height" value="0.1" units="cm"/>
      <inkml:brushProperty name="color" value="#00A0D7"/>
    </inkml:brush>
  </inkml:definitions>
  <inkml:trace contextRef="#ctx0" brushRef="#br0">440 27 8192,'-8'-1'996,"0"0"1,-1-1-1,1 1 1,-12-6-1,-26-4 2861,27 9-3092,1 1 0,-1 0 1,0 2-1,0 0 0,-28 6 0,40-6-478,-1 2 0,1-1 0,-1 1 0,1 0 0,0 0 0,0 1 0,0 0 0,1 0 0,-1 1 0,1 0 0,0 0 0,1 0 0,-1 1 0,1 0 0,-9 12 0,0 8-287,2 0 0,0 0 0,2 1 0,1 0 0,1 1 0,1 0 0,2 1 0,0-1 0,2 1 0,2 0 0,0-1 0,4 31 0,-3-55 0,1 1 0,-1-1 0,1 0 0,0 0 0,0 1 0,1-1 0,-1 0 0,1 0 0,0 0 0,0 0 0,0 0 0,0-1 0,1 1 0,0-1 0,0 1 0,0-1 0,0 0 0,0 0 0,0 0 0,1-1 0,4 3 0,-5-3 0,0-1 0,1 0 0,-1 0 0,0 0 0,1 0 0,-1-1 0,0 1 0,1-1 0,-1 0 0,1 0 0,-1 0 0,1-1 0,-1 1 0,0-1 0,1 0 0,-1 0 0,0 0 0,1 0 0,-1-1 0,0 1 0,0-1 0,0 0 0,0 1 0,0-1 0,-1-1 0,1 1 0,4-5 0,12-14-147,0 0 0,-1-2 0,-2 0 0,22-38 1,47-111-1375,-57 114 979,-6 11-17</inkml:trace>
</inkml:ink>
</file>

<file path=ppt/ink/ink1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12:38:55.596"/>
    </inkml:context>
    <inkml:brush xml:id="br0">
      <inkml:brushProperty name="width" value="0.1" units="cm"/>
      <inkml:brushProperty name="height" value="0.1" units="cm"/>
      <inkml:brushProperty name="color" value="#00A0D7"/>
    </inkml:brush>
  </inkml:definitions>
  <inkml:trace contextRef="#ctx0" brushRef="#br0">27 1 8192,'0'113'10792,"1"0"-4805,-1 23-3700,-1 67-5188,1 77-3595,-13-112 90,2-66 3255,8-34 5835,3-46-2124</inkml:trace>
</inkml:ink>
</file>

<file path=ppt/ink/ink1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12:38:56.251"/>
    </inkml:context>
    <inkml:brush xml:id="br0">
      <inkml:brushProperty name="width" value="0.1" units="cm"/>
      <inkml:brushProperty name="height" value="0.1" units="cm"/>
      <inkml:brushProperty name="color" value="#00A0D7"/>
    </inkml:brush>
  </inkml:definitions>
  <inkml:trace contextRef="#ctx0" brushRef="#br0">53 1 8192,'45'0'13736,"-16"0"-9450,5 0-4286,25-1 0,0 3 0,0 2 0,62 12 0,-118-15 0,0-1 0,-1 1 0,1-1 0,0 1 0,0 0 0,-1 0 0,1 1 0,0-1 0,-1 0 0,1 1 0,-1 0 0,0-1 0,0 1 0,1 0 0,-1 0 0,0 0 0,-1 0 0,1 1 0,0-1 0,-1 1 0,1-1 0,-1 1 0,0-1 0,1 1 0,-1 0 0,-1-1 0,1 1 0,0 0 0,-1 0 0,1 0 0,-1-1 0,0 1 0,0 0 0,0 0 0,0 0 0,-1 0 0,1 0 0,-1 0 0,-1 4 0,-4 12 0,0 0 0,-2-1 0,0 0 0,-18 29 0,17-30 0,-23 39-2030,-2-1 1,-3-2 0,-2-2 0,-58 60 0,48-60-633,-79 77-2552,125-125 5214,0 0 0,0 0 0,0 1 0,1-1 0,-1 0 0,1 1 0,0 0 0,-1-1 0,2 1 0,-1 0 0,0 0 0,1 0 0,0 0 0,0 1 0,0-1 0,0 7 0,1-8 0,0-1 0,0 0 0,1 0 0,-1 1 0,1-1 0,0 0 0,0 0 0,0 0 0,0 0 0,0 0 0,0 0 0,0 0 0,0 0 0,1-1 0,-1 1 0,1 0 0,-1-1 0,1 1 0,0-1 0,0 1 0,0-1 0,-1 0 0,1 0 0,0 0 0,1 0 0,-1 0 0,0 0 0,0-1 0,0 1 0,0-1 0,1 1 0,2-1 0,25 4-15,1-2 0,0-1 0,40-5 0,0 1 634,-63 3-436,-1-1-1,1 0 1,-1 0-1,1-1 1,-1 0 0,0 0-1,1 0 1,-1-1-1,11-7 1,54-42-1280,-56 39 1728,0 0 0,33-18 0,62-22-2301,44-24 159,-139 67 1511</inkml:trace>
</inkml:ink>
</file>

<file path=ppt/ink/ink1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12:38:56.642"/>
    </inkml:context>
    <inkml:brush xml:id="br0">
      <inkml:brushProperty name="width" value="0.1" units="cm"/>
      <inkml:brushProperty name="height" value="0.1" units="cm"/>
      <inkml:brushProperty name="color" value="#00A0D7"/>
    </inkml:brush>
  </inkml:definitions>
  <inkml:trace contextRef="#ctx0" brushRef="#br0">1 102 8192,'17'0'3529,"111"-5"8143,-43-10-8851,-43 4-2996,1 2 1,0 3 0,57-3-1,131 10-1176,41-3 429,48-39-13055,-314 40 13941,19-3-1002</inkml:trace>
</inkml:ink>
</file>

<file path=ppt/ink/ink1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12:38:58.920"/>
    </inkml:context>
    <inkml:brush xml:id="br0">
      <inkml:brushProperty name="width" value="0.1" units="cm"/>
      <inkml:brushProperty name="height" value="0.1" units="cm"/>
      <inkml:brushProperty name="color" value="#00A0D7"/>
    </inkml:brush>
  </inkml:definitions>
  <inkml:trace contextRef="#ctx0" brushRef="#br0">1743 1 8192,'-19'0'655,"1"1"0,-1 1 1,1 1-1,0 0 0,0 1 1,0 2-1,1-1 0,-1 2 1,1 0-1,1 1 0,0 1 1,0 1-1,0 0 1,1 1-1,1 0 0,0 1 1,0 1-1,2 0 0,-22 28 1,19-18-278,0 0 0,2 0 0,1 2 0,0-1 0,2 1 0,1 1 0,1 0 0,1 0 0,1 1 0,2 0 0,1 0 1,0 53-1,6 789-378,-4-510 0,0-313-938,-10 66 1,0-53-2631,-36 116 0,-45 49-3569,17-84 5263,56-108 1874,-3-1 0,0-1 0,-32 32 0,-88 76 0,57-57 0,40-36 0,-18 18 0,-78 60 0,116-105 476,0-1 0,-54 27 0,66-38-151,0-1 0,0 0 1,0-1-1,0 0 0,-1-1 0,0-1 1,1 0-1,-27 0 0,34-3-9,-1 0 0,1 0 0,-1 0 0,1-1 0,0 0 0,0-1 0,0 1 0,0-1 0,0 0 0,1-1-1,-1 1 1,1-1 0,0 0 0,0 0 0,0-1 0,1 0 0,0 1 0,0-1 0,0-1 0,0 1 0,1-1 0,-1 1 0,-2-10 0,-4-8 901,2 1-1,0-2 1,2 1 0,-7-45 0,8 33-1217</inkml:trace>
</inkml:ink>
</file>

<file path=ppt/ink/ink1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12:38:59.482"/>
    </inkml:context>
    <inkml:brush xml:id="br0">
      <inkml:brushProperty name="width" value="0.1" units="cm"/>
      <inkml:brushProperty name="height" value="0.1" units="cm"/>
      <inkml:brushProperty name="color" value="#00A0D7"/>
    </inkml:brush>
  </inkml:definitions>
  <inkml:trace contextRef="#ctx0" brushRef="#br0">1 161 8192,'0'39'4084,"2"0"1,2 1-1,14 62 0,-2-49-2399,-15-50-1685,10 28 0,1 0 0,31 56 0,-40-80 0,1-1 0,0 0 0,0 0 0,1 0 0,-1-1 0,1 1 0,1-1 0,-1 0 0,1 0 0,-1-1 0,1 0 0,1 0 0,-1 0 0,1-1 0,-1 0 0,1 0 0,0 0 0,0-1 0,13 2 0,-11-4 0,-1-1 0,0 0 0,0 0 0,-1-1 0,1 0 0,0 0 0,0-1 0,-1 0 0,0-1 0,1 1 0,-1-2 0,-1 1 0,1 0 0,-1-1 0,1-1 0,7-8 0,12-12 0,-2-1 0,26-37 0,-50 64 0,4-6 0,124-178 0,-111 156 0,-2 0 0,0-1 0,-2 0 0,17-61 0,-29 87 0,0 0 0,0 0 0,0 0 0,-1 0 0,0 0 0,1 0 0,-1-1 0,0 1 0,-1 0 0,1 0 0,0 0 0,-1 0 0,0 0 0,0-1 0,0 1 0,0 1 0,0-1 0,-1 0 0,1 0 0,-1 0 0,0 1 0,1-1 0,-1 1 0,-1-1 0,1 1 0,0 0 0,0 0 0,-1 0 0,0 0 0,1 0 0,-1 0 0,0 1 0,0-1 0,1 1 0,-1 0 0,0 0 0,0 0 0,-1 0 0,1 1 0,-4-1 0,-16-3 0,0 2 0,-1 0 0,1 2 0,-36 3 0,24-1 0,12-2 0</inkml:trace>
</inkml:ink>
</file>

<file path=ppt/ink/ink1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12:38:59.980"/>
    </inkml:context>
    <inkml:brush xml:id="br0">
      <inkml:brushProperty name="width" value="0.1" units="cm"/>
      <inkml:brushProperty name="height" value="0.1" units="cm"/>
      <inkml:brushProperty name="color" value="#00A0D7"/>
    </inkml:brush>
  </inkml:definitions>
  <inkml:trace contextRef="#ctx0" brushRef="#br0">180 0 8192,'-3'1'231,"0"-1"1,0 1 0,0 0 0,0 0-1,0 0 1,0 0 0,0 0-1,0 1 1,1-1 0,-1 1-1,1 0 1,-1 0 0,1 0-1,0 0 1,-4 4 0,-30 39 4601,30-36-4554,-6 9 1062,2 1-1,0 0 1,1 0 0,1 1-1,-7 26 1,-3 16-491,16-52-779,-1 1 0,2 0 0,-1-1 0,2 1 0,-1 0 0,1-1 0,1 1 0,0 0 0,1-1 0,-1 1 0,8 19 0,-7-24-200,1-1 0,-1 0 0,1 0-1,0 0 1,1 0 0,-1-1 0,1 1 0,0-1 0,0 0 0,5 4-1,-4-4-510,0-1-1,0 0 0,1 0 0,-1 0 1,1 0-1,0-1 0,0 0 1,0-1-1,0 1 0,10 0 0,9 1 1201,-3-3 6806</inkml:trace>
</inkml:ink>
</file>

<file path=ppt/ink/ink1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12:39:00.635"/>
    </inkml:context>
    <inkml:brush xml:id="br0">
      <inkml:brushProperty name="width" value="0.1" units="cm"/>
      <inkml:brushProperty name="height" value="0.1" units="cm"/>
      <inkml:brushProperty name="color" value="#00A0D7"/>
    </inkml:brush>
  </inkml:definitions>
  <inkml:trace contextRef="#ctx0" brushRef="#br0">1 1 8192,'93'2'1729,"-31"2"2482,-2 3 0,81 19 0,-33 7-1573,-99-30-2587,-1 0 0,1 1 0,-1 0 0,0 1 0,0 0 0,0 0 1,0 0-1,-1 1 0,0 0 0,0 1 0,-1-1 0,7 10 0,-10-11-34,0 0 0,0 0 0,-1 1 0,0-1 0,0 1 0,0-1 0,-1 1 0,1 0 0,-2 0 0,1 0 0,0-1 0,-1 1 0,0 0 0,-1 0 0,1 0 0,-1 0 0,0 0 1,-1-1-1,1 1 0,-4 6 0,-1 6-38,-2-1 0,0 0 0,-1-1 1,0 0-1,-2 0 0,-19 23 0,-84 74-167,48-51 201,64-61-5,0 0 0,0 1 0,1 0 0,-1-1 0,0 1 0,1 0 0,-1 0 0,1 0 0,0 0 0,-1 0 0,1 0 0,0 0 0,0 0 0,1 1 0,-1-1 0,0 0 0,1 1 0,-1-1 0,1 0 0,0 1 0,0-1 0,0 1 0,0-1 0,0 0 0,1 3 0,1-2-3,-1-1 0,1 0 0,0 0 0,0 0 0,-1-1 0,2 1-1,-1 0 1,0-1 0,0 1 0,0-1 0,1 0 0,-1 0 0,1 0 0,-1 0 0,1 0-1,-1 0 1,1-1 0,-1 1 0,1-1 0,0 0 0,-1 1 0,5-2 0,13 2-135,0-2 0,-1 0 1,1-1-1,0-1 0,-1-1 0,0-1 1,31-11-1,126-66-2225,-141 64 1802,-8 2-3169,31-29 562,-40 28-1463,2-4 3297</inkml:trace>
</inkml:ink>
</file>

<file path=ppt/ink/ink1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12:39:00.917"/>
    </inkml:context>
    <inkml:brush xml:id="br0">
      <inkml:brushProperty name="width" value="0.1" units="cm"/>
      <inkml:brushProperty name="height" value="0.1" units="cm"/>
      <inkml:brushProperty name="color" value="#00A0D7"/>
    </inkml:brush>
  </inkml:definitions>
  <inkml:trace contextRef="#ctx0" brushRef="#br0">0 180 8192,'0'-5'2971,"5"-1"-2971,11-14 5848,-2 12-5848,10-3 7957,8-4-7957,4 2 0,4-3 1246,4 3-1246,-1 2 0,-8 0 0,-1-3 0,-2 0 0,-2 4 0,-2 2 0,-5 4 0</inkml:trace>
</inkml:ink>
</file>

<file path=ppt/ink/ink1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12:39:01.197"/>
    </inkml:context>
    <inkml:brush xml:id="br0">
      <inkml:brushProperty name="width" value="0.1" units="cm"/>
      <inkml:brushProperty name="height" value="0.1" units="cm"/>
      <inkml:brushProperty name="color" value="#00A0D7"/>
    </inkml:brush>
  </inkml:definitions>
  <inkml:trace contextRef="#ctx0" brushRef="#br0">221 1 8192,'-1'4'592,"0"1"1,-1-1 0,1 1 0,-1-1-1,0 0 1,0 1 0,-1-1 0,-4 6-1,-5 10 2426,-68 191 2403,56-138-3297,-36 73 1,59-144-2125,1 0 0,-1-1 0,0 1 0,0 0 0,-1-1 0,1 1 0,0 0 0,0-1 0,-1 0 0,1 1 0,-1-1 0,1 0 0,-4 2 0,1-7 0,9-14 0,6-3 0,1 0 0,21-30 0,-11 21 0</inkml:trace>
</inkml:ink>
</file>

<file path=ppt/ink/ink1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12:39:01.448"/>
    </inkml:context>
    <inkml:brush xml:id="br0">
      <inkml:brushProperty name="width" value="0.1" units="cm"/>
      <inkml:brushProperty name="height" value="0.1" units="cm"/>
      <inkml:brushProperty name="color" value="#00A0D7"/>
    </inkml:brush>
  </inkml:definitions>
  <inkml:trace contextRef="#ctx0" brushRef="#br0">2 0 8192,'-1'71'7749,"0"19"433,3-30-6091,-1-54-2091,-1 0 0,1 1 0,0-1 0,0 0 0,0 0 0,1-1 0,0 1 0,0 0 0,1 0 0,-1-1 0,1 0 0,1 1 0,-1-1 0,1 0 0,0-1 0,0 1 0,0-1 0,0 1 0,6 3 0,-3-4 0,1 0 0,0 0 0,0 0 0,0-1 0,1 0 0,-1 0 0,1-1 0,-1 0 0,1-1 0,0 0 0,0 0 0,14-2 0,4 1 0,0-1 0,0-2 0,52-11 0,-67 10 0,-1 0 0,1-1 0,-1 0 0,1 0 0,-2-2 0,1 1 0,-1-1 0,0-1 0,0 0 0,15-16 0,23-26 0,-29 32 0</inkml:trace>
</inkml:ink>
</file>

<file path=ppt/ink/ink1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12:39:01.913"/>
    </inkml:context>
    <inkml:brush xml:id="br0">
      <inkml:brushProperty name="width" value="0.1" units="cm"/>
      <inkml:brushProperty name="height" value="0.1" units="cm"/>
      <inkml:brushProperty name="color" value="#00A0D7"/>
    </inkml:brush>
  </inkml:definitions>
  <inkml:trace contextRef="#ctx0" brushRef="#br0">510 1 8192,'13'7'6713,"-13"-6"-6408,8 19 1670,-4 24-1803,-4-38 809,4 82 594,-4 0 0,-3 0 0,-5 0 0,-19 92 1,26-175-1576,-9 46 0,-3 0 0,-1 0 0,-3-1 0,-25 52 0,22-61 0,-4 6 0,-36 57 0,50-90 0,-1 0 0,0-1 0,0 0 0,-1 0 0,-1-2 0,0 1 0,-29 17 0,39-27 0,1 0 0,-1 0 0,0 0 0,0-1 0,0 1 0,0-1 0,0 0 0,-1 0 0,1 0 0,0 0 0,0-1 0,-1 1 0,1-1 0,0 0 0,-1 0 0,1 0 0,0 0 0,-1-1 0,1 1 0,0-1 0,0 0 0,-1 0 0,1 0 0,0 0 0,0 0 0,0-1 0,0 0 0,0 1 0,1-1 0,-1 0 0,0-1 0,1 1 0,0 0 0,-1-1 0,1 1 0,-3-6 0,-2-2 0,1-1 0,1 0 0,0 0 0,0-1 0,1 0 0,1 0 0,0 0 0,-2-21 0,-11-70 0,12 75 0</inkml:trace>
</inkml:ink>
</file>

<file path=ppt/ink/ink1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12:39:02.319"/>
    </inkml:context>
    <inkml:brush xml:id="br0">
      <inkml:brushProperty name="width" value="0.1" units="cm"/>
      <inkml:brushProperty name="height" value="0.1" units="cm"/>
      <inkml:brushProperty name="color" value="#00A0D7"/>
    </inkml:brush>
  </inkml:definitions>
  <inkml:trace contextRef="#ctx0" brushRef="#br0">0 1 8192,'0'4'18022,"0"6"-18022,0 6 0,0 4 0,0 3 0,5 3 0,1 0 0,-1 1 0,0 0 0,-2-1 0,-1 1 0,-1-6 0</inkml:trace>
</inkml:ink>
</file>

<file path=ppt/ink/ink1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12:39:02.989"/>
    </inkml:context>
    <inkml:brush xml:id="br0">
      <inkml:brushProperty name="width" value="0.1" units="cm"/>
      <inkml:brushProperty name="height" value="0.1" units="cm"/>
      <inkml:brushProperty name="color" value="#00A0D7"/>
    </inkml:brush>
  </inkml:definitions>
  <inkml:trace contextRef="#ctx0" brushRef="#br0">0 318 8192,'94'-4'5947,"-1"-5"0,129-28 1,-194 32-5768,255-44-676,-153 25-2093,85-18-3146,-15-1 496,2 0 1585,-102 24 3551,1 4 0,114-1 0,-156 16 2944,-39 0 203,1 0 1,-1-1-1,25-4 0,-26-1-40</inkml:trace>
</inkml:ink>
</file>

<file path=ppt/ink/ink1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12:39:03.348"/>
    </inkml:context>
    <inkml:brush xml:id="br0">
      <inkml:brushProperty name="width" value="0.1" units="cm"/>
      <inkml:brushProperty name="height" value="0.1" units="cm"/>
      <inkml:brushProperty name="color" value="#00A0D7"/>
    </inkml:brush>
  </inkml:definitions>
  <inkml:trace contextRef="#ctx0" brushRef="#br0">63 1 8192,'-4'0'18022,"-2"4"-18022,0 6 0,2 6 0,0 4 0,2 8 0,-3 3 0,-1 1 0,0 4 0,2-1 0,1-1 0,2-2 0,0-2 0,-4-2 0,-1-6 0</inkml:trace>
</inkml:ink>
</file>

<file path=ppt/ink/ink1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12:37:49.847"/>
    </inkml:context>
    <inkml:brush xml:id="br0">
      <inkml:brushProperty name="width" value="0.1" units="cm"/>
      <inkml:brushProperty name="height" value="0.1" units="cm"/>
      <inkml:brushProperty name="color" value="#00A0D7"/>
    </inkml:brush>
  </inkml:definitions>
  <inkml:trace contextRef="#ctx0" brushRef="#br0">1 1 8192,'0'0'0</inkml:trace>
</inkml:ink>
</file>

<file path=ppt/ink/ink1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12:37:52.994"/>
    </inkml:context>
    <inkml:brush xml:id="br0">
      <inkml:brushProperty name="width" value="0.1" units="cm"/>
      <inkml:brushProperty name="height" value="0.1" units="cm"/>
      <inkml:brushProperty name="color" value="#00A0D7"/>
    </inkml:brush>
  </inkml:definitions>
  <inkml:trace contextRef="#ctx0" brushRef="#br0">1 104 8192,'53'-2'1902,"26"-9"5317,-2 0-165,-24 8-5207,145-9-1847,11-1 0,-86 14 0,447-17 0,-369 4-2008,273 11-9547,-209 4 8322,792-3 419,-793 0 4170,19 0 3813,0 0 5344,-233 0-9656,0-1 0,77-13 1,-86 8-858,1 2 0,73 3 0,-84 1 0,-9 0 0</inkml:trace>
</inkml:ink>
</file>

<file path=ppt/ink/ink1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12:37:55.311"/>
    </inkml:context>
    <inkml:brush xml:id="br0">
      <inkml:brushProperty name="width" value="0.1" units="cm"/>
      <inkml:brushProperty name="height" value="0.1" units="cm"/>
      <inkml:brushProperty name="color" value="#00A0D7"/>
    </inkml:brush>
  </inkml:definitions>
  <inkml:trace contextRef="#ctx0" brushRef="#br0">0 207 8192,'44'-10'12964,"-9"0"-7906,789-78-8414,-591 53-3066,-145 19 2811,120-6-1,-42 10 3014,40-2 175,-78 15 3039,170-1 10915,-192 0-11656,331 0-1875,-415 0 0</inkml:trace>
</inkml:ink>
</file>

<file path=ppt/ink/ink1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12:37:57.590"/>
    </inkml:context>
    <inkml:brush xml:id="br0">
      <inkml:brushProperty name="width" value="0.1" units="cm"/>
      <inkml:brushProperty name="height" value="0.1" units="cm"/>
      <inkml:brushProperty name="color" value="#00A0D7"/>
    </inkml:brush>
  </inkml:definitions>
  <inkml:trace contextRef="#ctx0" brushRef="#br0">0 17 8192,'720'0'914,"255"0"-1828,-961-1 1613,0 0 0,0 0 0,24-7 0,-16 3-139</inkml:trace>
</inkml:ink>
</file>

<file path=ppt/ink/ink1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12:37:58.935"/>
    </inkml:context>
    <inkml:brush xml:id="br0">
      <inkml:brushProperty name="width" value="0.1" units="cm"/>
      <inkml:brushProperty name="height" value="0.1" units="cm"/>
      <inkml:brushProperty name="color" value="#00A0D7"/>
    </inkml:brush>
  </inkml:definitions>
  <inkml:trace contextRef="#ctx0" brushRef="#br0">985 1289 8192,'7'12'6517,"-6"-11"-6207,19 6 1718,23-2-1483,-39-5 220,183 6 6934,96-8-9617,-53-1 48,191 4-2454,110 1-3204,-177-6 5304,-222-2 2224,147-27 0,128-44 0,-142 25 0,-140 29 0,154-50 0,-239 60 0,1-2 0,-2-2 0,0-2 0,-2-2 0,0-1 0,-1-1 0,53-46 0,-79 59 0,0-1 0,0 0 0,-1 0 0,0-1 0,-1 0 0,0-1 0,-1 1 0,-1-1 0,0-1 0,0 1 0,-2-1 0,5-18 0,-7 24 0,-1-1 0,0 1 0,-1-1 0,1 1 0,-1-1 0,-1 1 0,0 0 0,0-1 0,-1 1 0,0 0 0,0-1 0,-1 1 0,0 1 0,0-1 0,-1 0 0,0 1 0,0-1 0,-1 1 0,0 1 0,0-1 0,0 0 0,-9-6 0,-5-3 20,-1 1 1,0 1 0,0 1-1,-2 1 1,1 1 0,-41-15-1,-148-34 192,127 39-183,-320-75-222,-658-71 1,410 132 192,-1 39 0,466 2 0,0 7 0,-238 50 0,319-40 0,1 4 0,1 5 0,2 5 0,1 4 0,-134 76 0,220-109 0,0 1 0,1 0 0,0 1 0,1 1 0,0-1 0,0 2 0,1 0 0,1 0 0,0 1 0,-10 18 0,16-23 0,0 0 0,0 0 0,1 0 0,1 0 0,0 1 0,0-1 0,0 0 0,1 1 0,0 0 0,1-1 0,0 1 0,0 0 0,1-1 0,0 1 0,0-1 0,1 1 0,0-1 0,1 1 0,0-1 0,7 14 0,8 11 70,1-1 0,1-1-1,2 0 1,1-2 0,1-1 0,2-1 0,1-1 0,0-1 0,63 42 0,-43-37-90,2-3 0,0-2 0,2-2 0,1-2 0,0-2 0,59 12 0,6-5-539,-8-5 559</inkml:trace>
</inkml:ink>
</file>

<file path=ppt/ink/ink1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12:39:21.365"/>
    </inkml:context>
    <inkml:brush xml:id="br0">
      <inkml:brushProperty name="width" value="0.1" units="cm"/>
      <inkml:brushProperty name="height" value="0.1" units="cm"/>
      <inkml:brushProperty name="color" value="#00A0D7"/>
    </inkml:brush>
  </inkml:definitions>
  <inkml:trace contextRef="#ctx0" brushRef="#br0">26 0 8192,'2'128'4524,"0"31"5760,-6-54-7070,-21 85-3214,30-230-1128,2 0 1,1 0 0,3 0-1,1 1 1,2 1 0,1 0-1,2 1 1,42-66 0,-57 99-160,19-26-3283,18-21 6364,-35 46-1394,0 0 0,1 1 0,-1-1-1,1 1 1,0 0 0,0 0 0,0 0 0,1 1-1,-1 0 1,1 0 0,0 0 0,0 1 0,7-2-1,-11 3 15,0 1-1,0 0 0,0 0 0,1 0 0,-1 0 1,0 0-1,0 0 0,0 1 0,1-1 0,-1 1 1,0 0-1,0-1 0,0 1 0,0 0 1,0 0-1,0 0 0,0 0 0,3 3 0,-3-1-266,0-1 0,1 1-1,-1 0 1,0 0 0,0 0-1,-1 0 1,1 0 0,-1 0 0,1 0-1,1 7 1,0 5-481,0 1 0,-2 0 0,1 0 0,-2 19 0,0-27 655,-2 271-16758,0-192 14485,2-20 3374,0-110 1375,0 20-2797</inkml:trace>
</inkml:ink>
</file>

<file path=ppt/ink/ink1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12:39:21.753"/>
    </inkml:context>
    <inkml:brush xml:id="br0">
      <inkml:brushProperty name="width" value="0.1" units="cm"/>
      <inkml:brushProperty name="height" value="0.1" units="cm"/>
      <inkml:brushProperty name="color" value="#00A0D7"/>
    </inkml:brush>
  </inkml:definitions>
  <inkml:trace contextRef="#ctx0" brushRef="#br0">0 63 8192,'80'0'16362,"-60"0"-14702,6 0-1660,11 2 0,0-2 0,1-2 0,-1-1 0,0-2 0,-1-2 0,45-13 0,-23 0 0,-44 13 0</inkml:trace>
</inkml:ink>
</file>

<file path=ppt/ink/ink1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12:39:22.096"/>
    </inkml:context>
    <inkml:brush xml:id="br0">
      <inkml:brushProperty name="width" value="0.1" units="cm"/>
      <inkml:brushProperty name="height" value="0.1" units="cm"/>
      <inkml:brushProperty name="color" value="#00A0D7"/>
    </inkml:brush>
  </inkml:definitions>
  <inkml:trace contextRef="#ctx0" brushRef="#br0">53 1 8192,'-1'45'8662,"-1"-1"-3377,-11 88-1418,-23 266-3659,36-406-208,1 0 0,0 0 0,0 0 0,1 0 0,0 0 0,6-15 0,3-1 0</inkml:trace>
</inkml:ink>
</file>

<file path=ppt/ink/ink2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12:39:22.467"/>
    </inkml:context>
    <inkml:brush xml:id="br0">
      <inkml:brushProperty name="width" value="0.1" units="cm"/>
      <inkml:brushProperty name="height" value="0.1" units="cm"/>
      <inkml:brushProperty name="color" value="#00A0D7"/>
    </inkml:brush>
  </inkml:definitions>
  <inkml:trace contextRef="#ctx0" brushRef="#br0">0 0 8192,'13'15'7059,"-12"-13"-6050,1 0-1,-1 1 1,0-1-1,0 1 1,0-1-1,0 1 1,-1 0-1,1-1 1,-1 5 0,3 0-132,9 45-877,-1 1 0,-3 0 0,2 57 0,-4-42 0,0 167 0,-7-163 0,1-50 0</inkml:trace>
</inkml:ink>
</file>

<file path=ppt/ink/ink2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12:39:41.794"/>
    </inkml:context>
    <inkml:brush xml:id="br0">
      <inkml:brushProperty name="width" value="0.1" units="cm"/>
      <inkml:brushProperty name="height" value="0.1" units="cm"/>
      <inkml:brushProperty name="color" value="#00A0D7"/>
    </inkml:brush>
  </inkml:definitions>
  <inkml:trace contextRef="#ctx0" brushRef="#br0">0 0 8192,'1'4'70,"-1"0"1,1-1 0,0 1-1,0-1 1,0 1-1,1-1 1,-1 0 0,1 1-1,0-1 1,0 0-1,0 0 1,0 0-1,0-1 1,6 6 0,44 36 2284,-36-31-1414,226 186 12726,-233-190-13667,-1-1 0,0 1 0,0 1 0,-1-1 0,0 1 0,-1 1 0,0-1 0,-1 1 0,7 17 0,13 24 0,-16-30 0,-1 0 0,-1 1 0,-1 0 0,0 0 0,2 35 0,-5-37 0,0 0 0,-2 1 0,0-1 0,-2 0 0,0 1 0,-5 25 0,4-39 0,0 0 0,0 0 0,-1 0 0,0-1 0,-1 1 0,1-1 0,-1 0 0,-1 0 0,1 0 0,-1-1 0,0 1 0,-1-1 0,0 0 0,0-1 0,0 1 0,0-1 0,-1 0 0,0-1 0,-10 5 0,-44 20 0,45-22 0</inkml:trace>
</inkml:ink>
</file>

<file path=ppt/ink/ink2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12:39:44.237"/>
    </inkml:context>
    <inkml:brush xml:id="br0">
      <inkml:brushProperty name="width" value="0.1" units="cm"/>
      <inkml:brushProperty name="height" value="0.1" units="cm"/>
      <inkml:brushProperty name="color" value="#00A0D7"/>
    </inkml:brush>
  </inkml:definitions>
  <inkml:trace contextRef="#ctx0" brushRef="#br0">1 0 8192,'12'6'3246,"13"29"-3071,-21-28 674,61 122 5379,-6-9 70,67 66-5706,-81-124-275,41 72 0,-62-95-317,2 0 0,1-2 0,60 64 0,-82-104 0,-3-12 0,-1-14 0,-2 0 0,0 0 0</inkml:trace>
</inkml:ink>
</file>

<file path=ppt/ink/ink2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12:39:44.550"/>
    </inkml:context>
    <inkml:brush xml:id="br0">
      <inkml:brushProperty name="width" value="0.1" units="cm"/>
      <inkml:brushProperty name="height" value="0.1" units="cm"/>
      <inkml:brushProperty name="color" value="#00A0D7"/>
    </inkml:brush>
  </inkml:definitions>
  <inkml:trace contextRef="#ctx0" brushRef="#br0">582 1 8192,'0'13'525,"-2"0"0,0 0 0,0 0 0,-1 0 0,-1-1 0,0 1 1,-1-1-1,0 0 0,-1 0 0,0-1 0,-15 21 0,-10 9 4327,-65 64 1,39-45-3045,-277 258-1600,331-315-208,26-27 0,-8 7 0</inkml:trace>
</inkml:ink>
</file>

<file path=ppt/ink/ink2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12:39:44.925"/>
    </inkml:context>
    <inkml:brush xml:id="br0">
      <inkml:brushProperty name="width" value="0.1" units="cm"/>
      <inkml:brushProperty name="height" value="0.1" units="cm"/>
      <inkml:brushProperty name="color" value="#00A0D7"/>
    </inkml:brush>
  </inkml:definitions>
  <inkml:trace contextRef="#ctx0" brushRef="#br0">28 0 8192,'-2'32'2281,"-9"55"1,-2 16 3320,11 179 921,3-151-5189,-1-129-1334,4 45 0,5-28 0,-8-19 0,-1 1 0,1-1 0,-1 0 0,1 1 0,-1-1 0,1 0 0,-1 0 0,1 0 0,-1 0 0,1 1 0,0-1 0,-1 0 0,1 0 0,-1 0 0,1 0 0,-1 0 0,1 0 0,0 0 0,-1-1 0,1 1 0,-1 0 0,1 0 0,-1 0 0,1 0 0,-1-1 0,1 1 0,-1 0 0,1-1 0,-1 1 0,2-1 0,7-7 0</inkml:trace>
</inkml:ink>
</file>

<file path=ppt/ink/ink2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12:39:45.486"/>
    </inkml:context>
    <inkml:brush xml:id="br0">
      <inkml:brushProperty name="width" value="0.1" units="cm"/>
      <inkml:brushProperty name="height" value="0.1" units="cm"/>
      <inkml:brushProperty name="color" value="#00A0D7"/>
    </inkml:brush>
  </inkml:definitions>
  <inkml:trace contextRef="#ctx0" brushRef="#br0">76 40 8192,'3'-3'269,"1"1"1,-1-1-1,1 1 1,-1 0-1,1 0 1,0 0-1,0 0 1,0 1-1,0 0 1,0-1-1,0 1 0,5 0 1,59-3 6753,-11 0-1891,-45 2-4207,-6 0-716,0 1 0,0 0 0,0 0 1,0 1-1,0-1 0,8 2 1,-13-1-209,-1 0 0,1 0 0,-1 0 0,1 0 0,-1 1 0,1-1 0,-1 0 0,1 0 0,-1 1 0,1-1 0,-1 0 0,1 1 0,-1-1 0,1 0 0,-1 1 0,0-1 0,1 1 0,-1-1 0,0 0 0,1 1 0,-1-1 0,0 1 0,1-1 0,-1 1 0,0 0 0,0-1 0,0 2 0,0 0-5,0 0 0,0 0 0,0 0 0,-1 0-1,1 0 1,-1 0 0,1-1 0,-1 1-1,0 0 1,0 0 0,0 0 0,-1 2 0,-25 37 4,-58 68 0,4-6 0,50-62 0,-29 44 0,55-76 0,0 0 0,0 0 0,1 1 0,0 0 0,0 0 0,1 0 0,-2 13 0,5-22 0,0 1 0,-1-1 0,1 1 0,0 0 0,0-1 0,1 1 0,-1-1 0,0 1 0,0 0 0,1-1 0,-1 1 0,1-1 0,-1 1 0,1-1 0,0 1 0,0-1 0,-1 0 0,1 1 0,0-1 0,0 0 0,0 0 0,3 2 0,-2-1 0,1 0 0,0 0 0,0-1 0,0 1 0,0-1 0,1 0 0,-1 0 0,0 0 0,0-1 0,6 1 0,4 0 0,0 0 0,1-2 0,-1 0 0,20-4 0,-24 4 0,46-9 0,103-34 0,-152 42 0,0-1 0,0 0 0,0 0 0,-1-1 0,1 1 0,4-6 0,7-7 0</inkml:trace>
</inkml:ink>
</file>

<file path=ppt/ink/ink2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12:39:46.018"/>
    </inkml:context>
    <inkml:brush xml:id="br0">
      <inkml:brushProperty name="width" value="0.1" units="cm"/>
      <inkml:brushProperty name="height" value="0.1" units="cm"/>
      <inkml:brushProperty name="color" value="#00A0D7"/>
    </inkml:brush>
  </inkml:definitions>
  <inkml:trace contextRef="#ctx0" brushRef="#br0">0 1 8192,'13'1'930,"0"0"1,-1 1 0,1 1-1,-1 0 1,24 10-1,32 7 2306,-18-13-935,0-3 0,1-2-1,96-7 1,-140 4-2301,-1 0 0,1-1 0,-1 0 0,0 0 0,12-5 0,3-4 0</inkml:trace>
</inkml:ink>
</file>

<file path=ppt/ink/ink2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12:39:46.409"/>
    </inkml:context>
    <inkml:brush xml:id="br0">
      <inkml:brushProperty name="width" value="0.1" units="cm"/>
      <inkml:brushProperty name="height" value="0.1" units="cm"/>
      <inkml:brushProperty name="color" value="#00A0D7"/>
    </inkml:brush>
  </inkml:definitions>
  <inkml:trace contextRef="#ctx0" brushRef="#br0">73 0 8192,'1'26'1286,"1"1"1,1-1-1,2 0 1,10 35-1,42 101 7420,-14-46-5822,-32-83-2884,-1-4 0,0 0 0,-2 1 0,7 55 0,-14-75 0,-1-1 0,0 1 0,-1 0 0,0 0 0,0 0 0,-1-1 0,0 1 0,-1-1 0,0 1 0,0-1 0,-1 0 0,-1 0 0,1-1 0,-1 1 0,-1-1 0,-7 9 0,-2-1 0,0-1 0,-1-1 0,0-1 0,-1 0 0,-1-1 0,0-1 0,-32 14 0,14-7 0</inkml:trace>
</inkml:ink>
</file>

<file path=ppt/ink/ink2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12:39:47.188"/>
    </inkml:context>
    <inkml:brush xml:id="br0">
      <inkml:brushProperty name="width" value="0.1" units="cm"/>
      <inkml:brushProperty name="height" value="0.1" units="cm"/>
      <inkml:brushProperty name="color" value="#00A0D7"/>
    </inkml:brush>
  </inkml:definitions>
  <inkml:trace contextRef="#ctx0" brushRef="#br0">1 309 8192,'187'0'16362,"-141"0"-14702,134-14-1660,-90 4 0,119-10-493,273-14-2960,-72 20-7667,-137-16 9202,74-8 1246,3-1 306,247-35 366,-328 64 0,36-5 0,-243 9 1383,4 2 15256</inkml:trace>
</inkml:ink>
</file>

<file path=ppt/ink/ink2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12:39:48.161"/>
    </inkml:context>
    <inkml:brush xml:id="br0">
      <inkml:brushProperty name="width" value="0.1" units="cm"/>
      <inkml:brushProperty name="height" value="0.1" units="cm"/>
      <inkml:brushProperty name="color" value="#00A0D7"/>
    </inkml:brush>
  </inkml:definitions>
  <inkml:trace contextRef="#ctx0" brushRef="#br0">181 3 8192,'74'-1'4213,"21"0"5974,-33 4-6770,-59-3-3407,-1 0 1,1 1-1,-1-1 0,1 1 0,-1-1 1,0 1-1,1 0 0,-1 0 0,0 0 0,0 0 1,0 1-1,0-1 0,0 0 0,0 1 1,0 0-1,0-1 0,-1 1 0,1 0 0,2 3 1,-2-1-7,0 0 1,0 0 0,0 1-1,-1-1 1,0 0-1,1 0 1,-2 1 0,1-1-1,0 1 1,-1 5 0,0 0-10,0 0-1,-1-1 1,-1 1 0,1 0 0,-2-1 0,1 0 0,-1 1 0,-1-1 0,-7 16 0,-37 44-1478,-84 96 1,126-159 1476,4-3-2,-147 186-13790,115-145 15278,20-28 66,0 0-1,-13 25 1,24-38-1419,1 1-1,0 0 1,0 0 0,1 0-1,-1 0 1,1 0 0,0 0-1,0 1 1,0-1 0,0 0 0,1 1-1,0-1 1,0 0 0,0 1-1,0-1 1,2 8 0,0-9-31,-1 0-1,1 0 1,0 0 0,0-1 0,0 1 0,0 0 0,0-1 0,1 1-1,-1-1 1,1 0 0,-1 1 0,1-1 0,0-1 0,0 1-1,0 0 1,0-1 0,0 1 0,0-1 0,1 0 0,-1 0 0,6 1-1,8 1 44,1 0 0,30 1 0,-44-4-363,422-3-11004,-413 2 11123,1 0 0,-1-1-1,0-1 1,0 0 0,0 0 0,15-7-1,-24 8 113,0 0 0,0 0-1,0 0 1,0-1 0,-1 1 0,1-1-1,-1 0 1,1 0 0,-1 0-1,0 0 1,0-1 0,-1 1-1,1-1 1,-1 0 0,1 0 0,-1 0-1,0 0 1,-1 0 0,1 0-1,-1 0 1,2-7 0,-1-10-7</inkml:trace>
</inkml:ink>
</file>

<file path=ppt/ink/ink2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12:39:48.910"/>
    </inkml:context>
    <inkml:brush xml:id="br0">
      <inkml:brushProperty name="width" value="0.1" units="cm"/>
      <inkml:brushProperty name="height" value="0.1" units="cm"/>
      <inkml:brushProperty name="color" value="#00A0D7"/>
    </inkml:brush>
  </inkml:definitions>
  <inkml:trace contextRef="#ctx0" brushRef="#br0">0 36 8192,'45'-2'6607,"52"-9"0,-51 4-4203,47 1 0,-30 8-2404,-44 0 0,1-1 0,0-1 0,0-1 0,-1-1 0,23-4 0,-26 0 0</inkml:trace>
</inkml:ink>
</file>

<file path=ppt/ink/ink2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12:39:49.346"/>
    </inkml:context>
    <inkml:brush xml:id="br0">
      <inkml:brushProperty name="width" value="0.1" units="cm"/>
      <inkml:brushProperty name="height" value="0.1" units="cm"/>
      <inkml:brushProperty name="color" value="#00A0D7"/>
    </inkml:brush>
  </inkml:definitions>
  <inkml:trace contextRef="#ctx0" brushRef="#br0">0 63 8192,'4'0'18022,"7"0"-18022,5 0 0,4-4 0,3-2 0,2 1 0,2 0 0,0 2 0,-1-3 0,1-1 0,-1 1 0,0 1 0,0 2 0,0-3 0,-5 0 0</inkml:trace>
</inkml:ink>
</file>

<file path=ppt/ink/ink2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12:39:49.972"/>
    </inkml:context>
    <inkml:brush xml:id="br0">
      <inkml:brushProperty name="width" value="0.1" units="cm"/>
      <inkml:brushProperty name="height" value="0.1" units="cm"/>
      <inkml:brushProperty name="color" value="#00A0D7"/>
    </inkml:brush>
  </inkml:definitions>
  <inkml:trace contextRef="#ctx0" brushRef="#br0">50 71 8192,'1'90'5161,"0"30"4725,-3-42-6911,1-57-2975,-1-1 0,-1 0 0,0 0 0,-2 0 0,-8 25 0,13-45 0,0 1 0,0-1 0,0 1 0,0-1 0,-1 1 0,1-1 0,0 1 0,0-1 0,0 1 0,-1-1 0,1 1 0,0-1 0,-1 1 0,1-1 0,0 0 0,-1 1 0,1-1 0,-1 1 0,1-1 0,-1 0 0,1 1 0,0-1 0,-1 0 0,1 0 0,-1 0 0,1 1 0,-1-1 0,0 0 0,0 0 0,-6-13 0,2-26 0,8 18-853,1 0 0,1 0 0,0 1 1,2-1-1,0 1 0,14-26 0,-1-2-1022,-3 2 724,25-56 1456,-16 56-2302,7 9-3793,-32 36 5771,0-1 1,0 1-1,0 0 0,0 0 1,1 0-1,-1 0 1,0 0-1,0 1 1,1-1-1,-1 0 0,0 1 1,1-1-1,-1 1 1,1-1-1,-1 1 0,1-1 1,-1 1-1,1 0 1,-1 0-1,1 0 0,-1 0 1,1 0-1,-1 0 1,1 0-1,-1 1 1,3 0-1,-2 0-12,-1 0-1,1 1 1,0-1 0,-1 1-1,1 0 1,-1-1-1,0 1 1,0 0 0,1 0-1,-1 0 1,0 0 0,0 0-1,-1 0 1,1 0 0,0 4-1,3 9-103,-2-1 0,0 1 0,0 29 0,-3 13 135,-2 0 0,-11 59 0,11-71 0,6-34 0</inkml:trace>
</inkml:ink>
</file>

<file path=ppt/ink/ink2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12:39:50.316"/>
    </inkml:context>
    <inkml:brush xml:id="br0">
      <inkml:brushProperty name="width" value="0.1" units="cm"/>
      <inkml:brushProperty name="height" value="0.1" units="cm"/>
      <inkml:brushProperty name="color" value="#00A0D7"/>
    </inkml:brush>
  </inkml:definitions>
  <inkml:trace contextRef="#ctx0" brushRef="#br0">1 79 8192,'4'0'18022,"6"-4"-18022,6-2 0,4 0 0,4 2 0,5 1 0,3 1 0,0 1 0,0 1 0,-7-5 0,-2-1 0,-2 1 0,1 1 0,1 1 0,-4-4 0,-5-4 0,-5 0 0</inkml:trace>
</inkml:ink>
</file>

<file path=ppt/ink/ink2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12:39:50.640"/>
    </inkml:context>
    <inkml:brush xml:id="br0">
      <inkml:brushProperty name="width" value="0.1" units="cm"/>
      <inkml:brushProperty name="height" value="0.1" units="cm"/>
      <inkml:brushProperty name="color" value="#00A0D7"/>
    </inkml:brush>
  </inkml:definitions>
  <inkml:trace contextRef="#ctx0" brushRef="#br0">98 0 8192,'-3'52'4713,"-2"0"0,-18 79 1,3-23-832,18-90-3882,-2-1 0,0 1 0,-2-1 0,1 0 0,-2-1 0,-11 22 0,50-115 0,-21 54 0,0 3 0</inkml:trace>
</inkml:ink>
</file>

<file path=ppt/ink/ink2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12:39:50.918"/>
    </inkml:context>
    <inkml:brush xml:id="br0">
      <inkml:brushProperty name="width" value="0.1" units="cm"/>
      <inkml:brushProperty name="height" value="0.1" units="cm"/>
      <inkml:brushProperty name="color" value="#00A0D7"/>
    </inkml:brush>
  </inkml:definitions>
  <inkml:trace contextRef="#ctx0" brushRef="#br0">53 0 8192,'0'5'0,"0"9"0,0 8 3356,0 4-3356,0 6 0,0 2 0,0 0 5996,-4 2-5996,-2 1 0,-4 1 7459,0 0-7459,1-3 0,3-3 1211,2-3-1211,1-1 0,2-6 0</inkml:trace>
</inkml:ink>
</file>

<file path=ppt/ink/ink2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12:38:23.433"/>
    </inkml:context>
    <inkml:brush xml:id="br0">
      <inkml:brushProperty name="width" value="0.1" units="cm"/>
      <inkml:brushProperty name="height" value="0.1" units="cm"/>
      <inkml:brushProperty name="color" value="#00A0D7"/>
    </inkml:brush>
  </inkml:definitions>
  <inkml:trace contextRef="#ctx0" brushRef="#br0">1 1 8192,'1109'0'14771,"-370"0"-11520,-717 0-3251</inkml:trace>
</inkml:ink>
</file>

<file path=ppt/ink/ink2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12:38:24.347"/>
    </inkml:context>
    <inkml:brush xml:id="br0">
      <inkml:brushProperty name="width" value="0.1" units="cm"/>
      <inkml:brushProperty name="height" value="0.1" units="cm"/>
      <inkml:brushProperty name="color" value="#00A0D7"/>
    </inkml:brush>
  </inkml:definitions>
  <inkml:trace contextRef="#ctx0" brushRef="#br0">0 1 8192,'0'14'18022,"0"2"-18022,0 4 0,0 3 0,0 3 0,0 0 0,0 1 0,0 0 0,0-5 0</inkml:trace>
</inkml:ink>
</file>

<file path=ppt/ink/ink2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12:38:24.752"/>
    </inkml:context>
    <inkml:brush xml:id="br0">
      <inkml:brushProperty name="width" value="0.1" units="cm"/>
      <inkml:brushProperty name="height" value="0.1" units="cm"/>
      <inkml:brushProperty name="color" value="#00A0D7"/>
    </inkml:brush>
  </inkml:definitions>
  <inkml:trace contextRef="#ctx0" brushRef="#br0">1 28 8192,'15'0'18022,"0"0"-18022,1-5 0,2-1 0,2 1 0,1 0 0,3 2 0,1 1 0,1 1 0,-5 0 0</inkml:trace>
</inkml:ink>
</file>

<file path=ppt/ink/ink2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12:38:25.500"/>
    </inkml:context>
    <inkml:brush xml:id="br0">
      <inkml:brushProperty name="width" value="0.1" units="cm"/>
      <inkml:brushProperty name="height" value="0.1" units="cm"/>
      <inkml:brushProperty name="color" value="#00A0D7"/>
    </inkml:brush>
  </inkml:definitions>
  <inkml:trace contextRef="#ctx0" brushRef="#br0">0 0 8192,'0'75'2616,"0"98"10915,0-111-11656,0 10-1875,0-72 0</inkml:trace>
</inkml:ink>
</file>

<file path=ppt/ink/ink2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12:38:25.892"/>
    </inkml:context>
    <inkml:brush xml:id="br0">
      <inkml:brushProperty name="width" value="0.1" units="cm"/>
      <inkml:brushProperty name="height" value="0.1" units="cm"/>
      <inkml:brushProperty name="color" value="#00A0D7"/>
    </inkml:brush>
  </inkml:definitions>
  <inkml:trace contextRef="#ctx0" brushRef="#br0">1 77 8192,'15'-5'18022,"0"-1"-18022,5 1 0,8 0 0,3 2 0,5-3 0,1-1 0,-1 1 0,-3-3 0,2 0 0,-1 2 0,-1 2 0,-7 1 0</inkml:trace>
</inkml:ink>
</file>

<file path=ppt/ink/ink2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12:38:26.422"/>
    </inkml:context>
    <inkml:brush xml:id="br0">
      <inkml:brushProperty name="width" value="0.1" units="cm"/>
      <inkml:brushProperty name="height" value="0.1" units="cm"/>
      <inkml:brushProperty name="color" value="#00A0D7"/>
    </inkml:brush>
  </inkml:definitions>
  <inkml:trace contextRef="#ctx0" brushRef="#br0">1 0 8192,'5'7'834,"0"-1"0,-1 1 0,0 0 0,0 0 0,0 0 0,-1 1 1,3 8-1,10 20 1845,-7-18-1716,0-1 0,1 0 1,1 0-1,1-1 0,0-1 1,1 0-1,1-1 0,30 25 1,-32-30-964,1-1 0,0 0 0,1-1 0,-1 0 0,1-1 0,1-1 0,-1-1 0,1 1 0,0-2 0,-1 0 0,2-1 0,-1-1 0,0 0 0,25-2 0,330 1 0,174-4 0,-312-15 0,-174 13 0,64-15 0,-100 18 0</inkml:trace>
</inkml:ink>
</file>

<file path=ppt/ink/ink2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12:39:54.198"/>
    </inkml:context>
    <inkml:brush xml:id="br0">
      <inkml:brushProperty name="width" value="0.1" units="cm"/>
      <inkml:brushProperty name="height" value="0.1" units="cm"/>
      <inkml:brushProperty name="color" value="#00A0D7"/>
    </inkml:brush>
  </inkml:definitions>
  <inkml:trace contextRef="#ctx0" brushRef="#br0">0 20 8192,'30'0'16796,"-10"0"-15570,4 0-1226,1 0 0,1 0 0,1 0 0,0 0 0,-5-4 0,-2-2 0,1 1 0,-4 0 0</inkml:trace>
</inkml:ink>
</file>

<file path=ppt/ink/ink2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12:39:54.572"/>
    </inkml:context>
    <inkml:brush xml:id="br0">
      <inkml:brushProperty name="width" value="0.1" units="cm"/>
      <inkml:brushProperty name="height" value="0.1" units="cm"/>
      <inkml:brushProperty name="color" value="#00A0D7"/>
    </inkml:brush>
  </inkml:definitions>
  <inkml:trace contextRef="#ctx0" brushRef="#br0">1 11 8192,'4'0'0,"6"0"3356,6 0-3356,4 0 5483,3 0-5483,7 0 0,2 0 7957,4 0-7957,2 0 0,-3 0 0,-2 0 1226,-3 0-1226,-2 0 0,-1 0 0,-1 0 0,-5-4 0,-6-2 0</inkml:trace>
</inkml:ink>
</file>

<file path=ppt/ink/ink2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12:39:55.659"/>
    </inkml:context>
    <inkml:brush xml:id="br0">
      <inkml:brushProperty name="width" value="0.1" units="cm"/>
      <inkml:brushProperty name="height" value="0.1" units="cm"/>
      <inkml:brushProperty name="color" value="#00A0D7"/>
    </inkml:brush>
  </inkml:definitions>
  <inkml:trace contextRef="#ctx0" brushRef="#br0">1 27 8192,'72'1'6385,"82"-2"1902,-105-2-6612,56-9 0,-49 5-1675,0 3 0,81 3 0,-72 2 0,-43-1 0</inkml:trace>
</inkml:ink>
</file>

<file path=ppt/ink/ink2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12:39:56.002"/>
    </inkml:context>
    <inkml:brush xml:id="br0">
      <inkml:brushProperty name="width" value="0.1" units="cm"/>
      <inkml:brushProperty name="height" value="0.1" units="cm"/>
      <inkml:brushProperty name="color" value="#00A0D7"/>
    </inkml:brush>
  </inkml:definitions>
  <inkml:trace contextRef="#ctx0" brushRef="#br0">0 0 8192,'342'0'16131,"-196"0"-14240,-123 0-1891</inkml:trace>
</inkml:ink>
</file>

<file path=ppt/ink/ink2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12:40:05.114"/>
    </inkml:context>
    <inkml:brush xml:id="br0">
      <inkml:brushProperty name="width" value="0.1" units="cm"/>
      <inkml:brushProperty name="height" value="0.1" units="cm"/>
      <inkml:brushProperty name="color" value="#00A0D7"/>
    </inkml:brush>
  </inkml:definitions>
  <inkml:trace contextRef="#ctx0" brushRef="#br0">285 2131 8192,'14'0'6618,"8"0"2398,-7 1-6628,69 10-2388,-42-5 0,65 2 0,329-9 0,-408 0 0,52-10 0,15-1 0,29 12 0,34-2 0,-70-10 0,-58 6 0,60-2 0,963 9-10595,-749 15 3168,-156-5 7427,190-9 0,-154-5 0,765 3 2796,-917-2-3285,1 0 0,-1-3 0,42-10 0,39-16 2679,-88 24-1094,36-12-1686,0-2 1,-2-4-1,0-1 1,-2-4 0,-1-2-1,55-41 1,-79 47 589,46-49 0,-12 11 0,-47 46 0,-1-2 0,-1 1 0,0-2 0,21-37 0,45-99 0,-30 53 0,-41 79 0,-1-1 0,-1-1 0,-1 0 0,10-53 0,5-116 0,-22 172 1679,-1 0 1,-1 1 0,-2-1-1,-7-44 1,6 56-917,0-1 1,-1 2-1,-1-1 1,0 0-1,0 1 0,-1 0 1,-1 0-1,0 1 1,0-1-1,-18-17 1,2 5-642,-1 1 1,-1 0-1,-2 2 1,0 1 0,0 1-1,-2 2 1,0 0-1,-1 2 1,-54-17 0,-52-17-1646,72 24-584,-2 2-1,-90-17 1,-68-5-2198,-125-17-1567,134 25 5872,142 20 0,0 4 0,-102-4 0,-40 1 0,127 7 0,-8-2 0,-181-7 0,-623 18 495,736-14 8490,63 2-2209,32 8-5010,-752 5-1766,788-1 0,-62 13 0,21-3 0,48-6 0,0 0 0,1 2 0,-31 13 0,29-10 0,-1-1 0,-41 7 0,5-4 0,0 3 0,1 2 0,-88 37 0,112-35-400,1 1 1,0 2-1,2 1 1,1 2-1,1 1 0,-50 50 1,62-55-1207,1 0-1,1 2 1,1 1-1,-24 37 1,36-46 952,-1-1 0,2 1 0,0 0 0,1 0 0,0 0 0,1 1 0,1 0 1,0-1-1,1 1 0,1 19 0,1-19 654,7 263 0,-2-240 0,0-1 0,3 1 0,1-1 0,2-1 0,18 42 0,-12-37 0,2-1 0,2-1 0,2-1 0,1 0 0,2-2 0,59 64 0,-41-60 0,1-2 0,3-2 0,0-3 0,3-1 0,0-3 0,2-1 0,1-4 0,2-1 0,108 30 0,-137-49 0,-4-1 0</inkml:trace>
</inkml:ink>
</file>

<file path=ppt/ink/ink2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12:40:11.776"/>
    </inkml:context>
    <inkml:brush xml:id="br0">
      <inkml:brushProperty name="width" value="0.1" units="cm"/>
      <inkml:brushProperty name="height" value="0.1" units="cm"/>
      <inkml:brushProperty name="color" value="#00A0D7"/>
    </inkml:brush>
  </inkml:definitions>
  <inkml:trace contextRef="#ctx0" brushRef="#br0">0 257 8192,'180'0'227,"667"-20"521,864-86-1723,1074 9 975,-2727 95 0,1508-29 0,-1335 31 4872,-193 0 8278</inkml:trace>
</inkml:ink>
</file>

<file path=ppt/ink/ink2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12:40:17.560"/>
    </inkml:context>
    <inkml:brush xml:id="br0">
      <inkml:brushProperty name="width" value="0.1" units="cm"/>
      <inkml:brushProperty name="height" value="0.1" units="cm"/>
      <inkml:brushProperty name="color" value="#00A0D7"/>
    </inkml:brush>
  </inkml:definitions>
  <inkml:trace contextRef="#ctx0" brushRef="#br0">0 0 17684,'2462'0'0</inkml:trace>
</inkml:ink>
</file>

<file path=ppt/ink/ink2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12:40:33.359"/>
    </inkml:context>
    <inkml:brush xml:id="br0">
      <inkml:brushProperty name="width" value="0.1" units="cm"/>
      <inkml:brushProperty name="height" value="0.1" units="cm"/>
      <inkml:brushProperty name="color" value="#00A0D7"/>
    </inkml:brush>
  </inkml:definitions>
  <inkml:trace contextRef="#ctx0" brushRef="#br0">1 0 8192,'310'0'16362,"-232"0"-14702,390 0-3388,842 0-11115,-749 0 9887,-540 0 2461</inkml:trace>
</inkml:ink>
</file>

<file path=ppt/ink/ink2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12:40:34.057"/>
    </inkml:context>
    <inkml:brush xml:id="br0">
      <inkml:brushProperty name="width" value="0.1" units="cm"/>
      <inkml:brushProperty name="height" value="0.1" units="cm"/>
      <inkml:brushProperty name="color" value="#00A0D7"/>
    </inkml:brush>
  </inkml:definitions>
  <inkml:trace contextRef="#ctx0" brushRef="#br0">1 104 8192,'234'-2'11846,"0"-11"-7456,200 0-13197,-18 0 1378,118-24 7429,-416 25 1283,44-1 790,435 14 12593,212-1-14666,-766 2 0,56 9 0,-56-4 0,59 0 0,25-8 0,-105 1 0</inkml:trace>
</inkml:ink>
</file>

<file path=ppt/ink/ink2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12:40:35.456"/>
    </inkml:context>
    <inkml:brush xml:id="br0">
      <inkml:brushProperty name="width" value="0.1" units="cm"/>
      <inkml:brushProperty name="height" value="0.1" units="cm"/>
      <inkml:brushProperty name="color" value="#00A0D7"/>
    </inkml:brush>
  </inkml:definitions>
  <inkml:trace contextRef="#ctx0" brushRef="#br0">0 181 8192,'13'1'3473,"0"0"1,-1 1 0,20 6-1,26 4 655,383-7-4128,-240-8 0,204 3-3120,203 0-6448,-327 0 6688,2275 0 426,-2315-13 2454,-19-1 0,135 2 0,64-1 0,114-26 0,-60 2 0,-121 2 0,-235 20 0,-44 4 226,-22 3 2400,95-2 12544</inkml:trace>
</inkml:ink>
</file>

<file path=ppt/ink/ink2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12:40:37.164"/>
    </inkml:context>
    <inkml:brush xml:id="br0">
      <inkml:brushProperty name="width" value="0.1" units="cm"/>
      <inkml:brushProperty name="height" value="0.1" units="cm"/>
      <inkml:brushProperty name="color" value="#00A0D7"/>
    </inkml:brush>
  </inkml:definitions>
  <inkml:trace contextRef="#ctx0" brushRef="#br0">0 0 8192,'885'0'16337,"-664"0"-14652,190 0-3560,743 0-11656,-660 0 10915,2554 0 12762,-2315 0-2270,-700 2-7876,55 10 0,-54-7 0,51 3 0,-60-8 0,-3 0 0</inkml:trace>
</inkml:ink>
</file>

<file path=ppt/ink/ink2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12:40:45.477"/>
    </inkml:context>
    <inkml:brush xml:id="br0">
      <inkml:brushProperty name="width" value="0.1" units="cm"/>
      <inkml:brushProperty name="height" value="0.1" units="cm"/>
      <inkml:brushProperty name="color" value="#00A0D7"/>
    </inkml:brush>
  </inkml:definitions>
  <inkml:trace contextRef="#ctx0" brushRef="#br0">22 4 8192,'0'71'14832,"0"-43"-11642,0-23-3190,0 0 0,1 0 0,0 0 0,-1 0 0,1 0 0,1 0 0,-1 0 0,1-1 0,0 1 0,0 0 0,0-1 0,1 0 0,0 1 0,-1-1 0,2 0 0,-1 0 0,7 6 0,-7-8 0,-1 0 0,1 0 0,0-1 0,0 1 0,0-1 0,0 0 0,0 1 0,0-1 0,0-1 0,1 1 0,-1 0 0,0-1 0,0 0 0,1 1 0,-1-1 0,0-1 0,1 1 0,-1 0 0,0-1 0,1 0 0,-1 0 0,0 0 0,0 0 0,0 0 0,0 0 0,0-1 0,0 0 0,3-2 0,-2 1 6,0 0 0,0 0 0,0-1 0,-1 1 0,1-1 0,-1 0 0,0 0 0,0 0 0,0 0 0,-1-1 0,1 1 1,-1-1-1,0 0 0,-1 1 0,1-1 0,-1 0 0,0 0 0,0 0 0,0 0 0,-1 0 0,0 0 0,0-9 0,-1 10-28,1 0-1,-1 0 1,1 1-1,-1-1 1,0 0-1,0 1 1,-1-1-1,1 1 0,-1-1 1,0 1-1,0 0 1,0 0-1,0 0 1,0 0-1,-1 0 1,0 0-1,1 1 0,-1-1 1,0 1-1,0 0 1,0-1-1,0 1 1,-1 1-1,1-1 1,-1 0-1,1 1 0,-1 0 1,1 0-1,-1 0 1,-7-1-1,-43 0-4880,18 3-1678,23 0 3057,-9 0 2280</inkml:trace>
</inkml:ink>
</file>

<file path=ppt/ink/ink2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12:40:46.293"/>
    </inkml:context>
    <inkml:brush xml:id="br0">
      <inkml:brushProperty name="width" value="0.1" units="cm"/>
      <inkml:brushProperty name="height" value="0.1" units="cm"/>
      <inkml:brushProperty name="color" value="#00A0D7"/>
    </inkml:brush>
  </inkml:definitions>
  <inkml:trace contextRef="#ctx0" brushRef="#br0">1 16 8192,'4'0'18022,"2"-5"-18022,4 0 0,0-1 0</inkml:trace>
</inkml:ink>
</file>

<file path=ppt/ink/ink2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12:40:49.954"/>
    </inkml:context>
    <inkml:brush xml:id="br0">
      <inkml:brushProperty name="width" value="0.1" units="cm"/>
      <inkml:brushProperty name="height" value="0.1" units="cm"/>
      <inkml:brushProperty name="color" value="#00A0D7"/>
    </inkml:brush>
  </inkml:definitions>
  <inkml:trace contextRef="#ctx0" brushRef="#br0">1 285 8192,'75'0'2616,"99"0"10915,-111 0-11656,2167 0-12021,403 0 2270,-2473-13 7876,-2-1 0,-17 15 0,-21 1 0,162-19 0,-200 9 0,85 4 0,-89 4 0,107-14 0,111-12 0,-223 19 0,80 3 0,-84 3 0,102-12 0,-105 5 0,100 3 0,-97 5 0,92-13 0,-64 4 0,0 3 0,102 9 0,-48-1 0,4087-2 0,-3964-13 0,-21-1 0,110 16 0,134-4 0,-290-10 0,71-1 0,-96 0 0,2 0 0,96 13 1649,843 1 14494,-1023-1-15913,154-13-107,6-1-742,-162 15-435,378-1-12588,-273 0 10812,-1-13 2830,-6 0 0,-120 13 0,82-2 0,157 21 0,-223-11 1991,123-6 9237,-144-3-8879,-50 1-1106</inkml:trace>
</inkml:ink>
</file>

<file path=ppt/ink/ink2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12:42:08.673"/>
    </inkml:context>
    <inkml:brush xml:id="br0">
      <inkml:brushProperty name="width" value="0.1" units="cm"/>
      <inkml:brushProperty name="height" value="0.1" units="cm"/>
      <inkml:brushProperty name="color" value="#00A0D7"/>
    </inkml:brush>
  </inkml:definitions>
  <inkml:trace contextRef="#ctx0" brushRef="#br0">318 0 8192,'-45'44'4696,"-21"20"5498,21-23-7062,27-23-3132,-1 1 0,2 0 0,-17 25 0,5-14 0,24-26 0,1-1 0,0 1 0,0 0 0,1 0 0,-1 0 0,1 0 0,0 1 0,0-1 0,0 1 0,1 0 0,-4 9 0,6-13 0,0 0 0,0 0 0,1 0 0,-1 0 0,1 0 0,-1 0 0,1 0 0,-1 0 0,1 0 0,0 0 0,-1 0 0,1 0 0,0 0 0,0-1 0,-1 1 0,1 0 0,0 0 0,0-1 0,0 1 0,0-1 0,0 1 0,0-1 0,0 1 0,0-1 0,0 0 0,0 1 0,0-1 0,1 0 0,-1 0 0,0 0 0,0 0 0,0 0 0,2 0 0,45 2 0,-41-2 0,269-14-6567,9-1-2336,-282 15 8676,9 0-187,0 0 0,-1 0 0,1-2 0,19-3 0,-30 5 409,0-1 0,1 1 0,-1 0 0,0-1 0,1 1 0,-1-1 0,0 1 0,1-1 0,-1 0 0,0 0 0,0 1 0,0-1 0,0 0 0,0 0 0,0 0 0,0 0 0,0 0 0,0 0 0,0-1 0,-1 1 0,1 0 0,0 0 0,-1 0 0,1-1 0,-1 1 0,1 0 0,-1-1 0,0 1 0,0 0 0,1-1 0,-1 1 0,0-1 0,0 1 0,0 0 0,0-1 0,-1 1 0,1-1 0,0 1 0,-1 0 0,1-1 0,-1 1 0,1 0 0,-1 0 0,1-1 0,-1 1 0,0 0 0,0 0 0,0 0 0,1 0 0,-3-2 0,-2-4 5,-1 1 0,1 0 0,-1 0 0,0 1 0,0 0 0,-1 0 0,1 0 0,-1 1 0,-13-7 0,-74-27 0,66 28 0,-49-17 0,-1 3 0,-1 4 0,-123-16 0,177 33 0</inkml:trace>
</inkml:ink>
</file>

<file path=ppt/ink/ink2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12:42:17.544"/>
    </inkml:context>
    <inkml:brush xml:id="br0">
      <inkml:brushProperty name="width" value="0.1" units="cm"/>
      <inkml:brushProperty name="height" value="0.1" units="cm"/>
      <inkml:brushProperty name="color" value="#00A0D7"/>
    </inkml:brush>
  </inkml:definitions>
  <inkml:trace contextRef="#ctx0" brushRef="#br0">0 4 8192,'91'-2'9520,"6"1"-3399,-2 5-3740,-53 3-4256,-18 0-1508,-1 1 0,0 1 1,24 12-1,-1 3 767,-19-1 5232,-22-16-925,0 0 1,0 0-1,-1 1 0,0-1 1,-1 1-1,1 0 1,3 15-1,0 5 184,-3-5-1875</inkml:trace>
</inkml:ink>
</file>

<file path=ppt/ink/ink2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12:42:18.479"/>
    </inkml:context>
    <inkml:brush xml:id="br0">
      <inkml:brushProperty name="width" value="0.1" units="cm"/>
      <inkml:brushProperty name="height" value="0.1" units="cm"/>
      <inkml:brushProperty name="color" value="#00A0D7"/>
    </inkml:brush>
  </inkml:definitions>
  <inkml:trace contextRef="#ctx0" brushRef="#br0">0 0 8192,'542'0'16167,"-313"0"-14312,-207 0-1855</inkml:trace>
</inkml:ink>
</file>

<file path=ppt/ink/ink2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12:42:19.874"/>
    </inkml:context>
    <inkml:brush xml:id="br0">
      <inkml:brushProperty name="width" value="0.1" units="cm"/>
      <inkml:brushProperty name="height" value="0.1" units="cm"/>
      <inkml:brushProperty name="color" value="#00A0D7"/>
    </inkml:brush>
  </inkml:definitions>
  <inkml:trace contextRef="#ctx0" brushRef="#br0">25 0 8192,'0'5'18022,"0"5"-18022,-5 6 0,-1 4 0,1 3 0,0 2 0,2-3 0</inkml:trace>
</inkml:ink>
</file>

<file path=ppt/ink/ink2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12:42:20.744"/>
    </inkml:context>
    <inkml:brush xml:id="br0">
      <inkml:brushProperty name="width" value="0.1" units="cm"/>
      <inkml:brushProperty name="height" value="0.1" units="cm"/>
      <inkml:brushProperty name="color" value="#00A0D7"/>
    </inkml:brush>
  </inkml:definitions>
  <inkml:trace contextRef="#ctx0" brushRef="#br0">1 1 8192,'15'14'18022,"-11"2"-18022,-1 4 0,-1-1 0</inkml:trace>
</inkml:ink>
</file>

<file path=ppt/ink/ink2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12:42:21.868"/>
    </inkml:context>
    <inkml:brush xml:id="br0">
      <inkml:brushProperty name="width" value="0.1" units="cm"/>
      <inkml:brushProperty name="height" value="0.1" units="cm"/>
      <inkml:brushProperty name="color" value="#00A0D7"/>
    </inkml:brush>
  </inkml:definitions>
  <inkml:trace contextRef="#ctx0" brushRef="#br0">34 1 8192,'0'4'0,"0"6"2971,0 6 2877,-10 17 2109,4-13-6711,-2-3-1246,-2-3 0</inkml:trace>
</inkml:ink>
</file>

<file path=ppt/ink/ink2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12:42:22.983"/>
    </inkml:context>
    <inkml:brush xml:id="br0">
      <inkml:brushProperty name="width" value="0.1" units="cm"/>
      <inkml:brushProperty name="height" value="0.1" units="cm"/>
      <inkml:brushProperty name="color" value="#00A0D7"/>
    </inkml:brush>
  </inkml:definitions>
  <inkml:trace contextRef="#ctx0" brushRef="#br0">0 0 8192,'0'15'18022,"0"1"-18022,0 4 0,0 3 0,0 2 0,0 2 0,0 0 0,0-1 0,0 1 0,0-5 0</inkml:trace>
</inkml:ink>
</file>

<file path=ppt/ink/ink2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12:42:24.059"/>
    </inkml:context>
    <inkml:brush xml:id="br0">
      <inkml:brushProperty name="width" value="0.1" units="cm"/>
      <inkml:brushProperty name="height" value="0.1" units="cm"/>
      <inkml:brushProperty name="color" value="#00A0D7"/>
    </inkml:brush>
  </inkml:definitions>
  <inkml:trace contextRef="#ctx0" brushRef="#br0">1 1 8192,'16'14'16169,"-12"2"-16169,0 4 1853,-2 4-1853,-1 1 0,-1-3 0</inkml:trace>
</inkml:ink>
</file>

<file path=ppt/ink/ink2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12:42:25.153"/>
    </inkml:context>
    <inkml:brush xml:id="br0">
      <inkml:brushProperty name="width" value="0.1" units="cm"/>
      <inkml:brushProperty name="height" value="0.1" units="cm"/>
      <inkml:brushProperty name="color" value="#00A0D7"/>
    </inkml:brush>
  </inkml:definitions>
  <inkml:trace contextRef="#ctx0" brushRef="#br0">1 0 8192,'0'15'18022,"0"1"-18022,4 4 0,2 3 0,0 2 0,-2-3 0</inkml:trace>
</inkml:ink>
</file>

<file path=ppt/ink/ink2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12:42:26.364"/>
    </inkml:context>
    <inkml:brush xml:id="br0">
      <inkml:brushProperty name="width" value="0.1" units="cm"/>
      <inkml:brushProperty name="height" value="0.1" units="cm"/>
      <inkml:brushProperty name="color" value="#00A0D7"/>
    </inkml:brush>
  </inkml:definitions>
  <inkml:trace contextRef="#ctx0" brushRef="#br0">1 88 8192,'5'-10'16001,"17"-1"-14289,7 2-1748,0 2 0,0 1 0,1 1 1,0 2-1,0 1 0,49 3 0,37 0-2461,153-1-9171,-115-1 8371,-5 3 3297,161-4 0,-182-10 0,86-3 0,-140 17 0,-41 1 0,-1-3 0,1 0 0,46-8 0,-56 2 0</inkml:trace>
</inkml:ink>
</file>

<file path=ppt/ink/ink2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12:44:38.844"/>
    </inkml:context>
    <inkml:brush xml:id="br0">
      <inkml:brushProperty name="width" value="0.1" units="cm"/>
      <inkml:brushProperty name="height" value="0.1" units="cm"/>
      <inkml:brushProperty name="color" value="#00A0D7"/>
    </inkml:brush>
  </inkml:definitions>
  <inkml:trace contextRef="#ctx0" brushRef="#br0">0 55 8192,'61'0'6760,"56"0"1271,-89-2-6954,-1-1 0,35-8 0,-18 4-1077,0 2 0,0 2 0,1 2 0,49 5 0,9-1 0,-32-3 0,-10 2 0,-1-3 0,107-16 0,-74 4-2176,130 13-10288,-102 2 9082,597-2 3382,-689 2 0,58 10 0,-57-7 0,55 4 0,608-11 0,-662 4 0,54 9 0,24 2 0,537-11 1828,-312-4-475,-304 3 3962,56 11-1,-28-3-2628,-1-4-5357,451-6-11154,1629 1 17770,-2087-5 8598,-28 0-11009</inkml:trace>
</inkml:ink>
</file>

<file path=ppt/ink/ink2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12:45:37.762"/>
    </inkml:context>
    <inkml:brush xml:id="br0">
      <inkml:brushProperty name="width" value="0.1" units="cm"/>
      <inkml:brushProperty name="height" value="0.1" units="cm"/>
      <inkml:brushProperty name="color" value="#00A0D7"/>
    </inkml:brush>
  </inkml:definitions>
  <inkml:trace contextRef="#ctx0" brushRef="#br0">1 5 8192,'125'2'9570,"6"0"-3484,-1-7-3720,-105 1-5370</inkml:trace>
</inkml:ink>
</file>

<file path=ppt/ink/ink2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12:45:38.396"/>
    </inkml:context>
    <inkml:brush xml:id="br0">
      <inkml:brushProperty name="width" value="0.1" units="cm"/>
      <inkml:brushProperty name="height" value="0.1" units="cm"/>
      <inkml:brushProperty name="color" value="#00A0D7"/>
    </inkml:brush>
  </inkml:definitions>
  <inkml:trace contextRef="#ctx0" brushRef="#br0">0 0 8192,'5'0'18022,"5"0"-18022,5 0 0,6 0 0,2 0 0,2 0 0,1 0 0,1 0 0,0 0 0,4 0 0,1 0 0,4 0 0,0 0 0,-1 0 0,-3 0 0,-2 0 0,-7 0 0</inkml:trace>
</inkml:ink>
</file>

<file path=ppt/ink/ink2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12:45:38.878"/>
    </inkml:context>
    <inkml:brush xml:id="br0">
      <inkml:brushProperty name="width" value="0.1" units="cm"/>
      <inkml:brushProperty name="height" value="0.1" units="cm"/>
      <inkml:brushProperty name="color" value="#00A0D7"/>
    </inkml:brush>
  </inkml:definitions>
  <inkml:trace contextRef="#ctx0" brushRef="#br0">0 1 8192,'263'0'14771,"-89"0"-11520,-151 0-3251</inkml:trace>
</inkml:ink>
</file>

<file path=ppt/ink/ink2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12:46:46.858"/>
    </inkml:context>
    <inkml:brush xml:id="br0">
      <inkml:brushProperty name="width" value="0.1" units="cm"/>
      <inkml:brushProperty name="height" value="0.1" units="cm"/>
      <inkml:brushProperty name="color" value="#00A0D7"/>
    </inkml:brush>
  </inkml:definitions>
  <inkml:trace contextRef="#ctx0" brushRef="#br0">0 1 8192,'0'0'0</inkml:trace>
</inkml:ink>
</file>

<file path=ppt/ink/ink2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12:46:48.168"/>
    </inkml:context>
    <inkml:brush xml:id="br0">
      <inkml:brushProperty name="width" value="0.1" units="cm"/>
      <inkml:brushProperty name="height" value="0.1" units="cm"/>
      <inkml:brushProperty name="color" value="#00A0D7"/>
    </inkml:brush>
  </inkml:definitions>
  <inkml:trace contextRef="#ctx0" brushRef="#br0">0 79 8192,'996'0'14771,"-332"0"-11520,-614-2-3251,51-10 0,39-1 0,237-12-8005,-115 3 127,-87 18 5739,-78 4 4149,129 0 9269,-154 0-9000,-48 0-834,-2 0-436</inkml:trace>
</inkml:ink>
</file>

<file path=ppt/ink/ink2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12:46:49.501"/>
    </inkml:context>
    <inkml:brush xml:id="br0">
      <inkml:brushProperty name="width" value="0.1" units="cm"/>
      <inkml:brushProperty name="height" value="0.1" units="cm"/>
      <inkml:brushProperty name="color" value="#00A0D7"/>
    </inkml:brush>
  </inkml:definitions>
  <inkml:trace contextRef="#ctx0" brushRef="#br0">394 1 8192,'11'7'9852,"-11"-6"-9592,-6 19 4893,-19 15-3364,24-34-1830,-46 51 478,-66 57 1,46-46-304,-64 67-134,130-130 0,0 1 0,0 0 0,0 0 0,0 0 0,0 0 0,0 0 0,0 0 0,1 0 0,-1 0 0,0 0 0,0 0 0,1 0 0,-1 1 0,1-1 0,-1 0 0,1 0 0,0 1 0,-1-1 0,1 0 0,0 0 0,0 1 0,0-1 0,0 2 0,1-1 0,-1-1 0,1 0 0,0 0 0,0 0 0,0-1 0,0 1 0,0 0 0,0 0 0,0 0 0,0-1 0,0 1 0,0 0 0,0-1 0,1 1 0,-1-1 0,0 0 0,0 1 0,1-1 0,1 0 0,11 2 0,1 0 0,0-1 0,18-2 0,-23 1 0,103-1-1875,202 0-11656,-181 1 10915,-86-4 5597,-28 2 396,-1-2 0,1 0-1,32-13 1,-50 17-3333,1-1 1,-1 0 0,0 0-1,0 0 1,0 0-1,1-1 1,-1 1-1,0-1 1,-1 1 0,1-1-1,0 0 1,0 1-1,-1-1 1,1 0-1,-1 0 1,0 0-1,1 0 1,-1 0 0,0-1-1,0 1 1,0 0-1,-1-1 1,2-1-1,-2-1-93,0 1 0,0 0 0,-1 0 0,1 0 0,-1-1 0,0 1 0,0 0 0,0 0 0,-1 0 0,1 0 0,-1 1 0,-3-6 0,-5-8-325,-2 1 0,0 0 0,0 1 0,-24-21 1,-17-17 792,26 24-98,-2 1 1,-1 2-1,-1 1 1,-43-27-1,55 43-2558,2 3 1678</inkml:trace>
</inkml:ink>
</file>

<file path=ppt/ink/ink2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12:46:54.312"/>
    </inkml:context>
    <inkml:brush xml:id="br0">
      <inkml:brushProperty name="width" value="0.1" units="cm"/>
      <inkml:brushProperty name="height" value="0.1" units="cm"/>
      <inkml:brushProperty name="color" value="#00A0D7"/>
    </inkml:brush>
  </inkml:definitions>
  <inkml:trace contextRef="#ctx0" brushRef="#br0">0 0 8192,'0'0'0</inkml:trace>
</inkml:ink>
</file>

<file path=ppt/ink/ink2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12:46:56.349"/>
    </inkml:context>
    <inkml:brush xml:id="br0">
      <inkml:brushProperty name="width" value="0.1" units="cm"/>
      <inkml:brushProperty name="height" value="0.1" units="cm"/>
      <inkml:brushProperty name="color" value="#00A0D7"/>
    </inkml:brush>
  </inkml:definitions>
  <inkml:trace contextRef="#ctx0" brushRef="#br0">0 0 8192,'0'0'0</inkml:trace>
</inkml:ink>
</file>

<file path=ppt/ink/ink2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12:46:58.396"/>
    </inkml:context>
    <inkml:brush xml:id="br0">
      <inkml:brushProperty name="width" value="0.1" units="cm"/>
      <inkml:brushProperty name="height" value="0.1" units="cm"/>
      <inkml:brushProperty name="color" value="#00A0D7"/>
    </inkml:brush>
  </inkml:definitions>
  <inkml:trace contextRef="#ctx0" brushRef="#br0">17 1 8192,'-5'10'11332,"-7"9"-4642,15-22-6690,1-3 0</inkml:trace>
</inkml:ink>
</file>

<file path=ppt/ink/ink2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12:47:38.710"/>
    </inkml:context>
    <inkml:brush xml:id="br0">
      <inkml:brushProperty name="width" value="0.1" units="cm"/>
      <inkml:brushProperty name="height" value="0.1" units="cm"/>
      <inkml:brushProperty name="color" value="#00A0D7"/>
    </inkml:brush>
  </inkml:definitions>
  <inkml:trace contextRef="#ctx0" brushRef="#br0">0 42 8192,'666'0'16136,"-381"0"-14250,-258-1-1886,0-1 0,-1-2 0,1 0 0,-1-2 0,35-13 0,-44 13 0</inkml:trace>
</inkml:ink>
</file>

<file path=ppt/ink/ink2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12:47:39.840"/>
    </inkml:context>
    <inkml:brush xml:id="br0">
      <inkml:brushProperty name="width" value="0.1" units="cm"/>
      <inkml:brushProperty name="height" value="0.1" units="cm"/>
      <inkml:brushProperty name="color" value="#00A0D7"/>
    </inkml:brush>
  </inkml:definitions>
  <inkml:trace contextRef="#ctx0" brushRef="#br0">0 68 8192,'54'-21'8819,"-4"15"-6998,1 2 0,-1 2 0,56 6 0,1-1 98,-27-5-1919,117-16 0,-157 14 0,0 2 0,41 4 0,-49-1 0,0 0 0,-1-2 0,1-2 0,38-7 0,-48 4 0</inkml:trace>
</inkml:ink>
</file>

<file path=ppt/ink/ink2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12:47:44.756"/>
    </inkml:context>
    <inkml:brush xml:id="br0">
      <inkml:brushProperty name="width" value="0.1" units="cm"/>
      <inkml:brushProperty name="height" value="0.1" units="cm"/>
      <inkml:brushProperty name="color" value="#00A0D7"/>
    </inkml:brush>
  </inkml:definitions>
  <inkml:trace contextRef="#ctx0" brushRef="#br0">32 16 8192,'0'-5'18022,"-5"0"-18022,-5-1 0,-1 6 0,5 3 0,9 0 0,3 0 0</inkml:trace>
</inkml:ink>
</file>

<file path=ppt/ink/ink2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12:47:51.025"/>
    </inkml:context>
    <inkml:brush xml:id="br0">
      <inkml:brushProperty name="width" value="0.1" units="cm"/>
      <inkml:brushProperty name="height" value="0.1" units="cm"/>
      <inkml:brushProperty name="color" value="#00A0D7"/>
    </inkml:brush>
  </inkml:definitions>
  <inkml:trace contextRef="#ctx0" brushRef="#br0">1 1 8192,'596'0'15740,"-301"0"-13458,-124 13-2282,2 0 0,146-14-2429,428 1-9747,-650 0 11311,114-2-946,228 5 1070,-293 9 741,55 2 0,97 0 0,9-2 0,30 2 0,-245-7 813,104-7 0,57 4 532,-155 7-363,73 4 2910,-141-15-2665,41-1-4301,-56 1 3035,7 0 2514</inkml:trace>
</inkml:ink>
</file>

<file path=ppt/ink/ink2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12:48:03.586"/>
    </inkml:context>
    <inkml:brush xml:id="br0">
      <inkml:brushProperty name="width" value="0.1" units="cm"/>
      <inkml:brushProperty name="height" value="0.1" units="cm"/>
      <inkml:brushProperty name="color" value="#00A0D7"/>
    </inkml:brush>
  </inkml:definitions>
  <inkml:trace contextRef="#ctx0" brushRef="#br0">0 26 20174,'1925'-26'0</inkml:trace>
</inkml:ink>
</file>

<file path=ppt/ink/ink2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12:48:08.599"/>
    </inkml:context>
    <inkml:brush xml:id="br0">
      <inkml:brushProperty name="width" value="0.1" units="cm"/>
      <inkml:brushProperty name="height" value="0.1" units="cm"/>
      <inkml:brushProperty name="color" value="#00A0D7"/>
    </inkml:brush>
  </inkml:definitions>
  <inkml:trace contextRef="#ctx0" brushRef="#br0">308 1 8192,'-4'5'2349,"0"1"0,0-1 0,1 1 0,-1 0 0,-3 9 0,-12 21 1579,-31 36-3928,22-30 0,-49 55 0,62-78 0,0 0 0,-18 33 0,-7 9 0,40-60 0,-1-1 0,1 1 0,0-1 0,-1 1 0,1-1 0,0 1 0,-1-1 0,1 1 0,0-1 0,0 1 0,-1-1 0,1 1 0,0-1 0,0 1 0,0 0 0,0-1 0,0 1 0,0-1 0,0 1 0,0 0 0,0-1 0,0 1 0,0-1 0,0 1 0,0-1 0,0 1 0,1 0 0,-1-1 0,0 1 0,0-1 0,1 1 0,-1-1 0,0 1 0,1-1 0,-1 1 0,0-1 0,1 0 0,-1 1 0,1-1 0,-1 1 0,1-1 0,-1 0 0,1 0 0,-1 1 0,1-1 0,-1 0 0,1 0 0,-1 1 0,1-1 0,0 0 0,-1 0 0,1 0 0,-1 0 0,1 0 0,0 0 0,-1 0 0,1 0 0,0 0 0,46 1 0,-39-2 0,43 0-294,1-2 1,57-11-1,-55 6-2589,73 6 3998,-64 3-4565,0-3-8394,-57 1 12823,-1 1 0,1-1 0,-1 0 1,0 0-1,1-1 0,-1 1 0,0-1 0,0 0 0,0-1 0,0 1 0,0-1 1,-1 0-1,1 0 0,3-4 0,-7 5-708,0 1 0,0 0 0,0-1-1,0 1 1,0 0 0,0-1 0,-1 1 0,1-1 0,0 1 0,-1-1 0,1 0-1,-1 1 1,0-1 0,0 1 0,1-1 0,-1 0 0,0 1 0,-1-4 0,0 2-607,0-1 0,0 1 0,0 0 0,0 0 0,-1 0 0,1 0 0,-1 0 0,0 0 0,0 1 1,0-1-1,-1 1 0,-3-4 0,-36-31 2994,11 12-6579,3-4-7998,-31-24 9517,13 15 2440,26 18-38,-7-5 0,-44-54 0,62 67 0</inkml:trace>
</inkml:ink>
</file>

<file path=ppt/ink/ink2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12:48:09.950"/>
    </inkml:context>
    <inkml:brush xml:id="br0">
      <inkml:brushProperty name="width" value="0.1" units="cm"/>
      <inkml:brushProperty name="height" value="0.1" units="cm"/>
      <inkml:brushProperty name="color" value="#00A0D7"/>
    </inkml:brush>
  </inkml:definitions>
  <inkml:trace contextRef="#ctx0" brushRef="#br0">0 1 8192,'1'3'764,"0"-1"1,-1 1-1,1-1 1,0 1-1,0-1 1,0 0-1,1 1 1,-1-1-1,1 0 1,-1 0 0,1 0-1,0 0 1,-1 0-1,4 3 1,35 27 5146,-28-22-5268,28 21-643,-11-8 0,0 1 0,-1 1 0,-2 2 0,26 31 0,-41-42 0</inkml:trace>
</inkml:ink>
</file>

<file path=ppt/ink/ink2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12:48:11.032"/>
    </inkml:context>
    <inkml:brush xml:id="br0">
      <inkml:brushProperty name="width" value="0.1" units="cm"/>
      <inkml:brushProperty name="height" value="0.1" units="cm"/>
      <inkml:brushProperty name="color" value="#00A0D7"/>
    </inkml:brush>
  </inkml:definitions>
  <inkml:trace contextRef="#ctx0" brushRef="#br0">0 1 8192,'0'14'18022,"0"2"-18022,0 0 0</inkml:trace>
</inkml:ink>
</file>

<file path=ppt/ink/ink2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12:48:13.070"/>
    </inkml:context>
    <inkml:brush xml:id="br0">
      <inkml:brushProperty name="width" value="0.1" units="cm"/>
      <inkml:brushProperty name="height" value="0.1" units="cm"/>
      <inkml:brushProperty name="color" value="#00A0D7"/>
    </inkml:brush>
  </inkml:definitions>
  <inkml:trace contextRef="#ctx0" brushRef="#br0">0 51 23081,'667'-51'0</inkml:trace>
</inkml:ink>
</file>

<file path=ppt/ink/ink2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12:48:30.090"/>
    </inkml:context>
    <inkml:brush xml:id="br0">
      <inkml:brushProperty name="width" value="0.1" units="cm"/>
      <inkml:brushProperty name="height" value="0.1" units="cm"/>
      <inkml:brushProperty name="color" value="#00A0D7"/>
    </inkml:brush>
  </inkml:definitions>
  <inkml:trace contextRef="#ctx0" brushRef="#br0">1 131 8192,'840'0'16079,"-473"0"-14136,-338-1-1943,0-2 0,29-7 0,-28 5 0,55-3 0,-7 7 0,79-12 0,69-19-8840,-159 27 6123,118 5-1,12 0-1029,-95-12 3747,-60 6 0,59-2 0,592 9 14365,-657-2-13228,58-11 0,-57 6-446,52-2 1,152 7-3558,119 2-6742,-8 0 4060,-316 1 5478,57 10 0,-55-6 420,53 1-1,-30-6 2778,-23 1-4777,64 10-1,-35-4 2558,0-3 0,128-6 0,-69-2-272,83 1-1578,218 5-1855,-301 10 2798,50 1 0,45-2 0,10 1 0,3163-14 0,-3343 3 0,51 9 0,40 3 0,89-2 0,50 1 0,-209-14 2860,95 1 10050,-142 0-10860,-4 0-1848</inkml:trace>
</inkml:ink>
</file>

<file path=ppt/ink/ink2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12:48:34.548"/>
    </inkml:context>
    <inkml:brush xml:id="br0">
      <inkml:brushProperty name="width" value="0.1" units="cm"/>
      <inkml:brushProperty name="height" value="0.1" units="cm"/>
      <inkml:brushProperty name="color" value="#00A0D7"/>
    </inkml:brush>
  </inkml:definitions>
  <inkml:trace contextRef="#ctx0" brushRef="#br0">11 65 8192,'-10'-9'8301,"10"8"-8113,7-21 5336,-6 21-5324,0 0 1,0-1-1,-1 1 0,1-1 1,0 1-1,-1-1 1,1 1-1,-1-1 1,0 0-1,1 1 1,-1-1-1,0 1 0,0-1 1,0 0-1,0 1 1,0-1-1,-1 0 1,1 1-1,-1-3 1,2 5-213,-1 0 0,1 0 0,-1-1 0,0 1 1,1 0-1,-1 0 0,0 0 0,0-1 1,1 1-1,-1 0 0,0 0 0,0 0 0,0 0 1,0-1-1,0 1 0,0 0 0,0 0 0,0 0 1,0 0-1,-1-1 0,1 1 0,0 0 0,-1 0 1,1 0-1,0-1 0,-1 1 0,1 0 1,-1 0-1,1-1 0,-1 1 0,1 0 0,-1-1 1,0 1-1,1-1 0,-1 1 0,0-1 0,1 1 1,-1-1-1,0 1 0,0-1 0,0 1 0,13-4-3814</inkml:trace>
</inkml:ink>
</file>

<file path=ppt/ink/ink2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12:48:35.978"/>
    </inkml:context>
    <inkml:brush xml:id="br0">
      <inkml:brushProperty name="width" value="0.1" units="cm"/>
      <inkml:brushProperty name="height" value="0.1" units="cm"/>
      <inkml:brushProperty name="color" value="#00A0D7"/>
    </inkml:brush>
  </inkml:definitions>
  <inkml:trace contextRef="#ctx0" brushRef="#br0">48 101 8192,'-2'21'2245,"1"16"7455,2-36-9548,-1 0-1,0 0 1,1-1 0,-1 1 0,1 0 0,-1-1 0,1 1 0,-1 0 0,1-1 0,0 1 0,-1-1 0,1 1 0,0-1 0,0 1-1,-1-1 1,1 0 0,0 1 0,0-1 0,0 0 0,-1 1 0,1-1 0,0 0 0,0 0 0,0 0 0,0 0 0,0 0 0,-1 0-1,1 0 1,0 0 0,0 0 0,0 0 0,0 0 0,-1-1 0,1 1 0,0 0 0,0-1 0,0 1 0,-1 0 0,2-1 0,1-1-152,1 0 0,-1 0 0,1-1 0,-1 1 0,0-1 0,0 0 0,0 1 0,-1-1 0,1 0 0,-1-1 0,1 1 0,-1 0 0,0-1 0,0 1 0,-1-1 0,1 0 0,-1 0 0,0 1 0,0-1 0,0 0 0,0 0 0,-1 0 0,1 0 0,-1 0 0,0 0 0,-1-7 0,1 7 0,0 0 0,-1 0 0,0 1 0,1-1 0,-1 0 0,-1 0 0,1 1 0,0-1 0,-1 1 0,0-1 0,0 1 0,-3-5 0,3 6 0,0 0 0,1 1 0,-1-1 0,0 1 0,0-1 0,1 1 0,-1 0 0,0 0 0,0 0 0,-1 0 0,1 0 0,0 0 0,0 1 0,0-1 0,-1 1 0,1-1 0,0 1 0,0 0 0,-1 0 0,1 0 0,0 0 0,-3 1 0,2 0 0,0 0 0,0 0 0,0 0 0,0 1 0,0-1 0,0 1 0,0 0 0,0 0 0,1 0 0,-1 0 0,1 0 0,0 0 0,0 1 0,0-1 0,0 1 0,0 0 0,0 0 0,0-1 0,1 1 0,0 0 0,-1 0 0,1 0 0,0 1 0,1-1 0,-1 0 0,0 0 0,1 0 0,0 1 0,0-1 0,0 0 0,0 1 0,0-1 0,1 0 0,-1 0 0,1 0 0,0 1 0,0-1 0,2 3 0,7 7 0</inkml:trace>
</inkml:ink>
</file>

<file path=ppt/ink/ink2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12:49:14.953"/>
    </inkml:context>
    <inkml:brush xml:id="br0">
      <inkml:brushProperty name="width" value="0.1" units="cm"/>
      <inkml:brushProperty name="height" value="0.1" units="cm"/>
      <inkml:brushProperty name="color" value="#00A0D7"/>
    </inkml:brush>
  </inkml:definitions>
  <inkml:trace contextRef="#ctx0" brushRef="#br0">1 1 8192,'0'4'18022,"0"7"-18022,0 4 0,0 6 0,4-2 0,6-4 0,2-5 0</inkml:trace>
</inkml:ink>
</file>

<file path=ppt/ink/ink2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12:49:15.867"/>
    </inkml:context>
    <inkml:brush xml:id="br0">
      <inkml:brushProperty name="width" value="0.1" units="cm"/>
      <inkml:brushProperty name="height" value="0.1" units="cm"/>
      <inkml:brushProperty name="color" value="#00A0D7"/>
    </inkml:brush>
  </inkml:definitions>
  <inkml:trace contextRef="#ctx0" brushRef="#br0">0 946 8192,'160'0'2276,"245"-31"1,-103-30-5589,-70 11 2071,830-176 1241,-94 33 0,-269 60 0,-424 81 0,114-26 0,55 10 1042,-92 19 392,-327 45-939</inkml:trace>
</inkml:ink>
</file>

<file path=ppt/ink/ink2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12:49:16.289"/>
    </inkml:context>
    <inkml:brush xml:id="br0">
      <inkml:brushProperty name="width" value="0.1" units="cm"/>
      <inkml:brushProperty name="height" value="0.1" units="cm"/>
      <inkml:brushProperty name="color" value="#00A0D7"/>
    </inkml:brush>
  </inkml:definitions>
  <inkml:trace contextRef="#ctx0" brushRef="#br0">1 0 8192,'7'1'1238,"0"-1"1,-1 1 0,1 0-1,0 1 1,0 0-1,10 4 1,6 5 1206,39 24-1,-28-15 793,141 65-2815,-111-56-154,0 3 0,70 47 0,-131-77-268,0 0 0,1 0 0,-1 1 0,0-1 0,0 1 0,-1 0 0,1 0 0,0 0 0,-1 0 0,0 0 0,0 1 0,0-1 0,0 1 0,0-1 0,-1 1 0,2 5 0,-3-6 0,0 1 0,0-1 0,-1 0 0,1 0 0,-1 1 0,0-1 0,1 0 0,-2 0 0,1 0 0,0 0 0,-1 0 0,1 0 0,-1 0 0,0 0 0,0 0 0,0-1 0,0 1 0,0-1 0,-6 5 0,-5 5 0,-2 0 0,0-1 0,0-1 0,-1 0 0,-25 12 0,-93 31 0,98-39 0,16-8 0,-1 0 0,1-2 0,-1 0 0,0-1 0,0-1 0,-36-2 0,31 0 0</inkml:trace>
</inkml:ink>
</file>

<file path=ppt/ink/ink2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12:51:15.027"/>
    </inkml:context>
    <inkml:brush xml:id="br0">
      <inkml:brushProperty name="width" value="0.1" units="cm"/>
      <inkml:brushProperty name="height" value="0.1" units="cm"/>
      <inkml:brushProperty name="color" value="#00A0D7"/>
    </inkml:brush>
  </inkml:definitions>
  <inkml:trace contextRef="#ctx0" brushRef="#br0">0 1 8192,'1'6'613,"0"0"0,0 1 0,0-1 0,1 0 0,0 0 1,0 0-1,0 0 0,1 0 0,0-1 0,0 1 0,4 5 0,50 59 8559,-33-42-7679,-12-13-1493,1-1 0,0 0 0,1-1 0,25 19 0,-38-32 0,0 1 0,0-1 0,0 0 0,0 0 0,0 1 0,0-1 0,1 0 0,-1 0 0,0 0 0,0 0 0,0-1 0,0 1 0,0 0 0,0 0 0,0-1 0,1 1 0,-1 0 0,0-1 0,0 1 0,0-1 0,0 0 0,-1 1 0,1-1 0,0 0 0,0 1 0,0-1 0,0 0 0,-1 0 0,1 0 0,0 0 0,-1 0 0,1 1 0,-1-1 0,1-1 0,-1 1 0,1 0 0,0-2 0,20-49 0,-18 43 0,11-35-2604,11-61-9834,-24 96 11912,4-13-718</inkml:trace>
</inkml:ink>
</file>

<file path=ppt/ink/ink2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12:52:48.919"/>
    </inkml:context>
    <inkml:brush xml:id="br0">
      <inkml:brushProperty name="width" value="0.1" units="cm"/>
      <inkml:brushProperty name="height" value="0.1" units="cm"/>
      <inkml:brushProperty name="color" value="#00A0D7"/>
    </inkml:brush>
  </inkml:definitions>
  <inkml:trace contextRef="#ctx0" brushRef="#br0">1 365 8192,'38'15'16147,"-31"-9"-14272,15 15-1875,-2 1 0,0 1 0,23 34 0,31 36 0,-59-73 46,-11-16-36,-1 1-1,1 0 1,0-1-1,0 1 0,1-1 1,-1 0-1,7 4 1,-10-8-29,1 1 1,-1-1-1,0 1 1,1-1 0,-1 0-1,1 0 1,-1 0-1,1 0 1,-1 0-1,0 0 1,1 0 0,-1 0-1,1 0 1,-1 0-1,1-1 1,-1 1 0,0-1-1,1 1 1,-1-1-1,0 0 1,0 1 0,1-1-1,-1 0 1,0 0-1,0 0 1,0 0-1,0 0 1,0 0 0,0 0-1,0 0 1,0 0-1,0 0 1,-1-1 0,1 1-1,0 0 1,0-2-1,25-48-5714,3-35 1804,-7 19-2862,57-169 5782,-9 51 4575,-64 169-3006</inkml:trace>
</inkml:ink>
</file>

<file path=ppt/ink/ink2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12:52:50.606"/>
    </inkml:context>
    <inkml:brush xml:id="br0">
      <inkml:brushProperty name="width" value="0.1" units="cm"/>
      <inkml:brushProperty name="height" value="0.1" units="cm"/>
      <inkml:brushProperty name="color" value="#00A0D7"/>
    </inkml:brush>
  </inkml:definitions>
  <inkml:trace contextRef="#ctx0" brushRef="#br0">154 150 8192,'-2'20'3272,"0"0"1,-1 0-1,0 0 1,-8 21-1,2-13-1612,-10 39-1660,11-38 0,-21 52 0,23-64 0,0 1 0,1 0 0,1-1 0,-2 26 0,3-23 0,0 0 0,-11 34 0,14-53 0,0-1 0,0 0 0,0 0 0,0 1 0,0-1 0,0 0 0,0 1 0,0-1 0,0 0 0,0 1 0,0-1 0,0 0 0,0 0 0,0 1 0,0-1 0,0 0 0,0 0 0,-1 1 0,1-1 0,0 0 0,0 1 0,0-1 0,0 0 0,-1 0 0,1 0 0,0 1 0,0-1 0,0 0 0,-1 0 0,1 0 0,0 0 0,0 1 0,-1-1 0,1 0 0,0 0 0,0 0 0,-1 0 0,1 0 0,0 0 0,-1 0 0,1 0 0,0 0 0,-1 0 0,1 0 0,0 0 0,0 0 0,-1 0 0,1 0 0,0 0 0,-1 0 0,1 0 0,0 0 0,-1 0 0,-5-21 0,1-30 0,9 22-1230,1 1 0,2 0 1,1 0-1,0 0 1,3 1-1,0 1 1,16-28-1,-22 44 901,13-35-6415,1-26 5574,-12 45 1504,0-1 0,16-33 0,-2-8 8904,-1 4-1398,-35 113-7840,-11 5-2479,11-19-4103,-20 64 1,33-89 4283,-7 23 2216,1-13 82</inkml:trace>
</inkml:ink>
</file>

<file path=ppt/ink/ink2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12:52:53.303"/>
    </inkml:context>
    <inkml:brush xml:id="br0">
      <inkml:brushProperty name="width" value="0.1" units="cm"/>
      <inkml:brushProperty name="height" value="0.1" units="cm"/>
      <inkml:brushProperty name="color" value="#00A0D7"/>
    </inkml:brush>
  </inkml:definitions>
  <inkml:trace contextRef="#ctx0" brushRef="#br0">218 1 8192,'-22'12'15193,"19"-9"-14024,-2 3 491,-12 21-1660,0 1 0,2 1 0,1 0 0,2 1 0,0 0 0,-12 57 0,-23 59 0,43-136 0,1 1 0,0-1 0,-1 20 0,-6 16 0,5-30 0</inkml:trace>
</inkml:ink>
</file>

<file path=ppt/ink/ink2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12:53:05.647"/>
    </inkml:context>
    <inkml:brush xml:id="br0">
      <inkml:brushProperty name="width" value="0.1" units="cm"/>
      <inkml:brushProperty name="height" value="0.1" units="cm"/>
      <inkml:brushProperty name="color" value="#00A0D7"/>
    </inkml:brush>
  </inkml:definitions>
  <inkml:trace contextRef="#ctx0" brushRef="#br0">1 157 8192,'263'-8'9850,"-208"2"-7126,0-2 0,92-25 0,-80 12-3564,28-8-3150,100-17 0,-170 43 923,0 1-1,27 1 1,-31 2 3067</inkml:trace>
</inkml:ink>
</file>

<file path=ppt/ink/ink2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12:53:22.429"/>
    </inkml:context>
    <inkml:brush xml:id="br0">
      <inkml:brushProperty name="width" value="0.1" units="cm"/>
      <inkml:brushProperty name="height" value="0.1" units="cm"/>
      <inkml:brushProperty name="color" value="#00A0D7"/>
    </inkml:brush>
  </inkml:definitions>
  <inkml:trace contextRef="#ctx0" brushRef="#br0">0 0 8192,'0'16'3434,"1"-1"0,0 1 0,4 15 0,13 18 852,-9-33-4286,2 0 0,-1-2 0,2 1 0,19 18 0,20 26 0,-34-37 0,-7-9 0,-1 0 0,0 0 0,0 1 0,11 26 0,-15-24 0</inkml:trace>
</inkml:ink>
</file>

<file path=ppt/ink/ink2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12:53:23.065"/>
    </inkml:context>
    <inkml:brush xml:id="br0">
      <inkml:brushProperty name="width" value="0.1" units="cm"/>
      <inkml:brushProperty name="height" value="0.1" units="cm"/>
      <inkml:brushProperty name="color" value="#00A0D7"/>
    </inkml:brush>
  </inkml:definitions>
  <inkml:trace contextRef="#ctx0" brushRef="#br0">541 0 8192,'-5'2'591,"0"1"0,0-1 0,0 1 0,0 0 0,0 0 0,1 1 0,0-1 0,0 1 0,0 0 0,0 0 1,0 1-1,-5 8 0,2-5 544,-34 35 1166,-2-1 0,-2-2-1,-63 42 1,-104 82-2301,191-148 0</inkml:trace>
</inkml:ink>
</file>

<file path=ppt/ink/ink2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12:53:24.637"/>
    </inkml:context>
    <inkml:brush xml:id="br0">
      <inkml:brushProperty name="width" value="0.1" units="cm"/>
      <inkml:brushProperty name="height" value="0.1" units="cm"/>
      <inkml:brushProperty name="color" value="#00A0D7"/>
    </inkml:brush>
  </inkml:definitions>
  <inkml:trace contextRef="#ctx0" brushRef="#br0">1 0 8192,'2'6'1692,"1"-1"-1,0 0 1,0 0 0,0 0 0,0-1-1,1 1 1,0-1 0,0 0 0,9 7-1,-1 1-586,145 168-1105,-80-73-5923,-47-57 5944,-28-47 928,-1-1-701,0 0-1,-1-1 1,1 1 0,0 0-1,0-1 1,0 1-1,1 0 1,-1-1 0,0 0-1,0 1 1,1-1 0,-1 0-1,1 1 1,-1-1-1,1 0 1,0 0 0,-1 0-1,1 0 1,2 0 0,3-3-248</inkml:trace>
</inkml:ink>
</file>

<file path=ppt/ink/ink2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12:53:25.079"/>
    </inkml:context>
    <inkml:brush xml:id="br0">
      <inkml:brushProperty name="width" value="0.1" units="cm"/>
      <inkml:brushProperty name="height" value="0.1" units="cm"/>
      <inkml:brushProperty name="color" value="#00A0D7"/>
    </inkml:brush>
  </inkml:definitions>
  <inkml:trace contextRef="#ctx0" brushRef="#br0">652 1 8192,'-30'8'8931,"2"12"-3674,-23 35-1809,29-29-3267,-100 104-79,-161 134 1,179-169-103,93-85 0</inkml:trace>
</inkml:ink>
</file>

<file path=ppt/ink/ink2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12:53:26.745"/>
    </inkml:context>
    <inkml:brush xml:id="br0">
      <inkml:brushProperty name="width" value="0.1" units="cm"/>
      <inkml:brushProperty name="height" value="0.1" units="cm"/>
      <inkml:brushProperty name="color" value="#00A0D7"/>
    </inkml:brush>
  </inkml:definitions>
  <inkml:trace contextRef="#ctx0" brushRef="#br0">0 54 8192,'1'-1'269,"-1"0"0,1 0 1,-1 0-1,1-1 0,0 1 1,-1 0-1,1 0 0,0 0 1,0 0-1,-1 0 1,1 0-1,0 1 0,0-1 1,0 0-1,0 0 0,0 1 1,1-1-1,-1 0 0,0 1 1,0-1-1,0 1 0,0 0 1,1-1-1,-1 1 0,0 0 1,0 0-1,3-1 0,41-3 2033,-40 4-2793,194-6 3809,74-4 2034,422-3-7126,-426 16 751,2085-3-14202,141 0 25371,-2159 0-2270,-314 0-7876</inkml:trace>
</inkml:ink>
</file>

<file path=ppt/ink/ink2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13:02:52.439"/>
    </inkml:context>
    <inkml:brush xml:id="br0">
      <inkml:brushProperty name="width" value="0.1" units="cm"/>
      <inkml:brushProperty name="height" value="0.1" units="cm"/>
      <inkml:brushProperty name="color" value="#00A0D7"/>
    </inkml:brush>
  </inkml:definitions>
  <inkml:trace contextRef="#ctx0" brushRef="#br0">0 79 8192,'172'-13'11355,"-38"0"-4688,180-3-9143,122 8-7164,-102 6 3734,-163-11 5906,72-1 0,-16 15 2476,-205-1-1981</inkml:trace>
</inkml:ink>
</file>

<file path=ppt/ink/ink2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13:02:54.638"/>
    </inkml:context>
    <inkml:brush xml:id="br0">
      <inkml:brushProperty name="width" value="0.1" units="cm"/>
      <inkml:brushProperty name="height" value="0.1" units="cm"/>
      <inkml:brushProperty name="color" value="#00A0D7"/>
    </inkml:brush>
  </inkml:definitions>
  <inkml:trace contextRef="#ctx0" brushRef="#br0">1 29 8192,'29'0'2388,"38"-1"10795,-38-3-10732,116-15-4634,200 15-9940,-189 6 9428,-134-2 1674</inkml:trace>
</inkml:ink>
</file>

<file path=ppt/ink/ink2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13:03:23.103"/>
    </inkml:context>
    <inkml:brush xml:id="br0">
      <inkml:brushProperty name="width" value="0.1" units="cm"/>
      <inkml:brushProperty name="height" value="0.1" units="cm"/>
      <inkml:brushProperty name="color" value="#00A0D7"/>
    </inkml:brush>
  </inkml:definitions>
  <inkml:trace contextRef="#ctx0" brushRef="#br0">0 29 8192,'168'0'14175,"-89"0"-10328,1 0-4247,463-16-8020,126 4 988,-408 14 5662,-211-2 1770,462 16 0,135-4 0,-397-14 0,4547 2 2476,-4773 0-1981</inkml:trace>
</inkml:ink>
</file>

<file path=ppt/ink/ink2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13:03:25.342"/>
    </inkml:context>
    <inkml:brush xml:id="br0">
      <inkml:brushProperty name="width" value="0.1" units="cm"/>
      <inkml:brushProperty name="height" value="0.1" units="cm"/>
      <inkml:brushProperty name="color" value="#00A0D7"/>
    </inkml:brush>
  </inkml:definitions>
  <inkml:trace contextRef="#ctx0" brushRef="#br0">0 0 17130,'3361'52'0</inkml:trace>
</inkml:ink>
</file>

<file path=ppt/ink/ink2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13:03:26.180"/>
    </inkml:context>
    <inkml:brush xml:id="br0">
      <inkml:brushProperty name="width" value="0.1" units="cm"/>
      <inkml:brushProperty name="height" value="0.1" units="cm"/>
      <inkml:brushProperty name="color" value="#00A0D7"/>
    </inkml:brush>
  </inkml:definitions>
  <inkml:trace contextRef="#ctx0" brushRef="#br0">1596 1235 8192,'98'0'13838,"-32"0"-9654,149-17-4184,-118 7 0,-23 0 0,117-33 0,-161 35 0,-17 5 0,-1 0 0,0-1 0,0-1 0,0 0 0,-1-1 0,0 0 0,16-11 0,-20 11 0,-1 1 0,0-1 0,0-1 0,0 1 0,-1-1 0,0 0 0,0-1 0,-1 1 0,0-1 0,0 0 0,5-15 0,4-17-1682,-1-1 1,-3 0 0,-1-1 0,4-65 0,-11 83 840,-2-1 1,0 0-1,-1 0 1,-2 0-1,-1 1 1,0-1-1,-2 1 0,-1 1 1,-11-25-1,10 29 740,0 1 1,-1 0-1,-1 1 0,0 0 0,-1 1 0,-1 0 0,-1 0 0,0 2 0,-1 0 1,0 0-1,-32-19 0,15 13 101,-1 2 0,0 2 0,-62-21 0,-112-20 0,73 29 0,-209-19 0,277 43 0,-406-16 0,240 18 0,-205 6 0,422-3 74,-1 1-1,2 0 1,-1 1 0,0 1 0,1 0-1,-1 1 1,1 1 0,0 0 0,1 1-1,-25 16 1,30-17-70,0 0 0,1 1 0,0-1-1,0 1 1,0 1 0,1 0 0,0 0 0,1 0 0,-1 0-1,2 1 1,-1 0 0,1 0 0,1 0 0,-1 0-1,2 1 1,-1-1 0,-1 16 0,2-4 196,1 0-1,0 0 1,2 1 0,1-1-1,0 0 1,8 30 0,-7-39-101,1 0 0,0-1 0,1 0 0,1 0 0,-1 0 1,2 0-1,-1-1 0,1 0 0,1-1 0,0 1 0,0-2 0,16 14 0,72 46-2256,-52-41 3621,1-2 0,1-3 0,1-1-1,73 21 1,17-11-3399,-92-25 1376</inkml:trace>
</inkml:ink>
</file>

<file path=ppt/ink/ink2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13:03:26.790"/>
    </inkml:context>
    <inkml:brush xml:id="br0">
      <inkml:brushProperty name="width" value="0.1" units="cm"/>
      <inkml:brushProperty name="height" value="0.1" units="cm"/>
      <inkml:brushProperty name="color" value="#00A0D7"/>
    </inkml:brush>
  </inkml:definitions>
  <inkml:trace contextRef="#ctx0" brushRef="#br0">1 0 8192,'321'25'1363,"-98"-3"-1812,297-6-465,8 1 914,-76-4 0,660 0-186,-655-16 18394</inkml:trace>
</inkml:ink>
</file>

<file path=ppt/ink/ink2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13:04:51.422"/>
    </inkml:context>
    <inkml:brush xml:id="br0">
      <inkml:brushProperty name="width" value="0.1" units="cm"/>
      <inkml:brushProperty name="height" value="0.1" units="cm"/>
      <inkml:brushProperty name="color" value="#00A0D7"/>
    </inkml:brush>
  </inkml:definitions>
  <inkml:trace contextRef="#ctx0" brushRef="#br0">233 1 8192,'-14'-1'2184,"0"1"1,-1 1-1,1 1 1,0 0-1,-18 5 1,27-5-1912,0-1 0,1 2 0,-1-1 0,1 0 0,-1 1 0,1 0 0,0 0 0,0 0 0,0 1 0,0-1 0,1 1 0,-1 0 0,1 0 0,0 0 0,0 0 0,1 1 1,-5 8-1,-3 8-273,1 0 0,1 1 0,1-1 0,1 1 0,1 1 0,1-1 0,0 1 0,1 32 0,3-15 0,2 0 0,9 53 0,-9-79 0,1-1 0,1 1 0,0-1 0,1 0 0,1 0 0,0-1 0,0 0 0,1 0 0,1 0 0,13 15 0,-16-23-337,0 0 0,-1 0 0,2-1 1,-1 0-1,0 0 0,1 0 1,-1-1-1,1 0 0,0 0 1,0 0-1,0-1 0,0 1 0,0-1 1,0-1-1,11 1 0,-9-1-304,1 0-1,-1-1 0,1 0 0,-1 0 0,0-1 1,1 0-1,-1 0 0,0-1 0,0 0 0,14-7 1,-2-4 83,-1-1 1,-1 0-1,0-1 1,-1-1-1,-1 0 1,0-2-1,-1 0 1,-1 0-1,17-34 1,-22 29 557,0-1 0,-2-1 0,0 1 0,-2-1 0,-1 0 0,-1-1 0,-2 1 0,0 0 0,-2-1 0,-4-31 0,5 55 0,-1 0 0,0 0 0,0 0 0,0 0 0,0 0 0,0 0 0,0 1 0,-1-1 0,1 0 0,-1 1 0,0-1 0,0 1 0,0 0 0,0-1 0,0 1 0,-1 0 0,1 0 0,0 1 0,-1-1 0,0 0 0,1 1 0,-1-1 0,-4 0 0,-4-3 0,-1 2 0,1 0 0,-1 0 0,-19-2 0,8 3 0</inkml:trace>
</inkml:ink>
</file>

<file path=ppt/ink/ink2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13:04:38.493"/>
    </inkml:context>
    <inkml:brush xml:id="br0">
      <inkml:brushProperty name="width" value="0.1" units="cm"/>
      <inkml:brushProperty name="height" value="0.1" units="cm"/>
      <inkml:brushProperty name="color" value="#00A0D7"/>
    </inkml:brush>
  </inkml:definitions>
  <inkml:trace contextRef="#ctx0" brushRef="#br0">0 489 8192,'30'-12'14431,"-20"5"-12369,-1 1-533,2 1-1529,0 0 0,0 1 0,0 1 0,0 0 0,0 0 0,1 1 0,-1 1 0,20-1 0,47-8 0,2-7 0,-41 9 0,49-15 0,-29 6 0,2 3 0,-1 2 0,64-3 0,42-7 0,-88 12 0,1 4 0,94 4 0,75-5 0,249-29 0,-168 15 0,-83 7-4003,27-3-2589,202-14-835,142-11 7427,-217 7 0,14-2 0,13-1 0,-227 36 1008,-144 3 16006</inkml:trace>
</inkml:ink>
</file>

<file path=ppt/ink/ink2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13:04:39.105"/>
    </inkml:context>
    <inkml:brush xml:id="br0">
      <inkml:brushProperty name="width" value="0.1" units="cm"/>
      <inkml:brushProperty name="height" value="0.1" units="cm"/>
      <inkml:brushProperty name="color" value="#00A0D7"/>
    </inkml:brush>
  </inkml:definitions>
  <inkml:trace contextRef="#ctx0" brushRef="#br0">74 1 8192,'7'1'298,"1"0"-1,0 1 1,-1 0 0,1 1 0,-1-1 0,0 2 0,10 4 0,9 4 290,541 207-3559,-506-198 6309,-27-9 2781,39 18 1,-72-30-6032,1 1-1,-1-1 0,1 1 0,-1 0 1,1 0-1,-1-1 0,1 1 1,-1 0-1,0 0 0,0 0 1,0 0-1,1 0 0,-1 1 0,0-1 1,0 0-1,-1 1 0,1-1 1,0 0-1,0 1 0,-1-1 1,1 1-1,0-1 0,-1 1 0,0-1 1,1 1-1,-1-1 0,0 3 1,0-2-50,-1 1 0,0-1 0,0 0 0,0 1 1,-1-1-1,1 0 0,0 0 0,-1 0 0,0 0 1,1 0-1,-1 0 0,0 0 0,0-1 0,0 1 1,-2 1-1,-12 8-191,0-2 0,-1 1 0,-24 8 1,-237 85-7610,93-36 629,63-18 5216,57-17 1625,43-20 108,-1-1 1,0-1-1,0-1 0,-29 7 1,30-13 183</inkml:trace>
</inkml:ink>
</file>

<file path=ppt/ink/ink2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13:04:40.230"/>
    </inkml:context>
    <inkml:brush xml:id="br0">
      <inkml:brushProperty name="width" value="0.1" units="cm"/>
      <inkml:brushProperty name="height" value="0.1" units="cm"/>
      <inkml:brushProperty name="color" value="#00A0D7"/>
    </inkml:brush>
  </inkml:definitions>
  <inkml:trace contextRef="#ctx0" brushRef="#br0">27 0 8192,'4'35'6813,"13"20"-4693,-4-12-2234,61 310 9317,-25-75-9203,10 44 0,45 172 103,-47-212-766,9 153-6828,-51-248 72,-8 427 4924,-10-337 2438,3-162 57,-4 249 0,-2-257 0,-28 148 0,-195 700 0,181-770 0,-78 284 495,123-460 546,-25 61 13911,28-70-14905,-1 0-1,1 0 1,-1 0 0,1 0 0,0-1-1,-1 1 1,1 0 0,0 0 0,-1 0 0,1 0-1,-1-1 1,1 1 0,0 0 0,0-1-1,-1 1 1,1 0 0,0 0 0,-1-1-1,1 1 1,0 0 0,0-1 0,0 1-1,-1 0 1,1-1 0,0 1 0,0-1-1,0 1 1,0 0 0,0-1 0,0 1-1,0-1 1,0 1 0,0 0 0,0-1 0,0 1-1,0-1 1,0 1 0,0 0 0,0-1-1,0 0 1,-2-20-430,1-3 383</inkml:trace>
</inkml:ink>
</file>

<file path=ppt/ink/ink2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13:04:41.049"/>
    </inkml:context>
    <inkml:brush xml:id="br0">
      <inkml:brushProperty name="width" value="0.1" units="cm"/>
      <inkml:brushProperty name="height" value="0.1" units="cm"/>
      <inkml:brushProperty name="color" value="#00A0D7"/>
    </inkml:brush>
  </inkml:definitions>
  <inkml:trace contextRef="#ctx0" brushRef="#br0">455 1 8192,'-3'1'340,"0"0"0,1 0 0,-1 0 0,0 0 0,0 1 0,1 0 0,-1-1-1,1 1 1,0 0 0,-1 0 0,1 0 0,-3 4 0,-24 28 4080,5 4-3237,2 0 0,2 2 0,-29 82 0,33-78-70,-1-2-1,-3 0 1,-36 59 0,16-41-1113,-64 85 0,92-132 0,2-6 0</inkml:trace>
</inkml:ink>
</file>

<file path=ppt/ink/ink2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13:04:41.405"/>
    </inkml:context>
    <inkml:brush xml:id="br0">
      <inkml:brushProperty name="width" value="0.1" units="cm"/>
      <inkml:brushProperty name="height" value="0.1" units="cm"/>
      <inkml:brushProperty name="color" value="#00A0D7"/>
    </inkml:brush>
  </inkml:definitions>
  <inkml:trace contextRef="#ctx0" brushRef="#br0">1 1 8192,'28'5'13736,"-11"5"-9450,33 21-4286,165 92 0,30-1 0,-225-114 0,-3-3 0</inkml:trace>
</inkml:ink>
</file>

<file path=ppt/ink/ink2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13:04:42.540"/>
    </inkml:context>
    <inkml:brush xml:id="br0">
      <inkml:brushProperty name="width" value="0.1" units="cm"/>
      <inkml:brushProperty name="height" value="0.1" units="cm"/>
      <inkml:brushProperty name="color" value="#00A0D7"/>
    </inkml:brush>
  </inkml:definitions>
  <inkml:trace contextRef="#ctx0" brushRef="#br0">0 0 8192,'0'15'18022,"0"0"-18022,0 5 0,0 4 0,0 1 0,0 1 0,0 1 0,0-4 0</inkml:trace>
</inkml:ink>
</file>

<file path=ppt/ink/ink2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13:04:43.125"/>
    </inkml:context>
    <inkml:brush xml:id="br0">
      <inkml:brushProperty name="width" value="0.1" units="cm"/>
      <inkml:brushProperty name="height" value="0.1" units="cm"/>
      <inkml:brushProperty name="color" value="#00A0D7"/>
    </inkml:brush>
  </inkml:definitions>
  <inkml:trace contextRef="#ctx0" brushRef="#br0">47 1 8192,'0'14'8839,"-10"12"-882,4-9-6731,2 4-1226,1 3 0,1 0 0,-3 2 0,-2 0 0,2 1 0,1-5 0</inkml:trace>
</inkml:ink>
</file>

<file path=ppt/ink/ink2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13:04:44.179"/>
    </inkml:context>
    <inkml:brush xml:id="br0">
      <inkml:brushProperty name="width" value="0.1" units="cm"/>
      <inkml:brushProperty name="height" value="0.1" units="cm"/>
      <inkml:brushProperty name="color" value="#00A0D7"/>
    </inkml:brush>
  </inkml:definitions>
  <inkml:trace contextRef="#ctx0" brushRef="#br0">53 1 8192,'0'75'13736,"0"-25"-9450,-2-19-4286,-1 0 0,-9 37 0,3-15 0,-3 0 0,-1 23 0,12-55 0</inkml:trace>
</inkml:ink>
</file>

<file path=ppt/ink/ink2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13:04:45.325"/>
    </inkml:context>
    <inkml:brush xml:id="br0">
      <inkml:brushProperty name="width" value="0.1" units="cm"/>
      <inkml:brushProperty name="height" value="0.1" units="cm"/>
      <inkml:brushProperty name="color" value="#00A0D7"/>
    </inkml:brush>
  </inkml:definitions>
  <inkml:trace contextRef="#ctx0" brushRef="#br0">439 180 8192,'0'-7'485,"0"1"1,-1-1-1,0 1 0,0-1 1,-1 1-1,1 0 1,-1 0-1,-1-1 1,1 2-1,-1-1 1,0 0-1,-1 0 0,1 1 1,-1 0-1,0 0 1,0 0-1,-1 0 1,1 0-1,-1 1 0,0 0 1,0 0-1,-1 0 1,1 1-1,-1 0 1,0 0-1,-8-3 1,-8-2 333,-1 1 0,-1 0 0,1 2 0,-1 1 0,-45-3 1,63 7-820,0 0 0,0 0 0,-1 1 0,1 0 0,0 0 0,0 0 0,0 1 0,0 0 0,1 0 0,-1 0 0,0 1 0,1-1 0,0 2 0,-1-1 0,1 0 0,0 1 0,1 0 0,-1 0 0,1 1 0,0-1 0,0 1 0,0 0 0,0 0 0,1 0 0,0 0 0,0 1 0,1 0 0,-1-1 0,1 1 0,0 0 0,1 0 0,-2 8 0,1-6 0,1 0 0,0 1 0,0-1 0,0 0 0,1 0 0,1 1 0,-1-1 0,2 0 0,-1 0 0,1 0 0,0 0 0,0 0 0,1 0 0,0-1 0,1 1 0,0-1 0,0 0 0,0 0 0,1 0 0,0 0 0,0-1 0,1 0 0,-1 0 0,10 7 0,-9-10-262,1 1 1,-1-1 0,1-1-1,0 1 1,-1-1 0,1 0-1,0-1 1,0 1 0,0-1 0,11 0-1,81-5-4443,-44 1 3445,-43 3 1015,1 0-1,-1-1 0,1-1 0,-1 0 0,20-7 0,-27 8 364,0-2 0,0 1 0,0 0 0,0-1 0,-1 0 0,1 0 0,-1-1 0,0 1 0,0-1 0,0 0 0,0 0 0,-1 0 0,1 0 0,-1-1 0,4-7 0,7-23 5185,6-8-2179,-3 111-3124,-16-63-187,0 0 1,0-1-1,1 1 1,0 0-1,0-1 1,0 1 0,1-1-1,5 8 1,-7-11 147,-1 0 0,1 0 0,0 0 0,0-1 0,0 1-1,0 0 1,0-1 0,0 1 0,0 0 0,0-1 0,1 1 0,-1-1 0,0 0 0,0 1 0,0-1 0,1 0 0,-1 0 0,0 0 0,0 0 0,0 0 0,1 0 0,-1 0 0,0 0 0,0 0 0,0-1 0,1 1 0,-1 0 0,0-1 0,0 1 0,0-1 0,0 1 0,0-1 0,0 0 0,0 1 0,0-1 0,0 0 0,0 0 0,0 0 0,0 0 0,0 1 0,-1-1 0,2-2 0,28-41-2833,0 2-6370,-15 28 7916</inkml:trace>
</inkml:ink>
</file>

<file path=ppt/ink/ink2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13:04:45.683"/>
    </inkml:context>
    <inkml:brush xml:id="br0">
      <inkml:brushProperty name="width" value="0.1" units="cm"/>
      <inkml:brushProperty name="height" value="0.1" units="cm"/>
      <inkml:brushProperty name="color" value="#00A0D7"/>
    </inkml:brush>
  </inkml:definitions>
  <inkml:trace contextRef="#ctx0" brushRef="#br0">0 86 8192,'0'-4'18022,"5"-2"-18022,5 1 0,6 1 0,4 0 0,3 2 0,3 1 0,0 1 0,-4-4 0,-1-2 0,0 0 0,1 2 0,1-3 0,1-1 0,1 2 0,0-3 0,-3 0 0</inkml:trace>
</inkml:ink>
</file>

<file path=ppt/ink/ink2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13:04:46.014"/>
    </inkml:context>
    <inkml:brush xml:id="br0">
      <inkml:brushProperty name="width" value="0.1" units="cm"/>
      <inkml:brushProperty name="height" value="0.1" units="cm"/>
      <inkml:brushProperty name="color" value="#00A0D7"/>
    </inkml:brush>
  </inkml:definitions>
  <inkml:trace contextRef="#ctx0" brushRef="#br0">73 1 8192,'0'36'974,"-9"207"13168,-10-140-11236,-20 14-2906,33-100 0</inkml:trace>
</inkml:ink>
</file>

<file path=ppt/ink/ink2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13:04:47.367"/>
    </inkml:context>
    <inkml:brush xml:id="br0">
      <inkml:brushProperty name="width" value="0.1" units="cm"/>
      <inkml:brushProperty name="height" value="0.1" units="cm"/>
      <inkml:brushProperty name="color" value="#00A0D7"/>
    </inkml:brush>
  </inkml:definitions>
  <inkml:trace contextRef="#ctx0" brushRef="#br0">0 1 8192,'0'4'18022,"0"6"-18022,0 6 0,0 4 0,0 3 0,0 7 0,0 2 0,0 0 0,0-1 0,0-1 0,0-2 0,0 0 0,0-2 0,0 0 0,0-5 0</inkml:trace>
</inkml:ink>
</file>

<file path=ppt/ink/ink3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13:04:48.393"/>
    </inkml:context>
    <inkml:brush xml:id="br0">
      <inkml:brushProperty name="width" value="0.1" units="cm"/>
      <inkml:brushProperty name="height" value="0.1" units="cm"/>
      <inkml:brushProperty name="color" value="#00A0D7"/>
    </inkml:brush>
  </inkml:definitions>
  <inkml:trace contextRef="#ctx0" brushRef="#br0">337 111 8192,'-1'-3'1229,"1"0"0,-6-19 8606,1 15-8605,-9-14 3257,13 20-4475,-5-5-96,1 1 0,-1 0 0,-1 1 0,1-1 0,-1 1 0,1 0 0,-1 1 0,0 0 1,-1 0-1,1 0 0,0 1 0,-1 0 0,0 1 0,1-1 0,-1 2 0,0-1 0,1 1 0,-1 0 1,-10 1-1,10 0-45,0 0 1,0 0 0,0 1 0,0 0 0,0 0 0,1 1-1,-1 0 1,-10 6 0,15-7 97,-1 1 0,0-1 0,1 1 1,0-1-1,0 1 0,0 0 0,0 1 0,0-1 0,0 0 1,1 1-1,0-1 0,-1 1 0,2 0 0,-1 0 0,0 0 1,-1 4-1,-7 31-6515,-8 77 0,15-64 5291,6-1 3939,-3-48-2050,0-1 0,0 0-1,0 1 1,1-1-1,-1 0 1,1 0 0,0 1-1,-1-1 1,1 0-1,0 0 1,0 0-1,0 0 1,1 0 0,-1 0-1,0 0 1,1 0-1,0-1 1,1 3 0,-1-3-456,-1-1 1,1 1-1,0 0 1,-1-1-1,1 1 1,0-1-1,-1 0 1,1 1-1,0-1 1,0 0 0,-1 0-1,1 0 1,0 0-1,-1 0 1,1-1-1,0 1 1,-1 0-1,4-2 1,2-1-276,0 0 0,0-1-1,-1 0 1,1 0 0,-1 0 0,0-1 0,-1 0 0,1 0-1,7-9 1,10-24-233,-21 32 411,1 1 0,0-1 0,0 1-1,0 0 1,1 0 0,0 0 0,0 0 0,0 1 0,0-1 0,10-6 0,-13 11-147,0 0-1,0-1 1,0 1 0,0 0 0,0 0 0,0 0 0,0 0 0,0 0 0,0 0 0,0 1 0,0-1 0,0 0-1,0 0 1,0 1 0,0-1 0,0 0 0,0 1 0,-1-1 0,1 1 0,0 0 0,0-1 0,0 1 0,-1 0-1,1-1 1,0 1 0,0 0 0,-1 0 0,1-1 0,-1 1 0,1 0 0,-1 0 0,1 0 0,-1 0 0,1 1-1,15 41-4121,-12-30 2845,7 9-1231,3-3-3496,0-6 4537</inkml:trace>
</inkml:ink>
</file>

<file path=ppt/ink/ink3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13:04:54.490"/>
    </inkml:context>
    <inkml:brush xml:id="br0">
      <inkml:brushProperty name="width" value="0.1" units="cm"/>
      <inkml:brushProperty name="height" value="0.1" units="cm"/>
      <inkml:brushProperty name="color" value="#00A0D7"/>
    </inkml:brush>
  </inkml:definitions>
  <inkml:trace contextRef="#ctx0" brushRef="#br0">737 240 8192,'-100'-2'4426,"-26"0"5921,43 6-7098,72-1-3249,1 0 0,-1 0 0,0 1 0,1 0 0,0 1 0,0 0 0,0 1 0,1 0 0,-15 12 0,-13 7 0,21-14 0,1 1 0,0 0 0,0 1 0,2 1 0,-1 0 0,-14 22 0,20-23-375,0 0 0,1 0 0,0 1 0,-5 17 0,5-9-1052,1 1 0,1-1-1,1 1 1,-1 31 0,4-19-952,1 1 0,7 42 0,9 14 505,-5-54 1874,30 68 0,-15-40 0,-17-48 0,1-1 0,0 0 0,1-1 0,1 0 0,1-1 0,0 0 0,1-1 0,29 24 0,16 17 0,-43-41 0,1-1 0,1-1 0,0 0 0,1-1 0,0-1 0,0-1 0,36 11 0,-18-10 0,0-2 0,44 3 0,-63-8 0,75 4 0,148-7 0,-97-3 0,-122 2 0,0-1 0,0-1 0,0-1 0,-1-1 0,1-1 0,-1-1 0,-1 0 0,1-2 0,28-16 0,-21 9 0,-1-2 0,-1 0 0,-1-2 0,-1-1 0,-1-1 0,21-24 0,-31 30 0,-2 0 0,0 0 0,-1-1 0,-1 0 0,0-1 0,-1 0 0,-1 0 0,-1 0 0,0-1 0,5-36 0,-5-5 0,-2-1 0,-5-70 0,0 53 0,0 58 0,-1 0 0,-1 0 0,0 0 0,-2 1 0,0 0 0,-1-1 0,-1 2 0,-1-1 0,-1 1 0,0 0 0,-1 1 0,-1 0 0,-15-17 0,-2 0 0,-2 1 0,-2 2 0,-1 1 0,-69-48 0,48 46 0,-1 2 0,-2 3 0,-1 3 0,-64-19 0,104 37 0,-13-3 0,-1 1 0,1 1 0,-1 2 0,-1 2 0,-39-1 0,-164 17 0,89 3 0,-256 62 0,351-64 0</inkml:trace>
</inkml:ink>
</file>

<file path=ppt/ink/ink3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13:04:55.882"/>
    </inkml:context>
    <inkml:brush xml:id="br0">
      <inkml:brushProperty name="width" value="0.1" units="cm"/>
      <inkml:brushProperty name="height" value="0.1" units="cm"/>
      <inkml:brushProperty name="color" value="#00A0D7"/>
    </inkml:brush>
  </inkml:definitions>
  <inkml:trace contextRef="#ctx0" brushRef="#br0">1543 236 8192,'-4'-2'267,"1"-1"0,-1 0 0,0 1 0,0 0 1,0 0-1,0 0 0,0 1 0,-1-1 0,1 1 0,0 0 0,-1 0 1,-6 0-1,-61-2 4603,52 3-4374,-64-2 1017,27 0 1043,0 2 1,-73 10 0,115-7-2557,0 1 0,1 1 0,-1 0 0,1 1 0,0 0 0,-17 11 0,-79 58 0,79-53 0,-82 60-1875,-196 165-11656,187-131 10915,92-82 2616,2 1 0,1 1 0,2 1 0,2 1 0,-25 56 0,40-74 0,1 1 0,1 0 0,1 0 0,1 1 0,-2 24 0,-8 40 0,2-22 0,4 0 0,2 1 0,3 0 0,3-1 0,3 1 0,18 108 0,-11-129 0,2-1 0,2-1 0,2 0 0,22 42 0,-3-3 0,-2-6 0,3-1 0,3-2 0,58 80 0,-36-63 0,-36-48 0,3-1 0,1-2 0,1-1 0,67 62 0,-72-78 0,3 4 0,2 0 0,0-2 0,2-1 0,0-2 0,1-1 0,56 23 0,-4-15 0,1-2 0,1-5 0,0-4 0,2-3 0,159 2 0,-170-15 0,329-9 0,-300 2 0,188-39 0,-150 13 0,-2-5 0,156-66 0,-244 79 0,-1-3 0,-1-3 0,-2-2 0,69-56 0,168-180 0,-177 165 0,-56 56 0,52-63 0,-90 92 0,-2-1 0,0-1 0,-1-1 0,-1 0 0,-2-1 0,0 0 0,8-25 0,24-84 0,44-226 0,-79 307 0,-2 0 0,-3 0 0,-1 0 0,-3-1 0,-2 1 0,-3 0 0,-21-94 0,16 107 0,0 2 0,-3-1 0,-1 2 0,-1 0 0,-2 0 0,-2 2 0,0 0 0,-3 2 0,0 0 0,-34-32 0,16 23 0,-2 2 0,-2 2 0,-1 2 0,-2 2 0,-95-48 0,61 44 0,-1 3 0,-2 3 0,-90-17 0,0 4 0,-584-114 0,451 124 0,-344 7 0,533 26 0,22-3 0,0 5 0,0 4 0,-116 22 0,147-12 0</inkml:trace>
</inkml:ink>
</file>

<file path=ppt/ink/ink3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13:06:10.935"/>
    </inkml:context>
    <inkml:brush xml:id="br0">
      <inkml:brushProperty name="width" value="0.1" units="cm"/>
      <inkml:brushProperty name="height" value="0.1" units="cm"/>
      <inkml:brushProperty name="color" value="#00A0D7"/>
    </inkml:brush>
  </inkml:definitions>
  <inkml:trace contextRef="#ctx0" brushRef="#br0">0 1 8192,'0'0'0</inkml:trace>
</inkml:ink>
</file>

<file path=ppt/ink/ink3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13:06:14.711"/>
    </inkml:context>
    <inkml:brush xml:id="br0">
      <inkml:brushProperty name="width" value="0.1" units="cm"/>
      <inkml:brushProperty name="height" value="0.1" units="cm"/>
      <inkml:brushProperty name="color" value="#00A0D7"/>
    </inkml:brush>
  </inkml:definitions>
  <inkml:trace contextRef="#ctx0" brushRef="#br0">0 27 8192,'264'0'14983,"-134"0"-11944,132 1-3488,287-3-1899,-311-10-1091,109-1-7121,894 13 7514,-931 1 4593,22-1 4402,0 0 6189,200 0-11930,-506 0-208</inkml:trace>
</inkml:ink>
</file>

<file path=ppt/ink/ink3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13:10:13.487"/>
    </inkml:context>
    <inkml:brush xml:id="br0">
      <inkml:brushProperty name="width" value="0.1" units="cm"/>
      <inkml:brushProperty name="height" value="0.1" units="cm"/>
      <inkml:brushProperty name="color" value="#00A0D7"/>
    </inkml:brush>
  </inkml:definitions>
  <inkml:trace contextRef="#ctx0" brushRef="#br0">0 0 8192,'1'14'855,"1"0"1,0 0-1,1 0 1,0 0-1,1-1 1,0 0-1,1 1 1,1-2-1,0 1 1,1-1-1,0 0 1,1 0-1,11 12 1,16 17 1052,1-2 0,48 39 0,-43-41-1587,195 170-321,-224-197 0</inkml:trace>
</inkml:ink>
</file>

<file path=ppt/ink/ink3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13:10:14.479"/>
    </inkml:context>
    <inkml:brush xml:id="br0">
      <inkml:brushProperty name="width" value="0.1" units="cm"/>
      <inkml:brushProperty name="height" value="0.1" units="cm"/>
      <inkml:brushProperty name="color" value="#00A0D7"/>
    </inkml:brush>
  </inkml:definitions>
  <inkml:trace contextRef="#ctx0" brushRef="#br0">0 0 8192,'1'3'999,"0"0"0,-1 0 0,1 0 0,0 0 1,0 0-1,1 0 0,-1 0 0,1-1 0,-1 1 0,1-1 1,0 1-1,3 3 0,17 18 3348,-12-14-3661,19 23-686,137 143 0,-136-148 0,317 290 0,-105-92 0,-228-212 0,-4-2 0</inkml:trace>
</inkml:ink>
</file>

<file path=ppt/ink/ink3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13:06:30.097"/>
    </inkml:context>
    <inkml:brush xml:id="br0">
      <inkml:brushProperty name="width" value="0.1" units="cm"/>
      <inkml:brushProperty name="height" value="0.1" units="cm"/>
      <inkml:brushProperty name="color" value="#00A0D7"/>
    </inkml:brush>
  </inkml:definitions>
  <inkml:trace contextRef="#ctx0" brushRef="#br0">1 155 8192,'86'0'15429,"-49"0"-12836,387-14-4592,210-37-5491,-43 3 710,-197 32 5027,-21 4 1753,85-1 0,-398 13 120,218 1 17782</inkml:trace>
</inkml:ink>
</file>

<file path=ppt/ink/ink3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13:06:31.135"/>
    </inkml:context>
    <inkml:brush xml:id="br0">
      <inkml:brushProperty name="width" value="0.1" units="cm"/>
      <inkml:brushProperty name="height" value="0.1" units="cm"/>
      <inkml:brushProperty name="color" value="#00A0D7"/>
    </inkml:brush>
  </inkml:definitions>
  <inkml:trace contextRef="#ctx0" brushRef="#br0">430 36 8192,'-72'77'5459,"-16"16"4226,20-37-6807,31-26-2878,2 1 0,1 2 0,-39 48 0,70-78 3,1-1 1,0 0 0,0 1-1,1-1 1,-1 1 0,0-1-1,1 1 1,0 0-1,-1 0 1,1 0 0,0-1-1,1 1 1,-1 0 0,0 0-1,1 0 1,0 1 0,-1-1-1,1 0 1,1 0 0,-1 0-1,0 0 1,1 0 0,-1 0-1,1 0 1,0 0 0,0 0-1,0 0 1,1-1 0,-1 1-1,0 0 1,1-1-1,0 1 1,0-1 0,0 1-1,0-1 1,2 3 0,10 7-68,0 0 0,0-1 0,1-1 1,1 0-1,16 7 0,-8-3-248,-1 1-440,1-2-1,1 0 0,0-1 0,1-2 1,0 0-1,0-2 0,1-1 1,0-1-1,1-1 0,28 1 0,-35-5 243,0-1 0,0-2 0,0 0 0,-1-1 0,1 0 0,-1-2-1,0-1 1,30-12 0,-36 11 157,0 0 0,-1-1 0,0-1-1,0 0 1,-1 0 0,0-1 0,0-1 0,-1 0-1,-1-1 1,0 0 0,-1 0 0,9-16 0,-13 21 353,-1-1 0,0 0 0,-1-1 0,0 1 0,0 0 0,0-1 0,-1 0 0,-1 1 0,0-1 0,0 0 0,0 0 0,-1 0 0,-1-10 0,-1 6 0,-1 0 0,0 1 0,0-1 0,-2 1 0,1 0 0,-2 0 0,1 0 0,-10-13 0,-4-1 0,0 0 0,-2 2 0,-1 0 0,0 2 0,-2 0 0,-40-28 0,38 34 276,-2 0 0,-49-20 0,22 10-609,37 17-162</inkml:trace>
</inkml:ink>
</file>

<file path=ppt/ink/ink3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13:06:48.354"/>
    </inkml:context>
    <inkml:brush xml:id="br0">
      <inkml:brushProperty name="width" value="0.1" units="cm"/>
      <inkml:brushProperty name="height" value="0.1" units="cm"/>
      <inkml:brushProperty name="color" value="#00A0D7"/>
    </inkml:brush>
  </inkml:definitions>
  <inkml:trace contextRef="#ctx0" brushRef="#br0">0 53 8192,'382'0'16362,"-287"0"-14702,431-15-1660,77-16-8840,-362 25 1347,-111 7 23826</inkml:trace>
</inkml:ink>
</file>

<file path=ppt/ink/ink3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13:06:50.737"/>
    </inkml:context>
    <inkml:brush xml:id="br0">
      <inkml:brushProperty name="width" value="0.1" units="cm"/>
      <inkml:brushProperty name="height" value="0.1" units="cm"/>
      <inkml:brushProperty name="color" value="#00A0D7"/>
    </inkml:brush>
  </inkml:definitions>
  <inkml:trace contextRef="#ctx0" brushRef="#br0">254 0 8192,'-1'3'307,"1"1"0,-1-1 0,0 0 0,-1 0-1,1-1 1,0 1 0,-1 0 0,0 0 0,1-1 0,-1 1 0,0-1 0,-4 5 0,-30 26 5740,36-32-5938,-64 46 2961,52-41-2633,0 1 0,1 1 0,0 0 0,0 1-1,1 0 1,0 0 0,1 1 0,0 1 0,1-1 0,-13 22 0,20-30-437,0 0 0,0-1 0,0 1 0,0 0 0,1 0 0,-1 0 0,1-1 0,0 1 0,-1 0 0,1 0 0,0 0 0,0 0 0,0 0 0,0 0 0,0 0 0,1 0 0,-1 0 0,1-1 0,-1 1 0,1 0 0,-1 0 0,1 0 0,0-1 0,0 1 0,0 0 0,0-1 0,0 1 0,1-1 0,-1 1 0,0-1 0,1 0 0,-1 1 0,1-1 0,-1 0 0,1 0 0,-1 0 0,1 0 0,0 0 0,0 0 0,-1-1 0,1 1 0,0-1 0,0 1 0,0-1 0,0 0 0,3 1 0,13 1 0,0 0 0,1-1 0,-1-1 0,20-2 0,-18 1 0,-15 1 0,1 0 0,-1-1 0,0 1 0,0-1 0,0 0 0,0 0 0,0-1 0,0 1 0,0-1 0,0 0 0,0-1 0,-1 1 0,1-1 0,4-3 0,-6 2 0,0 1 0,0-1 0,0 0 0,-1 1 0,0-1 0,1 0 0,-1 0 0,-1-1 0,1 1 0,-1 0 0,1-1 0,-1 1 0,0-1 0,-1 1 0,1-1 0,-1-6 0,1 2 0,-1 0 0,0 0 0,-1 0 0,0-1 0,0 1 0,-3-10 0,-3 1 0</inkml:trace>
</inkml:ink>
</file>

<file path=ppt/ink/ink3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13:06:51.377"/>
    </inkml:context>
    <inkml:brush xml:id="br0">
      <inkml:brushProperty name="width" value="0.1" units="cm"/>
      <inkml:brushProperty name="height" value="0.1" units="cm"/>
      <inkml:brushProperty name="color" value="#00A0D7"/>
    </inkml:brush>
  </inkml:definitions>
  <inkml:trace contextRef="#ctx0" brushRef="#br0">249 0 8192,'-5'3'561,"0"-1"0,0 1-1,0 0 1,0 0 0,0 0 0,1 0 0,0 1 0,0 0 0,0 0 0,0 0 0,0 1-1,-4 6 1,-9 8 987,-126 101 7635,141-120-9183,0 1 0,1 0 0,-1 0 0,1 0 0,-1 0 0,1 0 0,-1 0 0,1 1 0,0-1 0,-1 0 0,1 1 0,0-1 0,0 1 0,0-1 0,0 1 0,0 0 0,1-1 0,-1 1 0,0 0 0,1 0 0,-1-1 0,1 1 0,0 0 0,0 0 0,-1 0 0,1-1 0,0 1 0,1 0 0,-1 0 0,0 0 0,0-1 0,1 1 0,-1 0 0,1 0 0,0-1 0,-1 1 0,1 0 0,0-1 0,0 1 0,0 0 0,0-1 0,0 0 0,0 1 0,1-1 0,-1 0 0,0 1 0,1-1 0,-1 0 0,1 0 0,2 1 0,4 4 0,1-1 0,0 0 0,0-1 0,0 0 0,0 0 0,1-1 0,-1 0 0,12 2 0,37 1-1875,-45-5 448,0-1 0,0 0-1,-1-1 1,25-5 0,-32 5 917,0-1 0,0 1 0,0-1 1,0 0-1,0-1 0,-1 1 0,1-1 1,-1 0-1,1 0 0,-1 0 0,0 0 1,0-1-1,4-5 0,-5 4 323,0 1-1,0 0 1,-1-1-1,0 1 1,0-1-1,0 0 1,0 0 0,-1 0-1,2-9 1,-2 4 187,-1-1 0,1 1 0,-2 0 0,1 0 0,-2 0 0,1 0 0,-1 0 0,-1 0 0,0 0 0,0 0 0,-9-17 0,2 8 0</inkml:trace>
</inkml:ink>
</file>

<file path=ppt/ink/ink3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13:08:11.833"/>
    </inkml:context>
    <inkml:brush xml:id="br0">
      <inkml:brushProperty name="width" value="0.1" units="cm"/>
      <inkml:brushProperty name="height" value="0.1" units="cm"/>
      <inkml:brushProperty name="color" value="#00A0D7"/>
    </inkml:brush>
  </inkml:definitions>
  <inkml:trace contextRef="#ctx0" brushRef="#br0">0 130 8192,'592'0'12533,"1"0"-5999,0 0-4599,0 0-4838,-65 0-3948,-1 0-4195,869 0 10844,-1201-13 202,-3 0 0,1614 14 0,-1770-3 0,54-9 0,15-2 0,17 0 0,-75 6 0,52 0 0,82 10 5295,12-1 4483,-64-6-6829,45-22-3515,-119 16 601,90-6 0,-123 16 461</inkml:trace>
</inkml:ink>
</file>

<file path=ppt/ink/ink3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13:10:03.219"/>
    </inkml:context>
    <inkml:brush xml:id="br0">
      <inkml:brushProperty name="width" value="0.1" units="cm"/>
      <inkml:brushProperty name="height" value="0.1" units="cm"/>
      <inkml:brushProperty name="color" value="#00A0D7"/>
    </inkml:brush>
  </inkml:definitions>
  <inkml:trace contextRef="#ctx0" brushRef="#br0">157 1 8192,'-19'12'13013,"17"-9"-12290,-7 13 3563,-112 230-4286,120-245 0,1 0 0,-1 0 0,1 0 0,-1 0 0,1 0 0,-1 0 0,1-1 0,0 1 0,-1 0 0,1 0 0,0 0 0,0 0 0,0 0 0,0 0 0,0 0 0,0 0 0,0 0 0,0 0 0,0 0 0,0 0 0,0 0 0,1 0 0,-1 0 0,0 0 0,1 0 0,-1 0 0,2 2 0,-1-2 0,0-1 0,1 1 0,-1 0 0,1 0 0,-1-1 0,1 1 0,0 0 0,-1-1 0,1 0 0,-1 1 0,1-1 0,0 0 0,-1 0 0,1 0 0,2 0 0,9-1 0,0-1 0,0 0 0,15-4 0,-26 5 0,63-18-129,30-6-4983,-93 25 4461,1-1 0,0 0 0,0 1 0,-1-1 0,1 0 0,-1 0 0,1 0 0,-1-1 0,1 1 0,-1-1 0,0 1 0,0-1 0,1 0 0,-1 0 1,0 0-1,3-4 0,-4 4 431,0-1-1,0 1 1,0-1 0,0 1 0,-1-1 0,1 1 0,-1-1 0,1 1 0,-1-1 0,0 0 0,0 1-1,0-1 1,0 0 0,-2-4 0,-1-6 1386,-2-1 0,0 1 0,0 0 0,-1 1-1,-11-17 1,8 13 1271,-3-7-1463</inkml:trace>
</inkml:ink>
</file>

<file path=ppt/ink/ink3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13:10:41.683"/>
    </inkml:context>
    <inkml:brush xml:id="br0">
      <inkml:brushProperty name="width" value="0.1" units="cm"/>
      <inkml:brushProperty name="height" value="0.1" units="cm"/>
      <inkml:brushProperty name="color" value="#00A0D7"/>
    </inkml:brush>
  </inkml:definitions>
  <inkml:trace contextRef="#ctx0" brushRef="#br0">0 78 8192,'13'-15'8104,"-12"15"-7654,1-1 1,-1 1-1,0 0 0,0-1 0,0 1 1,0 0-1,0 0 0,2 0 0,38-5 5185,-36 5-5404,221-6-92,23-1-838,167-21-8383,-261 20 3254,358 1 3314,-314 9 2476,56 11 38,5 0 0,-14-14 2796,-221 1-2236</inkml:trace>
</inkml:ink>
</file>

<file path=ppt/ink/ink3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13:10:42.490"/>
    </inkml:context>
    <inkml:brush xml:id="br0">
      <inkml:brushProperty name="width" value="0.1" units="cm"/>
      <inkml:brushProperty name="height" value="0.1" units="cm"/>
      <inkml:brushProperty name="color" value="#00A0D7"/>
    </inkml:brush>
  </inkml:definitions>
  <inkml:trace contextRef="#ctx0" brushRef="#br0">289 0 8192,'-2'6'559,"0"-1"1,-1 1 0,0-1-1,0 0 1,0 0-1,0 0 1,-1 0 0,0-1-1,0 1 1,0-1 0,0 0-1,-7 4 1,-9 12 1004,-50 52 1203,50-53-1484,0 1 0,1 1 0,1 0 0,-19 32 1,34-50-1284,-1 5 0,-1 0 0,1 0 0,0 0 0,0 0 0,1 0 0,-4 16 0,7-23 0,0 1 0,0 0 0,0-1 0,0 1 0,0-1 0,0 1 0,0-1 0,1 1 0,-1-1 0,0 1 0,1-1 0,-1 0 0,1 1 0,0-1 0,0 1 0,-1-1 0,1 0 0,1 2 0,1-1 0,-1-1 0,0 1 0,1 0 0,-1-1 0,0 1 0,1-1 0,0 0 0,-1 0 0,1 0 0,0 0 0,0-1 0,-1 1 0,5 0 0,12 0-398,0-1 1,0-1 0,-1 0 0,1-1-1,29-7 1,30-4-575,-5 4 108,-22 0-4724,99-32 1,-68 9 3164,-79 31 2416,0-1 1,0 1-1,1-1 0,-1 0 0,0 0 1,0 0-1,-1-1 0,1 1 1,0-1-1,-1 1 0,1-1 0,-1 0 1,0 0-1,0 0 0,0 0 1,-1 0-1,1-1 0,-1 1 0,1 0 1,-1-1-1,0 1 0,0-1 0,-1 0 1,1 1-1,-1-1 0,0 1 1,0-1-1,0 0 0,0 1 0,-1-1 1,1 0-1,-1 1 0,0-1 1,0 1-1,0-1 0,-1 1 0,-2-6 1,-1-1 10,0 0 0,0 0 0,-1 1 1,0 0-1,-1 0 0,0 1 0,0-1 1,-1 2-1,0-1 0,0 1 0,-16-11 1,-52-24-5,54 31 0</inkml:trace>
</inkml:ink>
</file>

<file path=ppt/ink/ink3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13:10:52.041"/>
    </inkml:context>
    <inkml:brush xml:id="br0">
      <inkml:brushProperty name="width" value="0.1" units="cm"/>
      <inkml:brushProperty name="height" value="0.1" units="cm"/>
      <inkml:brushProperty name="color" value="#00A0D7"/>
    </inkml:brush>
  </inkml:definitions>
  <inkml:trace contextRef="#ctx0" brushRef="#br0">27 1 8192,'0'128'17435,"0"-108"-16848,2 33-587,-1-36 0,0 0 0,0 1 0,-2-1 0,0 1 0,-1-1 0,-1 0 0,0 0 0,-8 20 0,11-37 0,0 0 0,0 0 0,0-1 0,1 1 0,-1 0 0,0 0 0,0 0 0,0 0 0,0 0 0,-1 0 0,1 0 0,0 0 0,0-1 0,0 1 0,0 0 0,0 0 0,0 0 0,0 0 0,0 0 0,0 0 0,0 0 0,0 0 0,0-1 0,0 1 0,0 0 0,0 0 0,0 0 0,0 0 0,-1 0 0,1 0 0,0 0 0,0 0 0,0 0 0,0 0 0,0 0 0,0 0 0,0 0 0,0 0 0,-1 0 0,1 0 0,0 0 0,0 0 0,0 0 0,0 0 0,0 0 0,0 0 0,0 0 0,0 0 0,-1 0 0,1 0 0,0 0 0,0 0 0,0 0 0,0 0 0,0 0 0,0 0 0,0 0 0,0 0 0,-1 0 0,1 0 0,0 0 0,0 0 0,0 1 0,0-1 0,-4-18 0,2-21 0,6 16 0,1 0 0,1 0 0,0 1 0,2 0 0,1 0 0,1 1 0,1 0 0,0 1 0,2 0 0,18-23 0,-30 41 5,0 0 0,1 1 1,-1-1-1,1 0 0,0 0 1,0 1-1,-1-1 1,1 1-1,0-1 0,0 1 1,0 0-1,4-2 1,-5 3-4,0 0 1,0-1 0,0 1 0,0 0 0,0 0 0,-1 0 0,1 0 0,0 0 0,0 0 0,0 1 0,0-1-1,0 0 1,0 0 0,-1 1 0,1-1 0,0 0 0,0 1 0,0-1 0,-1 1 0,1-1 0,0 1 0,0-1 0,0 2-1,1 1-52,1 0 1,-1 0-1,0 1 0,0-1 0,-1 1 0,1 0 0,-1-1 0,0 1 0,0 0 0,0 0 0,0 0 0,0 0 0,-1 5 0,0 119-9553,-2-48 19766</inkml:trace>
</inkml:ink>
</file>

<file path=ppt/ink/ink3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13:10:52.884"/>
    </inkml:context>
    <inkml:brush xml:id="br0">
      <inkml:brushProperty name="width" value="0.1" units="cm"/>
      <inkml:brushProperty name="height" value="0.1" units="cm"/>
      <inkml:brushProperty name="color" value="#00A0D7"/>
    </inkml:brush>
  </inkml:definitions>
  <inkml:trace contextRef="#ctx0" brushRef="#br0">560 0 8192,'-24'3'9224,"-1"4"-4096,-49 30-2616,44-21-1559,-43 18-841,-140 41-1,138-50-129,72-25 18,1 1 0,-1-1 0,1 1 0,-1 0 0,1 0 0,0 0 0,0 1 0,-1-1 0,1 1 0,0-1 0,0 1 0,0-1 0,0 1 0,1 0 0,-1 0 0,0 0 0,1 0 0,-1 0 0,1 1 0,0-1 0,0 0 0,-2 5 0,3-5 0,0 1 0,1-1 0,-1 0 0,0 1 0,1-1 0,0 1 0,-1-1 0,1 0 0,0 1 0,0-1 0,1 0 0,-1 0 0,0 0 0,1 0 0,-1 0 0,1 0 0,-1 0 0,1 0 0,0-1 0,0 1 0,0-1 0,0 1 0,0-1 0,3 2 0,14 7 0,1 0 0,0-2 0,0 0 0,34 8 0,6 3 0,-13-4 0,-26-8 0,0 0 0,-1 1 0,22 12 0,-6-6 0,-19-9 0</inkml:trace>
</inkml:ink>
</file>

<file path=ppt/ink/ink3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13:10:53.348"/>
    </inkml:context>
    <inkml:brush xml:id="br0">
      <inkml:brushProperty name="width" value="0.1" units="cm"/>
      <inkml:brushProperty name="height" value="0.1" units="cm"/>
      <inkml:brushProperty name="color" value="#00A0D7"/>
    </inkml:brush>
  </inkml:definitions>
  <inkml:trace contextRef="#ctx0" brushRef="#br0">74 8 8192,'-1'74'3150,"3"82"9358,-2-154-12454,0 1 0,0-1 0,0 0 1,0 1-1,1-1 0,-1 0 0,1 1 1,-1-1-1,1 0 0,0 0 0,0 0 0,0 1 1,0-1-1,1 0 0,-1 0 0,0 0 1,1-1-1,-1 1 0,1 0 0,0-1 1,0 1-1,0-1 0,-1 1 0,1-1 1,1 0-1,-1 0 0,0 0 0,0 0 1,0 0-1,0 0 0,1-1 0,-1 1 0,0-1 1,1 1-1,-1-1 0,0 0 0,1 0 1,-1 0-1,1 0 0,-1 0 0,0-1 1,5-1-1,2 0-51,1-1 1,-1 0-1,1 0 1,-1-1 0,0-1-1,0 0 1,-1 0-1,16-12 1,-17 11-4,-1-1 0,1 0 0,-1-1 0,-1 0 0,1 0 0,-1 0 0,-1 0 0,1-1 0,-1 1 0,4-18 0,-6 22 0,-1-1 0,1 0 0,-1 0 0,-1 0 0,1 0 0,-1 0 0,1-1 0,-2 1 0,1 0 0,0 0 0,-1 0 0,0 0 0,0 0 0,-1 0 0,1 1 0,-1-1 0,0 0 0,0 1 0,-1-1 0,0 1 0,1 0 0,-5-5 0,4 6-72,-1 0 0,0 0 0,1 1 0,-1 0 0,0-1 0,0 1 0,-1 1 0,1-1 1,0 1-1,0-1 0,-1 1 0,1 0 0,-1 1 0,1-1 0,-1 1 0,1 0 0,-6 0 0,-12 2-544,1 1 0,-29 7 0,21-4 403,-30 7-701,34-5-3656</inkml:trace>
</inkml:ink>
</file>

<file path=ppt/ink/ink3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13:25:59.243"/>
    </inkml:context>
    <inkml:brush xml:id="br0">
      <inkml:brushProperty name="width" value="0.1" units="cm"/>
      <inkml:brushProperty name="height" value="0.1" units="cm"/>
      <inkml:brushProperty name="color" value="#00A0D7"/>
    </inkml:brush>
  </inkml:definitions>
  <inkml:trace contextRef="#ctx0" brushRef="#br0">25 1 8192,'0'4'18022,"0"6"-18022,0 6 0,0 4 0,0 3 0,-5-2 0,-1 0 0,1-9 0,0-10 0,2-10 0,5-3 0,3-1 0</inkml:trace>
</inkml:ink>
</file>

<file path=ppt/ink/ink3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13:25:20.995"/>
    </inkml:context>
    <inkml:brush xml:id="br0">
      <inkml:brushProperty name="width" value="0.1" units="cm"/>
      <inkml:brushProperty name="height" value="0.1" units="cm"/>
      <inkml:brushProperty name="color" value="#00A0D7"/>
    </inkml:brush>
  </inkml:definitions>
  <inkml:trace contextRef="#ctx0" brushRef="#br0">1 81 8192,'50'-4'7215,"27"-12"-5496,-32 6 509,-16 4 2060,142-10-1897,89 12-3818,24-2-1235,957-12-9016,-798 20 9604,679-2 4550,-1097 0-1981</inkml:trace>
</inkml:ink>
</file>

<file path=ppt/ink/ink3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13:25:24.567"/>
    </inkml:context>
    <inkml:brush xml:id="br0">
      <inkml:brushProperty name="width" value="0.1" units="cm"/>
      <inkml:brushProperty name="height" value="0.1" units="cm"/>
      <inkml:brushProperty name="color" value="#00A0D7"/>
    </inkml:brush>
  </inkml:definitions>
  <inkml:trace contextRef="#ctx0" brushRef="#br0">1 1132 8192,'347'0'16337,"-260"0"-14652,1913 0-11831,-1766-2 7000,249 5-1584,-336 9 4730,62 2 0,45-14 2840,338-1 9790,-416-1-10815,186 5-1078,-250 9-737,56 1 0,969-14 0,-1109 0 0,0-2 0,0-1 0,-1-1 0,1-1 0,-1-1 0,0-2 0,30-14 0,0-4 0,-1-2 0,59-42 0,-103 63 0,1 0 0,-2-1 0,1 0 0,-1-1 0,-1-1 0,0 1 0,0-1 0,-1-1 0,0 0 0,-1 0 0,-1-1 0,0 0 0,0 0 0,-1-1 0,-1 0 0,-1 0 0,0 0 0,5-29 0,-7 24 0,0-1 0,-1 1 0,-2 0 0,1-1 0,-2 1 0,-1 0 0,0 0 0,-1 0 0,-1 1 0,-1-1 0,-1 1 0,0 0 0,-2 1 0,0 0 0,0 0 0,-2 1 0,0 0 0,-1 1 0,-25-26 0,5 12 0,-1 2 0,-1 1 0,-1 1 0,-1 2 0,-2 2 0,0 1 0,-72-26 0,-39 7-5454,40 13 2088,19 5-627,-150-15 1,142 24 2775,-25 2 1217,-190 9 0,146 3 0,49 0 0,-212 32 0,242-21 0,-140 30 0,203-37-20,1 1 0,0 2 0,1 0 0,0 1 0,0 1 0,-39 27 0,54-31 57,-1-1 0,1 2-1,0-1 1,1 1 0,0 1 0,0-1 0,1 1-1,0 0 1,0 1 0,1-1 0,1 1-1,0 0 1,0 0 0,0 1 0,1-1 0,1 1-1,0-1 1,-1 16 0,1 15-9,2 0 0,2 0 0,1 0 0,17 77 0,-13-89-115,1-1-1,2 1 1,1-2-1,1 0 1,1 0 0,1-1-1,28 38 1,-30-49 87,1 0 0,1 0 0,0-1 0,1-1 0,0 0 0,1-1 0,1-1 0,0 0 0,0-1 0,27 11 0,4 5 0,-35-17 0</inkml:trace>
</inkml:ink>
</file>

<file path=ppt/ink/ink3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13:25:26.850"/>
    </inkml:context>
    <inkml:brush xml:id="br0">
      <inkml:brushProperty name="width" value="0.1" units="cm"/>
      <inkml:brushProperty name="height" value="0.1" units="cm"/>
      <inkml:brushProperty name="color" value="#00A0D7"/>
    </inkml:brush>
  </inkml:definitions>
  <inkml:trace contextRef="#ctx0" brushRef="#br0">0 1 8192,'1'12'1824,"1"-1"1,0 1-1,1 0 1,0-1-1,0 1 1,1-1-1,7 12 1,21 42 1396,83 126-3016,-93-157-205,2 0 0,1-2 0,1-1 0,43 39 0,-51-57 0,-10-15 0,-7 0 0,-1 0 0,0 0 0,0 0 0,0 0 0,0 0 0,0 0 0,0 0 0,0 0 0,-1 0 0,1 0 0,-1 0 0,0 0 0,1 0 0,-1 1 0,-1-3 0,-6-14 0</inkml:trace>
</inkml:ink>
</file>

<file path=ppt/ink/ink3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13:25:27.282"/>
    </inkml:context>
    <inkml:brush xml:id="br0">
      <inkml:brushProperty name="width" value="0.1" units="cm"/>
      <inkml:brushProperty name="height" value="0.1" units="cm"/>
      <inkml:brushProperty name="color" value="#00A0D7"/>
    </inkml:brush>
  </inkml:definitions>
  <inkml:trace contextRef="#ctx0" brushRef="#br0">382 12 8192,'-4'-4'11332,"-7"-2"-11332,-4 5 6690,-5 6-6690,-4 8 0,-1 5 0,-1 4 0,-5-1 0,2-1 0,3 2 0,1-4 0,0 0 0,0 1 0,0 2 0,0 1 0,0 2 0,4-4 0</inkml:trace>
</inkml:ink>
</file>

<file path=ppt/ink/ink3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13:26:31.201"/>
    </inkml:context>
    <inkml:brush xml:id="br0">
      <inkml:brushProperty name="width" value="0.1" units="cm"/>
      <inkml:brushProperty name="height" value="0.1" units="cm"/>
      <inkml:brushProperty name="color" value="#00A0D7"/>
    </inkml:brush>
  </inkml:definitions>
  <inkml:trace contextRef="#ctx0" brushRef="#br0">0 53 8192,'1'-1'282,"-1"-1"0,1 1 0,-1 0 1,1 0-1,-1 0 0,1 0 0,0 0 1,-1 0-1,1 0 0,0 0 0,0 0 0,0 0 1,0 1-1,0-1 0,0 0 0,0 1 1,0-1-1,0 0 0,0 1 0,0-1 0,0 1 1,0 0-1,0-1 0,1 1 0,-1 0 1,0 0-1,2-1 0,40-4 9492,-39 5-9428,116-12-346,42-2 0,177 14 0,-316 0 0</inkml:trace>
</inkml:ink>
</file>

<file path=ppt/ink/ink3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13:26:33.175"/>
    </inkml:context>
    <inkml:brush xml:id="br0">
      <inkml:brushProperty name="width" value="0.1" units="cm"/>
      <inkml:brushProperty name="height" value="0.1" units="cm"/>
      <inkml:brushProperty name="color" value="#00A0D7"/>
    </inkml:brush>
  </inkml:definitions>
  <inkml:trace contextRef="#ctx0" brushRef="#br0">0 50 8192,'15'0'8819,"16"-5"-1469,-13 0-7350,2-1 0,2 2 0,1 1 1853,2 1-1853,1 1 0,-1 0 0,6 1 0,-4-4 0,-1-1 0,3-1 0,2 2 0,-6 1 0</inkml:trace>
</inkml:ink>
</file>

<file path=ppt/ink/ink3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13:26:34.021"/>
    </inkml:context>
    <inkml:brush xml:id="br0">
      <inkml:brushProperty name="width" value="0.1" units="cm"/>
      <inkml:brushProperty name="height" value="0.1" units="cm"/>
      <inkml:brushProperty name="color" value="#00A0D7"/>
    </inkml:brush>
  </inkml:definitions>
  <inkml:trace contextRef="#ctx0" brushRef="#br0">489 1006 8192,'90'0'13107,"-67"0"-9524,-62 0-2251,-130-3-4593,-185 7-8948,350-4 11982,1 0 0,0 0 0,-1 1 0,1 0 0,0-1-1,0 1 1,-1 1 0,1-1 0,-5 3 0,8-4 222,0 0 0,0 0 0,0 0 0,-1 0 0,1 1 0,0-1 0,0 0 0,0 0 0,0 0 0,0 0 0,0 0 0,0 0 0,-1 1 0,1-1 0,0 0 0,0 0 0,0 0 0,0 0 0,0 1 0,0-1 0,0 0 0,0 0 0,0 0 0,0 0 0,0 1 0,0-1 0,0 0 0,0 0 0,0 0 0,0 0 0,0 1 0,0-1 0,0 0 0,0 0 0,0 0 0,0 0 0,1 1 0,-1-1 0,0 0 0,0 0 0,0 0 0,0 0 0,0 0 0,0 0 0,0 1 0,1-1 0,-1 0 0,0 0 0,0 0 0,0 0 0,23 5-21,38-1 26,0-2 0,0-4 0,92-13 0,178-51 0,-216 35 0,0-6 0,-3-4 0,-1-5 0,-2-5 0,128-82 0,-200 110 0,-1-2 0,-2-2 0,33-32 0,-51 43 0,-1 1 0,-1-2 0,0 0 0,-1-1 0,-1-1 0,-1 1 0,17-39 0,-25 51 0,-1 1 0,-1-1 0,1 0 0,-1 0 0,0 0 0,0 1 0,0-1 0,-1 0 0,0 0 0,0 0 0,-1 0 0,1 0 0,-1 0 0,-1 0 0,1 0 0,-1 1 0,0-1 0,-3-6 0,1 5 0,-1 1 0,0-1 0,-1 1 0,1 0 0,-1 0 0,0 1 0,-1 0 0,1 0 0,-1 0 0,0 1 0,0 0 0,-13-6 0,-30-10 28,-2 1 1,0 3 0,0 2 0,-2 3-1,-99-10 1,-277 13 143,311 10-195,12-3-61,-113 4-78,196-1 151,0 1 1,1 1-1,-1 1 0,1 2 0,0 0 1,-39 18-1,51-19 3,0 1 0,0 0 0,1 0 1,1 1-1,-1 1 0,1-1 0,0 1 1,1 1-1,0 0 0,1 0 0,0 0 1,1 1-1,0 0 0,0 0 0,1 1 0,1 0 1,-7 23-1,7-11 86,0 0-1,1 0 1,1 0 0,1 0-1,2 0 1,0 1 0,2-1-1,7 34 1,-6-45 12,0 1 1,1-1-1,0-1 0,1 1 1,1-1-1,0 0 0,0 0 0,1-1 1,1 0-1,0 0 0,0-1 1,1 0-1,0-1 0,1 0 0,0-1 1,1 0-1,23 12 0,4-1 68,1-1-1,1-2 0,1-2 0,57 11 1,-35-10-158</inkml:trace>
</inkml:ink>
</file>

<file path=ppt/ink/ink3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4T02:20:35.746"/>
    </inkml:context>
    <inkml:brush xml:id="br0">
      <inkml:brushProperty name="width" value="0.1" units="cm"/>
      <inkml:brushProperty name="height" value="0.1" units="cm"/>
      <inkml:brushProperty name="color" value="#00A0D7"/>
    </inkml:brush>
  </inkml:definitions>
  <inkml:trace contextRef="#ctx0" brushRef="#br0">0 1 8192,'31'34'13301,"-8"-9"-8580,92 101-4721,-91-98 0,-22-24 0,1 0 0,0 0 0,0-1 0,1 1 0,-1-1 0,1 0 0,-1 1 0,9 4 0,-11-8 0,1 0 0,0 0 0,0 1 0,-1-1 0,1 0 0,0 0 0,0 0 0,-1-1 0,1 1 0,0 0 0,-1-1 0,1 1 0,0-1 0,-1 1 0,1-1 0,-1 0 0,1 0 0,-1 0 0,1 0 0,-1 0 0,1 0 0,-1 0 0,0 0 0,0 0 0,0-1 0,0 1 0,0-1 0,0 1 0,0 0 0,1-4 0,12-15-1490,-1-1 0,11-26 0,10-15 2956,-25 49 1538</inkml:trace>
</inkml:ink>
</file>

<file path=ppt/ink/ink3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4T02:20:36.582"/>
    </inkml:context>
    <inkml:brush xml:id="br0">
      <inkml:brushProperty name="width" value="0.1" units="cm"/>
      <inkml:brushProperty name="height" value="0.1" units="cm"/>
      <inkml:brushProperty name="color" value="#00A0D7"/>
    </inkml:brush>
  </inkml:definitions>
  <inkml:trace contextRef="#ctx0" brushRef="#br0">0 387 8192,'1'-32'2616,"0"21"90,0 0 0,1 0 1,0 0-1,5-16 0,4 3-831,1-5-1875,-1-1 0,-1 0 0,11-58 0,-6 23 0,-11 48 0</inkml:trace>
</inkml:ink>
</file>

<file path=ppt/ink/ink3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4T02:20:39.482"/>
    </inkml:context>
    <inkml:brush xml:id="br0">
      <inkml:brushProperty name="width" value="0.1" units="cm"/>
      <inkml:brushProperty name="height" value="0.1" units="cm"/>
      <inkml:brushProperty name="color" value="#00A0D7"/>
    </inkml:brush>
  </inkml:definitions>
  <inkml:trace contextRef="#ctx0" brushRef="#br0">0 3 8192,'74'-2'9462,"5"1"-3301,-1 4-3762,-75-2-2399,-1-1 0,1 0 0,-1 0 0,0 1 0,1 0 0,-1-1 0,1 1 0,-1 0 0,0 0 0,1 0 0,-1 0 0,0 1 0,0-1 0,4 4 0,-5-4 0,-1 0 0,1 0 0,0 1 0,0-1 0,0 0 0,-1 1 0,1-1 0,-1 0 0,1 1 0,-1-1 0,0 1 0,1-1 0,-1 0 0,0 1 0,0-1 0,0 1 0,0-1 0,0 1 0,-1 1 0,0 1 0,0-1 0,0 1 0,-1-1 0,1 1 0,-1-1 0,0 0 0,0 1 0,0-1 0,0 0 0,-1 0 0,1 0 0,-1-1 0,0 1 0,0-1 0,0 1 0,0-1 0,-7 3 0,-25 13-1869,19-11-568,-1 1 0,2 0 0,-1 2-1,1 0 1,-20 17 0,34-27 2403,0 1-1,1-1 0,-1 1 0,0-1 1,1 1-1,-1-1 0,1 1 1,-1 0-1,0-1 0,1 1 1,0 0-1,-1 0 0,1-1 1,-1 1-1,1 0 0,0 0 0,-1-1 1,1 1-1,0 0 0,0 0 1,0 0-1,0 0 0,0 0 1,0-1-1,0 1 0,0 0 1,0 0-1,0 0 0,0 0 1,0-1-1,1 1 0,-1 0 0,0 0 1,1 0-1,-1-1 0,0 1 1,1 0-1,-1-1 0,1 1 1,-1 0-1,1-1 0,0 1 1,-1 0-1,1-1 0,0 1 0,-1-1 1,1 1-1,0-1 0,-1 0 1,1 1-1,0-1 0,0 0 1,1 1-1,56 13 269,-40-10-125,20 4-109,-26-6 0,0 0 0,-1 1 0,1 1 0,-1-1 0,19 11 0,-26-12 0,-1 0 0,0 1 0,1 0 0,-1 0 0,0 0 0,0 0 0,-1 0 0,1 0 0,-1 1 0,0-1 0,1 1 0,-2 0 0,1 0 0,0 0 0,-1 0 0,0 0 0,1 0 0,-2 0 0,1 0 0,0 7 0,0-5 0,-1 0 0,1 0 0,-1 0 0,-1 0 0,1 0 0,-1-1 0,0 1 0,0 0 0,-1 0 0,0-1 0,0 1 0,0-1 0,-1 1 0,1-1 0,-1 0 0,-1 0 0,1 0 0,-1-1 0,1 1 0,-1-1 0,-1 0 0,1 0 0,-1 0 0,1 0 0,-1-1 0,0 0 0,0 0 0,0 0 0,-1-1 0,1 0 0,-1 0 0,1 0 0,-1 0 0,0-1 0,0 0 0,-11 0 0,-32 1 0,27-3 0</inkml:trace>
</inkml:ink>
</file>

<file path=ppt/ink/ink3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4T02:20:39.952"/>
    </inkml:context>
    <inkml:brush xml:id="br0">
      <inkml:brushProperty name="width" value="0.1" units="cm"/>
      <inkml:brushProperty name="height" value="0.1" units="cm"/>
      <inkml:brushProperty name="color" value="#00A0D7"/>
    </inkml:brush>
  </inkml:definitions>
  <inkml:trace contextRef="#ctx0" brushRef="#br0">26 1 8192,'0'170'3506,"0"85"7267,0-79-7030,-2-144-3743,-1 0 0,-8 34 0,1-9 0,13-92 0,3 14 0</inkml:trace>
</inkml:ink>
</file>

<file path=ppt/ink/ink3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4T02:20:40.438"/>
    </inkml:context>
    <inkml:brush xml:id="br0">
      <inkml:brushProperty name="width" value="0.1" units="cm"/>
      <inkml:brushProperty name="height" value="0.1" units="cm"/>
      <inkml:brushProperty name="color" value="#00A0D7"/>
    </inkml:brush>
  </inkml:definitions>
  <inkml:trace contextRef="#ctx0" brushRef="#br0">356 0 8192,'0'4'1064,"0"-1"1,-1 0-1,1 1 1,-1-1-1,0 0 1,0 1-1,0-1 1,0 0-1,0 0 1,-1 0-1,0 0 1,-1 3-1,-19 18 3120,-18 11-4184,-1-2 0,-88 52 0,42-30 0,74-47 0,3-4 0</inkml:trace>
</inkml:ink>
</file>

<file path=ppt/ink/ink3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4T02:20:40.749"/>
    </inkml:context>
    <inkml:brush xml:id="br0">
      <inkml:brushProperty name="width" value="0.1" units="cm"/>
      <inkml:brushProperty name="height" value="0.1" units="cm"/>
      <inkml:brushProperty name="color" value="#00A0D7"/>
    </inkml:brush>
  </inkml:definitions>
  <inkml:trace contextRef="#ctx0" brushRef="#br0">0 0 8192,'5'0'11332,"5"0"-11332,5 0 0,1 5 6690,2 0-6690,1 5 0,8 5 0,2-1 0,2 3 0,-2-3 0,-4 2 0,-3-3 0,0-3 0,0-3 0,1-4 0,-4-1 0</inkml:trace>
</inkml:ink>
</file>

<file path=ppt/ink/ink3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4T02:20:41.089"/>
    </inkml:context>
    <inkml:brush xml:id="br0">
      <inkml:brushProperty name="width" value="0.1" units="cm"/>
      <inkml:brushProperty name="height" value="0.1" units="cm"/>
      <inkml:brushProperty name="color" value="#00A0D7"/>
    </inkml:brush>
  </inkml:definitions>
  <inkml:trace contextRef="#ctx0" brushRef="#br0">0 1 8192,'5'0'18022,"5"0"-18022,5 0 0,10 0 0,4 0 0,2 0 0,0 0 0,-1 0 0,-2 0 0,0 0 0,-1 0 0,-1 0 0,-5 4 0,-10 2 0,-11 4 0,-6 0 0</inkml:trace>
</inkml:ink>
</file>

<file path=ppt/ink/ink3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4T02:20:41.431"/>
    </inkml:context>
    <inkml:brush xml:id="br0">
      <inkml:brushProperty name="width" value="0.1" units="cm"/>
      <inkml:brushProperty name="height" value="0.1" units="cm"/>
      <inkml:brushProperty name="color" value="#00A0D7"/>
    </inkml:brush>
  </inkml:definitions>
  <inkml:trace contextRef="#ctx0" brushRef="#br0">0 115 8192,'28'0'2954,"0"-2"0,0-2 1,0 0-1,31-10 0,52-20 297,21 0-3251,-57 17 0,-52 11 0</inkml:trace>
</inkml:ink>
</file>

<file path=ppt/ink/ink3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4T02:20:41.884"/>
    </inkml:context>
    <inkml:brush xml:id="br0">
      <inkml:brushProperty name="width" value="0.1" units="cm"/>
      <inkml:brushProperty name="height" value="0.1" units="cm"/>
      <inkml:brushProperty name="color" value="#00A0D7"/>
    </inkml:brush>
  </inkml:definitions>
  <inkml:trace contextRef="#ctx0" brushRef="#br0">85 0 8192,'0'58'8605,"1"-2"-3297,13 112-1404,-5-75-3836,-3-1 0,-12 151 1,6-242-69,-8 64 0,8-62 0,-1 0 0,1 1 0,-1-1 0,0 0 0,0 0 0,0-1 0,0 1 0,-1 0 0,1 0 0,-1 0 0,1-1 0,-1 1 0,0-1 0,0 1 0,0-1 0,-1 0 0,-3 3 0,5-5 0,0 0 0,-1 1 0,1-1 0,0 0 0,0-1 0,-1 1 0,1 0 0,0 0 0,0 0 0,-1-1 0,1 1 0,0-1 0,0 1 0,0-1 0,-1 1 0,1-1 0,0 0 0,0 1 0,0-1 0,0 0 0,0 0 0,0 0 0,0 0 0,1 0 0,-1 0 0,-1-2 0,-22-34 0,19 29 0,-7-11 0</inkml:trace>
</inkml:ink>
</file>

<file path=ppt/ink/ink3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4T02:20:42.242"/>
    </inkml:context>
    <inkml:brush xml:id="br0">
      <inkml:brushProperty name="width" value="0.1" units="cm"/>
      <inkml:brushProperty name="height" value="0.1" units="cm"/>
      <inkml:brushProperty name="color" value="#00A0D7"/>
    </inkml:brush>
  </inkml:definitions>
  <inkml:trace contextRef="#ctx0" brushRef="#br0">269 1 8192,'-5'0'412,"0"1"0,0 0 0,1 0 0,-1 0 0,0 1-1,1-1 1,-1 1 0,1 0 0,-1 0 0,1 1 0,0-1 0,-6 6 0,-49 46 8546,27-22-6258,-7-2-2226,25-20-340,1 1-1,0 0 1,-13 15 0,25-26-134,1 1 0,-1-1 0,1 1 0,-1-1 0,1 0 0,-1 1 0,1-1 0,0 1 0,-1-1 0,1 1 0,0 0 0,-1-1 0,1 1 0,0-1 0,-1 1 0,1-1 0,0 1 0,0 0 0,0-1 0,0 1 0,0 0 0,0-1 0,0 1 0,0 0 0,0-1 0,0 1 0,0-1 0,0 1 0,0 0 0,0-1 0,1 1 0,-1 0 0,0-1 0,0 1 0,1-1 0,-1 1 0,0-1 0,1 1 0,-1-1 0,1 1 0,-1-1 0,1 1 0,-1-1 0,1 1 0,-1-1 0,1 0 0,-1 1 0,1-1 0,-1 0 0,1 0 0,0 1 0,-1-1 0,1 0 0,-1 0 0,2 0 0,1 1 0,1 0 0,-1-1 0,1 1 0,-1-1 0,1 0 0,-1 0 0,1 0 0,5-1 0,7-4 0</inkml:trace>
</inkml:ink>
</file>

<file path=ppt/ink/ink3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4T02:20:42.679"/>
    </inkml:context>
    <inkml:brush xml:id="br0">
      <inkml:brushProperty name="width" value="0.1" units="cm"/>
      <inkml:brushProperty name="height" value="0.1" units="cm"/>
      <inkml:brushProperty name="color" value="#00A0D7"/>
    </inkml:brush>
  </inkml:definitions>
  <inkml:trace contextRef="#ctx0" brushRef="#br0">0 0 8192,'5'0'3356,"5"0"-3356,6 0 0,4 0 5996,-1 5-5996,0 1 7459,2-1-7459,1 4 1211,2 4-1211,1 1 0,-5 1 0,0-1 0,-4 1 0,-4-2 0</inkml:trace>
</inkml:ink>
</file>

<file path=ppt/ink/ink3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4T02:20:43.538"/>
    </inkml:context>
    <inkml:brush xml:id="br0">
      <inkml:brushProperty name="width" value="0.1" units="cm"/>
      <inkml:brushProperty name="height" value="0.1" units="cm"/>
      <inkml:brushProperty name="color" value="#00A0D7"/>
    </inkml:brush>
  </inkml:definitions>
  <inkml:trace contextRef="#ctx0" brushRef="#br0">12 6 8192,'99'0'13247,"-45"0"-8472,-5-2-4775,-35 0 0,1 1 0,-1 1 0,1 0 0,-1 1 0,1 0 0,27 7 0,-40-7 0,0 0 0,0 0 0,0 0 0,0 0 0,0 0 0,-1 1 0,1-1 0,0 1 0,-1-1 0,1 1 0,-1-1 0,1 1 0,-1 0 0,0 0 0,0 0 0,0-1 0,0 1 0,0 0 0,1 4 0,-1-2 0,0 1 0,0 0 0,-1 0 0,0 0 0,0-1 0,0 1 0,0 0 0,-2 7 0,-1 2 0,-1 0 0,0-1 0,-1 1 0,-1-1 0,-7 14 0,-20 29-854,-2-2 0,-2-2 0,-2-1 0,-68 67 0,97-108 1053,-40 43-10657,31-23 10092,9 0 12257,10-29-11864,1 1 0,-1-1-1,0 1 1,0-1 0,1 1 0,-1-1 0,1 0 0,-1 1 0,1-1-1,0 0 1,-1 1 0,1-1 0,0 0 0,0 0 0,0 0-1,0 1 1,0-1 0,0 0 0,0-1 0,0 1 0,1 0-1,-1 0 1,0 0 0,0-1 0,1 1 0,-1 0 0,1-1 0,-1 0-1,0 1 1,1-1 0,-1 0 0,1 1 0,-1-1 0,3 0-1,60 1-1736,-54-1 2688,80-1 410,57-4 21,-145 5-1409,1 0 0,-1 0 0,0-1 0,1 1 0,-1-1 0,0 1 0,0-1 0,0 0 0,1 0 0,-1 0 0,0 0 0,0 0 0,0 0 0,0-1 0,-1 1 0,1-1 0,0 1 0,-1-1 0,1 0 0,-1 0 0,1 1 0,-1-1 0,2-3 0,3-11 0</inkml:trace>
</inkml:ink>
</file>

<file path=ppt/ink/ink3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4T02:20:44.052"/>
    </inkml:context>
    <inkml:brush xml:id="br0">
      <inkml:brushProperty name="width" value="0.1" units="cm"/>
      <inkml:brushProperty name="height" value="0.1" units="cm"/>
      <inkml:brushProperty name="color" value="#00A0D7"/>
    </inkml:brush>
  </inkml:definitions>
  <inkml:trace contextRef="#ctx0" brushRef="#br0">0 0 8192,'6'1'1682,"-1"0"1,0 1-1,0 0 0,0 0 1,0 0-1,0 0 1,-1 1-1,6 3 0,19 9 1199,67 25-2881,-56-22 0,1-2 0,0-1 0,50 10 0,-14-13 0,1-2 0,125-1 0,-179-10 0</inkml:trace>
</inkml:ink>
</file>

<file path=ppt/ink/ink3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4T02:20:55.071"/>
    </inkml:context>
    <inkml:brush xml:id="br0">
      <inkml:brushProperty name="width" value="0.1" units="cm"/>
      <inkml:brushProperty name="height" value="0.1" units="cm"/>
      <inkml:brushProperty name="color" value="#00A0D7"/>
    </inkml:brush>
  </inkml:definitions>
  <inkml:trace contextRef="#ctx0" brushRef="#br0">650 0 8192,'-100'112'7644,"18"-17"502,19-39-5914,-17 1-2232,-3-4 0,-90 42 0,148-86 0,22-8 0,-1 0 0,1 0 0,0 0 0,-1 0 0,1 1 0,0-1 0,0 1 0,0 0 0,0 0 0,0 0 0,0 0 0,-3 3 0,6-4 0,1-1 0,-1 1 0,0-1 0,0 1 0,0-1 0,1 1 0,-1-1 0,0 1 0,1-1 0,-1 1 0,0-1 0,1 1 0,-1-1 0,1 0 0,-1 1 0,0-1 0,1 0 0,-1 1 0,1-1 0,-1 0 0,1 0 0,-1 0 0,1 1 0,0-1 0,-1 0 0,1 0 0,-1 0 0,1 0 0,-1 0 0,1 0 0,-1 0 0,1 0 0,0 0 0,24 3 0,-25-3 0,35-1 0,-1-2 0,1-1 0,-1-1 0,-1-3 0,52-16 0,-68 19 0,229-60-3356,-214 53 3455,7-3-4140,-15 13-5238,-24 2 9242,1 1 0,0-1-1,-1 0 1,1 1 0,0-1 0,-1 1 0,1-1 0,0 1 0,-1-1 0,1 1-1,-1-1 1,1 1 0,-1 0 0,1-1 0,-1 1 0,1 0 0,-1-1 0,0 1-1,0 0 1,1 0 0,-1-1 0,0 1 0,0 0 0,0 0 0,1 0 0,-1-1-1,0 1 1,0 0 0,0 0 0,0-1 0,-1 1 0,1 0 0,0 0 0,0 0 0,0-1-1,-1 1 1,1 0 0,0 0 0,-1-1 0,1 1 0,-1 0 0,0 0 0,-20 37 1907,18-33-1113,-107 161 6913,90-137-5824,-2-1 1,-37 37 0,-21 27 489,65-70-2336</inkml:trace>
</inkml:ink>
</file>

<file path=ppt/ink/ink3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4T02:20:55.679"/>
    </inkml:context>
    <inkml:brush xml:id="br0">
      <inkml:brushProperty name="width" value="0.1" units="cm"/>
      <inkml:brushProperty name="height" value="0.1" units="cm"/>
      <inkml:brushProperty name="color" value="#00A0D7"/>
    </inkml:brush>
  </inkml:definitions>
  <inkml:trace contextRef="#ctx0" brushRef="#br0">0 0 8192,'5'4'11991,"5"6"-11991,5 2 6031,6-2-6031,-2 2 0,0-1 0,-2-3 0</inkml:trace>
</inkml:ink>
</file>

<file path=ppt/ink/ink3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4T02:20:55.959"/>
    </inkml:context>
    <inkml:brush xml:id="br0">
      <inkml:brushProperty name="width" value="0.1" units="cm"/>
      <inkml:brushProperty name="height" value="0.1" units="cm"/>
      <inkml:brushProperty name="color" value="#00A0D7"/>
    </inkml:brush>
  </inkml:definitions>
  <inkml:trace contextRef="#ctx0" brushRef="#br0">0 1 8192,'0'4'18022,"0"7"-18022,0 4 0,5 1 0,5-3 0,5-3 0,6-4 0,-2-2 0</inkml:trace>
</inkml:ink>
</file>

<file path=ppt/ink/ink3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4T02:20:56.198"/>
    </inkml:context>
    <inkml:brush xml:id="br0">
      <inkml:brushProperty name="width" value="0.1" units="cm"/>
      <inkml:brushProperty name="height" value="0.1" units="cm"/>
      <inkml:brushProperty name="color" value="#00A0D7"/>
    </inkml:brush>
  </inkml:definitions>
  <inkml:trace contextRef="#ctx0" brushRef="#br0">1 89 8192,'14'0'38,"102"-1"2867,152-15 10058,-172 0-11049,-37 8-1693,-46 7-223,-1 0 0,1-1 0,-1 0-1,1-1 1,-1-1 0,0 1 0,-1-2 0,23-11 0,-21 6 2</inkml:trace>
</inkml:ink>
</file>

<file path=ppt/ink/ink3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4T02:20:56.634"/>
    </inkml:context>
    <inkml:brush xml:id="br0">
      <inkml:brushProperty name="width" value="0.1" units="cm"/>
      <inkml:brushProperty name="height" value="0.1" units="cm"/>
      <inkml:brushProperty name="color" value="#00A0D7"/>
    </inkml:brush>
  </inkml:definitions>
  <inkml:trace contextRef="#ctx0" brushRef="#br0">233 1 8192,'-2'13'1162,"0"1"-1,-1-1 1,-1 0 0,0 0 0,0-1-1,-10 19 1,3-7-455,-100 221 8271,50-120-8773,54-116-205,2-12 0,2-16 0,2 1 0</inkml:trace>
</inkml:ink>
</file>

<file path=ppt/ink/ink3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4T02:20:56.931"/>
    </inkml:context>
    <inkml:brush xml:id="br0">
      <inkml:brushProperty name="width" value="0.1" units="cm"/>
      <inkml:brushProperty name="height" value="0.1" units="cm"/>
      <inkml:brushProperty name="color" value="#00A0D7"/>
    </inkml:brush>
  </inkml:definitions>
  <inkml:trace contextRef="#ctx0" brushRef="#br0">1 0 8192,'6'1'527,"1"-1"0,0 1 0,-1 0 0,0 1 0,1-1 0,-1 1 0,0 0 0,0 1 1,0 0-1,10 5 0,50 44 9032,-25-19-6894,-3 8-2665,-8-7 0,-30-33 0,0-1 0,1 0 0,-1 1 0,0-1 0,1 1 0,-1-1 0,1 0 0,-1 1 0,1-1 0,-1 0 0,0 0 0,1 1 0,-1-1 0,1 0 0,-1 0 0,1 0 0,-1 0 0,1 1 0,-1-1 0,1 0 0,0 0 0,-1 0 0,1 0 0,-1 0 0,1 0 0,-1 0 0,1-1 0,-1 1 0,1 0 0,-1 0 0,1 0 0,-1 0 0,1-1 0,-1 1 0,1 0 0,-1 0 0,0-1 0,1 1 0,-1 0 0,1-1 0,-1 1 0,0-1 0,1 1 0,-1 0 0,1-2 0,6-23 0,-5 7 0</inkml:trace>
</inkml:ink>
</file>

<file path=ppt/ink/ink3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4T02:20:57.242"/>
    </inkml:context>
    <inkml:brush xml:id="br0">
      <inkml:brushProperty name="width" value="0.1" units="cm"/>
      <inkml:brushProperty name="height" value="0.1" units="cm"/>
      <inkml:brushProperty name="color" value="#00A0D7"/>
    </inkml:brush>
  </inkml:definitions>
  <inkml:trace contextRef="#ctx0" brushRef="#br0">40 1 8192,'16'-1'16796,"-8"8"-15570,1 4-1226,-1 5 0,-2 4 0,-3 3 0,-1 2 0,-5 0 0,-3 2 0,-4-5 0,-5-6 0,0-1 0,-2-3 0,2 0 0,4-1 0</inkml:trace>
</inkml:ink>
</file>

<file path=ppt/ink/ink3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4T02:20:57.633"/>
    </inkml:context>
    <inkml:brush xml:id="br0">
      <inkml:brushProperty name="width" value="0.1" units="cm"/>
      <inkml:brushProperty name="height" value="0.1" units="cm"/>
      <inkml:brushProperty name="color" value="#00A0D7"/>
    </inkml:brush>
  </inkml:definitions>
  <inkml:trace contextRef="#ctx0" brushRef="#br0">27 1 8192,'0'4'0,"-4"6"2971,-2 6-2971,1 4 5848,0 4-5848,2 1 7957,1 2-7957,1-1 1246,1 1-1246,4-5 0,6-6 0,2-10 0,-2-6 0</inkml:trace>
</inkml:ink>
</file>

<file path=ppt/ink/ink3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4T02:20:57.947"/>
    </inkml:context>
    <inkml:brush xml:id="br0">
      <inkml:brushProperty name="width" value="0.1" units="cm"/>
      <inkml:brushProperty name="height" value="0.1" units="cm"/>
      <inkml:brushProperty name="color" value="#00A0D7"/>
    </inkml:brush>
  </inkml:definitions>
  <inkml:trace contextRef="#ctx0" brushRef="#br0">1 0 8192,'3'1'449,"-1"0"0,1-1 1,-1 1-1,1 0 1,-1 0-1,1 1 0,-1-1 1,0 0-1,1 1 0,-1 0 1,0-1-1,0 1 0,0 0 1,2 4-1,24 31 8281,1 19-6851,-18-34-1711,0-1 0,1-1 0,15 21 1,-26-40-169,-1-1 0,0 1 0,1 0 0,-1-1 0,1 1 0,-1-1 0,1 1 0,0 0 0,-1-1 0,1 1 0,-1-1 0,1 0 0,0 1 0,-1-1 0,1 1 0,0-1 0,0 0 0,-1 0 0,1 1 0,0-1 0,0 0 0,-1 0 0,1 0 0,0 0 0,0 0 0,0 0 0,-1 0 0,1 0 0,0 0 0,0 0 0,-1-1 0,1 1 0,0 0 0,0 0 0,-1-1 0,2 0 0,17-22 0,-17 20 0,9-13 0</inkml:trace>
</inkml:ink>
</file>

<file path=ppt/ink/ink3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4T02:20:58.213"/>
    </inkml:context>
    <inkml:brush xml:id="br0">
      <inkml:brushProperty name="width" value="0.1" units="cm"/>
      <inkml:brushProperty name="height" value="0.1" units="cm"/>
      <inkml:brushProperty name="color" value="#00A0D7"/>
    </inkml:brush>
  </inkml:definitions>
  <inkml:trace contextRef="#ctx0" brushRef="#br0">0 1 8192,'15'4'18022,"-4"6"-18022,4 2 0,-2 2 0,-2 4 0,-3 2 0,1-1 0,-1 0 0,-2-8 0,3-5 0,0-8 0,2-9 0,4-6 0,-1 0 0</inkml:trace>
</inkml:ink>
</file>

<file path=ppt/ink/ink3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4T02:20:58.586"/>
    </inkml:context>
    <inkml:brush xml:id="br0">
      <inkml:brushProperty name="width" value="0.1" units="cm"/>
      <inkml:brushProperty name="height" value="0.1" units="cm"/>
      <inkml:brushProperty name="color" value="#00A0D7"/>
    </inkml:brush>
  </inkml:definitions>
  <inkml:trace contextRef="#ctx0" brushRef="#br0">76 1 8192,'4'0'422,"0"0"0,0 1 0,-1 0 0,1 0-1,-1 0 1,1 0 0,-1 0 0,1 1 0,-1-1 0,1 1 0,-1 0 0,0 0 0,0 1 0,0-1 0,0 0 0,-1 1 0,1 0 0,3 4 0,4 7 2643,-1-1 0,15 30-1,-13-22-2253,6 12-811,-1 1 0,-1 0 0,15 58 0,-29-89-59,-1-1 0,1 1 0,0-1 1,-1 1-1,0 0 0,1-1 1,-1 1-1,0 0 0,0 0 0,-1-1 1,1 1-1,-1 0 0,1-1 1,-1 1-1,0-1 0,0 1 0,0-1 1,0 1-1,0-1 0,-1 0 0,1 1 1,-1-1-1,1 0 0,-1 0 1,0 0-1,0 0 0,0 0 0,0-1 1,0 1-1,0 0 0,-1-1 1,1 0-1,0 1 0,-1-1 0,1 0 1,-1 0-1,-4 0 0,-11 4-762,-1-1 0,1-2 0,-1 0 0,-31 0 0,-3 0-768,26 3-651,4 0-4390</inkml:trace>
</inkml:ink>
</file>

<file path=ppt/ink/ink3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4T02:20:59.432"/>
    </inkml:context>
    <inkml:brush xml:id="br0">
      <inkml:brushProperty name="width" value="0.1" units="cm"/>
      <inkml:brushProperty name="height" value="0.1" units="cm"/>
      <inkml:brushProperty name="color" value="#00A0D7"/>
    </inkml:brush>
  </inkml:definitions>
  <inkml:trace contextRef="#ctx0" brushRef="#br0">284 0 8192,'-31'13'14532,"23"-8"-13078,-4 4 582,-132 77-2036,139-82 8,1-1 1,-1 1-1,1 1 0,0-1 1,0 0-1,0 1 1,1 0-1,-1 0 1,1 0-1,1 0 1,-1 1-1,1-1 1,0 1-1,-3 10 1,-1 9-83,2 0 1,-2 32 0,2-12-394,-8 83-2283,10 176-9528,3-166 9844,1-100 5703,10 56 0,0 8 7602,-12-106-10731,0-11-2334,0 12 1890,0-19 304</inkml:trace>
</inkml:ink>
</file>

<file path=ppt/ink/ink3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4T02:20:59.842"/>
    </inkml:context>
    <inkml:brush xml:id="br0">
      <inkml:brushProperty name="width" value="0.1" units="cm"/>
      <inkml:brushProperty name="height" value="0.1" units="cm"/>
      <inkml:brushProperty name="color" value="#00A0D7"/>
    </inkml:brush>
  </inkml:definitions>
  <inkml:trace contextRef="#ctx0" brushRef="#br0">0 193 8192,'12'-2'7897,"11"-8"-5632,-5 2 3023,43-12-3478,66-20-1048,148-38-762,-201 52 0,-52 17 0</inkml:trace>
</inkml:ink>
</file>

<file path=ppt/ink/ink3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4T02:21:00.447"/>
    </inkml:context>
    <inkml:brush xml:id="br0">
      <inkml:brushProperty name="width" value="0.1" units="cm"/>
      <inkml:brushProperty name="height" value="0.1" units="cm"/>
      <inkml:brushProperty name="color" value="#00A0D7"/>
    </inkml:brush>
  </inkml:definitions>
  <inkml:trace contextRef="#ctx0" brushRef="#br0">226 27 8192,'-3'4'622,"0"-1"1,0 1 0,1 0-1,0 0 1,0 0-1,0 0 1,0 1-1,1-1 1,-1 1 0,1-1-1,0 1 1,0 6-1,-2 61 8481,3-53-8277,0-14-826,0 0 0,0 1 0,0-1 0,0 0 0,1 0 0,0 0 0,0 0 0,0 0 0,0 0 0,1 0 0,0 0 0,0 0 0,0-1 0,1 1 0,0-1 0,0 1 0,0-1 0,0 0 0,0 0 0,1-1 0,0 1 0,0-1 0,0 1 0,0-1 0,0-1 0,1 1 0,-1 0 0,1-1 0,0 0 0,0 0 0,0-1 0,-1 1 0,2-1 0,-1 0 0,0 0 0,0-1 0,0 0 0,10 0 0,1 1 0,-1-1 0,1-1 0,0-1 0,-1 0 0,1-1 0,-1 0 0,0-1 0,20-8 0,-30 9 0,0 1 0,-1-1 0,1 0 0,0 0 0,-1 0 0,0 0 0,0-1 0,0 0 0,0 0 0,0 0 0,-1 0 0,0-1 0,0 1 0,0-1 0,0 0 0,-1 0 0,0 0 0,0 0 0,0 0 0,-1-1 0,1 1 0,-1 0 0,-1-1 0,1 1 0,-1-1 0,0 1 0,-1-8 0,1 7-62,0 1 1,-1 0 0,0 0-1,0 0 1,-1 0 0,1 0-1,-1 0 1,0 1 0,-1-1-1,1 0 1,-1 1 0,0 0-1,0 0 1,0 0 0,-4-4-1,0 2-193,1 0 0,-1 1 0,-1 0 0,1 0 0,-1 1 0,0 0 0,1 0-1,-12-3 1,-8-1-674,-1 2-1,0 0 1,0 2-1,-42-1 0,-8 3 163,-39 3-6971,73-1 6351,15 1 1183</inkml:trace>
</inkml:ink>
</file>

<file path=ppt/ink/ink3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4T02:21:03.224"/>
    </inkml:context>
    <inkml:brush xml:id="br0">
      <inkml:brushProperty name="width" value="0.1" units="cm"/>
      <inkml:brushProperty name="height" value="0.1" units="cm"/>
      <inkml:brushProperty name="color" value="#00A0D7"/>
    </inkml:brush>
  </inkml:definitions>
  <inkml:trace contextRef="#ctx0" brushRef="#br0">329 1 8192,'-60'22'1985,"-35"-1"5449,68-17-5335,1 1 0,0 1-1,-34 14 1,57-19-2091,1 1 0,0-1 1,0 0-1,0 1 0,0 0 0,0-1 0,0 1 1,0 0-1,0 0 0,1 0 0,-1 0 0,1 0 1,0 0-1,-1 1 0,1-1 0,0 0 0,0 1 1,1-1-1,-1 1 0,0-1 0,1 1 0,-1-1 1,1 1-1,0-1 0,0 1 0,0 0 0,0-1 1,1 1-1,-1-1 0,1 4 0,3 11-16,0 0 0,2-1 0,10 27 0,-3-12-6,-4 3-532,-1 0 1,-2 1-1,3 55 1,7 40-629,0-45-691,41 183-8956,-56-266 10805,-1 0-1,1 0 0,0 0 1,-1 0-1,1 0 1,0 0-1,0 0 0,0 0 1,1 0-1,-1 0 1,0-1-1,1 1 0,-1 0 1,4 2-1,-4-4-7,0 1 0,0-1 1,0 0-1,0 1 0,0-1 0,0 0 0,0 1 0,0-1 0,0 0 1,0 0-1,0 0 0,0 0 0,0 0 0,0 0 0,0 0 0,0-1 1,0 1-1,0 0 0,0 0 0,0-1 0,0 1 0,1-1 1,1-1-24,0 0 0,-1 0 0,1-1 0,0 1 0,-1-1 0,1 1 0,-1-1 0,0 0 0,0 0 0,0 0 0,0 0 0,-1 0 1,1 0-1,-1 0 0,0-1 0,2-6 0,52-301 14746,-55 309-14668,0 0 1,0 0 0,1 1 0,-1-1 0,0 0-1,1 0 1,0 1 0,-1-1 0,1 0-1,0 1 1,0-1 0,0 1 0,0-1 0,0 1-1,2-2 1,-3 3-3,1 0 0,-1 0 0,1 0 0,-1 0 0,1 0 0,-1 0-1,1 0 1,-1 0 0,1 0 0,0 0 0,-1 0 0,1 1 0,-1-1 0,1 0-1,-1 0 1,0 1 0,1-1 0,-1 0 0,1 1 0,-1-1 0,1 0 0,-1 1-1,0-1 1,1 1 0,-1-1 0,0 1 0,1-1 0,-1 1 0,0-1 0,0 1 0,25 57 1455,-23-51-1434,11 35-50,9 54 0,-14-53 0,18 52 0,-24-91-59,-1-1 1,0 0 0,1 1 0,0-1-1,0 0 1,0 0 0,0 0-1,0 0 1,0 0 0,1 0 0,4 3-1,-6-6 50,-1 1 0,1-1-1,-1 0 1,1 1-1,-1-1 1,1 0 0,0 0-1,-1 1 1,1-1-1,0 0 1,-1 0 0,1 0-1,-1 0 1,1 0-1,0 0 1,-1 0-1,1 0 1,0 0 0,-1 0-1,1 0 1,0-1-1,-1 1 1,1 0 0,-1 0-1,2-1 1,-1 0 36,0-1 1,1 1-1,-1 0 1,0-1-1,0 1 1,0-1-1,0 1 0,0-1 1,0 0-1,-1 1 1,1-1-1,0 0 1,0-2-1,6-18 533,-1 0-560</inkml:trace>
</inkml:ink>
</file>

<file path=ppt/ink/ink3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4T02:21:03.660"/>
    </inkml:context>
    <inkml:brush xml:id="br0">
      <inkml:brushProperty name="width" value="0.1" units="cm"/>
      <inkml:brushProperty name="height" value="0.1" units="cm"/>
      <inkml:brushProperty name="color" value="#00A0D7"/>
    </inkml:brush>
  </inkml:definitions>
  <inkml:trace contextRef="#ctx0" brushRef="#br0">0 69 8192,'11'-1'1988,"0"-1"-1,0 0 1,-1-1 0,19-7 0,-2 0 3543,18-5-3620,-33 10-1798,0 0-1,1 1 1,-1 1-1,1 0 1,0 0 0,15 0-1,-25 3-136,1 0 1,0 1-1,-1-1 0,1 1 0,-1 0 0,1 0 1,-1 0-1,1 1 0,-1-1 0,0 1 0,0 0 1,1 0-1,-1 0 0,-1 0 0,1 0 0,0 1 0,0-1 1,-1 1-1,1-1 0,-1 1 0,0 0 0,0 0 1,0 1-1,0-1 0,-1 0 0,3 7 0,3 9-1119,0 0-1,-2 0 0,0 1 0,-1 0 0,2 32 0,-5 104-8118,-2-89 7861,-7-22 1401,8-44 0,0-1 0,0 1 0,0 0 0,0-1 0,-1 1 0,1-1 0,0 1 0,0-1 0,-1 1 0,1-1 0,0 0 0,-1 1 0,1-1 0,0 1 0,-1-1 0,1 0 0,-1 1 0,1-1 0,-1 0 0,1 1 0,-1-1 0,1 0 0,-1 0 0,1 1 0,-1-1 0,0 0 0,0 0 0,0-1 0,0 0 0,0 1 0,0-1 0,0 1 0,0-1 0,0 0 0,0 0 0,0 0 0,0 0 0,0 1 0,1-1 0,-1 0 0,0 0 0,1 0 0,-1-1 0,1 1 0,-1-1 0,-20-56 0,13 41 0</inkml:trace>
</inkml:ink>
</file>

<file path=ppt/ink/ink3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4T02:21:03.955"/>
    </inkml:context>
    <inkml:brush xml:id="br0">
      <inkml:brushProperty name="width" value="0.1" units="cm"/>
      <inkml:brushProperty name="height" value="0.1" units="cm"/>
      <inkml:brushProperty name="color" value="#00A0D7"/>
    </inkml:brush>
  </inkml:definitions>
  <inkml:trace contextRef="#ctx0" brushRef="#br0">156 1 8192,'-13'9'5619,"13"-8"-5187,-1 0 0,0 0 0,0 2 0,-15 27 1272,10-18-1936,-5 11 1428,1 1 0,0 1 0,2-1-1,-7 41 1,-16 44 2028,23-84-3224,1-1 0,1 1 0,2 0 0,0 0 0,1 1 0,2 48 0,2-47 0</inkml:trace>
</inkml:ink>
</file>

<file path=ppt/ink/ink3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4T02:21:05.060"/>
    </inkml:context>
    <inkml:brush xml:id="br0">
      <inkml:brushProperty name="width" value="0.1" units="cm"/>
      <inkml:brushProperty name="height" value="0.1" units="cm"/>
      <inkml:brushProperty name="color" value="#00A0D7"/>
    </inkml:brush>
  </inkml:definitions>
  <inkml:trace contextRef="#ctx0" brushRef="#br0">80 107 8192,'-28'31'1813,"22"-25"-489,1 1 0,0 0 0,0 0 1,1 1-1,0-1 0,0 1 1,1 0-1,0 0 0,-3 15 1,0 27 1433,8 193-2550,-2-239-208,0 1 0,1-1 0,-1 0 0,1 1 0,0-1 0,0 0 0,1 0 0,-1 0 0,1 0 0,0 0 0,0 0 0,0 0 0,1 0 0,-1-1 0,1 1 0,0-1 0,0 0 0,0 0 0,0 0 0,0 0 0,1 0 0,-1-1 0,1 1 0,0-1 0,0 0 0,0 0 0,0-1 0,0 1 0,0-1 0,0 0 0,1 0 0,-1 0 0,0-1 0,1 1 0,7-1 0,1-1 0,0 0 0,-1-1 0,1 0 0,0-1 0,0 0 0,-1-1 0,0 0 0,0-1 0,0-1 0,22-13 0,-15 5-625,0 0 0,20-21 0,-20 15-1159,0-1 0,-1 0 0,25-41 0,-32 43 594,0-1 1,-1 0-1,-2-1 1,0 0-1,6-22 1,-11 28 814,0 0 0,-1 1 0,-1-1 1,0-25-1,-2 34 370,0 0-1,0 0 1,-1 0 0,0 1 0,0-1 0,0 0-1,0 1 1,-1-1 0,0 1 0,0 0 0,-1 0 0,1 0-1,-1 0 1,0 1 0,-1 0 0,1 0 0,-1 0 0,1 0-1,-1 0 1,0 1 0,-1 0 0,1 0 0,0 0-1,-1 1 1,0 0 0,-10-3 0,-2 0 92,0 1 1,0 0-1,0 2 1,-1 0-1,1 0 0,-1 2 1,-27 3-1,42-2-28,0 0 0,0 0 0,0 1 0,1-1 0,-1 1 0,1 0 0,-1 0 0,1 0 0,0 1 0,0-1 0,0 1 0,0 0 0,0 0 0,0 0 0,1 0 0,-1 0 0,1 0 0,-3 7 0,-1 0 127,1 0 0,1 1 0,0-1 0,0 1 0,-3 16 0,7-24-62,-1-1 0,1 0 0,0 1 0,-1-1 0,1 0 0,0 1 0,1-1 0,-1 0 0,0 0 0,1 1 0,-1-1 0,1 0 0,0 0 0,0 1 0,0-1 0,0 0 0,0 0-1,0 0 1,0 0 0,1 0 0,-1 0 0,3 2 0,0-1 347,0 0 0,1 0 0,-1-1 0,0 0 0,1 0 0,-1 0 0,1 0 0,-1-1 0,1 1 0,7 0 0,7 0 968,1 0 0,-1-1-1,1-1 1,25-4 0,-41 3-1439,-1 1 0,0-1 0,0-1 0,0 1 0,0 0 0,0-1 0,0 0 0,0 1 0,0-1 0,-1 0 0,1 0 0,-1-1 0,1 1 0,-1-1 0,2-2 0,-3 4 0,0 0 0,0 0 0,0-1 0,0 1 0,0 0 0,0-1 0,-1 1 0,1 0 0,-1-1 0,1 1 0,-1-1 0,1 1 0,-1-1 0,0 1 0,0-1 0,0 1 0,0-1 0,0 0 0,0 1 0,0-1 0,0 1 0,0-1 0,-1 1 0,1-1 0,-1 1 0,1-1 0,-1 1 0,0 0 0,1-1 0,-1 1 0,0 0 0,0-1 0,-1 0 0,1 1 0,1 1 0,0 0 0,0 0 0,0 0 0,0 0 0,0 0 0,-1 0 0,1 0 0,0 0 0,0-1 0,0 1 0,0 0 0,-1 0 0,1 0 0,0 0 0,0 0 0,0 0 0,-1 0 0,1 0 0,0 0 0,0 0 0,0 0 0,-1 0 0,1 0 0,0 0 0,0 0 0,0 1 0,0-1 0,-1 0 0,1 0 0,0 0 0,0 0 0,0 0 0,0 0 0,-1 0 0,1 0 0,0 1 0,0-1 0,0 0 0,0 0 0,0 0 0,0 0 0,0 1 0,0-1 0,-1 0 0,1 0 0,-5 15 0,-1 15 0,5 116 750,0-2-4504,-5-117-8299,5-26 11918,1-1 0,0 1 1,0-1-1,-1 0 0,1 0 0,-1 1 0,1-1 1,0 0-1,-1 0 0,1 1 0,0-1 1,-1 0-1,1 0 0,-1 0 0,1 0 0,-1 1 1,1-1-1,0 0 0,-1 0 0,1 0 1,-2 0-1,-2-5 135</inkml:trace>
</inkml:ink>
</file>

<file path=ppt/ink/ink3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4T02:21:05.903"/>
    </inkml:context>
    <inkml:brush xml:id="br0">
      <inkml:brushProperty name="width" value="0.1" units="cm"/>
      <inkml:brushProperty name="height" value="0.1" units="cm"/>
      <inkml:brushProperty name="color" value="#00A0D7"/>
    </inkml:brush>
  </inkml:definitions>
  <inkml:trace contextRef="#ctx0" brushRef="#br0">0 1 8192,'2'12'997,"0"1"0,1 0 0,0-1 0,0 1 0,2-1 0,7 17 0,6 17 2619,4 28-775,-13-39-1313,2 0 1,24 56 0,-30-83-1529,-1 0 0,1 0 0,0-1 0,1 1 0,0-1 0,0 0 0,1-1 0,-1 0 0,1 0 0,9 6 0,-13-10 0,0-1 0,0 1 0,0-1 0,0 1 0,0-1 0,0 0 0,0 0 0,1-1 0,-1 1 0,0-1 0,0 1 0,1-1 0,-1 0 0,0 0 0,1-1 0,-1 1 0,0-1 0,1 0 0,-1 1 0,0-1 0,0-1 0,0 1 0,0 0 0,0-1 0,0 0 0,0 1 0,0-1 0,-1 0 0,1-1 0,3-2 0,10-12-383,-1-1 1,-1 0-1,18-29 1,-21 29 193,1 0 0,1 1-1,0 1 1,22-21 0,-34 36 220,0 0 0,0-1 0,0 1 0,0 0 0,0 0 0,1 0-1,-1 0 1,0 0 0,1 0 0,-1 0 0,1 1 0,-1-1 0,1 0 0,-1 1 0,1-1 0,-1 1 0,1 0 0,0-1 0,-1 1 0,1 0 0,0 0 0,-1 0 0,1 0 0,0 0-1,-1 1 1,1-1 0,-1 0 0,1 1 0,0-1 0,-1 1 0,1-1 0,-1 1 0,1 0 0,-1 0 0,0 0 0,1 0 0,-1 0 0,0 0 0,0 0 0,1 0 0,-1 0 0,0 1 0,0-1-1,0 0 1,0 1 0,-1-1 0,1 1 0,0-1 0,-1 1 0,1-1 0,0 3 0,3 6 93,-1 1 0,0 0-1,-1 0 1,0-1 0,0 1 0,-1 15 0,-1-19-187,0 0 1,-1 0 0,0 0-1,-1 0 1,0 0-1,0 0 1,0 0 0,0-1-1,-1 1 1,-1-1 0,1 0-1,-6 8 1,-6 5-480,0-1 1,-25 22-1,23-23 181,10-10 144,0 0 1,-1-1-1,-1 0 0,1-1 1,-11 6-1,-5 0-3539,0-2 0,-28 8 1,-29 11 1301,80-27 2445,-1 0 0,1 0-1,-1 0 1,0 0 0,1-1-1,-1 1 1,1-1 0,-1 1-1,0-1 1,0 0 0,1 0 0,-1 1-1,0-1 1,0 0 0,1 0-1,-1-1 1,0 1 0,0 0 0,1-1-1,-1 1 1,-3-2 0,4 1 6,1 0 1,-1 0 0,0 0-1,1-1 1,-1 1 0,1 0-1,-1 0 1,1-1 0,0 1 0,-1 0-1,1-1 1,0 1 0,0 0-1,0 0 1,0-1 0,0 1-1,0 0 1,0-1 0,0 1-1,1 0 1,0-3 0,2-6 10,1-1 1,0 1-1,0-1 1,1 1-1,9-14 1,33-45-9,162-260 0,-203 318 55,-1 0 0,-1 0 0,0-1 0,0 0 0,-1 0 0,-1 1 0,0-1 0,1-22 0,-3 12 2421</inkml:trace>
</inkml:ink>
</file>

<file path=ppt/ink/ink3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4T02:21:06.291"/>
    </inkml:context>
    <inkml:brush xml:id="br0">
      <inkml:brushProperty name="width" value="0.1" units="cm"/>
      <inkml:brushProperty name="height" value="0.1" units="cm"/>
      <inkml:brushProperty name="color" value="#00A0D7"/>
    </inkml:brush>
  </inkml:definitions>
  <inkml:trace contextRef="#ctx0" brushRef="#br0">207 1 8192,'-10'284'16362,"4"-212"-14702,-20 317-1660,15-119-6044,-3 37-3363,9-261 9073,-1 16-2503,0-22 3756,-2-7 3965,-3-3 5490,11-30-10324,0 1-1,0-1 0,0 1 0,-1 0 1,1-1-1,0 1 0,0-1 1,-1 1-1,1 0 0,0-1 0,-1 1 1,1-1-1,-1 1 0,1-1 0,0 0 1,-1 1-1,1-1 0,-1 1 1,1-1-1,-1 0 0,0 1 0,1-1 1,-1 0-1,1 1 0,-1-1 1,1 0-1,-1 0 0,0 0 0,1 0 1,-1 0-1,0 0 0,1 0 1,-1 0-1,0 0 0,1 0 0,-1 0 1,1 0-1,-1 0 0,0 0 0,1 0 1,-1-1-1,1 1 0,-1 0 1,0 0-1,1-1 0,-1 1 0,1 0 1,-1-1-1,1 1 0,-1-1 1,1 1-1,-1-1 0,1 1 0,0-1 1,-1 1-1,1-1 0,0 1 1,-1-1-1,1 1 0,0-1 0,-1 0 1,-20-39-661,8 0 611,2-1 0,2-1 0,1 0 0,2 0 0,0-79 0,6 91 0</inkml:trace>
</inkml:ink>
</file>

<file path=ppt/ink/ink3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4T02:21:06.586"/>
    </inkml:context>
    <inkml:brush xml:id="br0">
      <inkml:brushProperty name="width" value="0.1" units="cm"/>
      <inkml:brushProperty name="height" value="0.1" units="cm"/>
      <inkml:brushProperty name="color" value="#00A0D7"/>
    </inkml:brush>
  </inkml:definitions>
  <inkml:trace contextRef="#ctx0" brushRef="#br0">725 1 8192,'-4'0'1279,"1"0"0,0 1 0,-1 0 0,1-1 1,0 1-1,-1 0 0,1 1 0,0-1 0,-4 3 1,-49 37 2969,20-13-4290,-211 110 705,210-120-592,0-3-1,-1 0 1,-1-3-1,-78 14 1,114-25-72,1 0 0,-1-1 0,1 1 0,-1-1 0,0 0 0,1 0 0,-1 0 0,0 0 0,1-1 0,-1 1 0,0-1 0,1 1 0,-1-1 0,1 0 0,-1 0 0,1 0 0,0 0 0,-1-1 0,1 1 0,0-1 0,0 1 0,0-1 0,0 0 0,0 1 0,-3-5 0,2 0 0,1 1 0,0-1 0,0 1 0,1-1 0,-1 0 0,1 0 0,0 0 0,1 0 0,0 0 0,0-10 0,7-37 0,-1 30 0</inkml:trace>
</inkml:ink>
</file>

<file path=ppt/ink/ink3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4T02:21:07.870"/>
    </inkml:context>
    <inkml:brush xml:id="br0">
      <inkml:brushProperty name="width" value="0.1" units="cm"/>
      <inkml:brushProperty name="height" value="0.1" units="cm"/>
      <inkml:brushProperty name="color" value="#00A0D7"/>
    </inkml:brush>
  </inkml:definitions>
  <inkml:trace contextRef="#ctx0" brushRef="#br0">221 0 8192,'39'2'2847,"1"2"-1,68 16 1,-67-11-23,0-2 1,61 3-1,27-10-1815,-120 2-1009,-9 1 0,-18 6 0,-28 4 0,-86 23 0,-130 57 0,130-44 0,124-46 0,-5 1 0,0 0 0,1 1 0,0 0 0,0 1 0,0 0 0,1 1 0,-1 0 0,-16 16 0,27-23 0,1 1 0,-1-1 0,1 1 0,0-1 0,-1 1 0,1-1 0,-1 1 0,1-1 0,0 1 0,-1-1 0,1 1 0,0-1 0,0 1 0,-1 0 0,1-1 0,0 1 0,0-1 0,0 1 0,0 0 0,0-1 0,0 1 0,0 0 0,0-1 0,0 1 0,0-1 0,0 1 0,0 0 0,1-1 0,-1 1 0,0-1 0,0 1 0,1 0 0,-1 0 0,23 9 0,34-6 0,-54-4 0,485-2 0,-476 2 0,-1-1 0,1 0 0,-1-1 0,0 0 0,19-6 0,-28 7 0,0 0 0,0 1 0,0-1 0,-1 0 0,1 0 0,0 0 0,-1 0 0,1 0 0,-1-1 0,1 1 0,-1 0 0,1-1 0,-1 1 0,0-1 0,0 0 0,0 1 0,1-3 0,-1 2 0,-1 0 0,0 0 0,0 0 0,0 0 0,0 0 0,0 0 0,-1 1 0,1-1 0,-1 0 0,1 0 0,-1 0 0,1 1 0,-1-1 0,0 0 0,0 1 0,0-1 0,0 0 0,0 1 0,0-1 0,-1 1 0,1 0 0,-2-2 0,-6-5 0,0 0 0,0 1 0,-1 0 0,0 0 0,0 1 0,0 0 0,-1 1 0,0 1 0,0-1 0,-12-2 0,17 6 0,0-1 0,1 1 0,-1 1 0,0-1 0,1 1 0,-1 0 0,0 0 0,0 1 0,1 0 0,-8 1 0,10-1 0,0 0 0,1 0 0,-1 1 0,0-1 0,0 1 0,1 0 0,-1-1 0,1 1 0,-1 0 0,1 1 0,0-1 0,-1 0 0,1 1 0,1-1 0,-1 1 0,0-1 0,1 1 0,-1 0 0,-1 4 0,-4 13-298,0 1 0,1 0 0,1 0 0,1 0 0,1 1 0,1-1 0,0 1 0,2 0 0,1 0 0,6 37 0,-4-41-34,1-1 0,1 1 0,1-1 0,0 0 0,2 0 0,-1-1 0,2 0 0,0 0 0,1-1 0,1 0 0,0-1 0,1 0 0,18 16 0,-28-29 455,26 24-1176,46 30-7354,-48-41 8411,-24-13 293,0 0-1,-1 0 1,1 0-1,0-1 1,-1 1-1,1-1 1,0 1-1,0-1 1,-1 0 0,1 1-1,0-1 1,0 0-1,0 0 1,0 0-1,-1-1 1,1 1-1,0 0 1,0-1-1,-1 1 1,1-1-1,0 0 1,0 1-1,-1-1 1,1 0-1,-1 0 1,1 0-1,-1 0 1,1 0-1,1-2 1,-1 0 346,0-1 0,0 1 1,0-1-1,0 0 0,-1 0 1,0 0-1,1 0 0,-1 0 0,-1 0 1,1 0-1,0 0 0,-1-5 1,2-42-644,-8-83 0,6 131 0,0 0 0,0 0 0,0 0 0,-1 0 0,1 0 0,-1 0 0,0 0 0,0 0 0,0 0 0,0 0 0,0 1 0,-1-1 0,1 0 0,-1 1 0,0-1 0,0 1 0,0 0 0,0 0 0,0 0 0,0 0 0,-1 0 0,1 0 0,-1 0 0,1 1 0,-1-1 0,0 1 0,1 0 0,-1-1 0,0 2 0,0-1 0,0 0 0,0 0 0,0 1 0,0 0 0,0-1 0,0 1 0,0 0 0,0 1 0,-4 0 0,-7 1 0,1 1 0,-1 0 0,1 1 0,0 1 0,0 0 0,1 1 0,-15 9 0,1-2-1875,-12-4-5261,36-9 6779,0 0 0,1 0 0,-1 0 0,1 0 1,-1 0-1,1-1 0,-1 1 0,0-1 0,1 1 0,0-1 1,-1 0-1,1 1 0,-1-1 0,1 0 0,0 0 0,-1 0 1,1 0-1,0 0 0,-2-2 0,-8-26-1517,8 10 1874,2-1 0,2-32 0,-1 40 0,1-11 0</inkml:trace>
</inkml:ink>
</file>

<file path=ppt/ink/ink3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4T02:21:08.451"/>
    </inkml:context>
    <inkml:brush xml:id="br0">
      <inkml:brushProperty name="width" value="0.1" units="cm"/>
      <inkml:brushProperty name="height" value="0.1" units="cm"/>
      <inkml:brushProperty name="color" value="#00A0D7"/>
    </inkml:brush>
  </inkml:definitions>
  <inkml:trace contextRef="#ctx0" brushRef="#br0">183 0 8192,'0'35'15355,"0"-19"-12688,-1-12-2667,1 0 0,0 0 0,1 0 0,-1 0 0,1 0 0,-1-1 0,1 1 0,0 0 0,1 0 0,-1-1 0,1 1 0,-1 0 0,1-1 0,0 0 0,0 1 0,1-1 0,-1 0 0,1 0 0,-1 0 0,1 0 0,5 3 0,0-2 0,-1 0 0,1 0 0,0-1 0,1 0 0,-1-1 0,1 0 0,-1 0 0,15 1 0,-15-3 0,-1 1 0,1 1 0,-1-1 0,1 1 0,-1 1 0,0-1 0,0 1 0,0 1 0,0-1 0,-1 1 0,1 0 0,-1 0 0,0 1 0,0 0 0,0 0 0,8 11 0,-8-8 0,-2 1 0,1-1 0,-1 1 0,0 0 0,-1 0 0,0 0 0,-1 0 0,0 0 0,0 1 0,-1-1 0,0 1 0,-1 18 0,0 3 0,-2 0 0,-1 0 0,-1 0 0,-2 0 0,-1 0 0,-1-1 0,-1 0 0,-26 52 0,-71 110-2077,28-54 798,47-77-1080,-26 47-1050,11-42-3142,46-65 6450,-1 1 0,0-1-1,0 1 1,0-1-1,-1 0 1,1 0 0,0 1-1,0-1 1,-1 0-1,1 0 1,-1 0-1,1 0 1,-1 0 0,1-1-1,-1 1 1,0 0-1,1-1 1,-1 1-1,0-1 1,1 0 0,-1 1-1,0-1 1,-2 0-1,3-1 308,-1 0-1,1 1 1,-1-1-1,1 0 1,-1 0-1,1 0 1,0 0-1,-1-1 1,1 1-1,0 0 1,0 0 0,0-1-1,0 1 1,0-1-1,0 1 1,0-1-1,1 1 1,-2-4-1,-11-51 5791,10 25-5215,5-283 6646,-2 283-7427</inkml:trace>
</inkml:ink>
</file>

<file path=ppt/ink/ink3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4T02:21:08.777"/>
    </inkml:context>
    <inkml:brush xml:id="br0">
      <inkml:brushProperty name="width" value="0.1" units="cm"/>
      <inkml:brushProperty name="height" value="0.1" units="cm"/>
      <inkml:brushProperty name="color" value="#00A0D7"/>
    </inkml:brush>
  </inkml:definitions>
  <inkml:trace contextRef="#ctx0" brushRef="#br0">1 1 8192,'33'14'15204,"-25"-8"-13683,1 0-224,26 21-1297,0 1 0,-2 2 0,41 48 0,21 19 0,-56-60 0,-21-18 0,1-1 0,1-1 0,0-1 0,1-1 0,39 21 0,-29-22 0,1-2 0,0-2 0,1 0 0,0-3 0,61 7 0,-71-12 0,-2-1 0</inkml:trace>
</inkml:ink>
</file>

<file path=ppt/ink/ink3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4T02:21:09.823"/>
    </inkml:context>
    <inkml:brush xml:id="br0">
      <inkml:brushProperty name="width" value="0.1" units="cm"/>
      <inkml:brushProperty name="height" value="0.1" units="cm"/>
      <inkml:brushProperty name="color" value="#00A0D7"/>
    </inkml:brush>
  </inkml:definitions>
  <inkml:trace contextRef="#ctx0" brushRef="#br0">1 201 8192,'0'3'713,"1"-1"0,0 0 1,-1 1-1,1-1 0,0 0 1,0 0-1,1 1 0,-1-1 1,0 0-1,1 0 0,-1 0 0,1 0 1,0-1-1,-1 1 0,4 2 1,35 27 5212,-27-22-5243,-8-5-798,1 1 0,-2-1 0,1 1 0,0 0 0,-1 1 0,0-1 0,0 1 0,-1 0 0,1 0 0,-1 0 0,0 0 0,-1 0 0,0 1 0,0-1 0,0 1 0,-1 0 0,0-1 0,0 1 0,-1 0 0,1 0 0,-1-1 0,-1 1 0,0 0-1,-2 12 2,-4 9-799,-2 0 0,-1-1 0,-1 0 0,-20 37 0,21-44 508,4-8-1575,1 0 1,1 0-1,-6 24 1,2 39-688,9-48 3468,1-1 0,1 1 0,11 43 0,-11-53-1085,-1 0 0,0-1-1,-1 24 1,3 28-880,1-73 1517,-1 0 1,0-1-1,1 1 1,-2-1-1,1 0 0,4-10 1,-8 15-352,47-94-745,-5-2 0,-4-2 0,34-134 1,-69 221 742,0 0 0,1 0 0,1 1 0,0-1 0,1 1 0,0 0 0,0 1 0,1 0 0,1 0 0,-1 0 0,2 1 0,-1 0 0,1 1 0,13-10 0,43-29 4054,-42 32-249,-1-1 0,40-37 1,-56 47-3617,-1 0 0,0 0 0,-1 0 0,0-1 1,0 1-1,0-1 0,-1 0 0,0 0 0,0-1 1,0 1-1,1-12 0,-1-1-118,-1-1-1,-1 1 0,-2-23 1,0 20-71</inkml:trace>
</inkml:ink>
</file>

<file path=ppt/ink/ink3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4T02:21:10.369"/>
    </inkml:context>
    <inkml:brush xml:id="br0">
      <inkml:brushProperty name="width" value="0.1" units="cm"/>
      <inkml:brushProperty name="height" value="0.1" units="cm"/>
      <inkml:brushProperty name="color" value="#00A0D7"/>
    </inkml:brush>
  </inkml:definitions>
  <inkml:trace contextRef="#ctx0" brushRef="#br0">91 0 8192,'0'137'2616,"0"180"10915,0-203-11656,-3-91-1875,0 0 0,-2 0 0,0 0 0,-2-1 0,0 0 0,-11 22 0,11-26 0,5-14 0,0 1 0,-1-1 0,0 0 0,0 0 0,0 0 0,0 0 0,-5 4 0,0 3 0,33-16 0,319-121-2476,-312 111 4613,3-2-4595,-17 11 1899</inkml:trace>
</inkml:ink>
</file>

<file path=ppt/ink/ink3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4T02:21:10.915"/>
    </inkml:context>
    <inkml:brush xml:id="br0">
      <inkml:brushProperty name="width" value="0.1" units="cm"/>
      <inkml:brushProperty name="height" value="0.1" units="cm"/>
      <inkml:brushProperty name="color" value="#00A0D7"/>
    </inkml:brush>
  </inkml:definitions>
  <inkml:trace contextRef="#ctx0" brushRef="#br0">163 1 8192,'-3'4'599,"0"0"0,0 1 0,1-1 0,-1 1 0,1-1 0,0 1 0,0 0 0,1 0 0,0 0 0,0 0 0,0 0-1,-1 8 1,1 70 8515,2-56-7992,-2 13-1122,0-25 0,0 1 0,1-1 0,1 1 0,1-1 0,3 18 0,-4-32-16,-1 0 0,0 0 1,1 0-1,-1 0 1,0-1-1,1 1 1,-1 0-1,1 0 1,0-1-1,-1 1 0,1 0 1,0-1-1,-1 1 1,1 0-1,0-1 1,-1 1-1,1-1 1,0 1-1,0-1 0,0 0 1,0 1-1,-1-1 1,1 0-1,0 0 1,0 1-1,0-1 0,0 0 1,0 0-1,0 0 1,0 0-1,0 0 1,0 0-1,-1-1 1,1 1-1,0 0 0,0 0 1,0 0-1,0-1 1,0 1-1,0-1 1,-1 1-1,1-1 1,0 1-1,0-1 0,-1 1 1,1-1-1,1-1 1,42-34-1524,-35 27 1028,14-11-609,66-53-7281,-82 69 7925,-1-1 1,1 1 0,0 0-1,1 0 1,-1 1 0,1 0-1,-1 1 1,1-1 0,0 1-1,0 1 1,9-1 0,-15 2 582,0 0 1,1 0-1,-1 0 0,0 1 1,1-1-1,-1 1 1,0 0-1,0 0 1,0 0-1,0 0 0,1 0 1,-1 0-1,-1 0 1,1 0-1,0 1 1,0-1-1,0 1 0,1 2 1,1 0 478,-1 1 0,0 0 0,0-1 1,-1 1-1,1 0 0,-1 0 0,2 9 0,1 6 1594,-1 1 0,-1-1 0,1 24 0,-4-38-2157,-1 0-1,1 0 1,-1 0 0,0 0-1,0 0 1,-1-1-1,1 1 1,-1 0 0,-1-1-1,1 1 1,-1-1-1,0 1 1,0-1 0,-1 0-1,1-1 1,-1 1 0,0 0-1,0-1 1,-1 0-1,1 0 1,-1 0 0,0-1-1,-9 5 1,-12 6-1621,0-1 0,-1-1 0,-46 14 0,49-18 667,-24 8 1623,-124 37-8844,121-43 8152</inkml:trace>
</inkml:ink>
</file>

<file path=ppt/ink/ink3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4T02:21:11.508"/>
    </inkml:context>
    <inkml:brush xml:id="br0">
      <inkml:brushProperty name="width" value="0.1" units="cm"/>
      <inkml:brushProperty name="height" value="0.1" units="cm"/>
      <inkml:brushProperty name="color" value="#00A0D7"/>
    </inkml:brush>
  </inkml:definitions>
  <inkml:trace contextRef="#ctx0" brushRef="#br0">0 484 8192,'9'-2'1686,"-1"0"0,0 0 1,0-1-1,0 0 0,0 0 0,-1-1 1,0 0-1,1-1 0,8-7 1,6-1-528,58-33-1159,129-81 0,-180 107 0,-1-2 0,-1-1 0,-1 0 0,43-54 0,-63 70 0,-2-1 0,1 1 0,-1-1 0,0 1 0,0-1 0,-1 0 0,2-10 0,0-3 0</inkml:trace>
</inkml:ink>
</file>

<file path=ppt/ink/ink3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4T02:21:11.960"/>
    </inkml:context>
    <inkml:brush xml:id="br0">
      <inkml:brushProperty name="width" value="0.1" units="cm"/>
      <inkml:brushProperty name="height" value="0.1" units="cm"/>
      <inkml:brushProperty name="color" value="#00A0D7"/>
    </inkml:brush>
  </inkml:definitions>
  <inkml:trace contextRef="#ctx0" brushRef="#br0">71 0 8192,'14'300'14771,"3"-101"-11520,4-35-3251,6 123 0,-28 126 0,1-409 0,0 0 0,0 0 0,0 0 0,-1 0 0,0 0 0,1-1 0,-1 1 0,0 0 0,-1 0 0,1-1 0,-3 5 0,4-7 0,-1-1 0,1 1 0,-1-1 0,1 1 0,-1-1 0,0 1 0,1-1 0,-1 1 0,1-1 0,-1 1 0,0-1 0,1 0 0,-1 0 0,0 1 0,0-1 0,1 0 0,-1 0 0,0 0 0,0 0 0,1 0 0,-1 0 0,0 0 0,-1 0 0,0 0 0,0-1 0,0 0 0,-1 0 0,1 0 0,0 0 0,0 0 0,0 0 0,0 0 0,0-1 0,-4-3 0,-5-6 0,0 0 0,-18-26 0,9 10 0,-3 0 0</inkml:trace>
</inkml:ink>
</file>

<file path=ppt/ink/ink3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4T02:21:12.352"/>
    </inkml:context>
    <inkml:brush xml:id="br0">
      <inkml:brushProperty name="width" value="0.1" units="cm"/>
      <inkml:brushProperty name="height" value="0.1" units="cm"/>
      <inkml:brushProperty name="color" value="#00A0D7"/>
    </inkml:brush>
  </inkml:definitions>
  <inkml:trace contextRef="#ctx0" brushRef="#br0">169 1 8192,'0'24'3766,"0"-3"-1754,0 0-1,-1 0 1,-1 0 0,-5 22-1,5-36-1748,-1 0-1,1 0 0,-1 0 1,0 0-1,-1 0 0,0-1 1,0 0-1,0 1 0,-1-2 1,0 1-1,0 0 0,-1-1 1,1 0-1,-1 0 0,-8 4 1,2 0-1938,5-3-1057,-1 0 0,0-1 0,-1 0-1,-9 4 1,-1-7 46,17-4 2686</inkml:trace>
</inkml:ink>
</file>

<file path=ppt/ink/ink3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4T02:21:12.867"/>
    </inkml:context>
    <inkml:brush xml:id="br0">
      <inkml:brushProperty name="width" value="0.1" units="cm"/>
      <inkml:brushProperty name="height" value="0.1" units="cm"/>
      <inkml:brushProperty name="color" value="#00A0D7"/>
    </inkml:brush>
  </inkml:definitions>
  <inkml:trace contextRef="#ctx0" brushRef="#br0">147 1 8192,'-2'6'672,"0"0"-1,0 1 1,-1-1 0,0 0 0,0 0-1,-1 0 1,0-1 0,-6 8 0,0 2 2533,-38 49 3769,13-24-5177,32-38-1797,2 0 0,-1 0 0,0 0 0,0 1 0,1-1 0,-1 1 0,1-1 0,0 1 0,0 0 0,0-1 0,0 1 0,0 0 0,0 0 0,1-1 0,0 1 0,-1 0 0,1 0 0,0 0 0,0 0 0,1 4 0,1-2 0,-1 0 0,1 1 0,0-1 0,1-1 0,-1 1 0,1 0 0,0 0 0,0-1 0,0 0 0,5 5 0,10 9 0,0-2 0,1-1 0,36 24 0,-52-38 0,19 13 0,0-1 0,45 19 0,-56-28 0,0 0 0,1-1 0,-1 0 0,1-1 0,0 0 0,-1-1 0,1 0 0,18-1 0,-28-1 0,1 1 0,-1-1 0,1 1 0,-1-1 0,1 0 0,-1 0 0,1 0 0,-1 0 0,0 0 0,0-1 0,0 1 0,0-1 0,0 1 0,0-1 0,0 0 0,0 0 0,0 0 0,-1 0 0,1 0 0,-1 0 0,0 0 0,1 0 0,-1-1 0,0 1 0,0-1 0,0 1 0,-1 0 0,1-1 0,0-4 0,1-7 0,-1 0 0,0-1 0,-1 1 0,-2-17 0,1 9 0,0-7 0</inkml:trace>
</inkml:ink>
</file>

<file path=ppt/ink/ink3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4T02:21:13.286"/>
    </inkml:context>
    <inkml:brush xml:id="br0">
      <inkml:brushProperty name="width" value="0.1" units="cm"/>
      <inkml:brushProperty name="height" value="0.1" units="cm"/>
      <inkml:brushProperty name="color" value="#00A0D7"/>
    </inkml:brush>
  </inkml:definitions>
  <inkml:trace contextRef="#ctx0" brushRef="#br0">1 1 8192,'4'0'18022,"6"4"-18022,2 7 0,2 4 0,4 1 0,-2 2 0,2-3 0,-4-3 0</inkml:trace>
</inkml:ink>
</file>

<file path=ppt/ink/ink3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4T02:21:13.911"/>
    </inkml:context>
    <inkml:brush xml:id="br0">
      <inkml:brushProperty name="width" value="0.1" units="cm"/>
      <inkml:brushProperty name="height" value="0.1" units="cm"/>
      <inkml:brushProperty name="color" value="#00A0D7"/>
    </inkml:brush>
  </inkml:definitions>
  <inkml:trace contextRef="#ctx0" brushRef="#br0">733 14 8192,'-5'-12'6236,"3"11"-5987,-15 0 1970,-21 14-1775,32-11 573,-191 65 2267,81-29-998,-144 67 1,184-64-2287,60-28 0</inkml:trace>
</inkml:ink>
</file>

<file path=ppt/ink/ink3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4T02:21:14.661"/>
    </inkml:context>
    <inkml:brush xml:id="br0">
      <inkml:brushProperty name="width" value="0.1" units="cm"/>
      <inkml:brushProperty name="height" value="0.1" units="cm"/>
      <inkml:brushProperty name="color" value="#00A0D7"/>
    </inkml:brush>
  </inkml:definitions>
  <inkml:trace contextRef="#ctx0" brushRef="#br0">251 0 8192,'1'0'332,"1"1"0,-1-1 0,0 0 1,0 1-1,0-1 0,0 1 0,0-1 1,0 1-1,0-1 0,0 1 0,-1 0 1,1 0-1,0-1 0,0 1 0,0 0 1,-1 0-1,1 0 0,0 0 0,-1 0 1,1 0-1,-1 0 0,1 0 0,-1 0 1,1 0-1,-1 0 0,0 0 0,0 0 1,1 0-1,-1 0 0,0 0 0,0 1 1,0-1-1,0 0 0,0 0 0,-1 0 1,1 0-1,0 0 0,0 0 0,-1 2 0,0 4 253,0-1-1,-1 0 1,0 1-1,0-1 0,-4 10 1,-37 42-329,30-44-101,2 0 0,0 1 0,-10 19 0,19-30-136,0 0 0,0 0 1,1 0-1,-1 0 1,1 1-1,0-1 1,0 0-1,0 1 1,1-1-1,-1 1 0,1-1 1,0 1-1,1-1 1,-1 1-1,1-1 1,0 1-1,2 6 1,-1-7-20,0 0 0,0 0 0,0 0 0,1-1 0,0 1 0,0-1 0,0 0 0,0 1 0,0-1 0,4 2 0,-5-4 0,1 1 0,-1-1 0,0 1 0,-1-1 0,1 1 0,0 0 0,0-1 0,-1 1 0,1 0 0,-1 0 0,1 0 0,-1 1 0,0-1 0,0 0 0,0 0 0,0 1 0,0-1 0,-1 0 0,1 1 0,-1-1 0,1 1 0,-1-1 0,0 1 0,0-1 0,0 1 0,0-1 0,0 0 0,-1 1 0,1-1 0,-2 3 0,0 2 0,-1-1 0,-1 0 0,1 0 0,-1 0 0,0 0 0,0 0 0,-1-1 0,1 0 0,-1 0 0,0 0 0,-1-1 0,-11 8 0,9-6 0,1 0 0,-1 0 0,1 1 0,1 0 0,-1 0 0,-5 8 0,11-14 0,0 0 0,0 1 0,0-1 0,0 0 0,1 1 0,-1-1 0,0 1 0,1-1 0,-1 1 0,1-1 0,-1 1 0,1 0 0,0-1 0,-1 1 0,1-1 0,0 1 0,0 0 0,0-1 0,1 1 0,-1-1 0,0 1 0,0 0 0,1-1 0,-1 1 0,1-1 0,1 4 0,0-3 0,0 0 0,1 0 0,-1 0 0,0 0 0,1-1 0,0 1 0,-1-1 0,1 1 0,0-1 0,-1 0 0,1 0 0,0 0 0,5 1 0,13 1 0,1 0 0,-1-1 0,28-2 0,-38 0 0,192-2-7439,-53 0-700,-281 4 5167,-95 11 3500,180-9-528,-51 7 0,89-10 0,0 1 0,-1 1 0,1-1 0,1 1 0,-1 1 0,0-1 0,1 1 0,0 1 0,-8 5 0,14-9 0,-1 0 0,1-1 0,0 1 0,0 0 0,0 0 0,0 0 0,0 0 0,1 0 0,-1 0 0,0 0 0,0 0 0,1 0 0,-1 0 0,0 0 0,1 1 0,-1-1 0,1 0 0,0 0 0,-1 1 0,1-1 0,0 0 0,0 1 0,0-1 0,-1 0 0,2 2 0,-1-1 0,1-1 0,0 0 0,0 1 0,0-1 0,0 0 0,0 0 0,0 1 0,1-1 0,-1 0 0,0 0 0,0-1 0,1 1 0,-1 0 0,1 0 0,-1 0 0,1-1 0,1 1 0,8 3 0,0-1 0,1-1 0,-1 0 0,18 1 0,-3-3 0,1-1 0,-1-1 0,1-1 0,26-7 0,104-34 0,-141 39 0,126-42-649,-30-9 17667,-112 56-16944,0 0 1,0-1 0,0 1 0,-1-1-1,1 1 1,0 0 0,0 0-1,0-1 1,-1 1 0,1 0 0,0-1-1,0 1 1,-1 0 0,1 0-1,0-1 1,-1 1 0,1 0 0,0 0-1,-1 0 1,1 0 0,0-1 0,-1 1-1,1 0 1,-1 0 0,1 0-1,0 0 1,-1 0 0,1 0 0,0 0-1,-1 0 1,1 0 0,-1 0-1,1 0 1,0 0 0,-1 0 0,-51 5-3588,28 0 3018</inkml:trace>
</inkml:ink>
</file>

<file path=ppt/ink/ink3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4T02:21:14.991"/>
    </inkml:context>
    <inkml:brush xml:id="br0">
      <inkml:brushProperty name="width" value="0.1" units="cm"/>
      <inkml:brushProperty name="height" value="0.1" units="cm"/>
      <inkml:brushProperty name="color" value="#00A0D7"/>
    </inkml:brush>
  </inkml:definitions>
  <inkml:trace contextRef="#ctx0" brushRef="#br0">108 1 8192,'0'14'8867,"-2"-1"-3749,-6 24-2071,3-18-2265,-2 23-735,2 1 1,1-1-1,3 1 0,5 55 1,-2 0-77,-1-46 29,-2 64 0,1-116 0,0 1 0,0-1 0,0 1 0,0-1 0,0 0 0,0 1 0,0-1 0,0 1 0,0-1 0,0 1 0,0-1 0,0 1 0,0-1 0,0 1 0,0-1 0,0 1 0,-1-1 0,1 0 0,0 1 0,0-1 0,-1 1 0,1-1 0,0 0 0,0 1 0,-1-1 0,1 0 0,0 1 0,-1-1 0,1 0 0,-1 1 0,1-1 0,0 0 0,-1 0 0,1 1 0,-1-1 0,1 0 0,-1 0 0,1 0 0,0 0 0,-1 0 0,0 0 0,-17-17 0,-18-46 0,31 54 0,-8-14 0</inkml:trace>
</inkml:ink>
</file>

<file path=ppt/ink/ink3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4T02:21:15.302"/>
    </inkml:context>
    <inkml:brush xml:id="br0">
      <inkml:brushProperty name="width" value="0.1" units="cm"/>
      <inkml:brushProperty name="height" value="0.1" units="cm"/>
      <inkml:brushProperty name="color" value="#00A0D7"/>
    </inkml:brush>
  </inkml:definitions>
  <inkml:trace contextRef="#ctx0" brushRef="#br0">245 0 8192,'-7'1'513,"0"0"0,0 0 0,0 0 1,1 1-1,-1 0 0,0 1 0,1-1 1,0 1-1,0 0 0,0 1 0,0-1 0,0 1 1,-8 8-1,-8 8 4451,-36 43 0,37-39-4055,14-16-909,-28 31 0,31-31 0,24-22 0,-2-1 0,1-1 0</inkml:trace>
</inkml:ink>
</file>

<file path=ppt/ink/ink3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4T02:21:15.566"/>
    </inkml:context>
    <inkml:brush xml:id="br0">
      <inkml:brushProperty name="width" value="0.1" units="cm"/>
      <inkml:brushProperty name="height" value="0.1" units="cm"/>
      <inkml:brushProperty name="color" value="#00A0D7"/>
    </inkml:brush>
  </inkml:definitions>
  <inkml:trace contextRef="#ctx0" brushRef="#br0">0 1 8192,'5'0'0,"5"0"0,6 0 3356,4 0-3356,3 4 5483,2 2 2474,2-1-7957,-5 4 1226,-5 4-1226,-7 5 0,-3 3 0,-5 3 0,-1-3 0</inkml:trace>
</inkml:ink>
</file>

<file path=ppt/ink/ink3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4T02:21:16.452"/>
    </inkml:context>
    <inkml:brush xml:id="br0">
      <inkml:brushProperty name="width" value="0.1" units="cm"/>
      <inkml:brushProperty name="height" value="0.1" units="cm"/>
      <inkml:brushProperty name="color" value="#00A0D7"/>
    </inkml:brush>
  </inkml:definitions>
  <inkml:trace contextRef="#ctx0" brushRef="#br0">1 1 8192,'3'0'335,"-1"0"0,1 1 0,0-1 0,0 1 0,0 0 0,0 0 0,0 0 0,0 1 1,-1-1-1,1 0 0,-1 1 0,1 0 0,-1 0 0,1 0 0,-1 0 0,0 0 0,0 0 0,2 3 0,34 53 8334,-14-18-5682,-16-30-2987,0-1 0,0-1 0,1 1 0,0-1 0,1-1 0,-1 0 0,2 0 0,-1-1 0,0 0 0,1-1 0,0 0 0,1-1 0,-1 0 0,1-1 0,22 4 0,-24-6 0,0 0 0,0-1 0,0 0 0,0-1 0,0 0 0,0 0 0,-1-1 0,1 0 0,-1-1 0,1 0 0,-1-1 0,0 0 0,0 0 0,0-1 0,-1 0 0,1-1 0,-1 1 0,0-2 0,12-12 0,-9 7 0</inkml:trace>
</inkml:ink>
</file>

<file path=ppt/ink/ink3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4T02:21:16.906"/>
    </inkml:context>
    <inkml:brush xml:id="br0">
      <inkml:brushProperty name="width" value="0.1" units="cm"/>
      <inkml:brushProperty name="height" value="0.1" units="cm"/>
      <inkml:brushProperty name="color" value="#00A0D7"/>
    </inkml:brush>
  </inkml:definitions>
  <inkml:trace contextRef="#ctx0" brushRef="#br0">689 1 8192,'0'3'573,"-1"1"1,0-1 0,1 0 0,-1 1-1,0-1 1,0 0 0,-1 0 0,1 0-1,-1 0 1,0 0 0,0 0 0,1 0-1,-2 0 1,1-1 0,0 1 0,-5 3-1,-1 1 1081,0 0 0,-1-1-1,0 0 1,-11 5 0,-24 9-1654,-1-2 0,-74 18 0,-8 3 0,55-14 0,-99 40 0,170-65 0,-1 0 0,1 1 0,-1 0 0,0-1 0,1 1 0,-1 0 0,1-1 0,-1 1 0,1 0 0,0 0 0,-1 0 0,1 0 0,0 1 0,0-1 0,0 0 0,0 0 0,0 1 0,0-1 0,0 1 0,-1 1 0,3-2 0,-1 0 0,1 0 0,0 0 0,-1 0 0,1-1 0,0 1 0,0 0 0,-1-1 0,1 1 0,0 0 0,0-1 0,0 1 0,0-1 0,0 1 0,0-1 0,0 0 0,0 1 0,0-1 0,0 0 0,0 0 0,0 0 0,2 0 0,77 6 0,40-4-926,364-6-6968,-476 3 7357,0 1 0,0-1 0,0-1 0,0 1 0,0-1 0,0-1 0,-1 1 0,1-1 0,-1-1 0,1 1 0,7-6 0,-12 6 449,0 0 0,0 1 0,0-1 1,-1 0-1,1 0 0,-1-1 0,1 1 0,-1 0 0,0-1 0,-1 1 0,1-1 0,-1 0 0,1 0 0,-1 1 0,0-1 0,0 0 0,-1 0 0,1 0 0,-1 0 0,0 0 0,0 0 0,0 0 0,-1 0 0,-1-6 0,-3-20-471,-1 2 559</inkml:trace>
</inkml:ink>
</file>

<file path=ppt/ink/ink3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4T02:21:17.543"/>
    </inkml:context>
    <inkml:brush xml:id="br0">
      <inkml:brushProperty name="width" value="0.1" units="cm"/>
      <inkml:brushProperty name="height" value="0.1" units="cm"/>
      <inkml:brushProperty name="color" value="#00A0D7"/>
    </inkml:brush>
  </inkml:definitions>
  <inkml:trace contextRef="#ctx0" brushRef="#br0">1295 0 8192,'-2'1'208,"1"-1"-1,0 1 1,0-1 0,0 1 0,0-1 0,0 1 0,0 0 0,0 0-1,0-1 1,0 1 0,0 0 0,0 0 0,0 0 0,0 0 0,1 0 0,-1 0-1,0 0 1,1 0 0,-1 1 0,1-1 0,-1 0 0,1 0 0,0 0-1,-1 1 1,1-1 0,0 0 0,0 3 0,-5 40 8525,5-38-7816,-7 59-313,-3 0 1,-3-1 0,-26 77 0,-17 80-472,38-128-133,5-33 0,3 1 0,-5 119 0,15-175 0,0-1 0,0 0 0,-1 0 0,1 1 0,-1-1 0,0 0 0,0 0 0,-1 0 0,1 0 0,-1 0 0,-2 5 0,3-9 0,1 1 0,0-1 0,-1 1 0,1-1 0,0 1 0,-1-1 0,1 0 0,-1 1 0,1-1 0,-1 0 0,1 1 0,-1-1 0,0 0 0,1 1 0,-1-1 0,1 0 0,-1 0 0,1 0 0,-1 0 0,0 0 0,1 0 0,-1 1 0,0-1 0,1-1 0,-1 1 0,1 0 0,-1 0 0,-1 0 0,0-1 0,0 0 0,1-1 0,-1 1 0,0 0 0,0-1 0,1 1 0,-1-1 0,0 0 0,1 1 0,0-1 0,-1 0 0,-1-3 0,-8-15 0,0 0 0,1-1 0,1 1 0,1-2 0,1 1 0,1-1 0,1-1 0,-5-40 0,9 50 0,-1 1 0,0 0 0,0-1 0,-2 1 0,-8-22 0,11 31 0,-1 0 0,1 0 0,-1 1 0,1-1 0,-1 0 0,0 1 0,0 0 0,0-1 0,-1 1 0,1 0 0,0 0 0,-1 0 0,1 0 0,-1 0 0,0 1 0,0-1 0,0 1 0,1 0 0,-1 0 0,-1 0 0,1 0 0,0 0 0,0 1 0,0 0 0,0-1 0,0 1 0,0 0 0,-5 1 0,-48 8-694,-92 28 0,21-4-715,-21 2 173,2-1-2723,1-7-3617,136-26 7216,0 0 0,0-1 0,-1 1 0,1-2 0,-14-1 0,22 2 350,0-1-1,0 1 1,0 0 0,0 0-1,0 0 1,0-1-1,1 1 1,-1-1-1,0 1 1,0 0 0,0-1-1,1 0 1,-1 1-1,0-1 1,0 1-1,1-1 1,-1 0 0,1 1-1,-1-1 1,0 0-1,1 0 1,-1 0-1,1 1 1,-1-3 0,1 2 8,1-1 0,-1 0 0,0 0 0,1 1 1,-1-1-1,1 0 0,0 1 0,-1-1 1,1 0-1,0 1 0,0-1 0,0 1 0,0-1 1,0 1-1,0 0 0,1-1 0,-1 1 1,2-2-1,21-16 2,1 3 0</inkml:trace>
</inkml:ink>
</file>

<file path=ppt/ink/ink3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4T02:21:18.152"/>
    </inkml:context>
    <inkml:brush xml:id="br0">
      <inkml:brushProperty name="width" value="0.1" units="cm"/>
      <inkml:brushProperty name="height" value="0.1" units="cm"/>
      <inkml:brushProperty name="color" value="#00A0D7"/>
    </inkml:brush>
  </inkml:definitions>
  <inkml:trace contextRef="#ctx0" brushRef="#br0">94 1 8192,'51'0'5138,"78"1"2791,-90 0-6345,-1 2 1,76 17-1,12 3-1334,-87-18-266,-1 2 0,44 13 0,-81-20 16,0 1 0,1-1 0,-1 0 0,0 1 0,1-1 0,-1 1 0,0 0 0,0-1 0,0 1 0,0 0 0,0 0 0,1-1 0,-1 1 0,0 0 0,-1 0 0,1 0 0,0 0 0,1 2 0,-2-2 0,0-1 0,0 1 0,0 0 0,0-1 0,0 1 0,-1 0 0,1-1 0,0 1 0,0 0 0,0-1 0,-1 1 0,1-1 0,0 1 0,-1-1 0,1 1 0,-1-1 0,1 1 0,0-1 0,-1 1 0,1-1 0,-1 1 0,1-1 0,-1 0 0,0 1 0,0-1 0,-5 4 0,0-1 0,-1 0 0,1-1 0,0 0 0,-10 2 0,-53 11-541,-135 25-2274,109-25-2074,1 4 0,-142 48 1,220-58 5015,14 0 210,4-8-244,0 1 0,1 0-1,-1-1 1,0 0 0,0 0 0,1 1 0,-1-1 0,1-1 0,-1 1-1,5 1 1,75 12 1393,-11-4-723,76 21 1,60 9-709,-138-32-3884,49 6 2724,17-11 15253,-133-5-13659,-19-7 1157,-20-3-2817,21 8 3902,-16-3-2171,2 0-560</inkml:trace>
</inkml:ink>
</file>

<file path=ppt/ink/ink3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4T02:21:18.574"/>
    </inkml:context>
    <inkml:brush xml:id="br0">
      <inkml:brushProperty name="width" value="0.1" units="cm"/>
      <inkml:brushProperty name="height" value="0.1" units="cm"/>
      <inkml:brushProperty name="color" value="#00A0D7"/>
    </inkml:brush>
  </inkml:definitions>
  <inkml:trace contextRef="#ctx0" brushRef="#br0">152 1 8192,'-5'20'8385,"-14"13"-6611,7-13 3537,-25 49-3599,23-46-1544,0 2 0,2 0 0,1 0 0,-14 47 0,24-66-168,0 0 0,1 0 0,0 0 0,0 0 0,0 0 0,1 0 0,0 0 0,0 0 0,0 0 0,1 0 0,0-1 0,0 1 0,1 0 0,-1-1 0,1 0 0,0 0 0,1 0 0,-1 0 0,1 0 0,0-1 0,0 1 0,1-1 0,-1 0 0,10 6 0,10 7 0,1-2 0,0 0 0,49 20 0,-58-28 0,9 4-179,-4 0-1023,1-1 0,0-1-1,0-1 1,1-1-1,0-1 1,1-1 0,27 3-1,-49-8 772,1 0 0,-1 0 0,0 0 0,1 0 0,-1-1 0,0 1 1,1-1-1,-1 1 0,0-1 0,1 0 0,-1 0 0,0 0 0,0 0 0,0 0 0,2-2 0,-3 2 307,0 0 1,0 0-1,0 0 1,0 0-1,-1-1 1,1 1-1,0 0 0,-1 0 1,1-1-1,-1 1 1,1-1-1,-1 1 1,0 0-1,1-1 0,-1 1 1,0-1-1,0 1 1,0-3-1,-2-5 873,0 0 1,0 0-1,0 0 0,-1 1 1,-1-1-1,-4-9 0,-1-1 2950,1-2-2785</inkml:trace>
</inkml:ink>
</file>

<file path=ppt/ink/ink3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4T02:21:18.839"/>
    </inkml:context>
    <inkml:brush xml:id="br0">
      <inkml:brushProperty name="width" value="0.1" units="cm"/>
      <inkml:brushProperty name="height" value="0.1" units="cm"/>
      <inkml:brushProperty name="color" value="#00A0D7"/>
    </inkml:brush>
  </inkml:definitions>
  <inkml:trace contextRef="#ctx0" brushRef="#br0">231 144 8192,'-2'0'779,"0"0"0,-1 1-1,1-1 1,0 1 0,0 0 0,-1 0 0,1 0 0,0 0 0,0 0 0,0 1 0,0-1 0,-3 3 0,-26 26 3973,6-6-3152,14-15-1407,0-1 0,-1 0 0,0-1 0,0 0 0,-1-1 0,0 0 0,-15 4 0,27-10-193,0 0 0,0 1 0,0-1 0,0 0 0,0 0 0,0 0 0,0 0 0,0 0 0,0 0 0,0 0 0,0-1 0,0 1 0,1 0 0,-1 0 0,0-1 0,0 1 0,0-1 0,0 1 0,0-1 0,0 1 0,1-1 0,-1 1 0,0-1 0,0 0 0,1 1 0,-2-2 0,1 0 0,0 0 0,0 0 0,1 0 0,-1 0 0,0-1 0,1 1 0,-1 0 0,1 0 0,0 0 0,-1-1 0,1-2 0,1-4 0,0 0 0,0 1 0,0-1 0,6-16 0,4-4-1119,2 2 0,28-49 1,-13 33 1118</inkml:trace>
</inkml:ink>
</file>

<file path=ppt/ink/ink3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4T02:21:19.322"/>
    </inkml:context>
    <inkml:brush xml:id="br0">
      <inkml:brushProperty name="width" value="0.1" units="cm"/>
      <inkml:brushProperty name="height" value="0.1" units="cm"/>
      <inkml:brushProperty name="color" value="#00A0D7"/>
    </inkml:brush>
  </inkml:definitions>
  <inkml:trace contextRef="#ctx0" brushRef="#br0">160 1 8192,'-5'0'478,"0"0"1,0 0-1,0 1 1,0 0-1,0 0 1,0 0-1,0 0 1,0 1-1,0 0 1,0 0-1,1 0 1,-8 5-1,4 0 1386,-1 1 0,1-1-1,1 2 1,-9 10-1,-6 7-401,21-25-1449,-1 0 1,1 0-1,-1 0 1,1 1-1,0-1 0,0 0 1,0 1-1,0-1 0,0 1 1,0 0-1,0-1 1,0 1-1,1 0 0,-1-1 1,0 1-1,1 0 1,0 0-1,-1-1 0,1 1 1,0 0-1,0 0 0,0 0 1,0 0-1,0-1 1,0 1-1,1 0 0,-1 0 1,1 0-1,-1-1 1,1 1-1,0 0 0,-1-1 1,1 1-1,0 0 0,0-1 1,0 1-1,0-1 1,1 0-1,-1 1 0,0-1 1,1 0-1,1 2 1,8 4 54,0-1 1,0-1 0,0 0-1,0-1 1,18 5 0,-4 0-35,12 3-854,-18-6-850,-1 0 1,1 1-1,-1 1 1,-1 0-1,28 18 0,-42-23 1479,0-1 0,0 1 0,0-1 0,-1 1 0,1 0 0,-1 0-1,1 0 1,-1 0 0,0 1 0,0-1 0,0 1 0,-1-1 0,1 1 0,-1 0-1,0-1 1,0 1 0,0 0 0,-1 0 0,1 0 0,-1 0 0,0 0 0,0 0-1,0-1 1,-1 1 0,1 0 0,-1 0 0,0 0 0,0 0 0,0-1 0,-1 1-1,1-1 1,-1 1 0,0-1 0,-2 4 0,-13 20 1433,0-2 0,-1 0 0,-43 44 0,56-64-1629,-1 0 1,0-1-1,0 0 0,0-1 0,0 1 0,-1-1 0,1 0 0,-1-1 0,0 1 0,0-1 0,-10 1 0,-13 6-433,13-4 820</inkml:trace>
</inkml:ink>
</file>

<file path=ppt/ink/ink3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4T02:21:19.619"/>
    </inkml:context>
    <inkml:brush xml:id="br0">
      <inkml:brushProperty name="width" value="0.1" units="cm"/>
      <inkml:brushProperty name="height" value="0.1" units="cm"/>
      <inkml:brushProperty name="color" value="#00A0D7"/>
    </inkml:brush>
  </inkml:definitions>
  <inkml:trace contextRef="#ctx0" brushRef="#br0">1 0 8192,'12'1'926,"-1"1"-1,1 0 1,-1 0 0,1 1 0,-1 1-1,0 0 1,0 0 0,0 1 0,17 11-1,12 10 3408,37 30-1,-67-48-4232,36 27-330,36 30-4284,157 93 1,-210-142 3761,0-2 0,2-1 0,-1-1 0,2-1 0,-1-2 0,1-1 0,1-2 0,-1-1 0,61 2 0,66-11-493,-135 4 1245</inkml:trace>
</inkml:ink>
</file>

<file path=ppt/ink/ink3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4T02:22:33.262"/>
    </inkml:context>
    <inkml:brush xml:id="br0">
      <inkml:brushProperty name="width" value="0.1" units="cm"/>
      <inkml:brushProperty name="height" value="0.1" units="cm"/>
      <inkml:brushProperty name="color" value="#00A0D7"/>
    </inkml:brush>
  </inkml:definitions>
  <inkml:trace contextRef="#ctx0" brushRef="#br0">165 0 8192,'1'88'1845,"-7"150"10701,-10-137-10141,-55 244-1179,66-310-1226,1 1 0,2 52 0,0 7 0,3-94 0,-1 0 0,0 0 0,0 0 0,0 1 0,0-1 0,0 0 0,0 0 0,0 0 0,0 0 0,0 0 0,-1 0 0,1 0 0,0 0 0,-1 0 0,1 0 0,-1 0 0,1 0 0,-1 0 0,1 0 0,-1 0 0,0 0 0,0 0 0,1 0 0,-1-1 0,0 1 0,0 0 0,0-1 0,0 1 0,0 0 0,1-1 0,-1 1 0,0-1 0,-2 1 0,1-2 0,0 1 0,0-1 0,0 0 0,1 0 0,-1 0 0,0 0 0,0 0 0,1 0 0,-1-1 0,0 1 0,1-1 0,-1 1 0,1-1 0,0 1 0,-1-1 0,-1-3 0,-9-14 0</inkml:trace>
</inkml:ink>
</file>

<file path=ppt/ink/ink3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4T02:22:33.590"/>
    </inkml:context>
    <inkml:brush xml:id="br0">
      <inkml:brushProperty name="width" value="0.1" units="cm"/>
      <inkml:brushProperty name="height" value="0.1" units="cm"/>
      <inkml:brushProperty name="color" value="#00A0D7"/>
    </inkml:brush>
  </inkml:definitions>
  <inkml:trace contextRef="#ctx0" brushRef="#br0">1 1 8192,'14'4'8819,"2"6"-8819,4 2 7957,-1 2-7957,0 0 1246,2 1-1246,-3 3 0,-9-2 0,-6 0 0,-7-1 0,-4-5 0</inkml:trace>
</inkml:ink>
</file>

<file path=ppt/ink/ink3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4T02:22:33.825"/>
    </inkml:context>
    <inkml:brush xml:id="br0">
      <inkml:brushProperty name="width" value="0.1" units="cm"/>
      <inkml:brushProperty name="height" value="0.1" units="cm"/>
      <inkml:brushProperty name="color" value="#00A0D7"/>
    </inkml:brush>
  </inkml:definitions>
  <inkml:trace contextRef="#ctx0" brushRef="#br0">0 115 8192,'1'2'398,"-1"0"1,1 0-1,-1 0 0,1 0 1,0 0-1,0 0 0,0 0 1,0 0-1,0 0 1,1 0-1,-1 0 0,0-1 1,1 1-1,-1-1 0,1 1 1,0-1-1,0 1 1,-1-1-1,1 0 0,0 0 1,0 0-1,0 0 0,0 0 1,0-1-1,0 1 1,0 0-1,0-1 0,3 1 1,64 8 6062,-68-9-6453,66 4-8,-1-4 0,1-2 0,-1-3 0,0-3 0,0-3 0,97-30 0,90-32-3356,-182 51 6327,-55 14-2971</inkml:trace>
</inkml:ink>
</file>

<file path=ppt/ink/ink3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4T02:22:34.058"/>
    </inkml:context>
    <inkml:brush xml:id="br0">
      <inkml:brushProperty name="width" value="0.1" units="cm"/>
      <inkml:brushProperty name="height" value="0.1" units="cm"/>
      <inkml:brushProperty name="color" value="#00A0D7"/>
    </inkml:brush>
  </inkml:definitions>
  <inkml:trace contextRef="#ctx0" brushRef="#br0">311 46 8192,'-4'0'0,"-7"0"3356,-4 0-3356,-5 0 0,-3 0 0,-3 0 5483,0 0-5483,-1 0 0,0 0 7957,1 0-7957,-1 0 1226,1 0-1226,5-4 0,5-6 0,6-6 0,5 1 0</inkml:trace>
</inkml:ink>
</file>

<file path=ppt/ink/ink3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4T02:22:34.352"/>
    </inkml:context>
    <inkml:brush xml:id="br0">
      <inkml:brushProperty name="width" value="0.1" units="cm"/>
      <inkml:brushProperty name="height" value="0.1" units="cm"/>
      <inkml:brushProperty name="color" value="#00A0D7"/>
    </inkml:brush>
  </inkml:definitions>
  <inkml:trace contextRef="#ctx0" brushRef="#br0">182 1 8192,'-8'205'13736,"-8"-69"-9450,2-25-4286,0 196 0,14-306 0,0 6 0,0-1 0,0 1 0,0-1 0,-1 1 0,0-1 0,-3 9 0,4-14 0,-1 1 0,1-1 0,-1 0 0,0 0 0,0 0 0,1 0 0,-1 0 0,0 0 0,0 0 0,0 0 0,0 0 0,0 0 0,0 0 0,-1 0 0,1-1 0,0 1 0,0 0 0,0-1 0,-1 1 0,1-1 0,0 0 0,-1 1 0,1-1 0,0 0 0,-1 0 0,1 0 0,-1 0 0,1 0 0,0 0 0,-1 0 0,1 0 0,0-1 0,-1 1 0,1 0 0,0-1 0,-3 0 0,-48-20 0,24 8 0</inkml:trace>
</inkml:ink>
</file>

<file path=ppt/ink/ink3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4T02:22:34.662"/>
    </inkml:context>
    <inkml:brush xml:id="br0">
      <inkml:brushProperty name="width" value="0.1" units="cm"/>
      <inkml:brushProperty name="height" value="0.1" units="cm"/>
      <inkml:brushProperty name="color" value="#00A0D7"/>
    </inkml:brush>
  </inkml:definitions>
  <inkml:trace contextRef="#ctx0" brushRef="#br0">77 0 8192,'-4'26'6932,"-4"1"-4478,-1 5-2488,-2 27 2924,2 0 0,-2 96 0,9-116-2890,-12 62 0,5-42 0,11-102 0,-1 18 0,0 0 0,5-25 0,0 23 0,-1 4 0</inkml:trace>
</inkml:ink>
</file>

<file path=ppt/ink/ink3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4T02:22:35.100"/>
    </inkml:context>
    <inkml:brush xml:id="br0">
      <inkml:brushProperty name="width" value="0.1" units="cm"/>
      <inkml:brushProperty name="height" value="0.1" units="cm"/>
      <inkml:brushProperty name="color" value="#00A0D7"/>
    </inkml:brush>
  </inkml:definitions>
  <inkml:trace contextRef="#ctx0" brushRef="#br0">144 2 8192,'67'-1'4351,"17"1"6044,-29 2-7119,-51-1-3276,0-1 0,0 1 0,-1 0 0,1 0 0,0 0 0,-1 0 0,1 1 0,-1 0 0,1-1 0,-1 1 0,0 1 0,0-1 0,0 0 0,0 1 0,0-1 0,0 1 0,-1 0 0,1 0 0,-1 0 0,0 0 0,0 1 0,0-1 0,0 0 0,-1 1 0,1 0 0,-1-1 0,0 1 0,0 0 0,0-1 0,0 1 0,-1 4 0,3 15 0,-2 0 0,-1-1 0,-1 1 0,-3 26 0,1-25 0,-4 14 0,-1 0 0,-3 0 0,0-1 0,-3 0 0,-27 53 0,11-24 0,11-17 0,12-31 0,1 0 0,-2 0 0,-1 0 0,0-1 0,-1 0 0,-18 23 0,28-40 0,-1 1 0,1-1 0,-1 1 0,1-1 0,0 1 0,-1-1 0,1 0 0,-1 1 0,1-1 0,-1 0 0,1 1 0,-1-1 0,1 0 0,-1 0 0,0 1 0,1-1 0,-1 0 0,1 0 0,-1 0 0,1 0 0,-1 0 0,0 0 0,1 0 0,-1 0 0,1 0 0,-1 0 0,0 0 0,1 0 0,-1 0 0,1 0 0,-1-1 0,1 1 0,-1 0 0,0 0 0,1-1 0,-1 1 0,1 0 0,-1-1 0,1 1 0,0-1 0,-1 1 0,1 0 0,-1-1 0,1 1 0,0-1 0,-1 1 0,1-2 0,-14-31 0,10 23 0,-7-19 0,-2-8 0,-2 2 0,-1 0 0,-1 0 0,-26-36 0,1 5-2797,32 45 2238</inkml:trace>
</inkml:ink>
</file>

<file path=ppt/ink/ink3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4T02:22:35.396"/>
    </inkml:context>
    <inkml:brush xml:id="br0">
      <inkml:brushProperty name="width" value="0.1" units="cm"/>
      <inkml:brushProperty name="height" value="0.1" units="cm"/>
      <inkml:brushProperty name="color" value="#00A0D7"/>
    </inkml:brush>
  </inkml:definitions>
  <inkml:trace contextRef="#ctx0" brushRef="#br0">0 1 8192,'5'0'18022,"5"0"-18022,5 0 0,6 0 0,2 0 0,2 0 0,1 0 0,-8 0 0,-11 0 0,-8 0 0</inkml:trace>
</inkml:ink>
</file>

<file path=ppt/ink/ink3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4T02:22:35.630"/>
    </inkml:context>
    <inkml:brush xml:id="br0">
      <inkml:brushProperty name="width" value="0.1" units="cm"/>
      <inkml:brushProperty name="height" value="0.1" units="cm"/>
      <inkml:brushProperty name="color" value="#00A0D7"/>
    </inkml:brush>
  </inkml:definitions>
  <inkml:trace contextRef="#ctx0" brushRef="#br0">1 143 8192,'13'1'3189,"1"0"1,-1 1 0,19 5-1,26 4 2075,20-6-5264,127-8 0,-197 3 0,-1-2 0,1 1 0,0-1 0,-1 0 0,0-1 0,1 1 0,-1-2 0,0 1 0,0-1 0,11-8 0,-1-2 0,-1 0 0,21-24 0,16-15 0,-37 41 0</inkml:trace>
</inkml:ink>
</file>

<file path=ppt/ink/ink3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4T02:22:36.006"/>
    </inkml:context>
    <inkml:brush xml:id="br0">
      <inkml:brushProperty name="width" value="0.1" units="cm"/>
      <inkml:brushProperty name="height" value="0.1" units="cm"/>
      <inkml:brushProperty name="color" value="#00A0D7"/>
    </inkml:brush>
  </inkml:definitions>
  <inkml:trace contextRef="#ctx0" brushRef="#br0">1 57 8192,'4'0'18022,"6"0"-18022,6 0 0,4 0 0,3 0 0,-2-5 0,0-1 0,0-3 0,1-2 0,-3-2 0,-5 1 0</inkml:trace>
</inkml:ink>
</file>

<file path=ppt/ink/ink3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4T02:22:36.786"/>
    </inkml:context>
    <inkml:brush xml:id="br0">
      <inkml:brushProperty name="width" value="0.1" units="cm"/>
      <inkml:brushProperty name="height" value="0.1" units="cm"/>
      <inkml:brushProperty name="color" value="#00A0D7"/>
    </inkml:brush>
  </inkml:definitions>
  <inkml:trace contextRef="#ctx0" brushRef="#br0">563 1 8192,'-14'9'5962,"14"-8"-5565,-1 0 1,1 0-1,-1 0 1,1 0-1,-1 0 1,1 0-1,0 0 1,-1 0-1,1 1 1,0-1-1,0 2 1,-6 35 6635,6-33-6776,-6 269-1205,0 12-901,-5-74-2026,5-61-5021,2-118 9560,3-27 220,0-1 0,-1 1 0,0 0-1,1 0 1,-2-1 0,-2 6 0,5-10-601,-1 0-1,0 1 1,0-1 0,1 0-1,-1 0 1,0 0-1,0 0 1,0 0-1,0 0 1,0-1 0,0 1-1,0 0 1,-1 0-1,1-1 1,0 1 0,0-1-1,-1 1 1,1-1-1,0 1 1,-2-1-1,0 0-118,1 0 0,0 0-1,-1-1 1,1 1 0,0-1-1,0 0 1,0 0 0,0 0-1,0 0 1,0 0 0,0 0-1,0 0 1,0-1 0,0 1-1,0-1 1,-1-1 0,-21-17-164,17 15 0,1 0 0,-1 0 0,1 0 0,0-1 0,0 0 0,1 0 0,0 0 0,0-1 0,0 1 0,1-1 0,0 0 0,0-1 0,-4-11 0,8 16 0,1 1 0,-1 0 0,0 0 0,1 0 0,-1 0 0,1 0 0,0 0 0,-1 0 0,1 0 0,0 0 0,0 0 0,0 0 0,1 1 0,-1-1 0,0 0 0,1 1 0,-1-1 0,1 1 0,-1-1 0,1 1 0,0 0 0,0 0 0,0-1 0,-1 1 0,1 1 0,0-1 0,0 0 0,0 0 0,0 1 0,3-1 0,1-1 0,0 0 0,-1 1 0,1 0 0,0 0 0,0 0 0,0 1 0,0-1 0,0 2 0,11 0 0,-17 0 0,0-1 0,0 1 0,0-1 0,0 1 0,0-1 0,0 0 0,0 1 0,-1-1 0,1 1 0,0-1 0,0 1 0,0-1 0,-1 0 0,1 1 0,0-1 0,0 0 0,-1 1 0,1-1 0,0 0 0,-1 1 0,1-1 0,0 0 0,-1 0 0,1 1 0,0-1 0,-1 0 0,1 0 0,-1 0 0,1 1 0,-1-1 0,1 0 0,0 0 0,-1 0 0,0 0 0,-19 11 0,-100 35-887,57-24 92,-107 55 1,150-64-443,-10 15-4928,29-27 5900,0 0-1,0 0 1,1 0-1,-1 0 1,1 0-1,-1 0 0,0 0 1,1 0-1,0 0 1,-1 0-1,1 1 1,0-1-1,0 0 1,-1 0-1,1 0 1,0 0-1,0 1 1,0-1-1,0 0 1,1 2-1,0-2 138,0 1-1,0-1 1,0 0-1,0 0 1,0 1 0,0-1-1,0 0 1,0 0-1,1 0 1,-1 0-1,0 0 1,1 0 0,-1 0-1,1-1 1,-1 1-1,1-1 1,-1 1 0,1-1-1,2 1 1,45 10 128,0-3 0,79 5 0,-74-11 2476,-32-2-1981</inkml:trace>
</inkml:ink>
</file>

<file path=ppt/ink/ink3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4T02:22:37.269"/>
    </inkml:context>
    <inkml:brush xml:id="br0">
      <inkml:brushProperty name="width" value="0.1" units="cm"/>
      <inkml:brushProperty name="height" value="0.1" units="cm"/>
      <inkml:brushProperty name="color" value="#00A0D7"/>
    </inkml:brush>
  </inkml:definitions>
  <inkml:trace contextRef="#ctx0" brushRef="#br0">262 0 8192,'-1'4'227,"-1"-1"0,-1 1 0,1-1 0,0 1 0,-1-1 0,0 0 0,0 0 0,0 0 0,0 0 0,0-1-1,0 0 1,-1 1 0,-5 2 0,2-1-48,-52 35 2562,28-19 2334,-46 37 1,40-17-3302,36-40-1774,0 1 0,1 0 0,-1-1 0,1 1 0,-1-1 0,1 1 0,0 0 0,-1-1 0,1 1 0,0 0 0,-1 0 0,1-1 0,0 1 0,0 0 0,-1 0 0,1-1 0,0 1 0,0 0 0,0 0 0,0-1 0,0 2 0,13 3 0,33-13 0,-30 5 0,-14 2 0,0 1 0,0 0 0,0 0 0,0 0 0,0 0 0,1 0 0,-1 0 0,0 0 0,0 1 0,0-1 0,-1 1 0,1-1 0,0 1 0,0 0 0,0 0 0,0 0 0,0 0 0,-1 0 0,1 0 0,0 0 0,-1 1 0,1-1 0,-1 0 0,0 1 0,2 2 0,0 1 0,-1 1 0,0-1 0,0 1 0,0 0 0,-1 0 0,0-1 0,0 8 0,0-8 0,-1 1 0,1 0 0,1-1 0,-1 1 0,1-1 0,0 1 0,4 9 0,-4-14 0,-1 1 0,1 0 0,-1-1 0,1 1 0,0-1 0,0 1 0,0-1 0,0 0 0,0 0 0,0 0 0,0 0 0,0 0 0,0 0 0,0-1 0,0 1 0,0-1 0,1 1 0,-1-1 0,0 0 0,0 0 0,1 0 0,-1 0 0,0 0 0,0-1 0,4 0 0,10-3-292,1 0 0,-1-2 0,0 0 0,0 0 0,-1-2 0,0 0 0,17-11 0,46-24-728,-16 19 1020,-37 13 0</inkml:trace>
</inkml:ink>
</file>

<file path=ppt/ink/ink3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4T02:22:37.892"/>
    </inkml:context>
    <inkml:brush xml:id="br0">
      <inkml:brushProperty name="width" value="0.1" units="cm"/>
      <inkml:brushProperty name="height" value="0.1" units="cm"/>
      <inkml:brushProperty name="color" value="#00A0D7"/>
    </inkml:brush>
  </inkml:definitions>
  <inkml:trace contextRef="#ctx0" brushRef="#br0">0 30 8192,'29'-1'4395,"0"-2"1,30-7-1,-30 5-1977,57-3 0,-75 8-2470,1-2-554,0 2 1,1 0-1,-1 0 0,1 1 1,-1 1-1,0 0 0,0 0 1,0 1-1,0 1 0,0 0 1,0 1-1,17 10 0,19 12-1632,2-1 1,0-2-1,72 23 0,-38-16 1093,-20-9 1145,67 13 0,-86-24 0,178 27 0,-80-17 0,-62-10 0,1-4 0,-1-4 0,105-8 0,-162 3 0,-1 0 0,0-2 0,0-1 0,-1 0 0,27-11 0,-14 1 0</inkml:trace>
</inkml:ink>
</file>

<file path=ppt/ink/ink3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4T02:22:38.910"/>
    </inkml:context>
    <inkml:brush xml:id="br0">
      <inkml:brushProperty name="width" value="0.1" units="cm"/>
      <inkml:brushProperty name="height" value="0.1" units="cm"/>
      <inkml:brushProperty name="color" value="#00A0D7"/>
    </inkml:brush>
  </inkml:definitions>
  <inkml:trace contextRef="#ctx0" brushRef="#br0">0 0 8192,'34'15'4906,"-14"-5"-1460,7-1-1668,0-2 0,0-1-1,28 3 1,38 9-228,-4 1-2164,0-4 0,135 5 0,186-17-3236,0 0 1711,243 19-6839,-86 4 8774,-341-16 204,194 5 0,2451-16 10146,-1843 1-2270,-986 0-7876</inkml:trace>
</inkml:ink>
</file>

<file path=ppt/ink/ink3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4T02:22:39.192"/>
    </inkml:context>
    <inkml:brush xml:id="br0">
      <inkml:brushProperty name="width" value="0.1" units="cm"/>
      <inkml:brushProperty name="height" value="0.1" units="cm"/>
      <inkml:brushProperty name="color" value="#00A0D7"/>
    </inkml:brush>
  </inkml:definitions>
  <inkml:trace contextRef="#ctx0" brushRef="#br0">1 21 8192,'951'0'0,"-914"-1"1423,0-2 0,42-8 1,-54 6 3145</inkml:trace>
</inkml:ink>
</file>

<file path=ppt/ink/ink4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4T02:22:40.710"/>
    </inkml:context>
    <inkml:brush xml:id="br0">
      <inkml:brushProperty name="width" value="0.1" units="cm"/>
      <inkml:brushProperty name="height" value="0.1" units="cm"/>
      <inkml:brushProperty name="color" value="#00A0D7"/>
    </inkml:brush>
  </inkml:definitions>
  <inkml:trace contextRef="#ctx0" brushRef="#br0">1 1 8192,'39'1'1729,"65"7"10904,-58-1-9995,9-1-2314,94-3 1,-95-4-201,-1 3 0,57 8 1,-5 8-125,1-5 0,117-1 0,-129-13 0,128 16 0,-142-8 0,145-6 0,37 2 0,-134 22 0,-111-22 0,46 7 0,113 3 0,-28 0-3624,-18-1-678,-104-12 3388</inkml:trace>
</inkml:ink>
</file>

<file path=ppt/ink/ink4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4T02:23:05.225"/>
    </inkml:context>
    <inkml:brush xml:id="br0">
      <inkml:brushProperty name="width" value="0.1" units="cm"/>
      <inkml:brushProperty name="height" value="0.1" units="cm"/>
      <inkml:brushProperty name="color" value="#00A0D7"/>
    </inkml:brush>
  </inkml:definitions>
  <inkml:trace contextRef="#ctx0" brushRef="#br0">1 104 8192,'14'0'9199,"0"0"-3956,29 0-2825,-15 0-1461,1595 0-752,-1593-2-205,54-9 0,-53 6 0,53-3 0,-40 8 0,34-1 0,111-13 0,58-13 0,-50 14-3327,103 15-6864,-107 0 6725,132-15 2807,17 0 280,990 13 379,-1119 14 0,-18-1 0,1201-11 0,-678-5 0,-357 3 1920,181 0 5615,-518 0-499,-2 0-5505</inkml:trace>
</inkml:ink>
</file>

<file path=ppt/ink/ink4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4T04:47:22.125"/>
    </inkml:context>
    <inkml:brush xml:id="br0">
      <inkml:brushProperty name="width" value="0.1" units="cm"/>
      <inkml:brushProperty name="height" value="0.1" units="cm"/>
      <inkml:brushProperty name="color" value="#E71224"/>
    </inkml:brush>
  </inkml:definitions>
  <inkml:trace contextRef="#ctx0" brushRef="#br0">1 102 8192,'48'0'1151,"10"1"5676,60-8 0,-42-7-3812,17-7-3028,179-16 0,100 20-2586,-258 14 2070,770-1-14137,-819 9 14666,0 3 0,-1 2 0,0 4 0,0 2 0,102 41 0,-151-50 836,0 0 0,0 1 0,0 1 0,-1 0 1,-1 1-1,0 1 0,18 18 0,-1 4 3656,40 56 1,-56-73-2350,-3-4-1938</inkml:trace>
</inkml:ink>
</file>

<file path=ppt/ink/ink4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4T03:09:57.649"/>
    </inkml:context>
    <inkml:brush xml:id="br0">
      <inkml:brushProperty name="width" value="0.1" units="cm"/>
      <inkml:brushProperty name="height" value="0.1" units="cm"/>
      <inkml:brushProperty name="color" value="#00A0D7"/>
    </inkml:brush>
  </inkml:definitions>
  <inkml:trace contextRef="#ctx0" brushRef="#br0">1 1 8192,'0'0'0</inkml:trace>
</inkml:ink>
</file>

<file path=ppt/ink/ink4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4T04:47:33.476"/>
    </inkml:context>
    <inkml:brush xml:id="br0">
      <inkml:brushProperty name="width" value="0.1" units="cm"/>
      <inkml:brushProperty name="height" value="0.1" units="cm"/>
      <inkml:brushProperty name="color" value="#E71224"/>
    </inkml:brush>
  </inkml:definitions>
  <inkml:trace contextRef="#ctx0" brushRef="#br0">0 103 20585,'3028'-103'0</inkml:trace>
</inkml:ink>
</file>

<file path=ppt/ink/ink4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4T03:27:16.147"/>
    </inkml:context>
    <inkml:brush xml:id="br0">
      <inkml:brushProperty name="width" value="0.1" units="cm"/>
      <inkml:brushProperty name="height" value="0.1" units="cm"/>
      <inkml:brushProperty name="color" value="#E71224"/>
    </inkml:brush>
  </inkml:definitions>
  <inkml:trace contextRef="#ctx0" brushRef="#br0">1188 2265 8192,'14'-5'372,"1"0"0,0 2 0,0-1 0,1 2 0,-1 0 0,29 0 0,11-2 1294,143-21-1556,-11 0-2300,231-1 0,-89 11 2190,-150 4 0,371-50 0,-458 43 0,151-51 0,81-53 0,-297 111 0,6-3 0,0-2 0,-1 0 0,-1-3 0,-1 0 0,0-2 0,-2-1 0,0-2 0,-2 0 0,0-2 0,-2-1 0,-1-1 0,-1 0 0,-2-2 0,0-1 0,-3 0 0,0-1 0,-2-1 0,19-62 0,-20 51 0,-3 1 0,-1-2 0,-2 1 0,-2-1 0,-2 0 0,-3-1 0,-1 1 0,-11-87 0,6 105 0,0 1 0,-2 0 0,-1 0 0,-1 0 0,-1 1 0,-1 1 0,-2 0 0,0 0 0,-1 1 0,-1 1 0,-2 1 0,0 0 0,-1 1 0,-1 0 0,0 2 0,-30-21 0,-13-1 0,-1 3 0,-2 3 0,-1 2 0,-2 4 0,-116-33 0,-367-58 0,499 110 0,-137-19 0,-2 9 0,0 8 0,-290 21 0,380-1 0,1 5 0,1 4 0,-129 41 0,99-16 0,-239 116 0,285-114 0,3 3 0,2 3 0,2 4 0,-135 127 0,152-123 0,3 3 0,3 3 0,2 1 0,4 3 0,-70 135 0,98-162 0,1 0 0,3 0 0,1 2 0,3 0 0,1 0 0,2 1 0,2 0 0,0 51 0,6-65 0,1 1 0,2-1 0,1 1 0,1-1 0,2 0 0,1-1 0,2 0 0,1 0 0,1-1 0,1 0 0,1-1 0,29 40 0,-17-33 0,3-1 0,0-1 0,2-2 0,2-1 0,1-1 0,53 34 0,-38-32 0,3-3 0,0-1 0,1-4 0,76 24 0,-27-20 0,2-4 0,1-5 0,0-4 0,1-5 0,113-5 0,-79-10 0,-1-7 0,0-5 0,150-41 0,-78 5 0</inkml:trace>
</inkml:ink>
</file>

<file path=ppt/ink/ink4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4T04:49:03.169"/>
    </inkml:context>
    <inkml:brush xml:id="br0">
      <inkml:brushProperty name="width" value="0.1" units="cm"/>
      <inkml:brushProperty name="height" value="0.1" units="cm"/>
      <inkml:brushProperty name="color" value="#E71224"/>
    </inkml:brush>
  </inkml:definitions>
  <inkml:trace contextRef="#ctx0" brushRef="#br0">1 27 8192,'218'-13'0,"-14"-1"0,762 15 0,-519 25 0,-77-2 0,-30-8 0,339 61 0,-589-62 0,349 63 0,-105-17 0,-160-32 0,312 32 0,-347-46 0,103-4 2971,-216-12-2971</inkml:trace>
</inkml:ink>
</file>

<file path=ppt/ink/ink4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4T04:49:04.652"/>
    </inkml:context>
    <inkml:brush xml:id="br0">
      <inkml:brushProperty name="width" value="0.1" units="cm"/>
      <inkml:brushProperty name="height" value="0.1" units="cm"/>
      <inkml:brushProperty name="color" value="#E71224"/>
    </inkml:brush>
  </inkml:definitions>
  <inkml:trace contextRef="#ctx0" brushRef="#br0">399 215 8192,'-1'35'1641,"-2"1"1,-2-1 0,-1 0-1,-1-1 1,-21 56 0,8-37 1082,-2-1 0,-53 87 0,31-73-2724,-55 63 0,40-55 0,58-73 0,-1 0 0,1 0 0,1 0 0,-1 0 0,0 0 0,0 0 0,0 1 0,1-1 0,-1 0 0,0 0 0,1 1 0,-1-1 0,1 1 0,0-1 0,-1 0 0,1 1 0,0-1 0,0 1 0,0-1 0,0 1 0,0-1 0,1 3 0,-1-3 0,1 0 0,0 0 0,0 0 0,0 0 0,0 0 0,0-1 0,0 1 0,0 0 0,0-1 0,1 1 0,-1 0 0,0-1 0,0 0 0,0 1 0,1-1 0,-1 0 0,0 1 0,0-1 0,3 0 0,7 0 0,0 0 0,0-1 0,0 0 0,18-5 0,0-1 0,63-16 0,137-16 0,206-25 0,-426 63 0,8-2 0,-1 0 0,0 0 0,0-2 0,0 0 0,0 0 0,16-10 0,-30 14 0,-1 0 0,1 0 0,-1-1 0,0 1 0,1 0 0,-1-1 0,0 1 0,0-1 0,0 1 0,0-1 0,0 0 0,-1 1 0,1-1 0,0 0 0,-1 0 0,1 0 0,-1 1 0,0-1 0,0 0 0,1 0 0,-1 0 0,0 0 0,-1 1 0,1-1 0,0 0 0,0 0 0,-1 0 0,1 0 0,-1 1 0,0-1 0,1 0 0,-1 1 0,0-1 0,0 0 0,0 1 0,0-1 0,-2-2 0,-7-10 0,-1 1 0,0-1 0,-16-14 0,10 11 0,-69-75-1470,-4 5 0,-3 3 0,-5 5 0,-2 4 0,-144-81 0,10 39-6487,210 102 7957</inkml:trace>
</inkml:ink>
</file>

<file path=ppt/ink/ink4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4T04:49:12.866"/>
    </inkml:context>
    <inkml:brush xml:id="br0">
      <inkml:brushProperty name="width" value="0.1" units="cm"/>
      <inkml:brushProperty name="height" value="0.1" units="cm"/>
      <inkml:brushProperty name="color" value="#E71224"/>
    </inkml:brush>
  </inkml:definitions>
  <inkml:trace contextRef="#ctx0" brushRef="#br0">1 1 8192,'22'0'14783,"-13"0"-11544,1115 0-13405,-960 13 5332,-109-6 3323,60 0 0,894-8 1511,-968 3 0,54 9 0,-53-5 0,49 1 0,10-8 0,-40-1 0,1 3 0,105 15 0,-101-7 0,1-4 0,-1-2 0,70-7 0,-5 1 0,238 3 2440,185 0 5859,-137 0-3568,-280 0-5249,69 0-5325,13 0-1298,-74 0 5173,-125-1 2035,0-1 0,33-8 1,-32 6-7,0 0 0,24-1 0,51 3 1562,175 2 11035,-155 1-9608,10 0-5678,-1 0-9383,-57 1 10427,-43 0 1335,0-1 0,0-1 0,0-1 1,0-2-1,39-8 0,-47 6 249</inkml:trace>
</inkml:ink>
</file>

<file path=ppt/ink/ink4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4T04:49:14.403"/>
    </inkml:context>
    <inkml:brush xml:id="br0">
      <inkml:brushProperty name="width" value="0.1" units="cm"/>
      <inkml:brushProperty name="height" value="0.1" units="cm"/>
      <inkml:brushProperty name="color" value="#E71224"/>
    </inkml:brush>
  </inkml:definitions>
  <inkml:trace contextRef="#ctx0" brushRef="#br0">1 51 8192,'4'0'11991,"6"0"-11991,6 0 0,4 0 6031,8 0-6031,3 0 0,5 0 0,-3-4 0,1-2 0,-1 1 0,-1 0 0,-2-2 0,-2-1 0,-1 2 0,-1 1 0,0 2 0,-5 1 0</inkml:trace>
</inkml:ink>
</file>

<file path=ppt/ink/ink4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4T04:49:24.507"/>
    </inkml:context>
    <inkml:brush xml:id="br0">
      <inkml:brushProperty name="width" value="0.1" units="cm"/>
      <inkml:brushProperty name="height" value="0.1" units="cm"/>
      <inkml:brushProperty name="color" value="#E71224"/>
    </inkml:brush>
  </inkml:definitions>
  <inkml:trace contextRef="#ctx0" brushRef="#br0">20 3 8192,'56'-1'15449,"-10"-1"-11621,22 4-4466,-58-1 520,0 0 0,-1 1 1,1 0-1,0 1 0,-1 0 1,0 0-1,0 1 1,0 0-1,9 5 0,-14-6-310,0 0-1,0 1 1,0-1-1,-1 1 0,1-1 1,4 8-1,-3-4-633,-1 0-1,-1 0 0,1 0 0,-1 1 0,0-1 0,-1 1 1,0 0-1,0 0 0,-1 0 0,0 0 0,0 12 0,-5 16-645,1-29 1708,0 0 0,0 0 0,-1 0 0,0 0 0,-1-1 0,1 1 0,-1-1 0,-1 0 0,1 0 0,-1-1 0,0 0 0,-6 5 0,-17 11 0,-37 21 0,64-41 0,-86 61 0,43-28 0,37-29 1179,1 1 0,0 0 0,0 0 0,-11 14 0,17-20-1049,0 1 0,0 0-1,1 0 1,-1 0 0,1 0 0,-1 0 0,1 0 0,-1 0 0,1 0 0,0 0 0,-1 0-1,1 0 1,0 0 0,0 1 0,0-1 0,0 0 0,0 0 0,0 0 0,0 0 0,0 0-1,0 0 1,0 0 0,1 0 0,-1 1 0,1 0 0,0-1-187,0 0 1,0 0 0,0 1-1,0-1 1,1 0-1,-1 0 1,0 0 0,1 0-1,-1-1 1,1 1-1,-1 0 1,1-1 0,-1 1-1,3 0 1,21 4-1207,1-1 1,-1-1-1,1-1 0,0-1 1,48-5-1,3 0 413,-52 6 2738,0 0 0,31 7 0,42 4 7466,-89-12-8818,-1-1 1,1 0-1,-1-1 0,0 0 1,1 0-1,10-4 1,-14 3-595,-1 0 0,0 0 0,1 0 0,-1-1 1,0 0-1,-1 1 0,1-1 0,0-1 1,-1 1-1,0-1 0,1 1 0,3-7 1,6-9 57</inkml:trace>
</inkml:ink>
</file>

<file path=ppt/ink/ink4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4T04:49:26.053"/>
    </inkml:context>
    <inkml:brush xml:id="br0">
      <inkml:brushProperty name="width" value="0.1" units="cm"/>
      <inkml:brushProperty name="height" value="0.1" units="cm"/>
      <inkml:brushProperty name="color" value="#E71224"/>
    </inkml:brush>
  </inkml:definitions>
  <inkml:trace contextRef="#ctx0" brushRef="#br0">1 16 8192,'1'25'4808,"1"0"1,7 31 0,-1-9-1213,-1 44-3596,-7 117 0,-1-169 0,1-68-474,-2 11-973,2-1 0,0 1 0,1-1 0,1 1 0,1 0 0,0-1 0,1 1 0,1 1 0,13-31 0,17-21-94,-27 49 1370,0 2 1,2-1-1,0 1 0,1 0 0,1 1 0,0 1 0,1 0 1,30-28-1,-42 43 222,0 0 0,1 0 0,-1 0 0,1 0 0,-1 0 0,1 0 0,-1 1 0,1-1 0,-1 0 0,1 1 0,0-1 0,-1 1 0,1 0 0,0-1 0,-1 1 0,1 0 0,0 0 0,-1 0 0,1 0 1,0 1-1,0-1 0,-1 0 0,1 1 0,0-1 0,-1 1 0,3 1 0,-1 0 201,1 0 1,-1 1 0,-1 0-1,1-1 1,0 1 0,-1 0-1,1 0 1,-1 1 0,0-1-1,0 0 1,2 6 0,2 7 629,0 1 0,0-1-1,-2 1 1,4 24 0,-1 10 4512,4 29-6085,0 40-11695,-10-97 11250</inkml:trace>
</inkml:ink>
</file>

<file path=ppt/ink/ink4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4T04:49:34.045"/>
    </inkml:context>
    <inkml:brush xml:id="br0">
      <inkml:brushProperty name="width" value="0.1" units="cm"/>
      <inkml:brushProperty name="height" value="0.1" units="cm"/>
      <inkml:brushProperty name="color" value="#E71224"/>
    </inkml:brush>
  </inkml:definitions>
  <inkml:trace contextRef="#ctx0" brushRef="#br0">1 237 8192,'23'20'12328,"-20"-16"-11506,12 22 3471,-10-18-3714,42 76-579,-18-33 0,46 64 0,-74-112-41,1 0 0,1 0 0,-1 0 0,0 0 1,1-1-1,0 1 0,-1-1 0,1 1 1,0-1-1,0 0 0,0 0 0,0 0 0,1-1 1,-1 1-1,1-1 0,-1 0 0,1 0 0,-1 0 1,1 0-1,-1-1 0,1 1 0,0-1 1,5 0-1,-5-1-66,1-1 0,0 0 0,-1 0 0,1 0 0,-1 0 0,0-1 0,1 0 0,-1 0 0,0 0 0,-1 0 1,1 0-1,-1-1 0,1 0 0,-1 0 0,0 0 0,4-7 0,23-39-2570,-2 0-1,39-99 1,19-115-4516,-81 247 7193</inkml:trace>
</inkml:ink>
</file>

<file path=ppt/ink/ink4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4T05:16:58.874"/>
    </inkml:context>
    <inkml:brush xml:id="br0">
      <inkml:brushProperty name="width" value="0.1" units="cm"/>
      <inkml:brushProperty name="height" value="0.1" units="cm"/>
      <inkml:brushProperty name="color" value="#E71224"/>
    </inkml:brush>
  </inkml:definitions>
  <inkml:trace contextRef="#ctx0" brushRef="#br0">52 233 8192,'-2'11'7700,"-5"7"-4949,0-2-1452,4-7 2519,-9 50-2199,5-30-1341,1 0 0,-2 52 1,9 572-279,1-688-1041,10-56 0,-2 19 152,-3 25-366,2 0 1,2 1 0,2 0 0,2 1-1,38-80 1,-14 50-1254,4 3-1,73-97 1,-39 79 4382,-56 69-90,1 1 0,1 2 1,47-32-1,-52 40-765,1 0 1,0 1-1,1 1 1,-1 1-1,2 0 1,22-3-1,-23 7-644,-1 0 0,0 2 0,1 0 0,22 3 0,-39-2-375,1 0 0,-1 0 0,0 1 0,1 0 0,-1 0 0,1 0 0,-1 0 0,0 0 0,0 1 0,1-1 0,-1 1 0,0 0 0,-1 0 0,1 0 0,0 0 0,0 0 0,-1 1 0,0-1 0,1 1 0,-1 0 0,0 0 0,0 0 0,0 0 0,-1 0 0,1 0 0,-1 0 0,0 0 0,0 1 0,2 5 0,-1 8 0,0 0 0,-1 0 0,0 1 0,-2-1 0,-2 17 0,1 11 0,1 4-87,0 21-49,-3 0 0,-12 70-1,-8 11 72,-7 207-9540,29-167 1749,2-168 7856</inkml:trace>
</inkml:ink>
</file>

<file path=ppt/ink/ink4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4T05:17:35.207"/>
    </inkml:context>
    <inkml:brush xml:id="br0">
      <inkml:brushProperty name="width" value="0.1" units="cm"/>
      <inkml:brushProperty name="height" value="0.1" units="cm"/>
      <inkml:brushProperty name="color" value="#E71224"/>
    </inkml:brush>
  </inkml:definitions>
  <inkml:trace contextRef="#ctx0" brushRef="#br0">293 1 8192,'-1'6'860,"-1"-1"0,0 1 0,0 0 0,-1-1 1,1 0-1,-1 0 0,0 1 0,-5 4 0,0 2 218,-12 19 118,-2-1-1,-30 32 1,33-42-260,1 1 0,1 0 0,1 2 0,1 0 0,-20 40 0,21-32-4017,-13 36-9606,24-41 10433,3-24 2254,0 0 0,1-1 0,-1 1 0,1-1 0,-1 1 0,1 0 0,0-1 0,0 1 0,0-1 0,0 1 0,0-1 0,0 0 0,0 1 0,0-1 0,0 0 0,1 0 0,-1 0 0,0 0 0,1 0 0,-1 0 0,1 0 0,-1 0 0,1-1 0,0 1 0,-1-1 0,1 1 0,0-1 0,-1 1 0,1-1 0,0 0 0,3 0 0,64 1 0,-55-2 0,34 0 0,18 1 0,1-3 0,-1-3 0,0-3 0,67-18 0,-129 26 0,-1 0 0,1-1 0,-1 1 0,1-1 0,-1 0 0,0 0 0,1 0 0,-1 0 0,0 0 0,0-1 0,-1 0 0,1 1 0,0-1 0,-1 0 0,0 0 0,0 0 0,0-1 0,0 1 0,0 0 0,-1-1 0,1 0 0,-1 1 0,0-1 0,0 0 0,0 1 0,-1-1 0,1 0 0,-1 0 0,0 0 0,0 1 0,-1-7 0,0 1 0,0-1 0,-1 1 0,0 0 0,-1 0 0,0 0 0,0 0 0,-1 0 0,0 1 0,0 0 0,-1-1 0,-11-12 0,1 3 466,0 1 0,-2 1 0,0 0 0,-1 1 0,-38-24 0,34 26 94</inkml:trace>
</inkml:ink>
</file>

<file path=ppt/ink/ink4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4T05:17:36.094"/>
    </inkml:context>
    <inkml:brush xml:id="br0">
      <inkml:brushProperty name="width" value="0.1" units="cm"/>
      <inkml:brushProperty name="height" value="0.1" units="cm"/>
      <inkml:brushProperty name="color" value="#E71224"/>
    </inkml:brush>
  </inkml:definitions>
  <inkml:trace contextRef="#ctx0" brushRef="#br0">0 166 8192,'23'-1'2784,"-1"0"0,36-8 0,95-34 3467,-24 6-3034,-4 10-3116,139-11 0,-230 34-101,-4-2 0</inkml:trace>
</inkml:ink>
</file>

<file path=ppt/ink/ink4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4T05:17:36.482"/>
    </inkml:context>
    <inkml:brush xml:id="br0">
      <inkml:brushProperty name="width" value="0.1" units="cm"/>
      <inkml:brushProperty name="height" value="0.1" units="cm"/>
      <inkml:brushProperty name="color" value="#E71224"/>
    </inkml:brush>
  </inkml:definitions>
  <inkml:trace contextRef="#ctx0" brushRef="#br0">842 1 8192,'0'46'4990,"-1"-22"-3750,0-1 0,-2 1 0,-6 24 0,-7 4 3754,0-14-4652,-2-1 0,-1-1 0,-2 0 0,-1-2 0,-1 0 0,-3-2 0,0-1 0,-35 32 0,-95 96-342,-60 57 0,160-164-1194,9-9-2172,-44 51 0,77-77 2452</inkml:trace>
</inkml:ink>
</file>

<file path=ppt/ink/ink4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4T05:17:36.793"/>
    </inkml:context>
    <inkml:brush xml:id="br0">
      <inkml:brushProperty name="width" value="0.1" units="cm"/>
      <inkml:brushProperty name="height" value="0.1" units="cm"/>
      <inkml:brushProperty name="color" value="#E71224"/>
    </inkml:brush>
  </inkml:definitions>
  <inkml:trace contextRef="#ctx0" brushRef="#br0">1 0 8192,'4'0'3356,"2"5"-3356,-1 5 0,-1 5 5996,0 5-5996,-2 4 7459,-1 1-7459,-1 1 0,4 1 1211,2 0-1211,0 0 0,-2-1 0,-1 0 0,-1-9 0,-1-7 0</inkml:trace>
</inkml:ink>
</file>

<file path=ppt/ink/ink4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4T05:17:37.261"/>
    </inkml:context>
    <inkml:brush xml:id="br0">
      <inkml:brushProperty name="width" value="0.1" units="cm"/>
      <inkml:brushProperty name="height" value="0.1" units="cm"/>
      <inkml:brushProperty name="color" value="#E71224"/>
    </inkml:brush>
  </inkml:definitions>
  <inkml:trace contextRef="#ctx0" brushRef="#br0">53 125 8192,'9'-6'779,"0"1"0,0 0 0,0 0 0,0 1 0,1 0 0,0 1 0,-1 0 0,1 1 0,0 0 0,11-1 0,0-1 817,103-28 1876,-79 19-2010,0 2-1,89-11 1,-131 22-1462,-1 0 0,0 0 0,0 0 0,1 0 0,-1 0 0,0 0 0,0 0 0,0 1 0,1-1 0,-1 1 0,0-1 0,0 1 0,0 0 0,0 0 0,0 0 0,0 0 0,0 0 0,0 1 0,-1-1 0,1 0 0,0 1 0,2 3 0,-3-3 0,1 1 0,-1 0 0,0 0 0,-1 0 0,1-1 0,0 1 0,-1 0 0,1 0 0,-1 0 0,0 0 0,0 0 0,0 0 0,-1 0 0,0 6 0,-3 4 0,0 0 0,0 0 0,-1 0 0,-1 0 0,0-1 0,-10 15 0,-28 42-1765,29-41-190,-2-2 0,0 0 0,-2-1 0,-1-1-1,-1-1 1,-38 33 0,31-33 861,21-16 1001,0-1 1,0 0 0,-1 0-1,0 0 1,0-1 0,0 0-1,-1-1 1,1 0 0,-1 0 0,0-1-1,0 0 1,-1-1 0,1 0-1,0 0 1,-19 0 0,17-2 269,-3 1 1427,0-1 0,0-1-1,0 0 1,0-1 0,-23-6-1,35 7-1267,0 1-1,-1-1 0,1 0 0,0 0 0,0-1 0,0 1 0,0 0 0,0-1 0,0 0 0,1 1 0,-1-1 1,0 0-1,1 0 0,-1 1 0,1-1 0,-2-4 0,2 3-186,0 0-1,1 1 1,-1-2-1,1 1 1,-1 0-1,1 0 1,0 0-1,0 0 1,1 0 0,-1 0-1,0 0 1,1 0-1,0 0 1,0 0-1,0 0 1,2-3 0,-1 1-149,0 0 0,1 1 0,-1 0 0,1 0 0,0 0 0,0 0 0,4-4 0,9-6 0</inkml:trace>
</inkml:ink>
</file>

<file path=ppt/ink/ink4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4T05:17:37.850"/>
    </inkml:context>
    <inkml:brush xml:id="br0">
      <inkml:brushProperty name="width" value="0.1" units="cm"/>
      <inkml:brushProperty name="height" value="0.1" units="cm"/>
      <inkml:brushProperty name="color" value="#E71224"/>
    </inkml:brush>
  </inkml:definitions>
  <inkml:trace contextRef="#ctx0" brushRef="#br0">1 129 8192,'48'-11'11711,"-17"2"-6646,252-59-3819,-228 58-1246,-7-1 0,2 3 0,0 2 0,-1 1 0,83 5 0,-129 0 0,0 1 0,0-1 0,-1 1 0,1 0 0,0 0 0,-1 0 0,1 1 0,-1-1 0,0 0 0,1 1 0,-1 0 0,0-1 0,0 1 0,0 0 0,0 0 0,0 0 0,0 0 0,-1 1 0,1-1 0,-1 0 0,1 1 0,-1-1 0,0 1 0,0 0 0,0-1 0,0 1 0,-1 0 0,1-1 0,-1 1 0,1 5 0,0 10 0,0 1 0,-1 0 0,-4 31 0,1-13 0,2-21 0,-1 0 0,0 0 0,-1 0 0,-1 0 0,0 0 0,-2-1 0,0 1 0,-9 17 0,-2-3 0,-2 0 0,-39 48 0,57-76 0,-1 0 0,0 1 0,1-1 0,-1 0 0,0 0 0,0 0 0,-1-1 0,1 1 0,0 0 0,-1-1 0,1 1 0,-1-1 0,1 0 0,-1 0 0,1 0 0,-1 0 0,0 0 0,0-1 0,1 1 0,-1-1 0,0 0 0,-4 0 0,3-1 0,1 0 0,-1 0 0,0-1 0,1 1 0,-1-1 0,1 0 0,0 0 0,-1 0 0,1 0 0,0-1 0,0 1 0,0-1 0,1 0 0,-4-3 0,-5-9 0,0-1 0,2 1 0,-1-2 0,2 1 0,-11-29 0,3-18 0,11 37 0</inkml:trace>
</inkml:ink>
</file>

<file path=ppt/ink/ink4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4T05:17:38.272"/>
    </inkml:context>
    <inkml:brush xml:id="br0">
      <inkml:brushProperty name="width" value="0.1" units="cm"/>
      <inkml:brushProperty name="height" value="0.1" units="cm"/>
      <inkml:brushProperty name="color" value="#E71224"/>
    </inkml:brush>
  </inkml:definitions>
  <inkml:trace contextRef="#ctx0" brushRef="#br0">394 1 8192,'-3'1'492,"0"1"1,1-1-1,-1 1 1,0 0-1,1 0 1,-1 0-1,1 0 1,0 1-1,0-1 1,0 1-1,0-1 1,0 1-1,1 0 1,-1 0-1,1 0 1,-1 0-1,0 4 1,-3 2-539,-67 132 1994,43-81-134,-1-2 0,-3-1-1,-69 88 1,29-39-1879,62-94 130</inkml:trace>
</inkml:ink>
</file>

<file path=ppt/ink/ink4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4T05:17:38.646"/>
    </inkml:context>
    <inkml:brush xml:id="br0">
      <inkml:brushProperty name="width" value="0.1" units="cm"/>
      <inkml:brushProperty name="height" value="0.1" units="cm"/>
      <inkml:brushProperty name="color" value="#E71224"/>
    </inkml:brush>
  </inkml:definitions>
  <inkml:trace contextRef="#ctx0" brushRef="#br0">10 1 8192,'0'4'18022,"0"6"-18022,0 6 0,0 4 0,0 4 0,-4 1 0,-2-3 0</inkml:trace>
</inkml:ink>
</file>

<file path=ppt/ink/ink4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4T05:17:39.196"/>
    </inkml:context>
    <inkml:brush xml:id="br0">
      <inkml:brushProperty name="width" value="0.1" units="cm"/>
      <inkml:brushProperty name="height" value="0.1" units="cm"/>
      <inkml:brushProperty name="color" value="#E71224"/>
    </inkml:brush>
  </inkml:definitions>
  <inkml:trace contextRef="#ctx0" brushRef="#br0">356 0 8192,'14'4'2893,"26"18"9330,-23-9-9519,-14-10-2695,0 0 1,0-1-1,-1 1 1,0 0-1,1 0 1,-1 0-1,0 1 1,-1-1-1,1 1 1,0-1-1,-1 1 1,0-1-1,0 1 0,0 0 1,0-1-1,-1 1 1,1 0-1,-1 0 1,0 0-1,0-1 1,-1 1-1,1 0 1,-1 0-1,1-1 1,-4 8-1,-2 3-14,0 0 1,-1-1-1,-1 0 0,-1-1 0,-11 15 0,-8 11-10,2-6 15,22-28 0,1-1 0,0 1 0,-1 0 0,1 0 0,1 0 0,-1 0 0,1 0 0,-1 1 0,1-1 0,0 1 0,1-1 0,-1 1 0,0 5 0,0-1-119,0 0 0,0 0 0,-1 0 0,0 0 0,0-1 0,-1 0 0,0 0 0,0 0-1,-1 0 1,0 0 0,-10 9 0,6-7-246,-1-1-1,0 0 0,-1-1 0,0 0 0,0-1 0,-1 0 0,-15 7 0,-38 13-7216,59-25 6973,1 0 1,0 0-1,-1 0 1,0-1 0,1 0-1,-1 0 1,0-1 0,0 0-1,-10 0 1,4-7 608,3-3 0</inkml:trace>
</inkml:ink>
</file>

<file path=ppt/ink/ink4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4T05:17:39.504"/>
    </inkml:context>
    <inkml:brush xml:id="br0">
      <inkml:brushProperty name="width" value="0.1" units="cm"/>
      <inkml:brushProperty name="height" value="0.1" units="cm"/>
      <inkml:brushProperty name="color" value="#E71224"/>
    </inkml:brush>
  </inkml:definitions>
  <inkml:trace contextRef="#ctx0" brushRef="#br0">0 0 8192,'46'2'2616,"-26"-1"1894,0 2 1,37 10-1,-21-2-2635,221 61-1875,-187-54 0,1-4 0,0-2 0,134 3 0,-67-6 0,313 1 0,-340-10 0,-73 0 0</inkml:trace>
</inkml:ink>
</file>

<file path=ppt/ink/ink4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4T05:23:54.333"/>
    </inkml:context>
    <inkml:brush xml:id="br0">
      <inkml:brushProperty name="width" value="0.1" units="cm"/>
      <inkml:brushProperty name="height" value="0.1" units="cm"/>
      <inkml:brushProperty name="color" value="#E71224"/>
    </inkml:brush>
  </inkml:definitions>
  <inkml:trace contextRef="#ctx0" brushRef="#br0">515 1 8192,'-1'10'531,"0"1"1,-1-1 0,0 0-1,0 1 1,-1-1 0,-1 0-1,1 0 1,-2-1 0,1 1-1,-2-1 1,-5 10-1,-14 15 4377,-42 46 0,24-30-3081,8-10-1827,-57 49 0,-4 4 0,53-54 0,34-32 0,0 1 0,0 0 0,1 0 0,0 1 0,0 0 0,-10 16 0,18-25 0,0 1 0,0-1 0,0 1 0,0-1 0,0 1 0,-1-1 0,1 1 0,0-1 0,0 1 0,0-1 0,0 1 0,1-1 0,-1 1 0,0-1 0,0 1 0,0-1 0,0 1 0,0-1 0,1 1 0,-1-1 0,0 0 0,0 1 0,1-1 0,-1 1 0,0-1 0,1 0 0,-1 1 0,0-1 0,1 0 0,-1 1 0,0-1 0,1 0 0,-1 0 0,1 1 0,-1-1 0,1 0 0,-1 0 0,1 0 0,-1 1 0,0-1 0,1 0 0,-1 0 0,1 0 0,-1 0 0,1 0 0,-1 0 0,2 0 0,28 2 0,-27-2 0,592-4 0,-591 4-102,0 0 0,0 0 0,0 0 0,0-1 0,0 1 0,0-1 0,0 0 0,0 0 0,0 0-1,0-1 1,-1 0 0,1 1 0,6-5 0,-8 4-60,0-1-1,0 0 1,0 1-1,0-1 0,0 0 1,-1 0-1,1 0 1,-1 0-1,0 0 0,1 0 1,-2 0-1,1 0 0,0 0 1,-1-1-1,1 1 1,-1 0-1,0-6 0,0-7-748,0 1 0,-1-1 0,-1 0 0,-1 1 0,0-1 0,-1 1 0,0 0-1,-2 0 1,1 1 0,-2-1 0,0 1 0,-1 0 0,0 1 0,-15-19 0,17 24 911,-10-17 0,-2 1 0,0 1 0,-2 1 0,0 0 0,-38-30 0,46 43 0</inkml:trace>
</inkml:ink>
</file>

<file path=ppt/ink/ink4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4T05:23:55.612"/>
    </inkml:context>
    <inkml:brush xml:id="br0">
      <inkml:brushProperty name="width" value="0.1" units="cm"/>
      <inkml:brushProperty name="height" value="0.1" units="cm"/>
      <inkml:brushProperty name="color" value="#E71224"/>
    </inkml:brush>
  </inkml:definitions>
  <inkml:trace contextRef="#ctx0" brushRef="#br0">204 1 8192,'1'4'1221,"0"0"1,0 0 0,0 0-1,0-1 1,1 1 0,-1 0 0,1-1-1,0 1 1,1-1 0,3 6-1,17 20 2957,-16-20-3772,4 4-406,240 325 0,-236-318 0,-10-14 0,-1 1 0,1-1 0,-1 1 0,0 0 0,4 8 0,-8-14 0,1 0 0,-1 0 0,0 0 0,0 1 0,1-1 0,-1 0 0,0 0 0,0 0 0,0 0 0,0 0 0,-1 0 0,1 0 0,0 0 0,0 0 0,0 0 0,-1 0 0,1 0 0,-1 0 0,1 0 0,-1 0 0,1 0 0,-1 0 0,1-1 0,-1 1 0,0 0 0,1 0 0,-1-1 0,0 1 0,0 0 0,0-1 0,0 1 0,0 0 0,1-1 0,-1 0 0,0 1 0,0-1 0,0 1 0,0-1 0,0 0 0,0 0 0,0 0 0,0 1 0,-1-1 0,0 0 0,-83 14-1519,-19-4-5710,-135-6 1,130-5 23204</inkml:trace>
</inkml:ink>
</file>

<file path=ppt/ink/ink4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4T05:23:57.045"/>
    </inkml:context>
    <inkml:brush xml:id="br0">
      <inkml:brushProperty name="width" value="0.1" units="cm"/>
      <inkml:brushProperty name="height" value="0.1" units="cm"/>
      <inkml:brushProperty name="color" value="#E71224"/>
    </inkml:brush>
  </inkml:definitions>
  <inkml:trace contextRef="#ctx0" brushRef="#br0">546 8 8192,'-6'1'1064,"-1"-1"1,0 1-1,1 1 1,-1-1-1,0 1 1,1 0-1,0 1 1,0-1-1,-1 1 1,2 0-1,-1 1 1,-8 6-1,-35 32 3120,-58 75-4184,-79 77 0,139-143 0,30-33 0,11-13 0,0 0 0,1 0 0,-1 1 0,1 0 0,1 0 0,-1 1 0,1-1 0,-5 12 0,9-17 0,0 0 0,0 0 0,1 0 0,-1 0 0,0 0 0,1-1 0,-1 1 0,0 0 0,1 0 0,-1 0 0,1 0 0,0 0 0,-1-1 0,1 1 0,-1 0 0,1 0 0,0-1 0,0 1 0,0 0 0,-1-1 0,1 1 0,0-1 0,0 1 0,0-1 0,0 0 0,0 1 0,0-1 0,0 0 0,0 0 0,0 1 0,0-1 0,0 0 0,0 0 0,0 0 0,1 0 0,45 2 0,-42-2 0,272-2-7773,-84 1 2,-64 0 5495,-77 12 2292,-46-9 219,0 0-1,-1-1 0,1 0 1,0 1-1,0-2 0,0 1 1,0-1-1,0 0 1,0 0-1,7-1 0,-12 0-276,0 0 0,0 1-1,0-1 1,0 0-1,0 0 1,-1 0 0,1 0-1,0 0 1,0 0-1,-1 0 1,1 0 0,-1 0-1,1 0 1,-1 0-1,1 0 1,-1 0 0,1 0-1,-1-1 1,0 1-1,0 0 1,0 0 0,0 0-1,0-1 1,0 1-1,0 0 1,0 0 0,0 0-1,0 0 1,-1-1-1,1 1 1,-1-2 0,-15-43-571,13 37 2262,-12-22-2232,0 1 1,-2 1 0,-36-48 0,39 58 994,-5-6-389,0 2 1,-2 0-1,0 2 0,-1 0 1,-27-18-1,-8-1-373,-67-35 1,106 64 349,1 0 0</inkml:trace>
</inkml:ink>
</file>

<file path=ppt/ink/ink4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4T05:23:57.762"/>
    </inkml:context>
    <inkml:brush xml:id="br0">
      <inkml:brushProperty name="width" value="0.1" units="cm"/>
      <inkml:brushProperty name="height" value="0.1" units="cm"/>
      <inkml:brushProperty name="color" value="#E71224"/>
    </inkml:brush>
  </inkml:definitions>
  <inkml:trace contextRef="#ctx0" brushRef="#br0">1 0 8192,'0'5'11991,"4"16"-5960,2-6-6031,4-2 0,5 2 0,-1 3 0,3-2 0,-3 1 0,2-3 0,-3 1 0,1-2 0,-1 1 0,0 2 0,4-1 0,-2 1 0,-4-2 0</inkml:trace>
</inkml:ink>
</file>

<file path=ppt/ink/ink4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4T05:24:14.865"/>
    </inkml:context>
    <inkml:brush xml:id="br0">
      <inkml:brushProperty name="width" value="0.1" units="cm"/>
      <inkml:brushProperty name="height" value="0.1" units="cm"/>
      <inkml:brushProperty name="color" value="#E71224"/>
    </inkml:brush>
  </inkml:definitions>
  <inkml:trace contextRef="#ctx0" brushRef="#br0">1 14 8192,'1'6'961,"0"0"-1,0 0 1,1 0 0,-1 0 0,2 0 0,-1-1 0,0 1 0,1-1-1,0 1 1,1-1 0,-1 0 0,6 6 0,55 58 4469,-56-62-5329,62 69-101,-40-41 0,36 30 0,-64-63 0,1 1 0,0-1 0,-1-1 0,1 1 0,0 0 0,0-1 0,0 1 0,0-1 0,0 0 0,0 0 0,0 0 0,1 0 0,-1-1 0,0 1 0,0-1 0,1 0 0,-1 0 0,0 0 0,1-1 0,-1 1 0,0-1 0,0 1 0,0-1 0,1 0 0,-1 0 0,0-1 0,0 1 0,0-1 0,-1 1 0,1-1 0,0 0 0,0 0 0,-1 0 0,3-3 0,10-9 0,-1-1 0,-1 0 0,0-1 0,15-25 0,-11 17 0,2-3-790,2 1 1,1 1 0,1 1 0,44-35 0,-20 16-10716,-31 31 10179</inkml:trace>
</inkml:ink>
</file>

<file path=ppt/ink/ink4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4T05:24:18.072"/>
    </inkml:context>
    <inkml:brush xml:id="br0">
      <inkml:brushProperty name="width" value="0.1" units="cm"/>
      <inkml:brushProperty name="height" value="0.1" units="cm"/>
      <inkml:brushProperty name="color" value="#E71224"/>
    </inkml:brush>
  </inkml:definitions>
  <inkml:trace contextRef="#ctx0" brushRef="#br0">1 75 8192,'87'83'13107,"-76"-73"-12405,0-1 0,1-1 0,0 0 0,0-1 0,1 0 0,18 7 1,-12-10-703,0 0 0,1-1 0,-1-1 0,1 0 0,0-2 0,0-1 0,-1 0 0,1-1 0,21-6 0,-28 3 0,-1-1 0,1 0 0,-1-1 0,-1-1 0,1 0 0,-2 0 0,21-20 0,2-1 0,-25 23 0,2-3 0,0 2 0,0-1 0,0 2 0,23-12 0,-31 17 0,1 0 0,0 0 0,1 0 0,-1 0 0,0 1 0,0-1 0,0 1 0,0 0 0,0 0 0,1 0 0,-1 0 0,0 1 0,0-1 0,0 1 0,0 0 0,0 0 0,0 0 0,0 0 0,0 1 0,0-1 0,0 1 0,-1-1 0,1 1 0,3 3 0,93 79-7845,-91-78 7805,0-1 0,0-1 0,0 1 0,14 4 0,-14-6 675,1 0 0,1-1 1,-1-1-1,0 1 0,0-1 0,18-1 0,-9-1-426,-1-1 1,32-8-1,9-7-7198,6-3 4302,1 4-1,78-11 1,-108 29 4953,15 16 5946,-41-14-6954,0 0-1,0-1 0,1 0 0,-1 0 0,14 1 1,-6-4-1868,-1-1 1,1-1 0,-1 0-1,1-2 1,-1 0 0,0 0 0,0-1-1,-1-1 1,1-1 0,18-11 0,62-23-3284,-64 31 2731,1 1 1,0 1-1,40-3 1,-65 10 1006,1 0 1,0 1-1,0 0 1,0 0-1,0 1 1,0 0-1,0 1 1,-1 0-1,1 0 1,-1 1-1,1 0 1,-1 0-1,0 1 1,0 0-1,0 0 1,-1 1-1,9 7 1,-11-8 154,-1 0 0,1 0 0,1 0 0,-1-1 0,0 0 0,1 0 0,-1 0 0,1-1 0,0 0 0,0 0 0,0 0 0,0-1 0,0 0 0,1 0 0,-1 0 0,0-1 0,9 0 0,5-3 0,0-1 0,0 0 0,39-14 0,17-4 0,10 9 178,1 3 1,167 4 0,-248 6-220,103 2 1930,41 0-4321,-52-7 5341,-72 2-5762,12-5 9002,1 1 1011,-17 3-2455</inkml:trace>
</inkml:ink>
</file>

<file path=ppt/ink/ink4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4T05:24:22.218"/>
    </inkml:context>
    <inkml:brush xml:id="br0">
      <inkml:brushProperty name="width" value="0.1" units="cm"/>
      <inkml:brushProperty name="height" value="0.1" units="cm"/>
      <inkml:brushProperty name="color" value="#E71224"/>
    </inkml:brush>
  </inkml:definitions>
  <inkml:trace contextRef="#ctx0" brushRef="#br0">0 189 8192,'6'0'764,"-1"1"1,1 0 0,-1 0-1,0 1 1,0-1 0,0 1-1,0 0 1,0 0 0,0 1-1,0 0 1,-1 0 0,1 0-1,5 5 1,56 58 5262,-29-27-4737,-4-8-1290,10 11 0,1-3 0,2-1 0,65 41 0,-109-78 0,-1-1 0,1 0 0,-1 1 0,1-1 0,0 0 0,-1 0 0,1 0 0,-1 0 0,1 0 0,-1 0 0,1 0 0,0-1 0,-1 1 0,1-1 0,-1 1 0,1-1 0,-1 1 0,1-1 0,-1 0 0,0 0 0,1 0 0,-1 0 0,0 0 0,0 0 0,0 0 0,1 0 0,-1 0 0,0 0 0,-1-1 0,1 1 0,0 0 0,0-1 0,1-2 0,29-58 0,-26 51 0,233-433 0,-228 428 0</inkml:trace>
</inkml:ink>
</file>

<file path=ppt/ink/ink4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4T05:24:24.240"/>
    </inkml:context>
    <inkml:brush xml:id="br0">
      <inkml:brushProperty name="width" value="0.1" units="cm"/>
      <inkml:brushProperty name="height" value="0.1" units="cm"/>
      <inkml:brushProperty name="color" value="#E71224"/>
    </inkml:brush>
  </inkml:definitions>
  <inkml:trace contextRef="#ctx0" brushRef="#br0">878 1568 8192,'11'15'6602,"-10"-15"-6162,0 1 0,0 0 0,0-1 0,0 1 0,0-1 0,1 0 0,-1 1 1,0-1-1,0 0 0,0 1 0,1-1 0,1 0 0,39 4 5099,-37-3-5379,330 27-160,-281-21 0,56 13 0,36 5 0,-67-15 0,-38-4 0,55 2 0,109-8-1999,103 0-5252,18-1 933,678 1 3864,-986-1 2454,1 0 0,-1-2 0,0 0 0,-1-1 0,1-1 0,-1 0 0,27-13 0,113-68 0,-76 38 0,-57 33 373,-1-1 0,-1-1-1,0-1 1,-2-1 0,0-1 0,-1-1 0,-1-1 0,20-31 0,-27 36 360,-1 0 0,-2-1 1,0-1-1,0 1 0,-2-1 0,0-1 1,-1 1-1,-1-1 0,1-21 1,-3 10 732,-1-1 1,-2 0-1,-1 0 1,-12-60 0,-13-67-1467,17 102 0,9 45 0,0 0 0,-1 0 0,-1 1 0,0-1 0,-1 1 0,0-1 0,-8-13 0,5 12 0,-3-7 0,-1 0 0,-1 1 0,-1 0 0,0 1 0,-2 1 0,0 0 0,-23-20 0,-8 2-2002,-1 2 0,-1 2 0,-98-46 0,65 43-2233,-156-42 0,114 45 3849,-1 6 0,0 5 0,-219-7 0,251 26 386,-578 7 0,119 61 0,513-61 0,-272 53 0,99-17 0,-399 104 0,583-138 0,1 1 0,0 1 0,1 1 0,0 1 0,-29 20 0,44-25 0,0 1 0,0 1 0,0 0 0,1 0 0,1 1 0,0 0 0,0 0 0,1 1 0,0 0 0,0 1 0,2-1 0,-1 1 0,-4 16 0,4-8 167,0 0 1,1 1-1,2-1 1,0 1-1,1 0 0,1 0 1,0 1-1,2-1 1,1 0-1,0 0 1,2-1-1,0 1 1,2-1-1,0 1 1,1-1-1,1-1 1,1 0-1,18 30 0,1-10-147,2-2-1,1-2 1,2-1-1,1-1 0,2-2 1,1-1-1,1-2 0,47 25 1,-40-27-20</inkml:trace>
</inkml:ink>
</file>

<file path=ppt/ink/ink4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5T14:42:27.088"/>
    </inkml:context>
    <inkml:brush xml:id="br0">
      <inkml:brushProperty name="width" value="0.1" units="cm"/>
      <inkml:brushProperty name="height" value="0.1" units="cm"/>
      <inkml:brushProperty name="color" value="#E71224"/>
    </inkml:brush>
  </inkml:definitions>
  <inkml:trace contextRef="#ctx0" brushRef="#br0">0 0 17927,'2719'0'0</inkml:trace>
</inkml:ink>
</file>

<file path=ppt/ink/ink4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5T14:42:43.150"/>
    </inkml:context>
    <inkml:brush xml:id="br0">
      <inkml:brushProperty name="width" value="0.1" units="cm"/>
      <inkml:brushProperty name="height" value="0.1" units="cm"/>
      <inkml:brushProperty name="color" value="#E71224"/>
    </inkml:brush>
  </inkml:definitions>
  <inkml:trace contextRef="#ctx0" brushRef="#br0">1 177 8192,'43'4'13736,"-17"7"-9450,-3 3-4286,-1 1 0,29 27 0,2 1 0,-50-41-38,-1 0 0,1-1 0,0 1 0,0 0 0,0-1 1,0 0-1,0 1 0,0-1 0,0 0 0,0-1 0,0 1 1,0-1-1,0 1 0,1-1 0,-1 0 0,0 0 1,0 0-1,1-1 0,-1 1 0,0-1 0,0 0 0,0 1 1,0-2-1,0 1 0,0 0 0,0 0 0,0-1 0,0 0 1,-1 0-1,1 1 0,2-4 0,8-7-329,0-1 0,-1 0 0,0-1 1,16-25-1,1-1 56,-27 38 617,20-26 80,-5 6-6984,24-38 0,-22 21 4640,-11 19 1754</inkml:trace>
</inkml:ink>
</file>

<file path=ppt/ink/ink4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5T14:43:43.873"/>
    </inkml:context>
    <inkml:brush xml:id="br0">
      <inkml:brushProperty name="width" value="0.1" units="cm"/>
      <inkml:brushProperty name="height" value="0.1" units="cm"/>
      <inkml:brushProperty name="color" value="#E71224"/>
    </inkml:brush>
  </inkml:definitions>
  <inkml:trace contextRef="#ctx0" brushRef="#br0">0 27 8192,'82'0'13736,"-28"0"-9450,249-18-4286,-278 16 0,251-5 0,-226 8 0,-24-1 0</inkml:trace>
</inkml:ink>
</file>

<file path=ppt/ink/ink4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5T14:43:44.506"/>
    </inkml:context>
    <inkml:brush xml:id="br0">
      <inkml:brushProperty name="width" value="0.1" units="cm"/>
      <inkml:brushProperty name="height" value="0.1" units="cm"/>
      <inkml:brushProperty name="color" value="#E71224"/>
    </inkml:brush>
  </inkml:definitions>
  <inkml:trace contextRef="#ctx0" brushRef="#br0">85 0 8192,'1'6'696,"0"0"1,1 0 0,-1 0 0,1 0-1,0-1 1,1 1 0,0-1-1,0 1 1,0-1 0,0 0-1,1 0 1,-1 0 0,8 6-1,61 56 7573,144 94-8269,-168-127 0,-47-33 0,0 0 0,0-1 0,0 1 0,1 0 0,-1 0 0,0 0 0,0 0 0,0 0 0,0 0 0,-1 0 0,1 0 0,0 0 0,0 1 0,-1-1 0,1 0 0,0 1 0,-1-1 0,0 0 0,1 1 0,-1-1 0,0 0 0,1 1 0,-1-1 0,0 1 0,0-1 0,0 1 0,-1 1 0,0-1 0,0 1 0,0-1 0,0 1 0,-1-1 0,1 0 0,-1 1 0,0-1 0,0 0 0,1 0 0,-1 0 0,-1 0 0,1-1 0,-3 3 0,-5 3 0,-1-1 0,0 0 0,-1 0 0,0-1 0,-16 5 0,-291 63 0,314-71 0,-1-1 0,1 1 0,0 0 0,0 0 0,1 0 0,-10 7 0,13-9 0,1 0 0,-1 1 0,1-1 0,0 1 0,-1-1 0,1 1 0,-1-1 0,1 1 0,0-1 0,-1 1 0,1-1 0,0 1 0,-1-1 0,1 1 0,0-1 0,0 1 0,0 0 0,-1-1 0,1 1 0,0-1 0,0 1 0,0 0 0,0-1 0,0 1 0,0 1 0,1-1 0,0 0 0,0 0 0,0 1 0,0-1 0,0 0 0,0 0 0,0 0 0,0 0 0,0 0 0,0-1 0,1 1 0,-1 0 0,0 0 0,1-1 0,-1 1 0,3 0 0,15 4-367,0 0 0,0-1 0,1-1 1,-1-1-1,1-1 0,24-1 0,22 2-1335,236 29-3226,-126-10 516,181-2 0,-331-20 4412</inkml:trace>
</inkml:ink>
</file>

<file path=ppt/ink/ink4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5T14:43:45.322"/>
    </inkml:context>
    <inkml:brush xml:id="br0">
      <inkml:brushProperty name="width" value="0.1" units="cm"/>
      <inkml:brushProperty name="height" value="0.1" units="cm"/>
      <inkml:brushProperty name="color" value="#E71224"/>
    </inkml:brush>
  </inkml:definitions>
  <inkml:trace contextRef="#ctx0" brushRef="#br0">105 77 8192,'0'58'2536,"-3"0"1,-2-1-1,-17 76 1,10-70 18,9-42-1795,-1 0 0,-1 0 0,0 0 0,-2-1 0,0 1 1,-12 19-1,19-40-760,0 1 0,0-1 0,0 0 0,0 0 0,0 0 0,0 0 0,0 0 0,0 0 0,0 0 0,0 1 0,0-1 0,0 0 0,0 0 0,0 0 0,0 0 0,-1 0 0,1 0 0,0 0 0,0 0 0,0 0 0,0 1 0,0-1 0,0 0 0,0 0 0,-1 0 0,1 0 0,0 0 0,0 0 0,0 0 0,0 0 0,0 0 0,0 0 0,-1 0 0,1 0 0,0 0 0,0 0 0,0 0 0,0 0 0,0 0 0,-1 0 0,1 0 0,0 0 0,0 0 0,0-1 0,0 1 0,0 0 0,0 0 0,0 0 0,-1 0 0,1 0 0,0 0 0,0 0 0,0 0 0,0 0 0,0-1 0,0 1 0,0 0 0,0 0 0,0 0 0,0 0 0,0 0 0,0 0 0,0 0 0,0-1 0,0 1 0,0 0 0,-4-16 0,1-21 0,2 9 0,4-240 0,7 214-1783,-6 39 327,2 1 0,-1 0 0,2 0 1,0 0-1,0 1 0,2 0 0,-1 0 0,18-18 0,25-14-1371,-47 42 2812,-1 1 1,1 0 0,0 0-1,-1 0 1,1 0 0,0 0-1,1 1 1,-1-1 0,0 1 0,0 0-1,0 1 1,1-1 0,-1 1-1,0 0 1,1 0 0,-1 0 0,0 0-1,1 1 1,-1 0 0,0 0-1,0 0 1,0 0 0,0 1-1,0-1 1,0 1 0,6 4 0,-4-2 19,0 1 0,0 0 0,-1 0 0,0 1 0,0-1 0,0 1 1,-1 0-1,0 1 0,0-1 0,0 1 0,-1-1 0,0 1 0,0 0 1,2 12-1,16 75 2611,-13-44 1894,-3 0 1,0 74-1,-10-44-2635,5-78-1875,0 1 0,-1 0 0,1-1 0,-1 1 0,1 0 0,-1-1 0,0 1 0,0-1 0,0 1 0,-2 2 0,-3 0 0</inkml:trace>
</inkml:ink>
</file>

<file path=ppt/ink/ink4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5T14:43:45.596"/>
    </inkml:context>
    <inkml:brush xml:id="br0">
      <inkml:brushProperty name="width" value="0.1" units="cm"/>
      <inkml:brushProperty name="height" value="0.1" units="cm"/>
      <inkml:brushProperty name="color" value="#E71224"/>
    </inkml:brush>
  </inkml:definitions>
  <inkml:trace contextRef="#ctx0" brushRef="#br0">0 1 8192,'5'0'18022,"5"0"-18022,6 0 0,4 0 0,3 0 0,-2 0 0</inkml:trace>
</inkml:ink>
</file>

<file path=ppt/ink/ink4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5T14:43:45.834"/>
    </inkml:context>
    <inkml:brush xml:id="br0">
      <inkml:brushProperty name="width" value="0.1" units="cm"/>
      <inkml:brushProperty name="height" value="0.1" units="cm"/>
      <inkml:brushProperty name="color" value="#E71224"/>
    </inkml:brush>
  </inkml:definitions>
  <inkml:trace contextRef="#ctx0" brushRef="#br0">1 14 8192,'14'15'18022,"2"-10"-18022,4-2 0,4-1 0,1-1 0,1-1 0,1 0 0,-5-4 0,-1-2 0,-4-4 0,-2-1 0,-2 2 0</inkml:trace>
</inkml:ink>
</file>

<file path=ppt/ink/ink4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5T14:43:46.404"/>
    </inkml:context>
    <inkml:brush xml:id="br0">
      <inkml:brushProperty name="width" value="0.1" units="cm"/>
      <inkml:brushProperty name="height" value="0.1" units="cm"/>
      <inkml:brushProperty name="color" value="#E71224"/>
    </inkml:brush>
  </inkml:definitions>
  <inkml:trace contextRef="#ctx0" brushRef="#br0">264 535 8192,'1'0'94,"0"1"1,1-1 0,-1 0 0,0 1-1,1-1 1,-1 1 0,0 0 0,0-1-1,0 1 1,0 0 0,1 0 0,-1-1-1,0 1 1,0 0 0,0 0 0,-1 0-1,1 0 1,0 1 0,1 1 0,15 30 3645,-7-14-1530,82 107 7967,-91-126-10177,-1 1 0,0-1 0,0 0 0,1 1 0,-1-1 0,0 0 0,1 0 0,-1 1 0,0-1 0,1 0 0,-1 0 0,0 0 0,1 0 0,-1 1 0,0-1 0,1 0 0,-1 0 0,1 0 0,-1 0 0,0 0 0,1 0 0,-1 0 0,1 0 0,-1 0 0,0 0 0,1 0 0,-1 0 0,0 0 0,1 0 0,-1-1 0,1 1 0,-1 0 0,0 0 0,1 0 0,-1-1 0,0 1 0,1 0 0,-1 0 0,1-1 0,12-19 0,4-24 0,-1-11 0,3 1 0,3 1 0,1 1 0,3 1 0,2 2 0,59-81 0,-86 128 0,1 0 0,-1 1 0,0-1 0,1 0 0,-1 0 0,1 0 0,-1 1 0,1-1 0,0 1 0,-1-1 0,1 1 0,0 0 0,0 0 0,0-1 0,0 1 0,1 1 0,-1-1 0,0 0 0,0 0 0,0 1 0,1 0 0,-1-1 0,0 1 0,1 0 0,-1 0 0,0 0 0,5 1 0,-4 1 0,0 0 0,-1 0 0,1 0 0,-1 0 0,1 1 0,-1-1 0,0 1 0,1 0 0,-1 0 0,-1 0 0,1 0 0,0 0 0,-1 0 0,0 0 0,1 0 0,-1 0 0,-1 1 0,2 5 0,11 53 0,-3 0 0,2 68 0,-12-126-62,1-1 1,-1 1 0,0 0 0,0 0 0,0-1 0,-1 1-1,1 0 1,-1 0 0,0-1 0,0 1 0,0 0-1,-1-1 1,1 0 0,-1 1 0,-4 5 0,4-7-15,0-1 0,0 1 1,0-1-1,-1 0 0,1 1 0,0-1 1,-1 0-1,1 0 0,-1-1 0,1 1 1,-1 0-1,0-1 0,1 0 0,-1 1 1,0-1-1,1 0 0,-1 0 0,1-1 1,-1 1-1,0 0 0,1-1 0,-1 0 1,-3-1-1,-11-3 115,0-1 1,0 0-1,1-1 1,0-1-1,-24-16 1,-76-61 2100,42 28-4902,0 2 1605,-88-83-1,23-10-9298,104 106 9212</inkml:trace>
</inkml:ink>
</file>

<file path=ppt/ink/ink4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5T14:43:46.956"/>
    </inkml:context>
    <inkml:brush xml:id="br0">
      <inkml:brushProperty name="width" value="0.1" units="cm"/>
      <inkml:brushProperty name="height" value="0.1" units="cm"/>
      <inkml:brushProperty name="color" value="#E71224"/>
    </inkml:brush>
  </inkml:definitions>
  <inkml:trace contextRef="#ctx0" brushRef="#br0">1 50 8192,'1'12'1296,"2"0"1,0 0-1,0-1 0,9 22 1,-6-18 66,2 7 2029,1 0 0,22 40 1,-30-62-3393,0 1 0,-1-1 0,1 1 0,0 0 0,-1-1 0,1 1 0,0-1 0,0 0 0,0 1 0,-1-1 0,1 0 0,0 1 0,0-1 0,0 0 0,0 0 0,0 0 0,0 0 0,-1 0 0,1 0 0,0 0 0,0 0 0,0 0 0,0 0 0,0 0 0,0 0 0,0-1 0,-1 1 0,1 0 0,0-1 0,0 1 0,0-1 0,-1 1 0,1-1 0,0 1 0,-1-1 0,1 1 0,0-1 0,-1 0 0,1 1 0,-1-1 0,1 0 0,0 0 0,34-41 0,-25 29 0,22-19 0,2 1 0,1 1 0,44-27 0,-50 36 0,0 1 0</inkml:trace>
</inkml:ink>
</file>

<file path=ppt/ink/ink4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5T14:43:47.743"/>
    </inkml:context>
    <inkml:brush xml:id="br0">
      <inkml:brushProperty name="width" value="0.1" units="cm"/>
      <inkml:brushProperty name="height" value="0.1" units="cm"/>
      <inkml:brushProperty name="color" value="#E71224"/>
    </inkml:brush>
  </inkml:definitions>
  <inkml:trace contextRef="#ctx0" brushRef="#br0">6 1 8192,'-3'141'5496,"1"37"4164,8-64-6794,-6-113-2866,0 0 0,0 1 0,0-1 0,0 0 0,0 1 0,0-1 0,0 0 0,1 1 0,-1-1 0,0 0 0,1 0 0,-1 1 0,1-1 0,0 0 0,-1 0 0,1 0 0,0 0 0,0 0 0,1 2 0,4-3 0</inkml:trace>
</inkml:ink>
</file>

<file path=ppt/ink/ink4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5T14:43:48.295"/>
    </inkml:context>
    <inkml:brush xml:id="br0">
      <inkml:brushProperty name="width" value="0.1" units="cm"/>
      <inkml:brushProperty name="height" value="0.1" units="cm"/>
      <inkml:brushProperty name="color" value="#E71224"/>
    </inkml:brush>
  </inkml:definitions>
  <inkml:trace contextRef="#ctx0" brushRef="#br0">1 245 8192,'10'7'7315,"-1"8"-5006,4 24-3805,-9-25 2187,166 451 8512,-163-442-9203,-6-18 0,-1 0 0,2 0 0,-1-1 0,1 1 0,-1 0 0,1-1 0,1 0 0,-1 1 0,1-1 0,-1 0 0,7 7 0,-8-11 0,-1 0 0,1 0 0,-1 0 0,1 0 0,-1 0 0,1 0 0,0 0 0,-1 0 0,1 0 0,-1 0 0,1 0 0,0-1 0,-1 1 0,1 0 0,-1 0 0,1 0 0,-1-1 0,1 1 0,-1 0 0,1-1 0,-1 1 0,0-1 0,1 1 0,-1 0 0,1-1 0,-1 1 0,0-1 0,1 1 0,-1-1 0,0 1 0,1-2 0,12-19 0,-12 17 0,19-37 29,-3-1 0,-2-1 0,12-51 1,18-51-707,44-62-5550,-73 177 4490,1 1 0,2 1 1,0 0-1,40-40 1,-47 54 694,31-29-306,-40 41 1335,0-1 1,0 1-1,0 0 1,0 0-1,0 0 1,1 0-1,-1 1 1,0 0 0,1-1-1,-1 1 1,1 0-1,6-1 1,-9 3 8,0-1 0,0 0 0,0 0 0,1 1 0,-1-1 0,0 0 0,0 1 0,0-1 0,0 1 0,0 0 0,0-1 0,0 1 0,0 0 0,0 0 0,0-1 0,0 1 1,0 0-1,-1 0 0,1 0 0,0 0 0,-1 0 0,1 0 0,-1 0 0,1 0 0,-1 0 0,1 1 0,-1-1 0,1 1 0,7 41 235,-7-29 148,13 104 2554,-9 161-5814,-6-222 4222,1-54-889,1 0 0,-1 0-1,0 0 1,-1 0-1,1 0 1,0 0-1,-1 0 1,0 0 0,0 0-1,0 0 1,0-1-1,0 1 1,0 0-1,-1-1 1,1 1 0,-1 0-1,0-1 1,0 0-1,0 1 1,-3 2-1,2-4-59,-1 1-1,1-1 0,-1 0 0,0 0 0,1 0 1,-1 0-1,0-1 0,0 1 0,1-1 0,-1 0 0,0 0 1,0 0-1,1-1 0,-1 0 0,0 1 0,-5-3 1,-8-2-861,0 0 0,0-1 1,-28-14-1,22 7-958,1 0 0,0-2-1,1-1 1,-22-20 0,18 11-952,0-1 0,-32-45 0,2-15 505,39 56 1874</inkml:trace>
</inkml:ink>
</file>

<file path=ppt/ink/ink4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5T14:43:48.743"/>
    </inkml:context>
    <inkml:brush xml:id="br0">
      <inkml:brushProperty name="width" value="0.1" units="cm"/>
      <inkml:brushProperty name="height" value="0.1" units="cm"/>
      <inkml:brushProperty name="color" value="#E71224"/>
    </inkml:brush>
  </inkml:definitions>
  <inkml:trace contextRef="#ctx0" brushRef="#br0">0 1 8192,'82'155'2414,"124"198"10541,-140-247-11781,2-1-3417,-39-60-264,-2 1 0,32 71 0,-53-101 1942,1 0 0,-2 1 0,0 0 0,-2 0 0,1 0 0,-2 1 0,0-1 0,-2 1 0,1-1 1,-2 1-1,-4 25 0,4-39 565,-1 0 0,1 0 0,-1 0 0,0 0 0,0-1 0,0 1 0,-1 0 0,1-1 0,-1 1 0,0-1 0,0 0 0,0 0 0,0 0 0,-1-1 0,1 1 0,-1-1 0,1 1 0,-1-1 0,0-1 0,0 1 0,0 0 0,0-1 0,0 0 0,-1 0 0,1 0 0,-6 0 0,-14 3 0,0-2 0,0-1 0,-36-3 0,43 2 0,7-1 720,0 1 1,0-1-1,0-1 1,0 0-1,0 0 1,1-1-1,-1 0 1,1-1-1,0 0 1,-13-8-1,8 3 194</inkml:trace>
</inkml:ink>
</file>

<file path=ppt/ink/ink4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5T14:43:49.080"/>
    </inkml:context>
    <inkml:brush xml:id="br0">
      <inkml:brushProperty name="width" value="0.1" units="cm"/>
      <inkml:brushProperty name="height" value="0.1" units="cm"/>
      <inkml:brushProperty name="color" value="#E71224"/>
    </inkml:brush>
  </inkml:definitions>
  <inkml:trace contextRef="#ctx0" brushRef="#br0">755 1 8192,'-38'71'0,"-3"-1"0,-79 101 0,-119 113 0,162-196 0,-39 40-649,36-48 4301,78-78-2899,-1 0-1,1 0 1,-1 0-1,0 0 0,1 0 1,-1 0-1,0 0 1,0-1-1,0 0 0,-6 3 1,8-4-681,1 0 0,0 0 0,0 0-1,-1 0 1,1 0 0,0-1 0,-1 1 0,1 0 0,0 0 0,0 0 0,-1 0 0,1 0 0,0 0 0,-1 0 0,1 0 0,0-1 0,0 1 0,-1 0-1,1 0 1,0 0 0,0-1 0,0 1 0,-1 0 0,1 0 0,0-1 0,0 1 0,0 0 0,0 0 0,0-1 0,-1 1 0,1 0 0,0 0-1,0-1 1,0 1 0,0 0 0,0-1 0,0 1 0,5-24 966,1 12-1038,0 0 0,0 0 0,13-16 0,5-3 0</inkml:trace>
</inkml:ink>
</file>

<file path=ppt/ink/ink4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5T14:43:49.366"/>
    </inkml:context>
    <inkml:brush xml:id="br0">
      <inkml:brushProperty name="width" value="0.1" units="cm"/>
      <inkml:brushProperty name="height" value="0.1" units="cm"/>
      <inkml:brushProperty name="color" value="#E71224"/>
    </inkml:brush>
  </inkml:definitions>
  <inkml:trace contextRef="#ctx0" brushRef="#br0">128 1 8192,'-3'41'3148,"-2"0"-1,-19 79 1,12-65-2426,-17 102 6395,-7 81-10400,29-185 2845,0 1-526,2-20-9393,7-69 8714,6-53 4402,-7 82-2755,52-223 3017,-39 185-3021</inkml:trace>
</inkml:ink>
</file>

<file path=ppt/ink/ink4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5T14:43:49.837"/>
    </inkml:context>
    <inkml:brush xml:id="br0">
      <inkml:brushProperty name="width" value="0.1" units="cm"/>
      <inkml:brushProperty name="height" value="0.1" units="cm"/>
      <inkml:brushProperty name="color" value="#E71224"/>
    </inkml:brush>
  </inkml:definitions>
  <inkml:trace contextRef="#ctx0" brushRef="#br0">1 151 8192,'0'330'14537,"0"-210"-11052,2-157-3796,2 0-1,1 0 1,2 1 0,2 0 0,1 0 0,1 1 0,3 1 0,0 0 0,2 0 0,2 2 0,1 0 0,1 1-1,34-39 1,-47 62-569,40-41-6772,-45 47 7367,0 0-1,0 0 1,1 0 0,-1 0 0,1 1-1,-1-1 1,1 1 0,0-1 0,0 1 0,0 0-1,0 0 1,0 0 0,-1 0 0,2 1-1,-1-1 1,0 1 0,4 0 0,-6 0 285,1 1 0,-1 0 0,1 0 0,-1-1 0,0 1 0,0 0 0,1 0 0,-1 0 0,0 0 0,0 1 0,0-1 0,0 0 0,0 0 0,0 1 0,-1-1 0,1 0 0,0 1 0,-1-1 0,1 1 0,-1-1 0,1 1 0,-1-1 0,1 1 0,-1 2 0,4 44 0,-4-40 0,-1 65 0,-4 0 0,-3 0 0,-20 88 0,24-132 0,4-24 0,0 1 0,-1 0 0,0 0 0,0 0 0,0 0 0,-1-1 0,1 1 0,-1-1 0,-1 1 0,1-1 0,-5 7 0,6-12 0,1 0 0,-1 0 0,1 0 0,0 0 0,-1 0 0,1-1 0,-1 1 0,1 0 0,-1 0 0,1-1 0,0 1 0,-1 0 0,1-1 0,-1 1 0,1 0 0,0-1 0,-1 1 0,1 0 0,0-1 0,0 1 0,-1-1 0,1 1 0,0-1 0,0 1 0,0-1 0,-1 1 0,1-1 0,0 1 0,0-1 0,0 1 0,0-1 0,0 1 0,0-1 0,0 1 0,0 0 0,0-1 0,1 0 0,-5-24 0,1-132 2949,4 115-2542,-1-1-407</inkml:trace>
</inkml:ink>
</file>

<file path=ppt/ink/ink4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5T14:43:50.112"/>
    </inkml:context>
    <inkml:brush xml:id="br0">
      <inkml:brushProperty name="width" value="0.1" units="cm"/>
      <inkml:brushProperty name="height" value="0.1" units="cm"/>
      <inkml:brushProperty name="color" value="#E71224"/>
    </inkml:brush>
  </inkml:definitions>
  <inkml:trace contextRef="#ctx0" brushRef="#br0">152 0 8192,'4'7'318,"0"0"-1,0-1 1,-1 1 0,0 1 0,-1-1-1,1 0 1,-1 1 0,1 15 0,3 2 178,23 83-699,37 164-1350,-55-212 1197,-3 0 0,1 104 0,-8-116 1451,1-33 201,-2 1-1,0-1 1,0 0 0,-1 1 0,-1-1-1,-6 23 1,6-34-1084,0-1 1,0 0-1,-1 1 0,1-1 1,-1-1-1,1 1 0,-1 0 0,0 0 1,0-1-1,0 0 0,-1 0 0,1 0 1,0 0-1,-1 0 0,1 0 1,-1-1-1,0 0 0,0 0 0,1 0 1,-7 1-1,-10 1 735,0 0-1,-32-1 1,45-2-920,-102-1-27,86 0 0</inkml:trace>
</inkml:ink>
</file>

<file path=ppt/ink/ink4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5T14:43:50.991"/>
    </inkml:context>
    <inkml:brush xml:id="br0">
      <inkml:brushProperty name="width" value="0.1" units="cm"/>
      <inkml:brushProperty name="height" value="0.1" units="cm"/>
      <inkml:brushProperty name="color" value="#E71224"/>
    </inkml:brush>
  </inkml:definitions>
  <inkml:trace contextRef="#ctx0" brushRef="#br0">292 0 8192,'22'0'4644,"9"0"5584,-11 1-7078,-12 0-3150,0 0 0,0 0 0,0 1 0,-1 0 0,1 0 0,-1 1 0,13 6 0,-18-8 0,-1 0 0,1 0 0,-1 0 0,1 0 0,-1 1 0,1-1 0,-1 0 0,0 0 0,0 1 0,0-1 0,1 1 0,-2-1 0,1 1 0,0 0 0,0-1 0,0 1 0,-1 0 0,1-1 0,-1 1 0,1 0 0,-1 0 0,0 0 0,0-1 0,0 1 0,0 0 0,0 0 0,0 0 0,0 0 0,0-1 0,-1 1 0,1 0 0,-1 0 0,1-1 0,-1 1 0,0 0 0,0-1 0,0 1 0,-1 1 0,-68 108-2750,-4-3 1,-91 100-1,90-116 853,54-67-755,14-19 1905,1 1 1,0 0 0,1 1 0,0-1-1,0 1 1,-7 15 0,11-22 746,1 0 0,0 0 0,0-1 0,-1 1 0,1 0 0,0 0 0,0-1 0,0 1 0,0 0 0,0 0 0,0 0 0,0-1 0,0 1 0,0 0 0,0 0 0,0 0 0,1-1 0,-1 1 0,0 0 0,0 0 0,1-1 0,-1 1 0,1 0 0,-1-1 0,0 1 0,1 0 0,-1-1 0,2 2 0,24 5 0,29-12 0,-3-11 618,-2-3 1,0-2-1,-1-2 0,-1-2 1,52-37-1,-84 51 3597,-5-1-3301</inkml:trace>
</inkml:ink>
</file>

<file path=ppt/ink/ink4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5T14:43:51.319"/>
    </inkml:context>
    <inkml:brush xml:id="br0">
      <inkml:brushProperty name="width" value="0.1" units="cm"/>
      <inkml:brushProperty name="height" value="0.1" units="cm"/>
      <inkml:brushProperty name="color" value="#E71224"/>
    </inkml:brush>
  </inkml:definitions>
  <inkml:trace contextRef="#ctx0" brushRef="#br0">1 1 8192,'1'4'564,"0"1"0,0 0 0,1 0 1,-1-1-1,1 1 0,0-1 0,1 1 1,-1-1-1,1 0 0,0 0 0,0 0 0,0 0 1,0-1-1,0 1 0,1-1 0,0 0 1,0 0-1,0 0 0,6 3 0,0 1 253,1-1-1,-1-1 1,1 1-1,0-2 1,1 1-1,22 4 1,21-3-562,1-2 1,0-3-1,84-9 1,-116 4-256,-2-2 0</inkml:trace>
</inkml:ink>
</file>

<file path=ppt/ink/ink4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5T14:43:51.625"/>
    </inkml:context>
    <inkml:brush xml:id="br0">
      <inkml:brushProperty name="width" value="0.1" units="cm"/>
      <inkml:brushProperty name="height" value="0.1" units="cm"/>
      <inkml:brushProperty name="color" value="#E71224"/>
    </inkml:brush>
  </inkml:definitions>
  <inkml:trace contextRef="#ctx0" brushRef="#br0">0 152 8192,'4'3'262,"-1"-1"-1,1 0 1,0 0 0,-1 0 0,1 0 0,0 0-1,0-1 1,0 0 0,1 1 0,-1-2 0,0 1 0,5 0-1,58 2 4607,-47-2-4300,89-4 2198,1-4 1,125-26-1,-128 17-1882,118-19-3184,221-26-4220,-401 57 6148,22-4-4893,-16 3 3244,-13 1 477</inkml:trace>
</inkml:ink>
</file>

<file path=ppt/ink/ink4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5T14:43:52.062"/>
    </inkml:context>
    <inkml:brush xml:id="br0">
      <inkml:brushProperty name="width" value="0.1" units="cm"/>
      <inkml:brushProperty name="height" value="0.1" units="cm"/>
      <inkml:brushProperty name="color" value="#E71224"/>
    </inkml:brush>
  </inkml:definitions>
  <inkml:trace contextRef="#ctx0" brushRef="#br0">1 163 8192,'9'12'863,"0"1"0,-1 1 1,0-1-1,-1 1 0,-1 1 0,0-1 1,-1 1-1,-1 0 0,4 17 0,1 1-143,25 113 6651,-12-46-7081,-14-61 47,-7-30-276,0 1 0,1-1 0,0 0 0,1 0 0,0 0 0,0 0 0,1 0 1,0 0-1,0-1 0,8 10 0,-12-18-61,0 1 0,1-1 0,-1 0 0,0 1 0,1-1 0,-1 0 0,0 1 0,1-1 0,-1 0 0,0 1 0,1-1 0,-1 0 0,1 0 0,-1 0 0,1 1 0,-1-1 0,1 0 0,-1 0 0,0 0 0,1 0 0,-1 0 0,1 0 0,-1 0 0,1 0 0,-1 0 0,1 0 0,-1 0 0,1 0 0,-1 0 0,1-1 0,-1 1 0,1 0 0,-1 0 0,0 0 0,1-1 0,-1 1 0,1 0 0,-1 0 0,0-1 0,1 1 0,-1 0 0,0-1 0,1 1 0,-1-1 0,0 1 0,0 0 0,1-1 0,-1 1 0,0-1 0,0 1 0,0-1 0,0 1 0,1 0 0,-1-1 0,0 1 0,0-1 0,0 1 0,0-1 0,0 1 0,0-1 0,0 1 0,0-1 0,4-36 0,-4 35 0,8-92-1768,4 0 0,3 1 0,5 1 0,51-145 0,-42 172-4862,-17 42 5304</inkml:trace>
</inkml:ink>
</file>

<file path=ppt/ink/ink4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5T14:43:52.471"/>
    </inkml:context>
    <inkml:brush xml:id="br0">
      <inkml:brushProperty name="width" value="0.1" units="cm"/>
      <inkml:brushProperty name="height" value="0.1" units="cm"/>
      <inkml:brushProperty name="color" value="#E71224"/>
    </inkml:brush>
  </inkml:definitions>
  <inkml:trace contextRef="#ctx0" brushRef="#br0">183 0 8192,'-1'19'1272,"-2"0"0,0 0 1,-1 0-1,-1-1 0,-7 19 1,-6 21-88,5-8-1310,-65 275-4625,61-233 2778,-9 148 0,24 305 1972,5-279 0,-3-252 735,0-1 0,1 1 0,1 0 0,0 0 0,8 25 0,-9-37-557,0 1 0,0-1 1,0 0-1,0 0 0,0 1 1,1-1-1,-1 0 0,1 0 1,-1 0-1,1-1 0,0 1 1,0 0-1,0-1 0,0 1 1,0-1-1,4 2 0,-4-2-109,1 0 0,0-1 0,-1 0 0,1 1 0,0-1 0,0 0 0,-1-1 0,1 1-1,0 0 1,-1-1 0,1 1 0,0-1 0,-1 0 0,1 0 0,-1 0 0,1 0 0,-1-1 0,1 1 0,1-2-1,4-2 21,-1-1-1,1 0 0,-2 0 0,1-1 1,0 1-1,6-11 0,16-23 5925,-10 11-4687</inkml:trace>
</inkml:ink>
</file>

<file path=ppt/ink/ink4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5T14:43:52.900"/>
    </inkml:context>
    <inkml:brush xml:id="br0">
      <inkml:brushProperty name="width" value="0.1" units="cm"/>
      <inkml:brushProperty name="height" value="0.1" units="cm"/>
      <inkml:brushProperty name="color" value="#E71224"/>
    </inkml:brush>
  </inkml:definitions>
  <inkml:trace contextRef="#ctx0" brushRef="#br0">362 1 8192,'-123'499'8331,"97"-375"-7806,-161 588-9381,186-709 8894,-19 40 12420,16-64-10288,4-10-2170,0-2 0</inkml:trace>
</inkml:ink>
</file>

<file path=ppt/ink/ink4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5T14:43:53.206"/>
    </inkml:context>
    <inkml:brush xml:id="br0">
      <inkml:brushProperty name="width" value="0.1" units="cm"/>
      <inkml:brushProperty name="height" value="0.1" units="cm"/>
      <inkml:brushProperty name="color" value="#E71224"/>
    </inkml:brush>
  </inkml:definitions>
  <inkml:trace contextRef="#ctx0" brushRef="#br0">0 0 8192,'5'0'18022,"5"0"-18022,6 0 0,4 0 0,3 0 0,3 0 0,0 0 0,1 0 0,0 0 0,-5 0 0</inkml:trace>
</inkml:ink>
</file>

<file path=ppt/ink/ink4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5T14:43:53.795"/>
    </inkml:context>
    <inkml:brush xml:id="br0">
      <inkml:brushProperty name="width" value="0.1" units="cm"/>
      <inkml:brushProperty name="height" value="0.1" units="cm"/>
      <inkml:brushProperty name="color" value="#E71224"/>
    </inkml:brush>
  </inkml:definitions>
  <inkml:trace contextRef="#ctx0" brushRef="#br0">22 110 8192,'1'114'828,"-3"124"1700,0-214-219,-11 30 8603,13-55-10888,0 1 0,0 0 0,0 0 0,0 0 0,0 0 0,0 0 0,0 0 0,0 0 0,0 0 0,0 0 1,0 0-1,0 0 0,0 0 0,0 0 0,-1 0 0,1-1 0,0 1 0,0 0 0,0 0 0,0 0 0,0 0 0,0 0 1,0 0-1,0 0 0,0 0 0,0 0 0,0 0 0,-1 0 0,1 0 0,0 0 0,0 0 0,0 0 0,0 0 0,0 0 1,0 0-1,0 0 0,0 0 0,0 0 0,0 0 0,0 0 0,-1 0 0,1 1 0,0-1 0,0 0 0,0 0 0,0 0 1,0 0-1,0 0 0,0 0 0,0 0 0,0 0 0,0 0 0,0 0 0,0 0 0,0 0 0,0 0 0,0 0 0,0 1 1,0-1-1,-3-14 337,4-19-722,7 0 361,1 1 0,2 0 0,2 0 0,0 1 0,2 1 0,21-31 0,-9 21 0,1 1 0,3 1 0,57-56 0,-86 91 0,1 1 0,0-1 0,0 0 0,0 1 0,0 0 0,1 0 0,-1 0 0,0 0 0,1 0 0,0 1 0,-1 0 0,1-1 0,0 1 0,0 0 0,-1 1 0,8-1 0,-8 1 0,-1 1 0,0 0 0,0 0 0,0 0 0,0 0 0,0 0 0,0 0 0,0 0 0,-1 1 0,1-1 0,0 1 0,-1-1 0,1 1 0,-1 0 0,1-1 0,-1 1 0,0 0 0,0 0 0,0 0 0,0 0 0,0 0 0,0 0 0,-1 0 0,1 0 0,-1 1 0,1-1 0,-1 0 0,0 0 0,0 1 0,0-1 0,0 2 0,6 177-4146,2 19-548,2-65-3467,-9-111 7140</inkml:trace>
</inkml:ink>
</file>

<file path=ppt/ink/ink4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5T14:43:54.595"/>
    </inkml:context>
    <inkml:brush xml:id="br0">
      <inkml:brushProperty name="width" value="0.1" units="cm"/>
      <inkml:brushProperty name="height" value="0.1" units="cm"/>
      <inkml:brushProperty name="color" value="#E71224"/>
    </inkml:brush>
  </inkml:definitions>
  <inkml:trace contextRef="#ctx0" brushRef="#br0">1 42 8192,'11'0'26,"104"0"2901,151-8 10343,-171 1-11471,51 1-1799,-91 5 0,99-13 0,-127 8 0</inkml:trace>
</inkml:ink>
</file>

<file path=ppt/ink/ink4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5T14:43:54.833"/>
    </inkml:context>
    <inkml:brush xml:id="br0">
      <inkml:brushProperty name="width" value="0.1" units="cm"/>
      <inkml:brushProperty name="height" value="0.1" units="cm"/>
      <inkml:brushProperty name="color" value="#E71224"/>
    </inkml:brush>
  </inkml:definitions>
  <inkml:trace contextRef="#ctx0" brushRef="#br0">1 1 8192,'0'3'229,"0"-1"0,1 0 0,0 1 0,-1-1 0,1 0 0,0 0 1,0 1-1,1-1 0,-1 0 0,0 0 0,1 0 0,-1 0 0,1 0 0,-1-1 0,1 1 1,0 0-1,0-1 0,0 1 0,0-1 0,0 0 0,0 0 0,0 0 0,0 0 0,1 0 1,-1 0-1,0 0 0,1-1 0,-1 1 0,0-1 0,1 0 0,2 1 0,14 1 3037,0 0 0,37-1 1,-40-1-2580,47-3-561,122-22-1,-15 1-171,-143 22 46</inkml:trace>
</inkml:ink>
</file>

<file path=ppt/ink/ink4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5T14:43:56.687"/>
    </inkml:context>
    <inkml:brush xml:id="br0">
      <inkml:brushProperty name="width" value="0.1" units="cm"/>
      <inkml:brushProperty name="height" value="0.1" units="cm"/>
      <inkml:brushProperty name="color" value="#E71224"/>
    </inkml:brush>
  </inkml:definitions>
  <inkml:trace contextRef="#ctx0" brushRef="#br0">1 0 8192,'1'1'324,"1"-1"0,-1 1 1,1-1-1,0 1 0,-1-1 0,1 1 1,-1 0-1,1 0 0,-1 0 1,0 0-1,1 0 0,-1 0 0,0 0 1,0 1-1,0-1 0,0 0 1,0 0-1,1 2 0,18 31 3078,-16-26-3613,82 147-591,125 203-8357,-131-234 9856,-37-52-795,-34-53 100,2 0-1,0-1 0,1 0 1,1-1-1,1 0 0,28 26 1,-42-42-2,0-1 0,0 0 0,0 0 0,0 1 0,0-1 0,1 0 0,-1 0 0,0 1 0,0-1 0,0 0 0,0 0 0,1 0 0,-1 1 0,0-1 0,0 0 0,1 0 0,-1 0 0,0 0 0,0 0 0,1 0 0,-1 1 0,0-1 0,0 0 0,1 0 0,-1 0 0,0 0 0,0 0 0,1 0 0,-1 0 0,0 0 0,1 0 0,-1 0 0,0 0 0,0 0 0,1 0 0,-1 0 0,0-1 0,0 1 0,1 0 0,-1 0 0,0 0 0,0 0 0,1 0 0,-1-1 0,0 1 0,0 0 0,0 0 0,1 0 0,-1-1 0,0 1 0,0 0 0,0 0 0,0-1 0,1 1 0,-1 0 0,0 0 0,0-1 0,0 1 0,0 0 0,0-1 0,-2-16 0,-4 0 0</inkml:trace>
</inkml:ink>
</file>

<file path=ppt/ink/ink4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5T14:43:57.053"/>
    </inkml:context>
    <inkml:brush xml:id="br0">
      <inkml:brushProperty name="width" value="0.1" units="cm"/>
      <inkml:brushProperty name="height" value="0.1" units="cm"/>
      <inkml:brushProperty name="color" value="#E71224"/>
    </inkml:brush>
  </inkml:definitions>
  <inkml:trace contextRef="#ctx0" brushRef="#br0">490 0 8192,'-6'29'8625,"-15"16"-8778,8-20 500,-37 78 4255,-117 179-1,20-40-4601,81-131 0,66-110 0,0-1 0,0 1 0,0-1 0,0 1 0,0-1 0,0 1 0,-1-1 0,1 0 0,0 1 0,0-1 0,0 1 0,-1-1 0,1 1 0,0-1 0,-1 0 0,1 1 0,0-1 0,-1 0 0,1 1 0,0-1 0,-1 0 0,1 1 0,0-1 0,-1 0 0,1 0 0,-1 1 0,1-1 0,-1 0 0,1 0 0,-1 0 0,1 0 0,-1 0 0,1 1 0,-1-1 0,1 0 0,-1 0 0,1 0 0,-1 0 0,1-1 0,-1 1 0,1 0 0,-1 0 0,-3-22 0,3 4 0</inkml:trace>
</inkml:ink>
</file>

<file path=ppt/ink/ink4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5T14:43:57.584"/>
    </inkml:context>
    <inkml:brush xml:id="br0">
      <inkml:brushProperty name="width" value="0.1" units="cm"/>
      <inkml:brushProperty name="height" value="0.1" units="cm"/>
      <inkml:brushProperty name="color" value="#E71224"/>
    </inkml:brush>
  </inkml:definitions>
  <inkml:trace contextRef="#ctx0" brushRef="#br0">27 0 8192,'-2'94'2383,"-9"45"6344,2-18-2785,6-40-6198,1 1-109,4 509-8110,7-517 10456,8-23 6104,-10-60-7334,2-14-1502,-5 1 751</inkml:trace>
</inkml:ink>
</file>

<file path=ppt/ink/ink4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5T14:43:58.187"/>
    </inkml:context>
    <inkml:brush xml:id="br0">
      <inkml:brushProperty name="width" value="0.1" units="cm"/>
      <inkml:brushProperty name="height" value="0.1" units="cm"/>
      <inkml:brushProperty name="color" value="#E71224"/>
    </inkml:brush>
  </inkml:definitions>
  <inkml:trace contextRef="#ctx0" brushRef="#br0">0 15 8192,'63'0'2121,"89"-2"10252,-88-6-9867,-59 7-2423,1-1 0,0 2 0,-1-1 0,1 1 0,0 0 0,0 0 0,9 2 0,-14-2-71,1 1 0,0 0 0,-1-1 0,1 1 0,-1 0 0,1 0-1,-1 0 1,1 0 0,-1 0 0,0 0 0,0 0 0,1 1 0,-1-1 0,0 0 0,0 1 0,0-1 0,0 1 0,0-1 0,-1 1-1,1-1 1,0 1 0,-1 0 0,1-1 0,-1 1 0,0 0 0,1-1 0,-1 1 0,0 0 0,0 3 0,0 7-12,-1-1 0,0 1 0,-1-1 0,0 1 0,-1-1 0,0 0 0,-1 0 0,0 0 0,-10 18 0,-8 10 0,-32 44 0,29-47 0,10-13 0,-102 167 0,104-167 0,2 1 0,1 0 0,1 1 0,1-1 0,1 2 0,-5 37 0,11-61 0,1 1 0,-1 0 0,1 0 0,0 0 0,-1 0 0,1 0 0,1 0 0,-1-1 0,0 1 0,1 0 0,-1 0 0,1 0 0,0-1 0,0 1 0,0 0 0,0-1 0,1 1 0,-1-1 0,1 1 0,-1-1 0,1 1 0,0-1 0,0 0 0,0 0 0,0 0 0,0 0 0,1-1 0,-1 1 0,1 0 0,-1-1 0,1 0 0,-1 1 0,1-1 0,0 0 0,-1-1 0,1 1 0,0 0 0,0-1 0,0 1 0,0-1 0,0 0 0,3 0 0,19 0 0,0 0 0,-1-1 0,1-2 0,-1-1 0,0 0 0,46-16 0,-4 2 0,-62 18 0,0-1 0,0 0 0,0 0 0,0 0 0,0 0 0,0-1 0,0 0 0,-1 0 0,1 0 0,-1 0 0,1 0 0,-1-1 0,0 1 0,0-1 0,0 0 0,0 0 0,3-4 0,0-9 0</inkml:trace>
</inkml:ink>
</file>

<file path=ppt/ink/ink4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5T14:43:58.482"/>
    </inkml:context>
    <inkml:brush xml:id="br0">
      <inkml:brushProperty name="width" value="0.1" units="cm"/>
      <inkml:brushProperty name="height" value="0.1" units="cm"/>
      <inkml:brushProperty name="color" value="#E71224"/>
    </inkml:brush>
  </inkml:definitions>
  <inkml:trace contextRef="#ctx0" brushRef="#br0">0 1 8192,'79'7'2526,"41"23"6295,11 1-2351,-105-27-6444,1-1-1,-1-1 1,0-1-1,0-2 1,1 0 0,-1-2-1,38-9 1,-44 8-26,-2 0 0</inkml:trace>
</inkml:ink>
</file>

<file path=ppt/ink/ink4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5T14:43:58.861"/>
    </inkml:context>
    <inkml:brush xml:id="br0">
      <inkml:brushProperty name="width" value="0.1" units="cm"/>
      <inkml:brushProperty name="height" value="0.1" units="cm"/>
      <inkml:brushProperty name="color" value="#E71224"/>
    </inkml:brush>
  </inkml:definitions>
  <inkml:trace contextRef="#ctx0" brushRef="#br0">1 129 8192,'187'13'1757,"-11"0"-158,-92-13 1761,-1-4 0,1-3 0,117-26 0,128-39-11309,-189 42 428,-112 25 6195,-4 1 1326</inkml:trace>
</inkml:ink>
</file>

<file path=ppt/ink/ink4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5T14:43:59.455"/>
    </inkml:context>
    <inkml:brush xml:id="br0">
      <inkml:brushProperty name="width" value="0.1" units="cm"/>
      <inkml:brushProperty name="height" value="0.1" units="cm"/>
      <inkml:brushProperty name="color" value="#E71224"/>
    </inkml:brush>
  </inkml:definitions>
  <inkml:trace contextRef="#ctx0" brushRef="#br0">0 327 8192,'8'48'2844,"20"23"6458,-4-10-4652,89 249-3424,-112-307-1226,13 33 0,-13-35 0,0 1 0,0-1 0,-1 1 0,1-1 0,0 1 0,0-1 0,0 0 0,0 1 0,1-1 0,-1 0 0,0 0 0,1 0 0,-1 0 0,0 0 0,1 0 0,-1 0 0,1-1 0,1 2 0,0-3 0,-1-1 0,0 1 0,0-1 0,0 0 0,0 0 0,0 0 0,0 0 0,0 0 0,0 0 0,-1 0 0,1 0 0,-1-1 0,0 1 0,0 0 0,0-1 0,0 1 0,1-5 0,0 3 0,65-163 0,-9 20 0,-42 110-113,95-203-4291,-82 185 2459,3 1-1,45-60 0,-61 95-5722</inkml:trace>
</inkml:ink>
</file>

<file path=ppt/ink/ink4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5T14:43:59.874"/>
    </inkml:context>
    <inkml:brush xml:id="br0">
      <inkml:brushProperty name="width" value="0.1" units="cm"/>
      <inkml:brushProperty name="height" value="0.1" units="cm"/>
      <inkml:brushProperty name="color" value="#E71224"/>
    </inkml:brush>
  </inkml:definitions>
  <inkml:trace contextRef="#ctx0" brushRef="#br0">511 1 8192,'12'16'979,"0"0"-1,-1 0 1,-1 2 0,-1-1 0,0 1 0,-1 0-1,7 24 1,1 1 10,48 111-5398,66 243-1,-110-319 4410,46 211 0,-53-213 0,7 144 0,-19-169 0,-2 0 0,-12 82 0,10-116 0,-1 0 0,0 0 0,-2-1 0,0 1 0,0-1 0,-2-1 0,0 1 0,-1-1 0,0-1 0,-1 0 0,-19 20 0,-186 157 0,99-94 0,69-61 0,-2-2 0,-1-2 0,-1-2 0,-2-3 0,0-2 0,-83 26 0,95-36 0</inkml:trace>
</inkml:ink>
</file>

<file path=ppt/ink/ink4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5T14:44:00.824"/>
    </inkml:context>
    <inkml:brush xml:id="br0">
      <inkml:brushProperty name="width" value="0.1" units="cm"/>
      <inkml:brushProperty name="height" value="0.1" units="cm"/>
      <inkml:brushProperty name="color" value="#E71224"/>
    </inkml:brush>
  </inkml:definitions>
  <inkml:trace contextRef="#ctx0" brushRef="#br0">428 1 8192,'-1'9'703,"0"1"1,-1-1-1,0 0 1,-1 0 0,1 0-1,-2-1 1,1 1-1,-1-1 1,-1 1-1,1-1 1,-1 0 0,-1-1-1,-10 13 1,-2 0 1339,-1-1 0,-1-1 0,-33 24 0,-14 2-2043,45-30 0,-1 0 0,-39 36 0,34-29 0,20-17 0,1 1 0,1 0 0,-1 0 0,1 1 0,-11 11 0,16-16 0,1 0 0,-1 1 0,0-1 0,1 0 0,-1 0 0,0 1 0,1-1 0,0 1 0,-1-1 0,1 0 0,0 1 0,0-1 0,0 1 0,0-1 0,0 0 0,0 1 0,0-1 0,0 1 0,1-1 0,-1 0 0,0 1 0,1-1 0,-1 0 0,1 1 0,0-1 0,-1 0 0,1 1 0,0-1 0,0 0 0,0 0 0,0 0 0,0 0 0,0 0 0,0 0 0,0 0 0,0 0 0,0-1 0,0 1 0,3 1 0,2 2 0,1-1 0,0 1 0,-1-1 0,1-1 0,1 1 0,-1-1 0,0 0 0,1-1 0,-1 0 0,11 1 0,85-4 0,-60 0 0,-16 2-273,-7 1-1006,0-2-1,0 0 1,0-1-1,0-1 1,29-8-1,-45 9 989,1 0 0,0 0 1,-1 0-1,0 0 0,1-1 0,-1 1 1,0-1-1,0-1 0,-1 1 0,1 0 1,-1-1-1,1 0 0,-1 1 0,0-1 1,-1-1-1,1 1 0,-1 0 0,0-1 1,0 1-1,0-1 0,0 0 0,-1 1 1,0-1-1,0 0 0,0 0 0,0 0 1,-1-8-1,1 0 115,0-1 1,-1 1-1,0-1 1,-1 1-1,-1-1 1,0 1-1,0-1 0,-2 1 1,0 0-1,-8-19 1,2 15 175</inkml:trace>
</inkml:ink>
</file>

<file path=ppt/ink/ink4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5T14:44:03.246"/>
    </inkml:context>
    <inkml:brush xml:id="br0">
      <inkml:brushProperty name="width" value="0.1" units="cm"/>
      <inkml:brushProperty name="height" value="0.1" units="cm"/>
      <inkml:brushProperty name="color" value="#E71224"/>
    </inkml:brush>
  </inkml:definitions>
  <inkml:trace contextRef="#ctx0" brushRef="#br0">1 53 8192,'153'-11'15215,"-87"2"-13825,-57 8-1826,200-25 2289,-157 21-1853,-30 4 0</inkml:trace>
</inkml:ink>
</file>

<file path=ppt/ink/ink4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5T06:53:50.582"/>
    </inkml:context>
    <inkml:brush xml:id="br0">
      <inkml:brushProperty name="width" value="0.1" units="cm"/>
      <inkml:brushProperty name="height" value="0.1" units="cm"/>
      <inkml:brushProperty name="color" value="#E71224"/>
    </inkml:brush>
  </inkml:definitions>
  <inkml:trace contextRef="#ctx0" brushRef="#br0">0 103 8192,'12'22'11585,"-8"-17"-10426,13 14 3256,-9-11-3552,298 305-863,-275-283 0,-23-22 0,-3-3 0,0 0 0,0 0 0,0 0 0,1-1 0,0 0 0,11 6 0,-15-9 0,0-1 0,0 1 0,0-1 0,0 0 0,0 1 0,0-1 0,0 0 0,0 0 0,0 0 0,0-1 0,0 1 0,0 0 0,0-1 0,0 1 0,0-1 0,-1 0 0,1 0 0,0 1 0,0-1 0,0-1 0,-1 1 0,1 0 0,-1 0 0,1 0 0,-1-1 0,1 1 0,-1-1 0,0 1 0,2-3 0,51-74-1776,-3 3 196,7 6 1082,111-119-11734,-91 112 10500,-58 55 1528,-3 2 204</inkml:trace>
</inkml:ink>
</file>

<file path=ppt/ink/ink4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5T06:53:52.037"/>
    </inkml:context>
    <inkml:brush xml:id="br0">
      <inkml:brushProperty name="width" value="0.1" units="cm"/>
      <inkml:brushProperty name="height" value="0.1" units="cm"/>
      <inkml:brushProperty name="color" value="#E71224"/>
    </inkml:brush>
  </inkml:definitions>
  <inkml:trace contextRef="#ctx0" brushRef="#br0">1 374 8192,'19'16'11858,"-18"-13"-11161,11 18 3760,-6-10-3447,15 23-1010,111 164 0,-39-94 0,-93-104 0,1 1 0,-1-1 0,1 1 0,0-1 0,-1 1 0,1-1 0,0 0 0,0 1 0,-1-1 0,1 0 0,0 0 0,0 0 0,-1 0 0,1 1 0,0-1 0,0 0 0,-1 0 0,1 0 0,0 0 0,0-1 0,0 1 0,-1 0 0,1 0 0,0 0 0,0-1 0,-1 1 0,1 0 0,0-1 0,-1 1 0,1-1 0,0 1 0,-1 0 0,1-1 0,-1 0 0,1 1 0,0-1 0,-1 1 0,1-1 0,-1 0 0,0 1 0,1-1 0,-1 0 0,1-1 0,20-36 0,-19 32 0,148-301-6741,-104 223 2377,89-122-1,-66 113 2017,-53 74 2144</inkml:trace>
</inkml:ink>
</file>

<file path=ppt/ink/ink4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5T06:54:25.368"/>
    </inkml:context>
    <inkml:brush xml:id="br0">
      <inkml:brushProperty name="width" value="0.1" units="cm"/>
      <inkml:brushProperty name="height" value="0.1" units="cm"/>
      <inkml:brushProperty name="color" value="#E71224"/>
    </inkml:brush>
  </inkml:definitions>
  <inkml:trace contextRef="#ctx0" brushRef="#br0">0 0 8192,'13'10'15733,"-13"-9"-15104,2 4 1031,2 5-1660,0 0 0,-1 0 0,2 0 0,-1 0 0,2 0 0,8 12 0,-12-19 0,1 0 0,0 0 0,1-1 0,-1 1 0,0-1 0,1 1 0,-1-1 0,1 0 0,0-1 0,-1 1 0,1 0 0,0-1 0,0 0 0,0 0 0,0 0 0,1-1 0,6 1 0,-6-1 0,1 0 0,-1-1 0,0 1 0,1-1 0,-1 0 0,0-1 0,0 1 0,0-1 0,0 0 0,0 0 0,6-4 0,-9 5 0,0 0 0,0 0 0,0-1 0,0 1 0,-1-1 0,1 1 0,0-1 0,0 0 0,-1 0 0,1 1 0,-1-1 0,0 0 0,0 0 0,1 0 0,-1-1 0,0 1 0,-1 0 0,1 0 0,0-1 0,-1 1 0,1 0 0,-1-1 0,0 1 0,0 0 0,1-1 0,-2 1 0,1-4 0,-1 4 0,0 0 0,0 0 0,0 1 0,0-1 0,0 1 0,0-1 0,0 1 0,0-1 0,0 1 0,-1 0 0,1-1 0,-1 1 0,1 0 0,-1 0 0,0 0 0,1 0 0,-1 0 0,0 1 0,1-1 0,-1 0 0,0 1 0,-3-1 0,2 0 0,-1 0 0,0 1 0,1-1 0,-1 1 0,1 0 0,-1 0 0,0 0 0,1 0 0,-1 1 0,-6 1 0,4 5 0,15-1 0,18 2 0,-4-6 0,-1 0 0</inkml:trace>
</inkml:ink>
</file>

<file path=ppt/ink/ink4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5T06:54:26.587"/>
    </inkml:context>
    <inkml:brush xml:id="br0">
      <inkml:brushProperty name="width" value="0.1" units="cm"/>
      <inkml:brushProperty name="height" value="0.1" units="cm"/>
      <inkml:brushProperty name="color" value="#E71224"/>
    </inkml:brush>
  </inkml:definitions>
  <inkml:trace contextRef="#ctx0" brushRef="#br0">1 75 8192,'5'1'1903,"1"0"0,-1 1 0,0 0 1,1 0-1,-1 0 0,0 1 0,6 4 1,16 6 892,3-3-2796,-8-3 0,-1 1 0,32 17 0,-49-22 0,1-1 0,-1 1 0,1-1 0,0 0 0,0 0 0,0 0 0,0-1 0,0 0 0,1 0 0,-1 0 0,0-1 0,0 1 0,1-1 0,-1-1 0,0 1 0,0-1 0,1 0 0,-1 0 0,0 0 0,0-1 0,0 0 0,0 0 0,0 0 0,-1 0 0,1-1 0,-1 0 0,9-6 0,-2-2 0,0 0 0,-1-1 0,0 0 0,-1 0 0,-1-1 0,0 0 0,0-1 0,6-18 0,-5 13 0</inkml:trace>
</inkml:ink>
</file>

<file path=ppt/ink/ink4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5T06:54:30.392"/>
    </inkml:context>
    <inkml:brush xml:id="br0">
      <inkml:brushProperty name="width" value="0.1" units="cm"/>
      <inkml:brushProperty name="height" value="0.1" units="cm"/>
      <inkml:brushProperty name="color" value="#E71224"/>
    </inkml:brush>
  </inkml:definitions>
  <inkml:trace contextRef="#ctx0" brushRef="#br0">1 9 8192,'4'0'18022,"6"0"-18022,1 4 0,-1-3 0,-2-5 0,2-3 0,-2 4 0,-1 3 0</inkml:trace>
</inkml:ink>
</file>

<file path=ppt/ink/ink4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5T06:54:32.198"/>
    </inkml:context>
    <inkml:brush xml:id="br0">
      <inkml:brushProperty name="width" value="0.1" units="cm"/>
      <inkml:brushProperty name="height" value="0.1" units="cm"/>
      <inkml:brushProperty name="color" value="#E71224"/>
    </inkml:brush>
  </inkml:definitions>
  <inkml:trace contextRef="#ctx0" brushRef="#br0">0 5 8192,'164'-2'9589,"7"0"-3516,0 7-3713,-61 7-2360,42 1 0,237-14 0,-368 1 0</inkml:trace>
</inkml:ink>
</file>

<file path=ppt/ink/ink4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0T12:32:20.761"/>
    </inkml:context>
    <inkml:brush xml:id="br0">
      <inkml:brushProperty name="width" value="0.1" units="cm"/>
      <inkml:brushProperty name="height" value="0.1" units="cm"/>
      <inkml:brushProperty name="color" value="#E71224"/>
    </inkml:brush>
  </inkml:definitions>
  <inkml:trace contextRef="#ctx0" brushRef="#br0">738 0 8192,'-5'6'849,"0"1"0,0 0 0,0 0 0,1 0 0,0 0 1,1 1-1,0-1 0,0 1 0,0 0 0,1 0 0,-2 16 0,0 9 1732,2 57-1,1-33-1134,-10 118-472,-2 111-4766,14-232 2598,2 0 0,2 0 0,17 69 0,54 141-3407,-66-237 4026,2 0 0,1 0-1,1-1 1,1-1 0,1 0 0,2-1 0,24 27 0,-37-46 575,0-1 0,0 0 0,0 1 0,0-2 0,1 1 0,-1-1 0,1 1 0,0-1 0,0-1 0,0 1 0,1-1 0,-1 0 0,0-1 0,8 1 0,-4-1 0,0-1 0,1 0 0,-1 0 0,0-1 0,0-1 0,0 0 0,0 0 0,13-6 0,11-6 0,-1-3 0,0 0 0,59-44 0,-71 47 0,14-10 0,-1-2 0,-2-1 0,-1-1 0,-1-2 0,-1-1 0,29-43 0,-41 51 0,-2-2 0,-1 1 0,-1-2 0,-1 0 0,-2 0 0,0-1 0,-2-1 0,-1 1 0,-1-1 0,3-33 0,-3-14 0,-4 0 0,-3-1 0,-3 1 0,-15-79 0,16 140 367,0-1 1,-1 1-1,0-1 1,-2 1-1,1 1 1,-2-1-1,0 1 1,0 0-1,-1 0 1,-1 1-1,-14-16 1,14 19-53,-1 1 0,1 0 0,-1 0 0,-1 1 0,0 0 0,0 1-1,0 1 1,0-1 0,-1 2 0,0 0 0,0 0 0,0 1 0,-25-3 0,-72-2 4146,-186 12-1,249-3-4178,-13 4-2127,0 2 0,-102 26 0,-111 49-6813,196-58 7283,-207 72-1079,236-80 2454</inkml:trace>
</inkml:ink>
</file>

<file path=ppt/ink/ink4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0T12:32:22.121"/>
    </inkml:context>
    <inkml:brush xml:id="br0">
      <inkml:brushProperty name="width" value="0.1" units="cm"/>
      <inkml:brushProperty name="height" value="0.1" units="cm"/>
      <inkml:brushProperty name="color" value="#E71224"/>
    </inkml:brush>
  </inkml:definitions>
  <inkml:trace contextRef="#ctx0" brushRef="#br0">0 1 8192,'91'0'0,"1897"33"0,-1496-12 0,537 36 0,-592-33 0,-162-11 0,-112 2 2321,54 2 5155,-91-17-223,-68-1-6281,-36 1-972</inkml:trace>
</inkml:ink>
</file>

<file path=ppt/ink/ink4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0T12:32:37.193"/>
    </inkml:context>
    <inkml:brush xml:id="br0">
      <inkml:brushProperty name="width" value="0.1" units="cm"/>
      <inkml:brushProperty name="height" value="0.1" units="cm"/>
      <inkml:brushProperty name="color" value="#E71224"/>
    </inkml:brush>
  </inkml:definitions>
  <inkml:trace contextRef="#ctx0" brushRef="#br0">0 88 8192,'19'10'9261,"-17"-8"-8600,20 24 5498,-4-5-6071,2-1 118,-1 2 1,0-1-1,-1 2 1,-2 1 0,16 28-1,40 54 408,-70-103-614,19 25 0,1-1 0,2-1 0,0-1 0,2-1 0,48 35 0,-72-58 0,0 0 0,-1 0 0,1-1 0,0 1 0,-1-1 0,1 1 0,0-1 0,0 0 0,-1 1 0,1-1 0,0 0 0,0 0 0,-1-1 0,1 1 0,0 0 0,0 0 0,0-1 0,-1 1 0,1-1 0,0 0 0,-1 1 0,1-1 0,-1 0 0,1 0 0,-1 0 0,1 0 0,-1 0 0,1 0 0,-1-1 0,0 1 0,0 0 0,0-1 0,2-2 0,6-7 0,-1-1 0,-1-1 0,9-19 0,0 2 0,12-10-1528,1 2 0,58-58 0,81-60-6826,-18 20 4308,-137 121 3215,-3 3 624</inkml:trace>
</inkml:ink>
</file>

<file path=ppt/ink/ink4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0T12:32:38.377"/>
    </inkml:context>
    <inkml:brush xml:id="br0">
      <inkml:brushProperty name="width" value="0.1" units="cm"/>
      <inkml:brushProperty name="height" value="0.1" units="cm"/>
      <inkml:brushProperty name="color" value="#E71224"/>
    </inkml:brush>
  </inkml:definitions>
  <inkml:trace contextRef="#ctx0" brushRef="#br0">0 229 8192,'25'14'12821,"-21"-10"-11906,11 13 3371,3 7-4286,184 220 0,-200-242-29,-1-1 1,1 1 0,-1 0 0,1-1-1,0 0 1,0 1 0,0-1 0,0 0 0,0 0-1,0 0 1,0 0 0,0 0 0,0-1-1,0 1 1,0 0 0,1-1 0,-1 0 0,0 1-1,0-1 1,1 0 0,-1 0 0,0-1-1,0 1 1,1 0 0,-1-1 0,0 1-1,0-1 1,0 0 0,0 1 0,0-1 0,0 0-1,0 0 1,0-1 0,0 1 0,0 0-1,0-1 1,-1 1 0,1-1 0,0 1-1,-1-1 1,0 0 0,1 0 0,0-2 0,9-11-483,-1-1 0,0 0 1,-1 0-1,8-22 0,-11 23 37,120-249-13278,-115 242 13752,-2-1 0,-1 0 0,8-32 0,-11 34 0</inkml:trace>
</inkml:ink>
</file>

<file path=ppt/ink/ink4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0T12:32:39.551"/>
    </inkml:context>
    <inkml:brush xml:id="br0">
      <inkml:brushProperty name="width" value="0.1" units="cm"/>
      <inkml:brushProperty name="height" value="0.1" units="cm"/>
      <inkml:brushProperty name="color" value="#E71224"/>
    </inkml:brush>
  </inkml:definitions>
  <inkml:trace contextRef="#ctx0" brushRef="#br0">1 0 8192,'3'2'588,"0"0"0,0 0 0,0 0 1,0 1-1,-1-1 0,1 1 0,-1 0 1,1 0-1,-1-1 0,0 1 0,0 1 0,3 5 1,4 5 603,233 320 7803,-221-302-8807,0-1-188,1-1 0,1-2 0,29 29 0,-44-49 0,1 0 0,1 0 0,0-1 0,0-1 0,0 1 0,0-2 0,1 1 0,0-1 0,0-1 0,1 0 0,-1-1 0,1 0 0,19 2 0,-4-4-299,-1-1 0,1-2 1,0 0-1,-1-2 0,0 0 0,1-2 1,-2-1-1,33-14 0,23-13-1935,88-53-1,-117 58 1548,643-339-8245,-626 331 8932</inkml:trace>
</inkml:ink>
</file>

<file path=ppt/ink/ink4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0T12:32:40.224"/>
    </inkml:context>
    <inkml:brush xml:id="br0">
      <inkml:brushProperty name="width" value="0.1" units="cm"/>
      <inkml:brushProperty name="height" value="0.1" units="cm"/>
      <inkml:brushProperty name="color" value="#E71224"/>
    </inkml:brush>
  </inkml:definitions>
  <inkml:trace contextRef="#ctx0" brushRef="#br0">0 18 8192,'5'1'529,"-1"-1"0,0 1 0,0 0 0,0 0 0,0 0 0,1 1 0,-2 0 0,1-1 0,0 1-1,0 0 1,-1 1 0,7 4 0,40 40 7956,-30-27-7070,253 215-792,-223-198-467,2-3-1,1-1 1,103 44 0,-134-69-729,0 0 0,1-2 0,-1 0 0,1-2 0,0 0 0,0-2 0,1 0 0,-1-2 0,0 0 0,1-2 0,36-6 0,-53 5 866,-1 1 1,0-1 0,1-1 0,-1 1 0,0-1 0,0 0 0,-1 0 0,0-1 0,1 1 0,-1-1-1,-1-1 1,8-8 0,5-10 1259,22-42-1,-33 55-2134,46-87-1095,42-111-1,-61 123 1678</inkml:trace>
</inkml:ink>
</file>

<file path=ppt/ink/ink4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0T12:32:42.514"/>
    </inkml:context>
    <inkml:brush xml:id="br0">
      <inkml:brushProperty name="width" value="0.1" units="cm"/>
      <inkml:brushProperty name="height" value="0.1" units="cm"/>
      <inkml:brushProperty name="color" value="#E71224"/>
    </inkml:brush>
  </inkml:definitions>
  <inkml:trace contextRef="#ctx0" brushRef="#br0">1 1 8192,'3'0'691,"0"1"1,-1 0-1,1 0 0,0 0 1,0 0-1,-1 0 1,1 1-1,0-1 0,-1 1 1,0 0-1,1-1 1,-1 1-1,0 0 0,4 4 1,30 39 6399,-28-34-6531,82 92-560,157 139 0,-191-190 0,-11-10-987,2-2 1,2-2-1,68 40 1,-110-74 1061,1-1 1,0 0-1,1 0 0,-1-1 1,0 1-1,1-2 0,0 1 1,-1-2-1,1 1 0,0-1 1,-1 0-1,1-1 1,0 1-1,-1-2 0,1 1 1,-1-2-1,0 1 0,1-1 1,12-6-1,13-7 733,-2-2 0,0-2-1,38-29 1,-36 25-2160,137-93-1444,-120 84 2796</inkml:trace>
</inkml:ink>
</file>

<file path=ppt/ink/ink4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0T12:32:44.091"/>
    </inkml:context>
    <inkml:brush xml:id="br0">
      <inkml:brushProperty name="width" value="0.1" units="cm"/>
      <inkml:brushProperty name="height" value="0.1" units="cm"/>
      <inkml:brushProperty name="color" value="#E71224"/>
    </inkml:brush>
  </inkml:definitions>
  <inkml:trace contextRef="#ctx0" brushRef="#br0">1 1 8192,'18'21'2074,"-2"1"0,0 1 0,-1 1 0,-2 0 0,0 1 1,17 49-1,12 23 1429,-9-31-3503,3-2 0,3-1 0,2-3 0,58 66 0,-95-122 0,-1 0 0,1 0 0,0 0 0,0-1 0,1 1 0,-1-1 0,1 0 0,-1 0 0,1-1 0,0 0 0,0 1 0,0-1 0,0-1 0,1 1 0,7 0 0,-8-2 0,0 0 0,0 0 0,-1-1 0,1 0 0,0 0 0,0 0 0,0-1 0,-1 0 0,1 1 0,0-2 0,-1 1 0,0 0 0,0-1 0,1 0 0,-1 0 0,-1 0 0,5-5 0,41-41-772,-2-3 1,51-73 0,12-15-271,-41 61 1042,-6 6 0</inkml:trace>
</inkml:ink>
</file>

<file path=ppt/ink/ink4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0T12:32:44.672"/>
    </inkml:context>
    <inkml:brush xml:id="br0">
      <inkml:brushProperty name="width" value="0.1" units="cm"/>
      <inkml:brushProperty name="height" value="0.1" units="cm"/>
      <inkml:brushProperty name="color" value="#E71224"/>
    </inkml:brush>
  </inkml:definitions>
  <inkml:trace contextRef="#ctx0" brushRef="#br0">1 127 8192,'0'40'7343,"0"52"2154,1-73-8664,1-1 0,9 37 0,-9-47-1145,1 0-1,0 1 1,0-1 0,1-1-1,0 1 1,0 0 0,1-1-1,6 7 1,-7-8-224,1-2 0,0 1 0,0 0 0,1-1 0,-1 0 0,1 0 0,0-1 0,0 0 0,1 0 0,-1 0 0,10 2 0,1-1 95,1 0 0,-1-2 0,1 0 0,-1-1 0,1-1 0,0-1 0,-1 0 0,1-1 0,-1-1 0,0-1 0,1 0 0,15-8 0,13-5-650,-1-3 0,-1-1 0,44-30 1,13-15 1090,172-149 0,-191 142 0</inkml:trace>
</inkml:ink>
</file>

<file path=ppt/ink/ink4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5T11:34:23.262"/>
    </inkml:context>
    <inkml:brush xml:id="br0">
      <inkml:brushProperty name="width" value="0.1" units="cm"/>
      <inkml:brushProperty name="height" value="0.1" units="cm"/>
      <inkml:brushProperty name="color" value="#E71224"/>
    </inkml:brush>
  </inkml:definitions>
  <inkml:trace contextRef="#ctx0" brushRef="#br0">1 1 8192,'0'0'0</inkml:trace>
</inkml:ink>
</file>

<file path=ppt/ink/ink4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0T12:32:48.383"/>
    </inkml:context>
    <inkml:brush xml:id="br0">
      <inkml:brushProperty name="width" value="0.1" units="cm"/>
      <inkml:brushProperty name="height" value="0.1" units="cm"/>
      <inkml:brushProperty name="color" value="#E71224"/>
    </inkml:brush>
  </inkml:definitions>
  <inkml:trace contextRef="#ctx0" brushRef="#br0">0 246 8192,'3'1'1128,"1"1"1,-1 0-1,0 0 0,0 0 1,0 0-1,0 1 1,0-1-1,0 1 0,-1 0 1,1 0-1,-1-1 1,0 2-1,0-1 1,2 3-1,3 4-32,34 36-1096,83 74 0,-108-106 0,-10-8 0,0-1 0,0 0 0,1 0 0,0-1 0,-1 0 0,1 0 0,1 0 0,-1-1 0,1 0 0,-1-1 0,1 1 0,0-2 0,0 1 0,0-1 0,11 1 0,-10-3 0,0 0 0,0-1 0,1 1 0,-1-2 0,-1 1 0,1-1 0,0-1 0,-1 1 0,1-2 0,-1 1 0,0-1 0,0 0 0,7-7 0,108-94-1205,183-206 0,-297 302 1139,38-41-429</inkml:trace>
</inkml:ink>
</file>

<file path=ppt/ink/ink4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5T07:22:30.345"/>
    </inkml:context>
    <inkml:brush xml:id="br0">
      <inkml:brushProperty name="width" value="0.1" units="cm"/>
      <inkml:brushProperty name="height" value="0.1" units="cm"/>
      <inkml:brushProperty name="color" value="#E71224"/>
    </inkml:brush>
  </inkml:definitions>
  <inkml:trace contextRef="#ctx0" brushRef="#br0">1 104 8192,'957'0'15731,"-481"0"-13440,-432-2-2291,55-9 0,-53 4 0,48 0 0,1311 7-6094,-641 1 2022,-128-1-3784,-482-13 7856,-11 0 0,-139 13 0,235-14 0,-131 3 0,206 9 0,-150 5 0,1199-3 0,-1320-2 0,54-10 0,-52 6 0,49-2 0,118 9 8663,-66 0-1856,-123-1-5481</inkml:trace>
</inkml:ink>
</file>

<file path=ppt/ink/ink4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5T14:51:11.882"/>
    </inkml:context>
    <inkml:brush xml:id="br0">
      <inkml:brushProperty name="width" value="0.1" units="cm"/>
      <inkml:brushProperty name="height" value="0.1" units="cm"/>
      <inkml:brushProperty name="color" value="#E71224"/>
    </inkml:brush>
  </inkml:definitions>
  <inkml:trace contextRef="#ctx0" brushRef="#br0">1 283 8192,'43'0'61,"655"-20"4447,770-49-8510,-894 52 3435,343-8 567,328-14 0,-619 3 0,424-14 0,-687 38 0,208-3 0,-531 18 861,1 2 1,-1 1-1,48 14 1,-29-6 13714</inkml:trace>
</inkml:ink>
</file>

<file path=ppt/ink/ink4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0T06:15:56.587"/>
    </inkml:context>
    <inkml:brush xml:id="br0">
      <inkml:brushProperty name="width" value="0.1" units="cm"/>
      <inkml:brushProperty name="height" value="0.1" units="cm"/>
      <inkml:brushProperty name="color" value="#E71224"/>
    </inkml:brush>
  </inkml:definitions>
  <inkml:trace contextRef="#ctx0" brushRef="#br0">1 28 8192,'6'18'6408,"35"24"-2530,-25-28 1306,6 9-4759,1-2 0,1-1 1,1-1-1,1-1 0,40 22 1,-58-36-801,1-1 0,0 0 0,-1 0 0,17 2 0,-11-3-1052,0 0 0,0-2-1,0 0 1,26-3 0,-17-1-952,0-1 0,26-8 0,8-9 505,23-10 1874,158-40 0,-229 70 129,0 0 0,-1 1 0,1 0 0,0 0 0,0 1 0,0 0 0,0 1 0,-1 0 0,1 0 1,0 1-1,-1 0 0,13 5 0,-1 2 290,0 2 1,0 0-1,29 23 1,-29-21-25,0-1 0,0-1 0,1-1 0,0-1 0,1-1 0,0 0 0,0-2 0,1-1 0,28 4 1,21-3 1936,117-4 0,-102-3-2490,-28-3-2078,-1-2 0,1-3 0,65-18 0,37-7-633,-137 31 2876,255-37 913,-213 34-404,-1 3 0,86 7 1,-145-3-589,0 0 1,0 0-1,-1 1 0,1 0 1,0 0-1,-1 0 1,0 1-1,1 0 1,-1 0-1,0 0 1,-1 1-1,1 0 1,0-1-1,-1 2 1,6 5-1,-4-3 1171,0-1 0,1 0 0,0 0 0,1-1 0,11 7 0,-9-8-462,1 0 0,-1-1 0,1 0 0,0-1 0,0-1 0,0 1 1,1-2-1,21 0 0,-4-3 817,0 0 0,35-9 1,72-32-1648,0 0 1,-10 16-5412,2 6 0,220-10 0,-298 30 5687,-28 0 141,1 1 0,-1 1 0,1 0 0,-1 2 0,1 1 0,35 9 0,-50-9-429,-1 1 1,1 0-1,-1 1 1,0 0-1,0 0 1,9 9-1,-10-8 1338,1 0 1,0-1-1,0 0 1,1 0-1,14 7 1,5-3-665,1-1 1,-1-1-1,1-1 1,0-1 0,1-2-1,38 0 1,174-20 2783,-108 5-2587,-58 6-1409,363-14-12021,-378 19 12536,162 8-653,-191-3 808,-1 0 1,1 3-1,-1 0 1,-1 2-1,35 14 1,-32-9 212,1-2 1,0-1-1,1-2 1,0-1 0,0-2-1,1-1 1,0-2-1,42-1 1,-19-2-315,-1 0 836,0-1 1,0-3-1,107-22 1,93-36-663,-214 55-22,1 2 0,0 2 0,0 2 0,67 6 0,-95-2-432,0 1 1,0 0-1,0 1 0,-1 1 1,0 0-1,0 1 1,14 9-1,-14-7 524,-1-2 0,1 0-1,1 0 1,-1-1-1,1-1 1,0-1-1,19 3 1,-23-6 891,0 0 0,1-2 0,-1 1 0,0-1-1,0-1 1,0 0 0,0-1 0,21-7 0,21-13 5400,54-21-4040,0 12-3350,-51 19-2543,0 3 0,1 2 0,110 0-1,-124 8 3059,0 3 0,0 1-1,0 2 1,43 12 0,178 43 514,-225-55 0,0-1 0,1-3 0,-1-1 0,70-8 0,-5-7 0,105-14 0,261-3 0,-110 51 0,-331-16 0,-1-2 0,1-1 0,-1-1 0,1-1 0,-1-2 0,1-1 0,-1-2 0,0 0 0,-1-2 0,1-1 0,49-24 0,-32 12 0,1 3 0,0 1 0,1 3 0,1 2 0,1 1 0,-1 3 0,93-3 0,-130 12 0,0 1 0,0 0 0,-1 0 0,1 2 0,-1-1 0,1 1 0,-1 1 0,-1 0 0,1 0 0,-1 1 0,0 0 0,17 15 0,-15-13 0,-1 1 0,1-2 0,1 0 0,0 0 0,0-1 0,0 0 0,0-1 0,21 4 0,18-4 0,1-3 0,-1-2 0,64-7 0,-19-5 0,-45 5 0,55-1 0,24 7 0,228 4 0,-325 1 10,0 1 1,38 12 0,-44-10 217,1 0 0,0-2 0,50 2 0,-24-8 2954,-16-2-5053,46-10 1,-17 3 4210,-13 6-3207,57 3-1,-61 4 3559,-3 0 3793,-27 0-5300,-1 1 1,0 1-1,22 8 0,-24-7-404,1 0 0,0-2 0,37 5 0,117-4-3055,87-7-5652,-40-1 2659,-134 4 3479,99-3 1026,-162-1 763,0-2 0,-1-1 0,1 0 0,-1-2 0,-1 0 0,23-13 0,60-21 0,-71 32 0,10-4 0,67-12 0,-82 22 0</inkml:trace>
</inkml:ink>
</file>

<file path=ppt/ink/ink4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0T06:15:57.784"/>
    </inkml:context>
    <inkml:brush xml:id="br0">
      <inkml:brushProperty name="width" value="0.1" units="cm"/>
      <inkml:brushProperty name="height" value="0.1" units="cm"/>
      <inkml:brushProperty name="color" value="#E71224"/>
    </inkml:brush>
  </inkml:definitions>
  <inkml:trace contextRef="#ctx0" brushRef="#br0">1 121 8192,'46'-6'2207,"-20"-1"1856,0-1 0,28-14 0,-8 4-1446,126-32-1621,-156 46-983,6-2-13</inkml:trace>
</inkml:ink>
</file>

<file path=ppt/ink/ink4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0T06:15:58.680"/>
    </inkml:context>
    <inkml:brush xml:id="br0">
      <inkml:brushProperty name="width" value="0.1" units="cm"/>
      <inkml:brushProperty name="height" value="0.1" units="cm"/>
      <inkml:brushProperty name="color" value="#E71224"/>
    </inkml:brush>
  </inkml:definitions>
  <inkml:trace contextRef="#ctx0" brushRef="#br0">0 141 8192,'276'-15'14771,"-95"-15"-11520,199-34-3251,-323 56 0,6 2 0,28-6 0,-71 7 0</inkml:trace>
</inkml:ink>
</file>

<file path=ppt/ink/ink4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0T06:16:16.677"/>
    </inkml:context>
    <inkml:brush xml:id="br0">
      <inkml:brushProperty name="width" value="0.1" units="cm"/>
      <inkml:brushProperty name="height" value="0.1" units="cm"/>
      <inkml:brushProperty name="color" value="#E71224"/>
    </inkml:brush>
  </inkml:definitions>
  <inkml:trace contextRef="#ctx0" brushRef="#br0">0 5 8192,'48'-2'8564,"19"0"-1777,-59 2-6342,0 0 0,0 1 0,0 0 0,0 1 0,11 3 1,-16-3-573,0-1 1,-1 1-1,1-1 1,-1 1-1,0 0 1,0 0-1,0 0 1,0 0 0,0 1-1,0-1 1,0 0-1,-1 1 1,1-1-1,-1 1 1,0 0-1,0-1 1,0 1 0,0 0-1,0 0 1,0 0-1,-1 0 1,1 0-1,-1 4 1,1 11-1702,-1 0-1,-3 32 1,1-23 202,-13 106-4021,1-34 3418,5-48 2229,3-29 0</inkml:trace>
</inkml:ink>
</file>

<file path=ppt/ink/ink4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0T06:16:17.113"/>
    </inkml:context>
    <inkml:brush xml:id="br0">
      <inkml:brushProperty name="width" value="0.1" units="cm"/>
      <inkml:brushProperty name="height" value="0.1" units="cm"/>
      <inkml:brushProperty name="color" value="#E71224"/>
    </inkml:brush>
  </inkml:definitions>
  <inkml:trace contextRef="#ctx0" brushRef="#br0">0 0 8192,'0'5'11332,"10"11"-4642,-4-2-6690,-2 5 0,4-1 0,0 0 0,-2-2 0</inkml:trace>
</inkml:ink>
</file>

<file path=ppt/ink/ink4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0T06:16:33.089"/>
    </inkml:context>
    <inkml:brush xml:id="br0">
      <inkml:brushProperty name="width" value="0.1" units="cm"/>
      <inkml:brushProperty name="height" value="0.1" units="cm"/>
      <inkml:brushProperty name="color" value="#E71224"/>
    </inkml:brush>
  </inkml:definitions>
  <inkml:trace contextRef="#ctx0" brushRef="#br0">1 30 8192,'0'1'385,"1"0"0,-1 0 1,1 0-1,-1 0 0,1 0 0,0 0 1,-1 0-1,1 0 0,1 2 771,-1-2-771,0-1 1,0 1-1,0 0 0,0-1 0,0 1 1,0 0-1,1-1 0,-1 1 1,0-1-1,0 0 0,0 1 0,0-1 1,1 0-1,-1 0 0,2 0 0,39 5 6621,-37-5-6777,446 4-229,-230-7 0,-175 3 0,0-2 0,66-11 0,-29 3-2459,43 10-6233,25-1 1821,-66-12 6756,-54 8 420,58-4 0,2158 8-433,-1066 3-239,368-2 10513,-985 0-2270,-542 0-7876</inkml:trace>
</inkml:ink>
</file>

<file path=ppt/ink/ink4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0T06:16:36.547"/>
    </inkml:context>
    <inkml:brush xml:id="br0">
      <inkml:brushProperty name="width" value="0.1" units="cm"/>
      <inkml:brushProperty name="height" value="0.1" units="cm"/>
      <inkml:brushProperty name="color" value="#E71224"/>
    </inkml:brush>
  </inkml:definitions>
  <inkml:trace contextRef="#ctx0" brushRef="#br0">0 569 8192,'199'1'4417,"52"1"5936,-84-6-7101,111-21-4760,42-1-340,110-13-5985,-37 2 1000,15-2 6833,35-1 0,-318 32 2551,144-28 1,-87 9 190,-119 22 150,69 3 1,-71 2-697,74-8 0,377-35-2196,-232 19-6862,-55 3-1554,-75 16 5876,-36 5 2360,330-15 156,-252 3 24,17-2 0,-71 3 0,186 10 0,-144 3 0,65-15 0,3-1 0,-185 14 0,38 1 0,139-16 0,-48 3 0,10-2 0,-102 4 1835,-1 5 0,109 7 0,-52 1 505,-81-3-1140,369-16 7777,-270 5-10863,89 10-5181,133-7-964,476-10 7105,-564 20 814,-179-2 2728,173 0 10915,-194 0-11656,-79 3-1875,1 0 0,-1 2 0,0 2 0,39 12 0,-9-1 0,-1-2 0,-27-6 0,0-2 0,40 5 0,-49-11 0</inkml:trace>
</inkml:ink>
</file>

<file path=ppt/ink/ink4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0T06:16:41.116"/>
    </inkml:context>
    <inkml:brush xml:id="br0">
      <inkml:brushProperty name="width" value="0.1" units="cm"/>
      <inkml:brushProperty name="height" value="0.1" units="cm"/>
      <inkml:brushProperty name="color" value="#E71224"/>
    </inkml:brush>
  </inkml:definitions>
  <inkml:trace contextRef="#ctx0" brushRef="#br0">353 0 8192,'6'14'1155,"-1"0"1,0 1-1,-1 0 1,-1-1 0,-1 1-1,0 1 1,0 16-1,-5 107 6412,-1-106-7473,-1-1 0,-1 0 0,-2 0 0,-21 57 0,-65 116 573,59-134-593,16-33-74,-1-1 0,-41 57 0,60-92 0,-1 0 0,1-1 0,0 1 0,-1 0 0,0-1 0,1 1 0,-1 0 0,0-1 0,0 0 0,0 1 0,0-1 0,0 0 0,0 0 0,0 0 0,-1-1 0,-2 2 0,4-2 0,0 0 0,-1 0 0,1-1 0,0 1 0,-1 0 0,1 0 0,0-1 0,0 1 0,-1-1 0,1 1 0,0-1 0,0 0 0,0 1 0,-1-1 0,1 0 0,0 0 0,0 0 0,0 0 0,0 1 0,-1-3 0,-3-4 0,1-1 0,0 0 0,0 0 0,0 0 0,1 0 0,-4-14 0,1-1 0</inkml:trace>
</inkml:ink>
</file>

<file path=ppt/ink/ink4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0T06:16:41.473"/>
    </inkml:context>
    <inkml:brush xml:id="br0">
      <inkml:brushProperty name="width" value="0.1" units="cm"/>
      <inkml:brushProperty name="height" value="0.1" units="cm"/>
      <inkml:brushProperty name="color" value="#E71224"/>
    </inkml:brush>
  </inkml:definitions>
  <inkml:trace contextRef="#ctx0" brushRef="#br0">0 0 8192,'5'0'3356,"5"0"-3356,5 5 5483,5 5-5483,4 5 7957,-3 6-7957,-1-3 0,-3 2 1226,0-4-1226,-4 1 0,-3 1 0,-4 2 0,-7-2 0,-8 0 0,-6-3 0,-1-4 0</inkml:trace>
</inkml:ink>
</file>

<file path=ppt/ink/ink4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0T06:16:41.955"/>
    </inkml:context>
    <inkml:brush xml:id="br0">
      <inkml:brushProperty name="width" value="0.1" units="cm"/>
      <inkml:brushProperty name="height" value="0.1" units="cm"/>
      <inkml:brushProperty name="color" value="#E71224"/>
    </inkml:brush>
  </inkml:definitions>
  <inkml:trace contextRef="#ctx0" brushRef="#br0">1 1 8192,'32'0'14405,"-13"0"-10788,699 0-3617,-714 0 0,0 0 0,0 0 0,0 0 0,-1 0 0,1 1 0,0 0 0,0-1 0,0 1 0,-1 1 0,1-1 0,0 0 0,-1 1 0,1 0 0,-1 0 0,6 4 0,-7-3 0,0 0 0,0 0 0,0 0 0,0 0 0,-1 0 0,1 1 0,-1-1 0,0 1 0,0-1 0,0 1 0,0-1 0,-1 1 0,0-1 0,1 1 0,-1 0 0,0-1 0,-1 6 0,-1 10-60,0 0 1,-2 0 0,0-1-1,-1 1 1,0-1 0,-12 23-1,-58 102-920,51-102 513,1 1 0,-18 51 0,16-42 1515,25-50-1068,-1-1 1,1 1-1,-1 0 1,1-1-1,-1 1 1,1 0-1,-1-1 1,0 1-1,1-1 1,-1 1-1,0-1 0,1 1 1,-1-1-1,0 1 1,0-1-1,0 0 1,1 1-1,-1-1 1,0 0-1,0 0 1,0 0-1,-1 1 1,1-2-76,0 0 1,0 0 0,0 1 0,0-1 0,0 0 0,0 0-1,0 0 1,1 0 0,-1 0 0,0 0 0,1 0-1,-1-1 1,1 1 0,-1 0 0,1 0 0,-1 0 0,1-1-1,0 1 1,-1 0 0,1 0 0,0-2 0,-7-27-4081,-2-10 2293,3 14-3261,2 1 3817</inkml:trace>
</inkml:ink>
</file>

<file path=ppt/ink/ink4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0T06:16:42.205"/>
    </inkml:context>
    <inkml:brush xml:id="br0">
      <inkml:brushProperty name="width" value="0.1" units="cm"/>
      <inkml:brushProperty name="height" value="0.1" units="cm"/>
      <inkml:brushProperty name="color" value="#E71224"/>
    </inkml:brush>
  </inkml:definitions>
  <inkml:trace contextRef="#ctx0" brushRef="#br0">1 0 8192,'39'35'18022,"-29"-20"-18022,5-3 0,3-4 0,3-2 0,-2-3 0</inkml:trace>
</inkml:ink>
</file>

<file path=ppt/ink/ink4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0T06:16:42.567"/>
    </inkml:context>
    <inkml:brush xml:id="br0">
      <inkml:brushProperty name="width" value="0.1" units="cm"/>
      <inkml:brushProperty name="height" value="0.1" units="cm"/>
      <inkml:brushProperty name="color" value="#E71224"/>
    </inkml:brush>
  </inkml:definitions>
  <inkml:trace contextRef="#ctx0" brushRef="#br0">768 0 8192,'-4'5'237,"1"0"1,0 0 0,0 0 0,0 1-1,1-1 1,-1 1 0,1-1 0,-1 9-1,-10 21 1894,-6 0-1272,-2 0 1,-1-2-1,-2-1 1,-1 0-1,-2-2 1,-1-1-1,-1-1 1,-1-1-1,-1-2 1,-2-1-1,0-2 1,-1-1-1,-2-2 1,0-1-1,-63 22 1,54-23-860,36-13 0,0 1 0,-1-2 0,0 1 0,0-1 0,0 0 0,0-1 0,0-1 0,0 1 0,-1-1 0,-18-2 0,27 1 0,1 0 0,-1-1 0,1 1 0,-1-1 0,1 0 0,-1 0 0,1 1 0,0-1 0,0 0 0,-1 0 0,1 0 0,0 0 0,0 0 0,0 0 0,0-1 0,0 1 0,0 0 0,0-1 0,1 1 0,-1 0 0,0-1 0,1 1 0,-1-1 0,1 1 0,-1-1 0,1 1 0,0-1 0,0 1 0,0-1 0,-1 1 0,2-1 0,-1 0 0,0 1 0,0-1 0,0 1 0,1-1 0,-1 1 0,1-1 0,-1 1 0,1-1 0,-1 1 0,1 0 0,1-3 0,9-12 0</inkml:trace>
</inkml:ink>
</file>

<file path=ppt/ink/ink4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0T06:16:43.099"/>
    </inkml:context>
    <inkml:brush xml:id="br0">
      <inkml:brushProperty name="width" value="0.1" units="cm"/>
      <inkml:brushProperty name="height" value="0.1" units="cm"/>
      <inkml:brushProperty name="color" value="#E71224"/>
    </inkml:brush>
  </inkml:definitions>
  <inkml:trace contextRef="#ctx0" brushRef="#br0">3 218 8192,'1'11'354,"0"1"0,2-1 0,-1 0-1,1 0 1,5 12 0,6 23 1793,-4 16 1009,-3 0 1,-3 0 0,-5 84 0,-1-70-2032,2-71-1125,0 25 0,0-30 0,0 1 0,0 0 0,0 0 0,0 0 0,0 0 0,-1 0 0,1 0 0,0 0 0,0 0 0,-1-1 0,1 1 0,0 0 0,-1 0 0,1 0 0,-1 0 0,1-1 0,-1 1 0,1 0 0,-1-1 0,1 1 0,-1 0 0,0-1 0,-1 2 0,0-4 0,1 0 0,-1 0 0,1-1 0,-1 1 0,1 0 0,0-1 0,0 1 0,0-1 0,0 1 0,0-1 0,0 1 0,0-5 0,0 2 0,-6-19 0,1 0 0,2 0 0,0-1 0,1 1 0,2-1 0,2-41 0,-1 63 0,1 0 0,-1 0 0,1 0 0,0 0 0,0 0 0,0 0 0,0 0 0,0 0 0,1 1 0,-1-1 0,1 0 0,-1 1 0,1-1 0,0 1 0,0 0 0,1-1 0,-1 1 0,0 0 0,1 0 0,-1 1 0,1-1 0,4-2 0,5-1 0,0 0 0,1 1 0,-1 1 0,17-3 0,22-7 0,-1-4-843,97-42-6830,-134 53 6890,0 0-1,-1-2 0,0 1 1,0-2-1,-1 1 1,0-2-1,-1 1 0,16-20 1,-21 21 750,-1 0 1,1 0-1,-2 0 0,1-1 1,-1 0-1,-1 1 1,1-1-1,-1 0 1,-1 0-1,0-1 1,0 1-1,-1 0 0,-1-16 1,0 13-29,0 1 0,-1 0 1,0 0-1,-1 0 0,0 1 0,-1-1 0,0 1 1,0-1-1,-1 1 0,-12-17 0,3 10-498</inkml:trace>
</inkml:ink>
</file>

<file path=ppt/ink/ink5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0T06:16:43.379"/>
    </inkml:context>
    <inkml:brush xml:id="br0">
      <inkml:brushProperty name="width" value="0.1" units="cm"/>
      <inkml:brushProperty name="height" value="0.1" units="cm"/>
      <inkml:brushProperty name="color" value="#E71224"/>
    </inkml:brush>
  </inkml:definitions>
  <inkml:trace contextRef="#ctx0" brushRef="#br0">0 0 8192,'0'320'16337,"0"-242"-14652,0 319-1685,0-423 0,0-1 0</inkml:trace>
</inkml:ink>
</file>

<file path=ppt/ink/ink5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0T06:16:43.988"/>
    </inkml:context>
    <inkml:brush xml:id="br0">
      <inkml:brushProperty name="width" value="0.1" units="cm"/>
      <inkml:brushProperty name="height" value="0.1" units="cm"/>
      <inkml:brushProperty name="color" value="#E71224"/>
    </inkml:brush>
  </inkml:definitions>
  <inkml:trace contextRef="#ctx0" brushRef="#br0">507 1 8192,'-4'1'455,"1"1"1,-1 0-1,0 1 1,1-1-1,0 0 1,0 1-1,-1 0 1,2 0-1,-1 0 1,0 0-1,0 0 1,-2 5-1,-5 4 1469,-120 140 4957,37-41-3585,82-97-3296,1 0 0,1 1 0,1 0 0,-10 22 0,-9 16 0,0-3 0,19-31 0,-2-1 0,0-1 0,0 0 0,-2 0 0,0-1 0,-26 26 0,38-41 0,0-1 0,-1 1 0,1-1 0,0 0 0,0 1 0,-1-1 0,1 0 0,0 1 0,0-1 0,-1 0 0,1 1 0,0-1 0,-1 0 0,1 0 0,0 1 0,-1-1 0,1 0 0,-1 0 0,1 0 0,0 1 0,-1-1 0,1 0 0,-1 0 0,1 0 0,0 0 0,-1 0 0,1 0 0,-1 0 0,1 0 0,-1 0 0,1 0 0,0 0 0,-1 0 0,1 0 0,-1-1 0,1 1 0,-1 0 0,1 0 0,0 0 0,-1 0 0,1-1 0,0 1 0,-1 0 0,1-1 0,0 1 0,-1 0 0,1 0 0,0-1 0,0 1 0,-1 0 0,1-1 0,0 1 0,0-1 0,-1 0 0,1 0 0,0-1 0,0 1 0,0-1 0,0 0 0,0 1 0,0-1 0,1 1 0,-1-1 0,1 0 0,-1 1 0,1-1 0,-1 1 0,2-2 0,8-13 0</inkml:trace>
</inkml:ink>
</file>

<file path=ppt/ink/ink5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0T06:16:44.924"/>
    </inkml:context>
    <inkml:brush xml:id="br0">
      <inkml:brushProperty name="width" value="0.1" units="cm"/>
      <inkml:brushProperty name="height" value="0.1" units="cm"/>
      <inkml:brushProperty name="color" value="#E71224"/>
    </inkml:brush>
  </inkml:definitions>
  <inkml:trace contextRef="#ctx0" brushRef="#br0">288 0 8192,'-1'12'833,"0"0"0,-1-1 0,0 1 0,0-1 0,-2 0 0,1 0 0,-1 0 0,-9 16 0,-7 10 3710,-26 35 1,15-26-3106,-39 55-1438,-10 13 0,79-112 0,1-1 0,-1 0 0,0 0 0,0 0 0,0 1 0,1-1 0,-1 0 0,0 1 0,1-1 0,0 1 0,-1-1 0,1 0 0,0 1 0,-1-1 0,1 1 0,0-1 0,0 1 0,0-1 0,1 1 0,-1-1 0,0 1 0,0-1 0,1 2 0,0-2 0,0 0 0,0 0 0,1-1 0,-1 1 0,0 0 0,0-1 0,0 1 0,0-1 0,1 1 0,-1-1 0,0 0 0,1 1 0,-1-1 0,0 0 0,0 0 0,1 0 0,-1 0 0,0 0 0,1 0 0,0-1 0,11-1 0,0-1 0,-1 0 0,24-10 0,40-22 0,-57 24 0,1 2 0,0 0 0,1 1 0,-1 1 0,2 1 0,-1 1 0,23-3 0,-23 7 0,-1-2 0,1 0 0,-1-1 0,1-1 0,26-10 0,-33 5 0,-3-2 0</inkml:trace>
</inkml:ink>
</file>

<file path=ppt/ink/ink5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0T06:16:45.377"/>
    </inkml:context>
    <inkml:brush xml:id="br0">
      <inkml:brushProperty name="width" value="0.1" units="cm"/>
      <inkml:brushProperty name="height" value="0.1" units="cm"/>
      <inkml:brushProperty name="color" value="#E71224"/>
    </inkml:brush>
  </inkml:definitions>
  <inkml:trace contextRef="#ctx0" brushRef="#br0">0 0 8192,'1'5'1245,"-1"0"1,1 0-1,0 0 1,0 0 0,1 0-1,-1 0 1,4 6-1,19 35 3848,-7-14-3137,-8-10-1792,-2 1 0,0 0 0,-2 0 0,5 45 0,5 19 25,7-2-189,-13-66 0</inkml:trace>
</inkml:ink>
</file>

<file path=ppt/ink/ink5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0T06:16:50.359"/>
    </inkml:context>
    <inkml:brush xml:id="br0">
      <inkml:brushProperty name="width" value="0.1" units="cm"/>
      <inkml:brushProperty name="height" value="0.1" units="cm"/>
      <inkml:brushProperty name="color" value="#E71224"/>
    </inkml:brush>
  </inkml:definitions>
  <inkml:trace contextRef="#ctx0" brushRef="#br0">1 0 8192,'170'75'3537,"95"14"7286,-85-30-7161,-177-58-3662,0 0 0,0 0 0,1 0 0,-1 1 0,0-1 0,0 1 0,-1 0 0,1 0 0,0 0 0,0 0 0,-1 0 0,0 1 0,1-1 0,-1 1 0,0 0 0,0-1 0,0 1 0,0 0 0,-1 0 0,3 6 0,-3-4 0,-1 0 0,1-1 0,-1 1 0,0 0 0,0 0 0,0 0 0,-1 0 0,1 0 0,-1 0 0,0-1 0,-1 1 0,-3 8 0,-3 5 0,-2 0 0,0 0 0,-1-1 0,-1-1 0,-24 28 0,-28 23 0,44-47 0</inkml:trace>
</inkml:ink>
</file>

<file path=ppt/ink/ink5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0T06:16:50.685"/>
    </inkml:context>
    <inkml:brush xml:id="br0">
      <inkml:brushProperty name="width" value="0.1" units="cm"/>
      <inkml:brushProperty name="height" value="0.1" units="cm"/>
      <inkml:brushProperty name="color" value="#E71224"/>
    </inkml:brush>
  </inkml:definitions>
  <inkml:trace contextRef="#ctx0" brushRef="#br0">25 0 8192,'-4'5'3356,"-2"5"-3356,1 5 5996,0 6 1463,2 2-6248,1-2-1211</inkml:trace>
</inkml:ink>
</file>

<file path=ppt/ink/ink5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0T06:16:56.103"/>
    </inkml:context>
    <inkml:brush xml:id="br0">
      <inkml:brushProperty name="width" value="0.1" units="cm"/>
      <inkml:brushProperty name="height" value="0.1" units="cm"/>
      <inkml:brushProperty name="color" value="#E71224"/>
    </inkml:brush>
  </inkml:definitions>
  <inkml:trace contextRef="#ctx0" brushRef="#br0">0 362 8192,'33'11'13739,"-12"-1"-9456,19 0-4283,1-2 0,-1-1 0,72 2 0,126-14 0,253-45-7431,-422 41 6509,36-4 831,312-19-9285,-219 33 9173,389-15 204,-309 7-1,-55 3 0,-92-8 0,38-1 0,-74 13 0,274-15 0,-120 2 0,-2 0 0,-20 2 0,-147 10 0,91-12 0,-46 0 2164,171 12 10267,-134 4-9004,3156-3-12267,-3290-2 7563,-1 0-1,0-2 0,44-13 0,-37 9-656,52-7 1,-38 13 2109,23-2-1000,-38-5 3130,-5-10 3757,-22 13-5752,1 1 1,-1 0-1,1 1 0,0-1 0,0 2 0,0-1 1,1 1-1,-1 0 0,1 0 0,0 1 1,0 0-1,0 0 0,10 0 0,13 0 1316,0 1 0,38 4 0,-8 0-768,-28-1-798,50 9 1,-51-5-371,56 1-1,130-6-2817,111-2-5904,4 0 3663,683 1 5368,-971-2 0,52-9 0,42-2 0,13 15 0,106-4 0,-150-10 0,-64 5 0,61 0 0,484 8 8737,-558-3-6015,54-9 0,-54 6-802,53-3 1,177 7-3988,131 2-5408,-15 0 1359,-360-1 4752,22 0 15382,-23 0-11014</inkml:trace>
</inkml:ink>
</file>

<file path=ppt/ink/ink5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0T06:17:00.266"/>
    </inkml:context>
    <inkml:brush xml:id="br0">
      <inkml:brushProperty name="width" value="0.1" units="cm"/>
      <inkml:brushProperty name="height" value="0.1" units="cm"/>
      <inkml:brushProperty name="color" value="#E71224"/>
    </inkml:brush>
  </inkml:definitions>
  <inkml:trace contextRef="#ctx0" brushRef="#br0">0 1235 8192,'263'0'16362,"-198"0"-14702,328 0-4501,525 0-9788,2357 0 10077,-3006-14 2552,-7 0 0,963 15 0,-980-16 0,-136 5 0,9-1 0,119-5 0,-12 4 0,12-1 0,-145 13 0,357-15 0,-405 11 0,701-53 0,-452 56 0,225-14 0,-501 14 0,564-34 0,-318 37 1773,352-3 8229,-227 1-7701,-240 0-11049,0 0 4230,29 0 3295,89 0 4432,765 0 12017,297 0-15226,-1284 2-477,47 8 1,31 3-1047,781-10-10301,-460-6 8102,-369 3 3722,40 2 0,-1-5 0,160-26 0,-97-1 0,-57 11 0,162-47 0,-261 60 0,38-11 0,-2-2 0,0-3 0,-1-2 0,58-35 0,-109 56 420,-1-1 0,0 1 1,1-1-1,-1 1 1,-1-1-1,1 0 0,0 0 1,-1 0-1,0 0 0,0 0 1,0-1-1,-1 1 0,1 0 1,-1-1-1,0 0 0,0 1 1,-1-1-1,1-9 1,-1-9 2497,0 0 1,-6-33 0,6 50-2866,-2-5-3,-1 0 1,0 1 0,0-1-1,-1 1 1,0-1-1,-1 1 1,0 0 0,-1 1-1,-9-13 1,-10-10 286,-35-34 0,38 43-291,8 8-46,0 2 0,-2 0 0,1 1 0,-2 1 0,-19-11 0,-95-41 0,93 46 0,-1 2-154,0 1 0,-1 2 0,-78-13 1,-130-3-1142,143 19 729,-92-3-3021,1-1-5295,-346 2 5979,331 13 2729,-155-4 174,-409 5 0,329 22 0,-124 2 0,397-15 843,10 1-806,141-13-213,-158 5 3287,103 5-6156,-27 6 11487,-202 4 0,179-22-8301,-181 4 86,198 10-227,-44 1 0,12 0 0,-3 1 0,-30-17 0,-137 5 0,206 9 0,-75 4 0,79-15-1244,-329-1-12982,370 1 13375,0 2 0,-66 12 1,-86 12 850,165-20 2454,1-2 1,-51-2 0,-48 4 5886,122-3-7569,0 1 0,-26 8 1,9 1-773,1 1 0,-44 24 0,54-24 0,15-8 0,1 1 0,0 1 0,0 0 0,0 1 0,-17 15 0,27-20 0,0 0 0,1 1 0,-1-1 0,1 1 0,0 0 0,0 0 0,1 0 0,-1 0 0,1 1 0,0-1 0,1 1 0,-1-1 0,1 1 0,0 0 0,0-1 0,1 1 0,0 0 0,0-1 0,1 10 0,2 3-734,0 1 0,1-1 0,1 0 1,0 0-1,2-1 0,0 1 0,18 31 1,8 3-3869,42 52 0,-21-31 2692,-51-70 1852,-1 0 0,1 0 1,0 0-1,0-1 0,0 0 1,0 1-1,0-1 0,0 0 1,1 0-1,-1-1 0,1 1 1,-1-1-1,1 0 0,0 0 1,-1 0-1,1 0 0,7 0 1,9 1 57</inkml:trace>
</inkml:ink>
</file>

<file path=ppt/ink/ink5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0T12:31:48.260"/>
    </inkml:context>
    <inkml:brush xml:id="br0">
      <inkml:brushProperty name="width" value="0.1" units="cm"/>
      <inkml:brushProperty name="height" value="0.1" units="cm"/>
      <inkml:brushProperty name="color" value="#E71224"/>
    </inkml:brush>
  </inkml:definitions>
  <inkml:trace contextRef="#ctx0" brushRef="#br0">867 0 8192,'-7'1'656,"1"0"1,0 0 0,-1 1-1,1 0 1,0 0 0,0 1-1,0-1 1,0 1 0,1 1-1,-1-1 1,1 1 0,0 0-1,0 0 1,-8 8 0,-3 5 2067,1 0 0,-25 35 0,-4 22-2724,3 2 0,-40 104 0,73-159 0,-47 122-2940,7 3 0,-55 289 0,69-244 507,-38 184-4336,63-338 6769,-2-1 0,-1 0 0,-32 63 0,42-96 202,-1 1-1,1-1 1,0 0 0,-1 1 0,0-1-1,0 0 1,0-1 0,0 1 0,0 0-1,0-1 1,-1 0 0,1 0 0,-1 0-1,-4 2 1,5-3 269,0 0 0,-1 0-1,1 0 1,-1 0 0,1-1 0,-1 1-1,0-1 1,1 0 0,-1 0 0,1 0-1,-1 0 1,0-1 0,1 1 0,-1-1-1,-6-3 1,-5-6 5878,3-2-5234</inkml:trace>
</inkml:ink>
</file>

<file path=ppt/ink/ink5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0T12:31:48.554"/>
    </inkml:context>
    <inkml:brush xml:id="br0">
      <inkml:brushProperty name="width" value="0.1" units="cm"/>
      <inkml:brushProperty name="height" value="0.1" units="cm"/>
      <inkml:brushProperty name="color" value="#E71224"/>
    </inkml:brush>
  </inkml:definitions>
  <inkml:trace contextRef="#ctx0" brushRef="#br0">0 121 8192,'20'-10'9352,"-5"4"-9352,3-3 7459,4-4-7459,3 0 1211,-4-3-1211,0 3 0,0 2 0,-4-1 0,1 2 0,-4 2 0</inkml:trace>
</inkml:ink>
</file>

<file path=ppt/ink/ink5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0T12:31:49.117"/>
    </inkml:context>
    <inkml:brush xml:id="br0">
      <inkml:brushProperty name="width" value="0.1" units="cm"/>
      <inkml:brushProperty name="height" value="0.1" units="cm"/>
      <inkml:brushProperty name="color" value="#E71224"/>
    </inkml:brush>
  </inkml:definitions>
  <inkml:trace contextRef="#ctx0" brushRef="#br0">1 327 8192,'7'9'1932,"0"0"0,-1 0 1,0 1-1,8 18 1,-2-5-2243,31 60 2047,72 117 5196,-115-199-6933,0 0 0,1-1 0,-1 1 0,0 0 0,1 0 0,-1 0 0,1-1 0,-1 1 0,1 0 0,-1-1 0,1 1 0,0 0 0,-1-1 0,1 1 0,0-1 0,0 1 0,-1-1 0,1 1 0,0-1 0,0 1 0,0-1 0,-1 0 0,1 1 0,0-1 0,0 0 0,0 0 0,0 0 0,0 0 0,0 0 0,-1 0 0,1 0 0,0 0 0,0 0 0,0 0 0,0 0 0,0-1 0,0 1 0,-1 0 0,1-1 0,0 1 0,0 0 0,0-1 0,-1 1 0,1-1 0,0 1 0,-1-1 0,1 0 0,0 1 0,-1-1 0,1 0 0,-1 1 0,1-1 0,-1 0 0,1 0 0,-1 1 0,1-1 0,-1 0 0,0 0 0,1 0 0,-1-1 0,5-9 0,0 0 0,-1-1 0,4-16 0,-7 21 0,15-44-99,2 1 0,2 0 0,2 2-1,34-56 1,-42 85-1343,11-1-5508,-24 20 6653,0 0-1,0-1 0,0 1 0,-1 0 0,1 0 0,0 0 0,0-1 0,0 1 0,0 0 0,0 0 0,0 0 0,0 1 0,0-1 0,0 0 0,0 0 0,0 0 0,0 1 0,0-1 0,0 0 1,1 2-1,-1-1 92,1 1 0,0-1 1,-1 1-1,0-1 1,1 1-1,-1 0 1,0-1-1,0 1 1,0 0-1,0 0 0,0 0 1,-1 0-1,2 3 1,3 20 475,-2 0-1,0 0 1,-1 0 0,-2 1 0,0-1 0,-7 37-1,7-59-95,0-1 0,0 1 0,0-1 0,-1 1-1,1-1 1,-1 1 0,1-1 0,-1 1 0,0-1 0,0 0-1,0 1 1,0-1 0,-1 0 0,1 0 0,-1 0-1,1 0 1,-1 0 0,0 0 0,0 0 0,-2 2 0,2-3 54,-1-1 1,1 1 0,0-1 0,0 1 0,0-1-1,0 0 1,0 0 0,-1 0 0,1 0 0,0 0 0,0 0-1,0-1 1,0 1 0,0-1 0,-1 1 0,1-1-1,0 0 1,-3-2 0,-7-3 509,1-2 0,0 1-1,0-1 1,1-1 0,-1 0 0,-9-12 0,-11-16-2888,1-2-1,2 0 1,1-2 0,3-1 0,1-2 0,-18-48 0,34 72 2150,1 0 0,1 0 0,1 0 0,-2-30 0,3 9 0</inkml:trace>
</inkml:ink>
</file>

<file path=ppt/ink/ink5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0T12:31:49.522"/>
    </inkml:context>
    <inkml:brush xml:id="br0">
      <inkml:brushProperty name="width" value="0.1" units="cm"/>
      <inkml:brushProperty name="height" value="0.1" units="cm"/>
      <inkml:brushProperty name="color" value="#E71224"/>
    </inkml:brush>
  </inkml:definitions>
  <inkml:trace contextRef="#ctx0" brushRef="#br0">37 0 8192,'-5'0'18022,"-9"0"-18022,-3 0 0</inkml:trace>
</inkml:ink>
</file>

<file path=ppt/ink/ink5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0T12:31:49.926"/>
    </inkml:context>
    <inkml:brush xml:id="br0">
      <inkml:brushProperty name="width" value="0.1" units="cm"/>
      <inkml:brushProperty name="height" value="0.1" units="cm"/>
      <inkml:brushProperty name="color" value="#E71224"/>
    </inkml:brush>
  </inkml:definitions>
  <inkml:trace contextRef="#ctx0" brushRef="#br0">1 278 8192,'19'-1'1708,"-1"0"0,1-2 1,0 0-1,-1-1 1,27-10-1,90-42 4308,-31 11-4260,-89 40-1756,-1-1 0,-1 0 0,1-1 0,22-15 0,-32 19 0,0 0 0,0 0 0,-1-1 0,1 0 0,-1 0 0,0 0 0,0 0 0,0 0 0,-1 0 0,0-1 0,1 1 0,-1-1 0,-1 0 0,1 0 0,-1 0 0,0 0 0,1-8 0,-1-7 0</inkml:trace>
</inkml:ink>
</file>

<file path=ppt/ink/ink5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0T12:31:50.188"/>
    </inkml:context>
    <inkml:brush xml:id="br0">
      <inkml:brushProperty name="width" value="0.1" units="cm"/>
      <inkml:brushProperty name="height" value="0.1" units="cm"/>
      <inkml:brushProperty name="color" value="#E71224"/>
    </inkml:brush>
  </inkml:definitions>
  <inkml:trace contextRef="#ctx0" brushRef="#br0">57 0 8192,'-6'81'1825,"-15"39"5052,11-75-4179,3 2 0,-3 52 0,9-67-2528,0-9 182,1 0 0,4 39 0,-4-61-352,0-1 0,0 0 0,0 0 0,0 1 0,0-1 0,0 0 0,0 1 0,0-1 0,0 0 0,0 1 0,0-1 0,0 0 0,1 0 0,-1 1 0,0-1 0,0 0 0,0 1 0,0-1 0,0 0 0,1 0 0,-1 0 0,0 1 0,0-1 0,0 0 0,1 0 0,-1 1 0,0-1 0,0 0 0,1 0 0,-1 0 0,0 0 0,0 0 0,1 1 0,-1-1 0,0 0 0,1 0 0,-1 0 0,0 0 0,0 0 0,1 0 0,-1 0 0,0 0 0,1 0 0,-1 0 0,0 0 0,1 0 0,-1 0 0,0 0 0,1-1 0,14-14 0,10-26 0,2-7 0,35-45 0,-37 58 0</inkml:trace>
</inkml:ink>
</file>

<file path=ppt/ink/ink5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0T12:31:50.688"/>
    </inkml:context>
    <inkml:brush xml:id="br0">
      <inkml:brushProperty name="width" value="0.1" units="cm"/>
      <inkml:brushProperty name="height" value="0.1" units="cm"/>
      <inkml:brushProperty name="color" value="#E71224"/>
    </inkml:brush>
  </inkml:definitions>
  <inkml:trace contextRef="#ctx0" brushRef="#br0">0 0 8192,'11'8'6604,"-1"9"-4449,3 22-1698,-11-34 492,9 34 360,-1 1 1,-2 0-1,-2 0 1,-2 0-1,0 44 1,-4-74-1310,-1-6 0,1 0 0,0 0 0,0 0 0,0 0 0,0 0 0,1 0 0,0 0 0,0 0 0,0 0 0,0 0 0,0 0 0,3 4 0,-4-8 0,1 1 0,-1-1 0,0 0 0,1 0 0,-1 0 0,0 0 0,1 0 0,-1 0 0,0 0 0,0 0 0,1 0 0,-1-1 0,0 1 0,1 0 0,-1 0 0,0 0 0,0 0 0,1 0 0,-1 0 0,0-1 0,0 1 0,1 0 0,-1 0 0,0 0 0,0-1 0,0 1 0,1 0 0,-1 0 0,0-1 0,0 1 0,0 0 0,0 0 0,0-1 0,1 1 0,-1 0 0,0 0 0,0-1 0,0 1 0,0 0 0,0-1 0,0 1 0,0-1 0,8-18 0,-7 15 0,9-23-881,2 1 0,0 0 1,2 1-1,1 0 1,1 1-1,1 1 0,1 0 1,21-20-1,-17 19 846,26-24-7898,-21 33 7854,0 12 7473,-25 4-7197,0 0 1,-1-1-1,1 1 0,0 0 1,-1 0-1,1 0 0,-1 1 1,1-1-1,-1 0 0,0 0 1,1 1-1,-1-1 0,0 1 1,0-1-1,0 1 0,0 0 1,0-1-1,0 1 0,-1 0 0,1 0 1,-1-1-1,1 1 0,-1 0 1,1 0-1,-1 3 0,3 53 3081,-3-47-3107,0 17-3720,-7 45 0,6-65 2609,0 0 1,-1 0 0,0 0-1,-1 0 1,0 0 0,0-1-1,0 1 1,-1-1 0,-9 14-1,13-21 906,-1 1 1,0 0-1,1 0 0,-1 0 0,1 0 0,-1 0 0,0-1 0,0 1 1,0 0-1,1-1 0,-1 1 0,0 0 0,0-1 0,0 1 1,0-1-1,0 1 0,0-1 0,0 0 0,0 0 0,0 1 1,0-1-1,0 0 0,0 0 0,0 0 0,0 0 0,0 0 1,-1 0-1,1 0 0,0 0 0,0-1 0,0 1 0,0 0 0,0-1 1,0 1-1,0 0 0,0-1 0,0 1 0,1-1 0,-1 0 1,0 1-1,0-1 0,0 0 0,0 1 0,1-1 0,-1 0 1,0 0-1,1 0 0,-1 0 0,1 0 0,-1 1 0,1-1 1,-1 0-1,1 0 0,0 0 0,-1-2 0,-4-9 111,0-1 0,1 0 1,-5-19-1,6 20-21,-13-61-56,13 52 0,-2-1 0,-1 1 0,-11-30 0,9 36 0</inkml:trace>
</inkml:ink>
</file>

<file path=ppt/ink/ink5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0T12:31:51.045"/>
    </inkml:context>
    <inkml:brush xml:id="br0">
      <inkml:brushProperty name="width" value="0.1" units="cm"/>
      <inkml:brushProperty name="height" value="0.1" units="cm"/>
      <inkml:brushProperty name="color" value="#E71224"/>
    </inkml:brush>
  </inkml:definitions>
  <inkml:trace contextRef="#ctx0" brushRef="#br0">0 1 8192,'9'13'0,"-1"1"0,2-2 0,0 1 0,0-1 0,13 10 0,11 15 0,3 10 0,-2 2 0,-3 0 0,-1 3 0,33 77 0,-19-19 0,39 141 0,-76-222 315,0 1-1,-2 0 1,-2 0 0,0 1 0,-2 55-1,-2-83-72,0 0 0,0-1 0,-1 1 0,1 0 1,-1 0-1,1-1 0,-1 1 0,0 0 0,0-1 0,0 1 0,0 0 0,-1-1 0,1 0 0,-1 1 0,0-1 0,-1 2 0,1-3 2,1 0 0,0 0 0,-1 0 0,1-1 0,0 1 0,-1 0 0,1-1 0,-1 0 0,1 1 0,-1-1 0,0 0 0,1 1 0,-1-1 0,1 0 0,-1 0 0,1-1 0,-1 1 0,1 0 0,-1 0 0,1-1 0,-2 0 0,-4-1 311,1-1-1,0 0 0,1 0 0,-1-1 0,0 0 1,1 0-1,0 0 0,0 0 0,0-1 0,1 0 0,-8-9 1,-1-6-555,0-1 0,1 0 0,-9-24 0,7 9 0</inkml:trace>
</inkml:ink>
</file>

<file path=ppt/ink/ink5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0T12:31:51.359"/>
    </inkml:context>
    <inkml:brush xml:id="br0">
      <inkml:brushProperty name="width" value="0.1" units="cm"/>
      <inkml:brushProperty name="height" value="0.1" units="cm"/>
      <inkml:brushProperty name="color" value="#E71224"/>
    </inkml:brush>
  </inkml:definitions>
  <inkml:trace contextRef="#ctx0" brushRef="#br0">293 0 8192,'-1'40'625,"-2"0"-1,-7 40 1,-1-30 1754,-1 0 0,-31 77 0,-58 88 4757,23-77-5261,75-133-1875,0 0 0,0 0 0,0-1 0,0 0 0,-1 1 0,-7 5 0,8-10 0,4-9 0,6-12 0,-6 19 0,33-83-991,3 1 1,79-130 0,-87 167 990</inkml:trace>
</inkml:ink>
</file>

<file path=ppt/ink/ink5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0T12:31:51.828"/>
    </inkml:context>
    <inkml:brush xml:id="br0">
      <inkml:brushProperty name="width" value="0.1" units="cm"/>
      <inkml:brushProperty name="height" value="0.1" units="cm"/>
      <inkml:brushProperty name="color" value="#E71224"/>
    </inkml:brush>
  </inkml:definitions>
  <inkml:trace contextRef="#ctx0" brushRef="#br0">2 0 8192,'0'613'16362,"0"-461"-14702,-1-150-1660,1 0 0,0-1 0,0 1 0,0 0 0,0 0 0,0 0 0,0-1 0,0 1 0,1 0 0,-1-1 0,1 1 0,-1 0 0,1-1 0,0 1 0,-1 0 0,3 2 0,-2-4 0,0 0 0,-1 0 0,1-1 0,0 1 0,-1 0 0,1 0 0,0 0 0,-1-1 0,1 1 0,0 0 0,-1-1 0,1 1 0,0-1 0,-1 1 0,1-1 0,-1 1 0,1-1 0,-1 1 0,1-1 0,-1 1 0,0-1 0,1 0 0,-1 1 0,0-1 0,1-1 0,28-57 0,-14 8 0,-13 40 0,1 0 0,0 1 0,1-1 0,0 1 0,7-12 0,-9 19 0,0 0 0,0 0 0,0 1 0,1-1 0,-1 1 0,1-1 0,0 1 0,0 0 0,0 0 0,0 0 0,0 0 0,0 1 0,0-1 0,0 1 0,1 0 0,-1 0 0,1 0 0,-1 0 0,1 1 0,4-1 0,29-2 0,-12 2 0,0-1 0,0-1 0,-1-1 0,38-12 0,-56 15 0,-2-1 0,1-1 0,0 1 0,0-1 0,-1 0 0,1 0 0,-1 0 0,0-1 0,0 1 0,0-1 0,-1 0 0,1 0 0,-1-1 0,0 1 0,0-1 0,0 1 0,-1-1 0,0 0 0,0 0 0,0 0 0,0 0 0,-1 0 0,0-1 0,0 1 0,0 0 0,-1-1 0,0-6 0,1-10 0</inkml:trace>
</inkml:ink>
</file>

<file path=ppt/ink/ink5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0T12:31:52.329"/>
    </inkml:context>
    <inkml:brush xml:id="br0">
      <inkml:brushProperty name="width" value="0.1" units="cm"/>
      <inkml:brushProperty name="height" value="0.1" units="cm"/>
      <inkml:brushProperty name="color" value="#E71224"/>
    </inkml:brush>
  </inkml:definitions>
  <inkml:trace contextRef="#ctx0" brushRef="#br0">1 0 8192,'1'0'125,"0"1"0,0-1 0,1 1 1,-1-1-1,0 1 0,0 0 0,0 0 0,0-1 1,0 1-1,0 0 0,0 0 0,0 0 0,-1 0 0,1 0 1,0 0-1,0 0 0,-1 0 0,1 0 0,-1 0 1,1 1-1,-1-1 0,1 0 0,-1 0 0,0 0 1,0 1-1,0-1 0,1 3 0,3 41 5712,-4-40-5033,-1 168 2664,-2-126-2587,2 0 1,2 1 0,2-1-1,15 74 1,-18-119-882,0 1 0,1-1 0,-1 0 0,1 0 0,0 0 0,-1 0 0,1 0 0,0 0 0,0 0 0,0 0 0,1-1 0,-1 1 0,0 0 0,1 0 0,-1-1 0,1 1 0,-1-1 0,1 0 0,2 3 0,-2-4 0,-1 0 0,0 0 0,1 0 0,-1 0 0,0 0 0,1 0 0,-1-1 0,0 1 0,1 0 0,-1-1 0,0 1 0,0-1 0,1 1 0,-1-1 0,0 0 0,0 1 0,0-1 0,0 0 0,0 0 0,0 0 0,0 0 0,1-1 0,8-9 0,-1-1 0,-1 0 0,0 0 0,7-16 0,-15 28 0,181-378-2971,-166 343 2971</inkml:trace>
</inkml:ink>
</file>

<file path=ppt/ink/ink5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0T12:31:52.566"/>
    </inkml:context>
    <inkml:brush xml:id="br0">
      <inkml:brushProperty name="width" value="0.1" units="cm"/>
      <inkml:brushProperty name="height" value="0.1" units="cm"/>
      <inkml:brushProperty name="color" value="#E71224"/>
    </inkml:brush>
  </inkml:definitions>
  <inkml:trace contextRef="#ctx0" brushRef="#br0">19 0 8192,'5'7'742,"-1"1"0,0-1 0,-1 1 0,0-1 1,0 1-1,0 0 0,-1 0 0,0 0 0,-1 0 0,1 13 1,2 2-68,17 181 4005,-1-3-177,-10-153-4503,-2 1 0,-3 0 0,-1 0 0,-4 54 0,-1-99 0,1-1 0,-1 1 0,0 0 0,0 0 0,-1-1 0,1 1 0,-1-1 0,0 1 0,0-1 0,0 1 0,0-1 0,0 0 0,-1 0 0,1 0 0,-1 0 0,-5 3 0,1-1 0,0 0 0,0-1 0,0 0 0,0 0 0,-1-1 0,-13 4 0,-2-1 0</inkml:trace>
</inkml:ink>
</file>

<file path=ppt/ink/ink5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0T12:31:53.582"/>
    </inkml:context>
    <inkml:brush xml:id="br0">
      <inkml:brushProperty name="width" value="0.1" units="cm"/>
      <inkml:brushProperty name="height" value="0.1" units="cm"/>
      <inkml:brushProperty name="color" value="#E71224"/>
    </inkml:brush>
  </inkml:definitions>
  <inkml:trace contextRef="#ctx0" brushRef="#br0">0 307 8192,'24'26'3998,"-20"-21"-2477,0 0-1,0 0 1,1-1-1,0 0 1,0 1-1,6 3 0,-7-6-1097,0 0-1,0-1 1,0 1-1,0-1 1,0 0 0,0 0-1,8 1 1,1-2-423,0-1 0,0 0 0,0 0 0,0-1 0,0-1 0,-1 0 0,1-1 0,-1 0 0,1-1 0,-2 0 0,1-1 0,0-1 0,-1 1 0,19-17 0,11-11 0,-1-1 0,44-52 0,-69 71 0,105-121 0,-120 137 0,0 0 0,-1 0 0,1 0 0,0 0 0,0 1 0,0-1 0,0 0 0,0 0 0,0 0 0,0 0 0,0 0 0,0 0 0,0 1 0,0-1 0,0 0 0,1 0 0,-1 0 0,0 0 0,0 0 0,0 0 0,0 0 0,0 1 0,0-1 0,0 0 0,0 0 0,0 0 0,0 0 0,0 0 0,0 0 0,1 0 0,-1 0 0,0 0 0,0 0 0,0 1 0,0-1 0,0 0 0,0 0 0,0 0 0,1 0 0,-1 0 0,0 0 0,0 0 0,0 0 0,0 0 0,0 0 0,0 1 0,-3 10 0</inkml:trace>
</inkml:ink>
</file>

<file path=ppt/ink/ink5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0T12:31:54.333"/>
    </inkml:context>
    <inkml:brush xml:id="br0">
      <inkml:brushProperty name="width" value="0.1" units="cm"/>
      <inkml:brushProperty name="height" value="0.1" units="cm"/>
      <inkml:brushProperty name="color" value="#E71224"/>
    </inkml:brush>
  </inkml:definitions>
  <inkml:trace contextRef="#ctx0" brushRef="#br0">0 427 8192,'41'1'4005,"27"0"6628,-24-8-7249,-27 1-3384,1-1 0,-1 0 0,0-2 0,-1 0 0,0-1 0,0 0 0,-1-1 0,-1-1 0,16-15 0,4-8 0,-1-1 0,36-53 0,-65 83 0,-1 0 0,1 0 0,-2 0 0,1-1 0,-1 1 0,0-1 0,0 1 0,0-1 0,-1 0 0,1-11 0,-2 15 0,0 0 0,0 0 0,0 0 0,0 0 0,0 0 0,-1 0 0,1 0 0,-1 0 0,0 0 0,0 0 0,0 1 0,0-1 0,-1 0 0,1 0 0,-1 1 0,1-1 0,-1 1 0,0 0 0,0-1 0,0 1 0,0 0 0,0 0 0,-1 0 0,1 0 0,-1 1 0,-2-2 0,3 2 0,0 1 0,0 0 0,0 0 0,0 0 0,1 0 0,-1 0 0,0 0 0,0 0 0,0 1 0,0-1 0,0 1 0,0-1 0,1 1 0,-1 0 0,0 0 0,0-1 0,1 1 0,-1 1 0,0-1 0,1 0 0,0 0 0,-1 0 0,1 1 0,-1-1 0,1 1 0,0-1 0,0 1 0,0 0 0,-1 1 0,-32 58 0,30-54 0,-78 192-2893,62-138 780,3 1 1,3 1-1,2 1 1,4 0-1,-2 114 1,10-147 1210,-1-17 674,0-1 0,2 1 0,0-1 0,0 1 1,5 18-1,-5-29 221,0 0 1,0 0 0,1 0-1,-1 0 1,1 0-1,-1 0 1,1-1 0,0 1-1,0-1 1,0 1 0,1-1-1,-1 0 1,0 0-1,1 0 1,-1 0 0,1 0-1,0 0 1,0-1 0,0 1-1,-1-1 1,1 0-1,1 0 1,-1 0 0,0 0-1,0-1 1,0 1 0,0-1-1,4 0 1,6 1 6,1-1 0,0 0 0,-1-1 0,1-1 0,-1 0 0,1 0 0,-1-2 0,0 0 0,0 0 0,0-1 0,-1-1 0,0 0 0,0 0 0,0-2 0,-1 1 0,0-1 0,0-1 0,-1 0 0,0-1 0,-1 1 0,0-2 0,10-13 0,31-45 0,-28 37 0</inkml:trace>
</inkml:ink>
</file>

<file path=ppt/ink/ink5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0T12:31:54.612"/>
    </inkml:context>
    <inkml:brush xml:id="br0">
      <inkml:brushProperty name="width" value="0.1" units="cm"/>
      <inkml:brushProperty name="height" value="0.1" units="cm"/>
      <inkml:brushProperty name="color" value="#E71224"/>
    </inkml:brush>
  </inkml:definitions>
  <inkml:trace contextRef="#ctx0" brushRef="#br0">0 135 8192,'5'0'18022,"0"-4"-18022,5-2 0,0-3 0,3-2 0,0-2 0,1-3 0,3 0 0,-2-1 0,2 3 0,-3-1 0,-4 2 0</inkml:trace>
</inkml:ink>
</file>

<file path=ppt/ink/ink5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0T12:31:55.079"/>
    </inkml:context>
    <inkml:brush xml:id="br0">
      <inkml:brushProperty name="width" value="0.1" units="cm"/>
      <inkml:brushProperty name="height" value="0.1" units="cm"/>
      <inkml:brushProperty name="color" value="#E71224"/>
    </inkml:brush>
  </inkml:definitions>
  <inkml:trace contextRef="#ctx0" brushRef="#br0">1 191 8192,'48'0'13470,"-23"0"-8918,0 0-4552,0-2 0,0 0 0,0-1 0,0-2 0,-1 0 0,0-2 0,0-1 0,-1 0 0,0-2 0,35-20 0,98-74 0,-155 103 0,0 1 0,-1-1 0,1 1 0,0-1 0,0 1 0,0-1 0,-1 1 0,1-1 0,0 1 0,0 0 0,0-1 0,0 1 0,0 0 0,0 0 0,0 0 0,0 0 0,0 0 0,0 0 0,0 0 0,-1 0 0,1 0 0,0 0 0,0 0 0,0 1 0,0-1 0,0 0 0,0 1 0,0-1 0,0 0 0,-1 1 0,2 0 0,0 1 0,-1 0 0,0 0 0,0 0 0,0 1 0,0-1 0,-1 0 0,1 0 0,-1 0 0,1 0 0,-1 1 0,0-1 0,0 0 0,0 3 0,0 14 0,-2 0 0,-5 27 0,5-39 0,-187 925-4356,169-850 73,-36 105 1775,35-122-3157,6-35 5060,5-26 189,2-18 227,-29-134 2059,-27-235 1,58 337-1871</inkml:trace>
</inkml:ink>
</file>

<file path=ppt/ink/ink5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0T12:31:55.283"/>
    </inkml:context>
    <inkml:brush xml:id="br0">
      <inkml:brushProperty name="width" value="0.1" units="cm"/>
      <inkml:brushProperty name="height" value="0.1" units="cm"/>
      <inkml:brushProperty name="color" value="#E71224"/>
    </inkml:brush>
  </inkml:definitions>
  <inkml:trace contextRef="#ctx0" brushRef="#br0">1 20 8192,'14'-10'18022,"2"5"-18022,0 0 0</inkml:trace>
</inkml:ink>
</file>

<file path=ppt/ink/ink5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0T12:31:55.875"/>
    </inkml:context>
    <inkml:brush xml:id="br0">
      <inkml:brushProperty name="width" value="0.1" units="cm"/>
      <inkml:brushProperty name="height" value="0.1" units="cm"/>
      <inkml:brushProperty name="color" value="#E71224"/>
    </inkml:brush>
  </inkml:definitions>
  <inkml:trace contextRef="#ctx0" brushRef="#br0">1 1 8192,'3'6'425,"1"1"1,-1 0-1,0 0 1,0 0-1,-1 0 1,0 0-1,0 1 1,0-1 0,-1 1-1,-1-1 1,1 1-1,-1 8 1,3 21 1887,22 101-1286,14 98-9696,-27-134 9025,3 8 6248,-3-68 2724,-12-42-9287,0 1 0,0-1 0,0 1 0,0-1-1,1 1 1,-1-1 0,0 1 0,0-1 0,0 1 0,1-1 0,-1 1 0,0-1-1,1 0 1,-1 1 0,0-1 0,1 1 0,-1-1 0,1 0 0,-1 1-1,0-1 1,1 0 0,-1 0 0,1 1 0,-1-1 0,1 0 0,-1 0-1,1 0 1,-1 1 0,1-1 0,-1 0 0,1 0 0,-1 0 0,1 0 0,0 0-1,13-15 429,7-36-791,-19 44 276,3-6 46,1 0 0,0 1 0,1 0 0,0 0 0,1 0 0,1 1 0,-1 0 0,12-10 0,-14 15 0,-1 1 0,1 0 0,0 1 0,1 0 0,-1 0 0,1 0 0,0 1 0,0-1 0,0 2 0,0-1 0,0 1 0,1 0 0,-1 0 0,0 1 0,1 0 0,9 1 0,-14 0 0,0 0 0,0 1 0,-1-1 0,1 1 0,0-1 0,-1 1 0,1 0 0,-1 0 0,1 1 0,-1-1 0,0 0 0,1 1 0,-1 0 0,0-1 0,0 1 0,0 0 0,0 0 0,0 0 0,-1 0 0,1 0 0,1 3 0,3 6 0,0 0 0,-1 1 0,7 18 0,12 24 0,-24-53-11,1 0 0,0 0 0,0 0 1,-1 0-1,1 0 0,0 0 0,0 0 1,0 0-1,0 0 0,0-1 0,0 1 1,1 0-1,-1-1 0,0 1 0,0-1 1,0 1-1,1-1 0,-1 0 0,0 0 0,0 1 1,1-1-1,-1 0 0,0 0 0,1 0 1,1 0-1,0-1-53,-1 0 1,1 0-1,0 0 1,0 0-1,-1-1 1,1 1-1,-1-1 0,1 0 1,-1 1-1,4-5 1,3-3-301,0-1 1,-1 0-1,-1-1 1,7-11-1,22-39-2681,-4-1 0,-2-2 0,-2-1 0,34-132 0,-55 167 3045</inkml:trace>
</inkml:ink>
</file>

<file path=ppt/ink/ink5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0T12:31:56.125"/>
    </inkml:context>
    <inkml:brush xml:id="br0">
      <inkml:brushProperty name="width" value="0.1" units="cm"/>
      <inkml:brushProperty name="height" value="0.1" units="cm"/>
      <inkml:brushProperty name="color" value="#E71224"/>
    </inkml:brush>
  </inkml:definitions>
  <inkml:trace contextRef="#ctx0" brushRef="#br0">3 79 8192,'-2'48'3227,"2"41"6160,0-82-8846,1 1 0,0-1 0,0 0-1,1 1 1,0-1 0,1 0-1,-1 0 1,1 0 0,4 7 0,-5-12-541,0 0 0,0 0 0,0 1 0,0-1 0,0-1 0,0 1 0,0 0 0,1 0 0,-1-1 0,1 0 0,-1 1 0,1-1 0,0 0 0,-1 0 0,1 0 0,0-1 0,0 1 0,-1-1 0,1 1 0,0-1 0,0 0 0,0 0 0,0 0 0,0-1 0,-1 1 0,1-1 0,0 1 0,0-1 0,0 0 0,-1 0 0,1 0 0,-1 0 0,4-2 0,12-6 0,-1-1 0,0 0 0,26-22 0,-28 21 0,241-198 0,-238 193 0,-1 0 0</inkml:trace>
</inkml:ink>
</file>

<file path=ppt/ink/ink5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0T12:31:56.436"/>
    </inkml:context>
    <inkml:brush xml:id="br0">
      <inkml:brushProperty name="width" value="0.1" units="cm"/>
      <inkml:brushProperty name="height" value="0.1" units="cm"/>
      <inkml:brushProperty name="color" value="#E71224"/>
    </inkml:brush>
  </inkml:definitions>
  <inkml:trace contextRef="#ctx0" brushRef="#br0">104 0 8192,'-13'162'6341,"3"-75"-3863,-28 161-6190,4-36-124,26-68 8365,7-141-4088,1 0 1,0 0-1,0 0 0,1 0 1,-1 1-1,1-1 0,-1 0 1,1 0-1,0 0 0,0 0 1,0 0-1,1 0 0,-1 0 1,1-1-1,-1 1 0,1 0 1,3 2-1,-2-2-84,1-1-1,0 0 0,0 0 1,0 0-1,0 0 1,0 0-1,1-1 1,-1 0-1,0 0 1,1 0-1,7 0 1,12 3-357,-1 1 0</inkml:trace>
</inkml:ink>
</file>

<file path=ppt/ink/ink5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0T12:31:56.826"/>
    </inkml:context>
    <inkml:brush xml:id="br0">
      <inkml:brushProperty name="width" value="0.1" units="cm"/>
      <inkml:brushProperty name="height" value="0.1" units="cm"/>
      <inkml:brushProperty name="color" value="#E71224"/>
    </inkml:brush>
  </inkml:definitions>
  <inkml:trace contextRef="#ctx0" brushRef="#br0">509 81 8192,'-54'-20'3945,"32"17"-2973,-1 0-1,1 2 0,-1 0 0,0 2 0,1 0 0,-1 2 0,-30 7 1,42-7-578,-1 0 0,0 1 0,0 1 0,1 0 1,0 0-1,0 1 0,1 0 0,0 1 0,0 1 0,0-1 1,1 1-1,0 1 0,0 0 0,1 0 0,-7 12 1,-4 4-395,-21 37 0,38-58 0,0-1 0,0 1 0,1 0 0,-1 1 0,1-1 0,0 0 0,0 0 0,0 1 0,0-1 0,1 0 0,0 1 0,0-1 0,1 5 0,-1-8 0,0 0 0,0 0 0,0 0 0,0 0 0,0 0 0,1 0 0,-1 0 0,0 0 0,0 0 0,1-1 0,-1 1 0,1 0 0,-1 0 0,1 0 0,-1-1 0,1 1 0,0 0 0,-1-1 0,1 1 0,0 0 0,-1-1 0,1 1 0,0-1 0,0 1 0,0-1 0,0 1 0,-1-1 0,1 0 0,0 0 0,0 1 0,0-1 0,0 0 0,0 0 0,0 0 0,0 0 0,0 0 0,0 0 0,0 0 0,-1 0 0,1 0 0,0 0 0,0-1 0,0 1 0,0 0 0,0-1 0,0 1 0,0 0 0,-1-1 0,1 1 0,0-1 0,0 1 0,1-2 0,4-2 0,-1-1 0,1 1 0,0-1 0,-1 0 0,7-8 0,38-57 0,63-114 0,-102 164 0,12-19 0</inkml:trace>
</inkml:ink>
</file>

<file path=ppt/ink/ink5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0T12:31:57.075"/>
    </inkml:context>
    <inkml:brush xml:id="br0">
      <inkml:brushProperty name="width" value="0.1" units="cm"/>
      <inkml:brushProperty name="height" value="0.1" units="cm"/>
      <inkml:brushProperty name="color" value="#E71224"/>
    </inkml:brush>
  </inkml:definitions>
  <inkml:trace contextRef="#ctx0" brushRef="#br0">1 0 8192,'0'193'13838,"0"-66"-9654,0 301-4184,0-528 0,0 76 0</inkml:trace>
</inkml:ink>
</file>

<file path=ppt/ink/ink5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0T12:31:57.292"/>
    </inkml:context>
    <inkml:brush xml:id="br0">
      <inkml:brushProperty name="width" value="0.1" units="cm"/>
      <inkml:brushProperty name="height" value="0.1" units="cm"/>
      <inkml:brushProperty name="color" value="#E71224"/>
    </inkml:brush>
  </inkml:definitions>
  <inkml:trace contextRef="#ctx0" brushRef="#br0">1 407 8192,'2'0'1155,"1"-1"1,16-5 6932,-13 3-6932,26-19 3619,-1 1-4092,175-63-171,-136 58-347,-1-2 1,111-64 0,-175 89-166,0 1 0,0-1 0,0-1 0,0 1 0,-1-1 0,1 1 0,-1-1 0,0-1 0,0 1 0,0 0 0,-1-1 0,1 0 0,-1 0 0,0 0 0,-1 0 0,1 0 0,-1-1 0,0 1 0,0-1 0,-1 0 0,1-5 0,-1-9 0</inkml:trace>
</inkml:ink>
</file>

<file path=ppt/ink/ink5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0T12:31:57.572"/>
    </inkml:context>
    <inkml:brush xml:id="br0">
      <inkml:brushProperty name="width" value="0.1" units="cm"/>
      <inkml:brushProperty name="height" value="0.1" units="cm"/>
      <inkml:brushProperty name="color" value="#E71224"/>
    </inkml:brush>
  </inkml:definitions>
  <inkml:trace contextRef="#ctx0" brushRef="#br0">82 0 8192,'-7'199'2703,"-42"258"0,30-306-7985,15-103 5870,2 0 0,6 83 0,-4-129-377,0 0-1,1 0 0,-1 0 1,1 0-1,-1 0 0,1 0 1,0 0-1,-1 0 0,1 0 1,0-1-1,0 1 0,0 0 1,0-1-1,1 1 0,-1-1 1,0 1-1,1-1 0,-1 1 1,1-1-1,0 0 0,-1 0 1,1 0-1,0 0 0,-1 0 0,1 0 1,0 0-1,0-1 0,0 1 1,0-1-1,0 1 0,0-1 1,0 0-1,0 0 0,0 1 1,0-2-1,0 1 0,4 0 1,8-2 1287,1-1 1,-1 0-1,0-1 1,18-7 0,-10 3-851,51-21-648,-42 13 0</inkml:trace>
</inkml:ink>
</file>

<file path=ppt/ink/ink5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3:16:42.421"/>
    </inkml:context>
    <inkml:brush xml:id="br0">
      <inkml:brushProperty name="width" value="0.1" units="cm"/>
      <inkml:brushProperty name="height" value="0.1" units="cm"/>
      <inkml:brushProperty name="color" value="#E71224"/>
    </inkml:brush>
  </inkml:definitions>
  <inkml:trace contextRef="#ctx0" brushRef="#br0">18 437 8192,'-1'0'152,"0"-1"0,1 1 0,-1 0 0,0 0 1,1 1-1,-1-1 0,0 0 0,1 0 0,-1 0 1,1 0-1,-1 0 0,0 1 0,1-1 0,-1 0 0,1 1 1,-1-1-1,1 0 0,-1 1 0,0-1 0,1 1 1,0-1-1,-1 0 0,1 1 0,-1-1 0,1 1 0,0 0 1,-1-1-1,1 1 0,0-1 0,-1 1 0,1-1 1,0 1-1,0 0 0,0-1 0,0 1 0,-1 0 0,1-1 1,0 1-1,0 0 0,0-1 0,0 1 0,1-1 1,-1 1-1,0 0 0,0-1 0,0 1 0,0 0 0,1-1 1,-1 1-1,0-1 0,1 1 0,-1-1 0,0 1 1,1 0-1,-1-1 0,0 1 0,1-1 0,-1 0 0,2 1 1,23 32 7492,-6-13-7469,0 1 0,-2 0 0,17 26 1,-15-19 93,35 38 1,-49-60-271,0-1 0,0 0 0,1 0 0,0 0 0,0-1 0,1 1 0,-1-1 0,1-1 0,13 6 0,-17-8 0,-1-1 0,1 0 0,0 1 0,0-1 0,0 0 0,0 0 0,0-1 0,0 1 0,0 0 0,0-1 0,0 0 0,-1 0 0,1 0 0,0 0 0,-1 0 0,1 0 0,0-1 0,-1 1 0,1-1 0,-1 0 0,0 0 0,0 0 0,0 0 0,0 0 0,0 0 0,0-1 0,0 1 0,1-3 0,187-282-4974,-85 123 1595,-51 81 87,10-15-2616,-20 36 5641,-27 39 65</inkml:trace>
</inkml:ink>
</file>

<file path=ppt/ink/ink5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5T11:38:15.457"/>
    </inkml:context>
    <inkml:brush xml:id="br0">
      <inkml:brushProperty name="width" value="0.1" units="cm"/>
      <inkml:brushProperty name="height" value="0.1" units="cm"/>
      <inkml:brushProperty name="color" value="#E71224"/>
    </inkml:brush>
  </inkml:definitions>
  <inkml:trace contextRef="#ctx0" brushRef="#br0">1 0 8192,'172'0'12887,"0"0"-7098,173 0-5902,22 0-8354,-291 0 988,0 0 5680,16 0 5479,46 0 9535,658 0-12906,-629 13-4946,-9 0 434,620-13-4420,-752 1 9174,0 2-1,0 1 1,47 13-1,-3 0 3811,1-8 4470,61 4-8227,23 1-2110,-26-14 822,280 14-5827,115 73-1345,-422-67 7856,121 8 0,-187-25 0</inkml:trace>
</inkml:ink>
</file>

<file path=ppt/ink/ink5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5T11:38:16.192"/>
    </inkml:context>
    <inkml:brush xml:id="br0">
      <inkml:brushProperty name="width" value="0.1" units="cm"/>
      <inkml:brushProperty name="height" value="0.1" units="cm"/>
      <inkml:brushProperty name="color" value="#E71224"/>
    </inkml:brush>
  </inkml:definitions>
  <inkml:trace contextRef="#ctx0" brushRef="#br0">0 106 8192,'102'1'5159,"33"-1"4729,-45-2-6913,391-52-5050,-244 21 204,201 16-10352,-387 17 12223</inkml:trace>
</inkml:ink>
</file>

<file path=ppt/ink/ink5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0T12:29:10.444"/>
    </inkml:context>
    <inkml:brush xml:id="br0">
      <inkml:brushProperty name="width" value="0.1" units="cm"/>
      <inkml:brushProperty name="height" value="0.1" units="cm"/>
      <inkml:brushProperty name="color" value="#E71224"/>
    </inkml:brush>
  </inkml:definitions>
  <inkml:trace contextRef="#ctx0" brushRef="#br0">1 132 8192,'6'1'1176,"-1"1"0,1 0 0,0 0 0,-1 1 0,0 0 1,1 0-1,8 7 0,-1-2-439,21 9 809,1-1 1,0-1 0,1-2 0,46 10 0,-57-16-1405,2 1-241,1-1 0,0-2 0,0 0-1,51 0 1,-65-5 20,516-18-15705,-397 2 14121,-12-4 1663,235-5 0,-240 24 984,88 4 508,-190-1-1611,1 1 0,-1 0 0,0 1 0,20 9 0,-21-8-102,1 0 1,0 0 0,0-2 0,0 0-1,17 2 1,416-3 65,-217-5-249,393 4 404,-576 2 3154,63 23 11083,-91-21-13606,20 4-631,0-3 0,51 3 0,-1-1 0,28 2-1238,236-10 0,-273-9-1285,-1-2 1,116-33-1,-125 25 529,1 3-1,1 3 0,107-5 1,-98 17 1994,205 5 0,-240 1 790,64 15 0,-68-11 98,86 8 0,340-18-4244,-131-37 3356,-162 14 0,15-1 0,-52 5 0,190-4 0,-167 25 5166,59 1 5138,-129-7-9666,1-3 0,-2-4 0,97-26 0,-120 23-638,0-1 0,0 2 0,1 4 0,76-3 0,-64 12-802,175 5-3880,-157 8 1193,-43-5-727,57 0-1,-24-3 3832,106 17 1,61 5 537,146-27-153,-399 1 0,18-1 0,-20 1 0,0 0 0,1 0 0,-1 0 0,0 0 0,1 0 0,-1 0 0,0 0 0,1 0 0,-1 0 0,0 0 0,1 0 0,-1 0 0,0 0 0,0 0 0,1 0 0,-1 0 0,0-1 0,1 1 0,-1 0 0,0 0 0,0 0 0,1 0 0,-1-1 0,0 1 0,0 0 0,0 0 0,1-1 0,-1 1 0,0 0 0,0 0 0,0-1 0,0 1 0,0 0 0,1 0 0,-1-1 0,0 1 0,0 0 0,0-1 0,0 1 0,0 0 0,0-1 0,0 1 0,0 0 0,0 0 0,0-1 0,0 1 0,0-1 0,-5-4 0</inkml:trace>
</inkml:ink>
</file>

<file path=ppt/ink/ink5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0T12:29:21.727"/>
    </inkml:context>
    <inkml:brush xml:id="br0">
      <inkml:brushProperty name="width" value="0.1" units="cm"/>
      <inkml:brushProperty name="height" value="0.1" units="cm"/>
      <inkml:brushProperty name="color" value="#E71224"/>
    </inkml:brush>
  </inkml:definitions>
  <inkml:trace contextRef="#ctx0" brushRef="#br0">81 756 8192,'0'22'8485,"0"1"-3329,0 44-1829,0-7-2481,2 68-610,-4 139-264,1-260 28,0 0 0,0 1 0,0-1 0,-1 0 0,0-1 0,0 1 0,0 0 0,-6 9 0,7-16 0,1 0 0,0 1 0,-1-1 0,1 0 0,-1 0 0,1 0 0,0 0 0,-1 0 0,1 0 0,-1 0 0,1 0 0,-1 0 0,1 0 0,0 0 0,-1 0 0,1 0 0,-1-1 0,1 1 0,-1 0 0,1 0 0,0 0 0,-1-1 0,1 1 0,0 0 0,-1 0 0,1-1 0,0 1 0,-1 0 0,1-1 0,0 1 0,0 0 0,-1-1 0,1 1 0,0 0 0,0-1 0,0 1 0,-1-1 0,1 1 0,0 0 0,0-1 0,0 0 0,-11-21 0,10 20 0,-6-16-785,0-2 1,2 1-1,0-1 1,1 0 0,1 0-1,-1-22 1,6-128-8165,1 69 6612,-2 88 2286,0 0-1,1 0 1,0 0-1,2 1 1,-1-1-1,1 0 1,1 1 0,0 0-1,1 0 1,1 1-1,-1 0 1,16-20-1,10-6-36,1 0 0,41-34 1,-45 44 333,-28 25 190,1 1 0,0-1-1,-1 0 1,1 1 0,0-1 0,0 1-1,0 0 1,0 0 0,0 0 0,1 0-1,-1 0 1,0 0 0,0 0 0,1 1-1,-1-1 1,0 1 0,1 0 0,-1-1-1,1 1 1,3 1 0,-3 0 158,1 0-1,-1 0 1,0 1 0,0 0-1,0 0 1,0-1 0,0 2-1,0-1 1,0 0 0,-1 1 0,1-1-1,-1 1 1,3 3 0,2 6-594,0-1 0,-2 1 0,1 0 0,-1 1 0,-1-1 0,0 1 0,-1 0 0,0 0 0,1 19 0,6 24 0,0-7-1852,-2 0 1,3 80 0,-12 105-7137,-2-98 6734,3 179 1028,0-313 1226,0-1 0,1 0 0,-1 1 0,0-1 0,0 1 0,0-1 0,0 1 0,0-1 0,-1 1 0,1-1 0,0 0 0,-1 1 0,1-1 0,-1 0 0,1 1 0,-1-1 0,0 0 0,0 1 0,-1 1 0,1-3 0,0-1 0,0 1 0,1 0 0,-1-1 0,0 1 0,0-1 0,0 1 0,1-1 0,-1 1 0,0-1 0,0 0 0,1 1 0,-1-1 0,1 0 0,-1 1 0,0-1 0,1 0 0,-1 0 0,1 0 0,0 1 0,-1-2 0,-27-57 0,-97-211 2476,109 236-2927,-18-53 0,-4-8 1178,37 93-367,-1-1-1,1 1 1,0-1-1,-1 0 1,1 1-1,1-1 1,-1 0-1,0 0 0,1 0 1,-1 0-1,1 0 1,0 0-1,0 0 1,0 1-1,0-1 1,1 0-1,-1 0 1,1 0-1,-1 0 1,1 0-1,2-3 1,-1 3 30,1 1 1,-1 0-1,1 0 1,0 0 0,-1 0-1,1 0 1,0 0-1,0 1 1,0 0 0,0-1-1,0 1 1,1 0-1,-1 1 1,0-1 0,1 0-1,-1 1 1,0 0-1,1 0 1,2 0 0,215 4-391,-218-5-13,0 2 0,-1-1 0,1 0 1,0 1-1,0-1 0,0 1 1,-1 0-1,1 0 0,0 0 0,-1 0 1,1 0-1,-1 1 0,1-1 1,-1 1-1,0 0 0,1-1 0,-1 1 1,0 0-1,0 0 0,0 1 1,1 2-1,-1-2-34,-1 1 1,0-1-1,0 1 1,0 0-1,0-1 0,-1 1 1,1 0-1,-1 0 0,0-1 1,0 1-1,0 0 1,-1-1-1,0 1 0,0 4 1,-5 11-318,-1 0 1,0-1-1,-1 0 1,-20 32-1,-2-4-2429,18-29 147,1 0 0,1 1 0,-16 36 0,16-6 798,10-46 1845,0-1 1,0 1-1,0 0 1,0-1-1,0 1 1,0-1-1,0 1 1,0-1-1,0 1 1,1-1 0,-1 1-1,1-1 1,-1 1-1,1-1 1,0 0-1,-1 1 1,1-1-1,0 0 1,0 0-1,0 1 1,0-1-1,0 0 1,0 0-1,2 2 1,-1-3-2,0 1 1,0-1-1,0 1 0,0-1 1,0 0-1,0 0 0,0 0 1,0 0-1,0 0 0,0 0 1,0-1-1,0 1 1,0-1-1,0 1 0,0-1 1,2 0-1,6-4 107,1 0 0,-1-1 0,-1 0 1,1 0-1,12-11 0,-15 10-73,-1 0 1,1-1-1,-1 0 1,-1 0-1,0 0 0,0-1 1,0 1-1,4-14 1,24-80-599,-16 40 367,21-93 201,-14 43 0,-12 49 1947,-6-30 5351,-2 27-2020,-4 64-5136,0-1 1,1 0-1,-1 1 1,1-1-1,0 1 1,0-1-1,0 1 1,0 0-1,0-1 1,1 1-1,-1 0 1,1 0-1,-1 0 1,1 0-1,0 0 1,0 0-1,0 0 1,0 1-1,0-1 1,0 1-1,0-1 1,1 1-1,3-2 1,6-1-97,0 0 0,-1 0 1,25-2-1,-7 0-152,357-107-8241,-338 94 6905,0-1-1,-2-2 1,0-3 0,-2-1 0,73-58-1,-109 78 1404,-2-1 0,1 1 0,-1-1 0,0 0 0,0-1 0,-1 1 0,0-1 0,0 0 0,-1-1 0,0 1 0,0-1 0,-1 0 0,0 1 0,2-18 0,-4 18 141,0 1 0,-1 0 0,0 0 0,-1 0 0,0 0 0,0 0 0,0 0 0,-1 0 0,0 0 0,-1 0 0,1 0 0,-1 1 0,0-1 0,-1 1 0,0 0 0,0 0 0,0 0 0,0 1 0,-10-10 0,-20-13-2776,-23-9 4503,27 18-664,29 18-1108,-1 0-1,1 0 1,-1 0 0,1 0-1,-1 0 1,1 0-1,-1 1 1,1-1-1,-1 0 1,0 1 0,1 0-1,-1-1 1,0 1-1,0 0 1,1 0-1,-1 0 1,0 0-1,0 0 1,1 0 0,-1 0-1,0 1 1,1-1-1,-1 1 1,0-1-1,1 1 1,-1 0 0,1-1-1,-1 1 1,1 0-1,-1 0 1,1 0-1,-1 0 1,1 1-1,0-1 1,0 0 0,0 0-1,0 1 1,-1-1-1,2 1 1,-1-1-1,0 1 1,0-1-1,0 1 1,1 0 0,-1 1-1,-4 9 518,2-1-1,-1 1 1,2 0-1,-1 0 0,0 15 1,-3 422-7572,9-262 5157,-29 411 1841,1 33 0,26-606 1809,0-17-88,0 0 0,-1-1 0,0 1 0,0 0 0,-1-1 0,0 1 0,-4 14 0,5-22-1662,-1 0 0,1 0-1,0 1 1,0-1 0,-1 0-1,1 0 1,0 1-1,0-1 1,-1 0 0,1 0-1,0 0 1,-1 0 0,1 1-1,0-1 1,-1 0 0,1 0-1,0 0 1,-1 0 0,1 0-1,-1 0 1,1 0-1,0 0 1,-1 0 0,1 0-1,0 0 1,-1 0 0,1 0-1,0 0 1,-1 0 0,1 0-1,0-1 1,-1 1-1,1 0 1,0 0 0,-1 0-1,1 0 1,0-1 0,-1 1-1,1 0 1,0 0 0,0-1-1,-1 1 1,1 0 0,0-1-1,0 1 1,0 0-1,-1-1 1,1 1 0,0 0-1,0-1 1,0 1 0,-15-21-643,15 20 563,-18-33 21,2-1 0,1 0 0,2-1 0,-8-37 0,10 36 0,-2-7 0</inkml:trace>
</inkml:ink>
</file>

<file path=ppt/ink/ink5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0T12:29:21.975"/>
    </inkml:context>
    <inkml:brush xml:id="br0">
      <inkml:brushProperty name="width" value="0.1" units="cm"/>
      <inkml:brushProperty name="height" value="0.1" units="cm"/>
      <inkml:brushProperty name="color" value="#E71224"/>
    </inkml:brush>
  </inkml:definitions>
  <inkml:trace contextRef="#ctx0" brushRef="#br0">0 155 8192,'1'6'511,"0"0"0,0 0 1,0 0-1,1-1 0,0 1 1,0-1-1,0 1 0,1-1 1,-1 0-1,1 1 0,1-2 1,-1 1-1,1 0 0,0-1 1,0 1-1,0-1 0,0 0 1,1 0-1,-1-1 0,1 1 1,0-1-1,1 0 0,-1-1 1,0 1-1,1-1 0,-1 0 1,1 0-1,0-1 0,-1 0 0,1 0 1,10 1-1,-11-2-303,0 0-1,0-1 0,0 1 1,0-1-1,0 0 1,0 0-1,8-3 1,0-2-521,1-1-1,-1 0 1,0-1 0,0 0 0,-1-1 0,21-20 0,59-74-3861,-40 41 2187,-20 28 988</inkml:trace>
</inkml:ink>
</file>

<file path=ppt/ink/ink5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0T12:29:22.613"/>
    </inkml:context>
    <inkml:brush xml:id="br0">
      <inkml:brushProperty name="width" value="0.1" units="cm"/>
      <inkml:brushProperty name="height" value="0.1" units="cm"/>
      <inkml:brushProperty name="color" value="#E71224"/>
    </inkml:brush>
  </inkml:definitions>
  <inkml:trace contextRef="#ctx0" brushRef="#br0">301 1 8192,'8'1'615,"-1"0"1,1 0 0,-1 1-1,1 0 1,-1 1-1,0 0 1,0 0 0,0 0-1,0 1 1,-1 0 0,1 0-1,-1 1 1,0 0-1,0 0 1,7 9 0,-7-8 12,1 1 1,-2 0-1,1 0 1,-1 1 0,0-1-1,0 1 1,-1 0 0,0 1-1,-1-1 1,0 1-1,0-1 1,3 18 0,-6-23-668,0 1 1,0-1 0,0 0 0,-1 1-1,1-1 1,-1 0 0,0 0 0,0 1-1,0-1 1,0 0 0,-1 0 0,1 0-1,-1 0 1,0-1 0,0 1 0,0 0-1,0-1 1,0 1 0,0-1 0,-1 0-1,1 1 1,-1-1 0,0 0 0,0-1-1,1 1 1,-5 1 0,-8 4-522,-1 0 0,0-1 0,-33 7 1,13-4-439,-45 12-5652,51-14 3201,-56 20 0,86-27 3446,0 0-1,1 0 1,-1 0-1,0 0 0,0 0 1,0 0-1,0 0 1,0 0-1,0 0 1,0 1-1,0-1 1,0 0-1,0 0 1,1 0-1,-1 0 1,0 0-1,0 0 1,0 0-1,0 0 1,0 0-1,0 0 1,0 0-1,0 0 1,0 1-1,0-1 0,0 0 1,0 0-1,0 0 1,0 0-1,0 0 1,0 0-1,0 0 1,0 0-1,0 0 1,0 1-1,0-1 1,0 0-1,0 0 1,0 0-1,0 0 1,0 0-1,0 0 1,0 0-1,0 0 1,0 0-1,0 1 0,0-1 1,0 0-1,0 0 1,0 0-1,0 0 1,0 0-1,0 0 1,0 0-1,0 0 1,-1 0-1,1 0 1,18 4-48,22-2 102,-14-4-51,0 0 0,26-7 0,-29 5 0,1 0 0,41-1 0,-63 6 0,1-1 0,-1 0 0,1 1 0,-1-1 0,0 1 0,1 0 0,-1-1 0,0 1 0,0 0 0,1 1 0,-1-1 0,0 0 0,0 1 0,0-1 0,0 1 0,-1-1 0,1 1 0,0 0 0,-1 0 0,1 0 0,-1 0 0,0 0 0,1 0 0,-1 0 0,0 1 0,0-1 0,0 0 0,-1 0 0,1 1 0,-1-1 0,1 1 0,-1-1 0,0 1 0,0-1 0,0 1 0,0 3 0,0 8 0,-1 0 0,-1 0 0,0 0 0,-1 0 0,-4 13 0,-6 11 0,-3-1 0,0 0 0,-3-2 0,-1 0 0,-1-1 0,-2-1 0,-1-1 0,-45 46 0,61-70 0,0 0 0,0-1 0,-1 0 0,0 0 0,-16 9 0,22-14 0,1-1 0,-1 0 0,1 0 0,-1 0 0,1 0 0,-1-1 0,0 1 0,1-1 0,-1 1 0,0-1 0,0 0 0,1 0 0,-1 0 0,0-1 0,1 1 0,-1-1 0,0 1 0,1-1 0,-1 0 0,0 0 0,1 0 0,0 0 0,-1 0 0,1-1 0,0 1 0,-1-1 0,1 1 0,-3-4 0,-3-4 0,0 0 0,1-1 0,0 0 0,-7-12 0,5 4 0</inkml:trace>
</inkml:ink>
</file>

<file path=ppt/ink/ink5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0T12:29:22.834"/>
    </inkml:context>
    <inkml:brush xml:id="br0">
      <inkml:brushProperty name="width" value="0.1" units="cm"/>
      <inkml:brushProperty name="height" value="0.1" units="cm"/>
      <inkml:brushProperty name="color" value="#E71224"/>
    </inkml:brush>
  </inkml:definitions>
  <inkml:trace contextRef="#ctx0" brushRef="#br0">0 0 8192,'4'0'614,"1"1"1,-1-1 0,0 1 0,0 0-1,0 0 1,0 0 0,0 1-1,4 2 1,51 35 3485,-15-8 1836,-31-24-5747,1 1-1,1-2 1,-1 0 0,1 0 0,0-2-1,0 0 1,1 0 0,-1-2 0,1 0-1,-1 0 1,1-2 0,22-1 0,-37 1-189,1 0 0,-1 0 0,1 0 0,0 0 0,-1-1 0,1 1 0,-1 0 0,1-1 0,0 1 0,-1-1 0,1 0 0,-1 1 0,0-1 0,1 0 0,-1 0 0,0 0 0,1 0 0,-1 0 0,0 0 0,0 0 0,0-1 0,0 1 0,0 0 0,0-1 0,0 1 0,1-3 0,-2 2 0,0 0 0,0 0 0,-1 1 0,1-1 0,0 0 0,-1 0 0,1 1 0,-1-1 0,1 0 0,-1 1 0,0-1 0,0 1 0,0-1 0,0 1 0,0-1 0,0 1 0,0 0 0,0-1 0,-1 1 0,1 0 0,-1 0 0,1 0 0,-3-2 0,-11-6 0</inkml:trace>
</inkml:ink>
</file>

<file path=ppt/ink/ink5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0T12:29:23.853"/>
    </inkml:context>
    <inkml:brush xml:id="br0">
      <inkml:brushProperty name="width" value="0.1" units="cm"/>
      <inkml:brushProperty name="height" value="0.1" units="cm"/>
      <inkml:brushProperty name="color" value="#E71224"/>
    </inkml:brush>
  </inkml:definitions>
  <inkml:trace contextRef="#ctx0" brushRef="#br0">141 0 8192,'4'78'2616,"0"-51"90,2-1 0,0 0 1,2 0-1,16 38 0,4-6-831,-26-54-1875,1 1 0,-1-2 0,1 1 0,0 0 0,0-1 0,0 1 0,0-1 0,1 0 0,-1 0 0,1 0 0,0 0 0,0-1 0,0 0 0,0 1 0,0-1 0,0-1 0,1 1 0,-1-1 0,1 0 0,-1 0 0,1 0 0,0 0 0,-1-1 0,1 0 0,0 0 0,-1 0 0,1 0 0,-1-1 0,1 0 0,4-1 0,15-5 0,0-1 0,-1 0 0,0-2 0,32-18 0,-30 15 0,137-65-1813,-52 31-2602,1 5 1,150-35 0,-48 38 1655,-205 38 2730,0 0 1,-1 0-1,1 1 0,0 0 0,0 1 0,-1 0 1,1 0-1,7 2 0,-13-2 30,0 0 1,0 0-1,-1-1 0,1 1 1,0 0-1,-1 0 0,1 1 1,-1-1-1,1 0 1,-1 0-1,0 1 0,1-1 1,-1 1-1,0-1 0,0 1 1,0 0-1,0-1 0,0 1 1,-1 0-1,1-1 1,0 1-1,-1 0 0,0 0 1,1 0-1,-1 0 0,0 0 1,0-1-1,0 1 0,0 0 1,0 0-1,0 0 1,0 0-1,-1 0 0,1 0 1,-1-1-1,1 1 0,-2 3 1,-2 6 108,1-1-1,-2 1 1,1-1 0,-1 0 0,-1-1 0,0 1 0,0-1-1,-1 0 1,0 0 0,0-1 0,-17 14 0,11-11 252,-1-2 1,0 0-1,-1 0 0,0-1 1,-1-1-1,1 0 1,-19 4-1,-18 1 692,0-1 1,-1-4-1,-105 3 0,20-4-4848,-182 30 0,189-18 2849,87-14 965,0 2 0,0 2-1,0 2 1,-64 23 0,103-30 28,1-1 1,-1 1 0,0 0-1,1 0 1,0 0-1,0 0 1,0 1 0,0 0-1,1 0 1,-1 0-1,1 0 1,0 0 0,0 1-1,0-1 1,1 1-1,0 0 1,0 0 0,0 0-1,0 0 1,1 0-1,0 0 1,0 0 0,0 1-1,1-1 1,0 0-1,0 0 1,1 9 0,2 14 320,1-1 0,1 0 1,2 0-1,11 30 1,-6-18-222,8 46-185,-3 0 0,9 165 1,-25-207 13443,1-49-11419,2-11-5404,11-64 3614,3 1 0,32-82 0,-40 135-55,1 1 0,1 1 1,2 0-1,0 1 0,2 1 0,1 0 1,0 1-1,2 1 0,38-35 1,-37 40-906,0 1 1,1 1 0,1 1-1,1 1 1,-1 1 0,2 1 0,0 1-1,27-7 1,-7 6-1418,0 2 0,0 2 0,81 0 0,-26 4 1099,-4 0 878,1 3 1,144 20 0,-231-19 229,12 1 892,0 1 0,0 1 0,-1 1 0,35 15 0,-49-18-738,-1 0 1,0 0-1,0 0 0,-1 1 0,1-1 1,-1 1-1,0 0 0,0 1 0,0-1 0,0 1 1,-1-1-1,0 1 0,0 0 0,0 0 1,0 1-1,-1-1 0,0 1 0,0-1 1,-1 1-1,1 0 0,-1-1 0,0 7 0,4 78 4420,-10 141-1,-3-148-5427,-4 0 1,-24 85 0,36-164 879,-1 1 0,-1-1 0,1 0 0,-1 0 1,1 0-1,-1 0 0,0 0 0,0 0 0,-1 0 0,1-1 1,-1 1-1,0-1 0,0 0 0,0 0 0,-5 4 0,5-6 8,1 1 0,-1-1 0,1-1 0,-1 1 0,0 0 0,1-1 0,-1 1 0,0-1-1,0 0 1,1 0 0,-1 0 0,0 0 0,0 0 0,1-1 0,-1 1 0,0-1 0,1 0-1,-1 0 1,1 0 0,-1 0 0,1 0 0,-1 0 0,1-1 0,0 1 0,-5-4 0,-82-63-1278,-109-106 0,94 79 677,-570-563-13267,625 605 13806</inkml:trace>
</inkml:ink>
</file>

<file path=ppt/ink/ink5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0T12:29:24.381"/>
    </inkml:context>
    <inkml:brush xml:id="br0">
      <inkml:brushProperty name="width" value="0.1" units="cm"/>
      <inkml:brushProperty name="height" value="0.1" units="cm"/>
      <inkml:brushProperty name="color" value="#E71224"/>
    </inkml:brush>
  </inkml:definitions>
  <inkml:trace contextRef="#ctx0" brushRef="#br0">0 0 8192,'7'30'8042,"19"16"-6778,-10-18 25,17 43 567,-3 1 1,-4 2 0,20 85 0,-41-137-1857,1-1 0,0 0 0,2 0 0,13 27 0,-20-47 0,0 0 0,0 0 0,-1 0 0,1 0 0,0 0 0,0 0 0,0-1 0,0 1 0,0 0 0,0 0 0,0-1 0,0 1 0,0-1 0,0 1 0,1-1 0,-1 0 0,0 1 0,0-1 0,0 0 0,0 0 0,1 0 0,-1 0 0,0 0 0,0 0 0,0 0 0,1 0 0,-1 0 0,0-1 0,0 1 0,0 0 0,1-1 0,-1 1 0,0-1 0,0 1 0,1-2 0,45-30 0,-29 18 0,13-6-865,46-21 1,-41 25-941,1 2 0,1 1 0,0 2 0,0 2 1,1 1-1,72-4 0,-74 11 486,74 7 0,-108-6 1275,0 1 0,1-1 0,-1 1 0,0 0 0,0 0 0,0 0 0,0 0 0,0 1 0,0-1 0,0 1 0,-1 0 0,1 0 0,0 0 0,-1 0 0,0 0 0,1 1 0,-1-1 0,0 1 0,0-1 0,0 1 0,-1 0 0,1 0 0,0 0 0,-1 0 0,1 4 0,2 7 101,-1 0 0,0 0-1,-1 0 1,0 25 0,4 24 2258,-3-49-820,21 80-3037,-10-58 13636,-14-35-12057,0-1 1,0 1 0,1 0 0,-1-1-1,0 1 1,1-1 0,-1 1-1,0 0 1,1-1 0,-1 1-1,0-1 1,1 1 0,-1-1-1,1 1 1,-1-1 0,1 0-1,-1 1 1,1-1 0,0 0-1,-1 1 1,1-1 0,-1 0-1,1 1 1,0-1 0,-1 0-1,1 0 1,0 0 0,-1 0-1,1 0 1,0 0 0,-1 0-1,2 0 1,15-13 1722,-2-6-1264</inkml:trace>
</inkml:ink>
</file>

<file path=ppt/ink/ink5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0T12:29:26.037"/>
    </inkml:context>
    <inkml:brush xml:id="br0">
      <inkml:brushProperty name="width" value="0.1" units="cm"/>
      <inkml:brushProperty name="height" value="0.1" units="cm"/>
      <inkml:brushProperty name="color" value="#E71224"/>
    </inkml:brush>
  </inkml:definitions>
  <inkml:trace contextRef="#ctx0" brushRef="#br0">234 0 8192,'1'9'770,"0"-1"1,1 1 0,1-1-1,-1 0 1,1 0 0,5 9-1,2 10 1761,4 15 835,-1 0-1,9 65 1,-22-106-3366,2 16 0,1 0 0,0-1 0,9 26 0,-12-42 0,0 1 0,1-1 0,-1 1 0,0-1 0,1 1 0,-1-1 0,0 1 0,1-1 0,-1 0 0,1 1 0,-1-1 0,0 0 0,1 1 0,-1-1 0,1 0 0,-1 1 0,1-1 0,-1 0 0,1 0 0,0 0 0,-1 1 0,1-1 0,-1 0 0,1 0 0,-1 0 0,1 0 0,-1 0 0,1 0 0,0 0 0,-1 0 0,1 0 0,-1 0 0,1-1 0,-1 1 0,1 0 0,-1 0 0,1 0 0,-1-1 0,1 1 0,-1 0 0,1-1 0,-1 1 0,1 0 0,-1-1 0,1 1 0,-1-1 0,0 1 0,1 0 0,-1-2 0,27-27 0,-19 19 0,5-2 0,0-1 0,1 2 0,25-16 0,-31 22 0,-1 0 0,1 1 0,0 0 0,1 1 0,-1 0 0,1 0 0,-1 1 0,1 0 0,10-1 0,-20 3 0,1 0 0,0 0 0,0 0 0,0 1 0,0-1 0,0 0 0,-1 0 0,1 1 0,0-1 0,0 0 0,0 1 0,0-1 0,0 0 0,0 0 0,0 1 0,0-1 0,0 0 0,0 1 0,0-1 0,0 0 0,0 0 0,0 1 0,0-1 0,0 0 0,0 0 0,0 1 0,1-1 0,-1 0 0,0 0 0,0 1 0,0-1 0,0 0 0,0 0 0,1 1 0,-1-1 0,0 0 0,0 0 0,1 0 0,-1 0 0,0 1 0,0-1 0,1 0 0,-1 0 0,0 0 0,0 0 0,1 0 0,-1 0 0,0 0 0,0 1 0,1-1 0,-27 14 0,-13-7-1244,0 0 0,0-3 1,0-1-1,0-2 1,-51-6-1,-2 3-114,62 0 825,18 1-312,0 1 0,0 0 0,0 0 0,0 1 0,-22 5 0,32-5 742,0 0 0,-1-1 0,1 1 0,0 1 1,0-1-1,0 0 0,0 0 0,0 1 0,0-1 0,0 1 1,1 0-1,-1 0 0,0-1 0,1 1 0,0 0 0,-1 0 1,1 0-1,0 1 0,0-1 0,0 0 0,0 0 1,0 1-1,1-1 0,-1 0 0,1 1 0,-1-1 0,1 0 1,0 1-1,0-1 0,0 1 0,0-1 0,1 0 0,-1 1 1,2 3-1,2 16 213,2 0 0,1-1 0,0 0 0,1 0 0,2 0 0,0-1 0,21 31 0,-29-48 66,1 0 0,-1-1 0,1 1 0,0 0 0,-1-1-1,1 1 1,0-1 0,0 0 0,1 0 0,-1 0 0,7 2 0,-4-2-266,-1-1 1,1 0-1,0 0 1,0 0-1,0-1 1,1 1-1,-1-2 1,0 1-1,0-1 0,0 0 1,6-1-1,12-5 175,0-1 0,0-2 0,34-18 0,-40 19 1785,-10 5-2134,54-23-1290,-28 19 5497,-4 11 6841,-27-2-10733,-1 0 0,0 0 0,0 0 0,0 1-1,-1-1 1,1 1 0,0-1 0,0 1 0,-1 0 0,1-1 0,-1 1 0,0 0 0,1 0-1,-1 0 1,0 0 0,0 0 0,0 1 0,-1-1 0,1 0 0,0 0 0,-1 1-1,1-1 1,-1 4 0,3 62-248,-4-53 160,-4 430-8783,5-434 8157,1-7 94,-1-1 0,0 1 0,0 0-1,0 0 1,0 0 0,0 0-1,-1 0 1,0 0 0,0-1-1,0 1 1,0 0 0,0-1-1,-1 1 1,-2 4 0,3-8 569,0 0 0,0 1 0,1-1 0,-1 0 0,0 0 0,0 0 0,0 0 0,0 0 0,0-1 0,1 1 0,-1 0 0,0 0 0,0 0 0,0-1 0,1 1 0,-1-1 0,0 1 0,0 0 0,1-1 0,-1 1 0,0-1 0,1 1 0,-1-1 0,0 0 0,1 1 0,-1-1 0,1 0 0,-1 1 0,1-1 0,0 0 0,-1 0 0,1 1 0,-1-3 0,-19-31 0,19 31 0,-17-35 0,-17-55 0,14 34 0,12 37 0</inkml:trace>
</inkml:ink>
</file>

<file path=ppt/ink/ink5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0T12:29:26.489"/>
    </inkml:context>
    <inkml:brush xml:id="br0">
      <inkml:brushProperty name="width" value="0.1" units="cm"/>
      <inkml:brushProperty name="height" value="0.1" units="cm"/>
      <inkml:brushProperty name="color" value="#E71224"/>
    </inkml:brush>
  </inkml:definitions>
  <inkml:trace contextRef="#ctx0" brushRef="#br0">213 1 8192,'-2'5'595,"0"0"0,0 0 0,-1 0 1,0-1-1,1 1 0,-1-1 0,-1 1 1,1-1-1,-1 0 0,0 0 0,-4 3 1,-12 17 1100,-14 25 2895,-64 72 1,96-118-4592,0-1 0,0 0 0,0 1 0,0-1 0,0 1 0,1 0 0,-1 0 0,1 0 0,-1-1 0,0 6 0,2-8 0,0 1 0,0-1 0,0 1 0,0-1 0,0 1 0,0-1 0,0 1 0,0-1 0,0 1 0,0-1 0,0 0 0,0 1 0,1-1 0,-1 1 0,0-1 0,0 1 0,0-1 0,1 0 0,-1 1 0,0-1 0,1 0 0,-1 1 0,0-1 0,1 0 0,-1 1 0,0-1 0,1 1 0,23 1 0,9-9 0,0 0 0,63-25 0,-41 12 0,2 1-1115,103-30-8132,-140 44 8175,1 1-1,0 1 1,0 1 0,0 1-1,37 3 1,-55-2 1063,-1 0 0,0 1 1,1-1-1,-1 1 0,0 0 0,0-1 1,1 1-1,-1 0 0,0 1 1,0-1-1,0 0 0,0 0 1,0 1-1,0-1 0,-1 1 0,1 0 1,0-1-1,-1 1 0,1 0 1,-1 0-1,2 4 0,-1-1-38,0 1 1,0-1-1,0 1 0,-1-1 0,0 1 0,0 0 0,0-1 1,-1 12-1,-2 6-107,0 0 1,-2 0 0,-9 33 0,-20 44 699,-46 100 0,66-169-758,-7 14-194,-26 43 0,36-71 395,0-1 0,-1 0-1,-1-1 1,-1 0-1,-23 22 1,34-35 11,0 0 0,-1 0 0,1 0 0,-1-1 0,1 1 0,-1 0 0,0-1 0,0 0 0,1 0 0,-1 0 0,0 0 0,0 0 0,0 0 0,0-1 0,0 1 0,0-1 0,0 0 0,-4 0 0,4-1 0,1 0 0,0 0 0,0 0 0,0 0 0,0 0 0,1-1 0,-1 1 0,0-1 0,0 1 0,1-1 0,-1 1 0,1-1 0,-1 0 0,1 0 0,0 0 0,0 0 0,0 0 0,0 0 0,0 0 0,0 0 0,1 0 0,-1-1 0,1 1 0,-1-4 0,-15-68 10,3 0 1,4-1 0,2-1 0,5 1-1,7-99 1,1 114-75</inkml:trace>
</inkml:ink>
</file>

<file path=ppt/ink/ink5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0T12:29:27.130"/>
    </inkml:context>
    <inkml:brush xml:id="br0">
      <inkml:brushProperty name="width" value="0.1" units="cm"/>
      <inkml:brushProperty name="height" value="0.1" units="cm"/>
      <inkml:brushProperty name="color" value="#E71224"/>
    </inkml:brush>
  </inkml:definitions>
  <inkml:trace contextRef="#ctx0" brushRef="#br0">27 160 8192,'24'1'2723,"0"-2"0,0-1 0,0-1 0,0-1 0,44-13-1,-24-2-1037,2-6-1685,-6 2 0,1 3 0,73-27 0,-180 116 0,-22 12-2091,26-22-2469,-3-3 1,-79 53-1,139-106 4452,1 0 0,0 1 0,0 0 1,0 0-1,1 0 0,-1 0 0,1 0 0,0 1 1,0 0-1,0-1 0,1 1 0,0 0 1,0 0-1,0 1 0,0-1 0,1 0 0,0 1 1,-1 6-1,1 12 46,0 0 1,1 0 0,4 24-1,-1 5 104,-1 9 657,-3 0 0,-3 0 0,-15 86 0,16-264-3495,3 62 2796,0 30 0</inkml:trace>
</inkml:ink>
</file>

<file path=ppt/ink/ink5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0T12:29:27.988"/>
    </inkml:context>
    <inkml:brush xml:id="br0">
      <inkml:brushProperty name="width" value="0.1" units="cm"/>
      <inkml:brushProperty name="height" value="0.1" units="cm"/>
      <inkml:brushProperty name="color" value="#E71224"/>
    </inkml:brush>
  </inkml:definitions>
  <inkml:trace contextRef="#ctx0" brushRef="#br0">1 81 8192,'18'-1'9456,"-1"-1"-3967,4-1-2798,10-2-3204,21-4 1210,1 2-630,0-3 0,95-30 1,-147 40-68,1-1 0,-1 1 0,0-1 0,0 1 0,1 0 0,-1-1 0,0 1 0,1 0 0,-1 0 0,0 0 0,1 0 0,-1 0 0,0 0 0,1 0 0,-1 0 0,0 1 0,1-1 0,-1 1 0,0-1 0,0 1 0,1-1 0,-1 1 0,0-1 0,0 1 0,0 0 0,2 1 0,-2 0 0,0 0 0,1 0 0,-1 0 0,0 1 0,0-1 0,0 0 0,-1 1 0,1-1 0,-1 0 0,1 1 0,-1-1 0,0 1 0,1 2 0,-2 9 0,0 0 0,0 0 0,-7 27 0,-21 54-2803,11-49-1482,-1-1 0,-46 74 0,65-118 4237,0-1 0,-1 1 0,1 0 0,-1-1 1,1 1-1,-1-1 0,1 1 0,-1 0 0,1-1 1,-1 0-1,0 1 0,1-1 0,-1 1 0,0-1 0,1 0 1,-1 1-1,0-1 0,1 0 0,-1 0 0,0 1 1,0-1-1,1 0 0,-1 0 0,0 0 0,0 0 0,1 0 1,-1 0-1,0 0 0,0 0 0,1-1 0,-1 1 1,0 0-1,0 0 0,1-1 0,-1 1 0,0 0 0,1-1 1,-1 1-1,0-1 0,1 1 0,-1 0 0,1-1 1,-1 0-1,1 1 0,-1-1 0,1 1 0,-1-1 0,1 0 1,-1 1-1,1-1 0,0 0 0,-1 1 0,1-1 1,0-1-1,-26-47 756,23 40-591,-19-49 4961,-5-9 7102,27 67-12175,0 0 0,0-1 0,0 1 0,0 0 0,-1 0 0,1-1 0,0 1 0,0 0 0,0 0 0,0 0 0,0-1 0,-1 1 0,1 0-1,0 0 1,0 0 0,0 0 0,-1-1 0,1 1 0,0 0 0,0 0 0,-1 0 0,1 0 0,0 0 0,0 0 0,0 0 0,-1 0 0,1-1 0,0 1 0,-1 0 0,1 0 0,0 0-1,0 0 1,-1 0 0,1 0 0,0 1 0,0-1 0,-1 0 0,1 0 0,0 0 0,-9 11 52,-4 18-106,12-27 48,-24 70-225,14-35 159,-2-1-1,-2 0 1,-33 59-1,48-94 85,-1-1 0,1 1 0,0-1 0,0 1-1,0-1 1,0 1 0,0-1 0,-1 0-1,1 1 1,0-1 0,0 1 0,-1-1-1,1 0 1,0 1 0,-1-1 0,1 0 0,0 1-1,-1-1 1,1 0 0,-1 0 0,1 1-1,0-1 1,-1 0 0,1 0 0,-1 0-1,1 0 1,-1 1 0,1-1 0,0 0 0,-1 0-1,1 0 1,-1 0 0,1 0 0,-1 0-1,1 0 1,-1 0 0,1 0 0,-1-1-1,-5-18-939,5-30-2258,2 44 3259,-1 1-1,1 0 1,0-1-1,0 1 1,0 0 0,0 0-1,1 0 1,0 0-1,0 0 1,0 0 0,0 0-1,0 1 1,1-1-1,0 1 1,4-5 0,-6 7 4,1 0 0,0 0-1,0 0 1,0 0 0,0 0 0,0 1 0,0-1 0,0 1 0,0-1 0,0 1 0,0 0 0,1-1 0,-1 1 0,0 0 0,0 1 0,0-1 0,0 0 0,0 0-1,0 1 1,1 0 0,-1-1 0,0 1 0,0 0 0,-1 0 0,1 0 0,0 0 0,0 0 0,0 0 0,-1 1 0,1-1 0,0 1 0,1 1 0,-1-1-86,31 26-2506,1-1-1,0-2 1,70 38 0,-88-55 1753,13 7-1048,0-2 0,0 0 0,60 15 0,-87-28 1805,-1 0 0,1 0 0,0 0 0,-1 0 0,1 0 0,0 0 0,-1 0 0,1-1 0,0 1 0,-1-1 0,1 1 0,0-1 0,-1 0 0,1 1 0,-1-1 0,1 0 0,-1 0 0,0 0 0,1 0 0,-1 0 0,0 0 0,0-1 0,0 1 0,0 0 0,0-1 0,0 1 0,0-1 0,0 1 0,0-1 0,-1 1 0,1-1 0,0 1 0,-1-1 0,0 0 0,1 1 0,-1-4 0,3-10 0,-1 0 0,-1-1 0,0-20 0,0 3 0,4 1 0,-1 3 0</inkml:trace>
</inkml:ink>
</file>

<file path=ppt/ink/ink5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0T12:29:28.843"/>
    </inkml:context>
    <inkml:brush xml:id="br0">
      <inkml:brushProperty name="width" value="0.1" units="cm"/>
      <inkml:brushProperty name="height" value="0.1" units="cm"/>
      <inkml:brushProperty name="color" value="#E71224"/>
    </inkml:brush>
  </inkml:definitions>
  <inkml:trace contextRef="#ctx0" brushRef="#br0">129 177 8192,'-1'7'542,"0"1"-1,0-1 1,-1 1 0,0-1 0,-1 0 0,-4 11 0,-6 20 3510,-81 503 6125,90-462-10177,3-67 0,1-49 0,1-10 0,1 0 0,3 0 0,14-61 0,5 16-1731,-11 48-1430,2 0-1,3 2 1,39-74 0,-40 90 1842,32-41 1,-41 57 1281,-1 0 0,1 1 1,0 0-1,1 0 0,0 1 0,0 0 1,1 0-1,0 1 0,1 1 1,-1 0-1,1 0 0,0 1 1,19-6-1,-17 7 1051,55-15 734,92-15-4510,-109 24 5539,-35 6-467,0 1-1,1 1 0,17-1 1,-29 3-1917,0 0 1,1 1 0,-1-1 0,0 1-1,1 1 1,-1-1 0,0 1-1,0-1 1,0 2 0,0-1-1,-1 0 1,1 1 0,6 5 0,3 4-861,-1 0 0,-1 1 0,0 1 0,-1 0 0,-1 1 0,0 0 0,0 0 0,-2 1 0,0 0 0,-1 0 0,-1 1 0,0 0 0,-1 0 0,5 36 0,-1 16-2605,-4 0 0,-5 108 0,-1-104 2497,-1 502-651,2-569 1226,0-1 0,0 0 0,-1 1 0,1-1 0,-1 1 0,-1-1 0,-2 9 0,3-13 0,1-1 0,0 1 0,0-1 0,-1 1 0,1-1 0,0 1 0,-1-1 0,1 1 0,-1-1 0,1 0 0,-1 1 0,1-1 0,-1 1 0,1-1 0,-1 0 0,1 0 0,-1 1 0,1-1 0,-1 0 0,1 0 0,-1 1 0,0-1 0,1 0 0,-1 0 0,1 0 0,-1 0 0,-1 0 0,1-1 0,-1 1 0,0-1 0,0 0 0,1 0 0,-1 0 0,0 0 0,1 0 0,-1 0 0,1-1 0,0 1 0,-1 0 0,1-1 0,-2-2 0,-71-96 0,-96-172 0,126 197 0,21 36 0</inkml:trace>
</inkml:ink>
</file>

<file path=ppt/ink/ink5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0T12:29:29.314"/>
    </inkml:context>
    <inkml:brush xml:id="br0">
      <inkml:brushProperty name="width" value="0.1" units="cm"/>
      <inkml:brushProperty name="height" value="0.1" units="cm"/>
      <inkml:brushProperty name="color" value="#E71224"/>
    </inkml:brush>
  </inkml:definitions>
  <inkml:trace contextRef="#ctx0" brushRef="#br0">0 278 8192,'17'-17'10900,"-14"15"-10327,32-11 5337,-25 10-5271,31-16-639,0-1 0,-1-2 0,0-2 0,-2-2 0,48-41 0,-63 41 0,-23 25 0,1 0 0,-1 0 0,1 0 0,-1 0 0,1 0 0,-1 0 0,0 0 0,0 0 0,1 0 0,-1 0 0,0 0 0,0 0 0,0-1 0,0 1 0,0 0 0,0 0 0,0 0 0,-1 0 0,1 0 0,0 0 0,-1 0 0,1 0 0,-1 0 0,1 0 0,-1 0 0,1 0 0,-2-1 0,-7-7 0</inkml:trace>
</inkml:ink>
</file>

<file path=ppt/ink/ink5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0T12:29:29.595"/>
    </inkml:context>
    <inkml:brush xml:id="br0">
      <inkml:brushProperty name="width" value="0.1" units="cm"/>
      <inkml:brushProperty name="height" value="0.1" units="cm"/>
      <inkml:brushProperty name="color" value="#E71224"/>
    </inkml:brush>
  </inkml:definitions>
  <inkml:trace contextRef="#ctx0" brushRef="#br0">174 1 8192,'-3'3'1027,"1"1"-1,-1 0 1,1-1 0,-1 1 0,1 0 0,0 1-1,-1 4 1,-15 62 5181,15-52-3630,-4 45-2233,7-52-267,-1 1 0,0-1-1,-1 1 1,0-1 0,-6 17-1,7-26-68,-1 0 0,0 0-1,1 0 1,-1 0 0,0 0 0,0 0 0,-1 0-1,1-1 1,0 1 0,-1-1 0,0 1-1,0-1 1,1 0 0,-1 0 0,0 0-1,-1-1 1,1 1 0,0-1 0,0 1 0,-1-1-1,1 0 1,-1-1 0,-4 2 0,-14 0-9,1-1 0</inkml:trace>
</inkml:ink>
</file>

<file path=ppt/ink/ink5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0T12:29:30.281"/>
    </inkml:context>
    <inkml:brush xml:id="br0">
      <inkml:brushProperty name="width" value="0.1" units="cm"/>
      <inkml:brushProperty name="height" value="0.1" units="cm"/>
      <inkml:brushProperty name="color" value="#E71224"/>
    </inkml:brush>
  </inkml:definitions>
  <inkml:trace contextRef="#ctx0" brushRef="#br0">0 63 8192,'10'13'15733,"-9"-12"-15104,4 1 1031,5 1-1660,1 0 0,-1 0 0,1-1 0,0-1 0,0 0 0,0 0 0,0-1 0,11-1 0,91-16 0,-79 11 0,90-25 0,-32 6 0,-62 14 0,-24 9 0,-19 9 0,-6 1 28,0 0 0,-1-1-1,1-2 1,-38 7 0,-83 3-727,112-14 373,15 0-1056,0-1 0,1 1 0,-1 1 0,0 0 0,1 1 0,-14 5 0,23-7 1039,-1 1 0,1 0-1,0 0 1,-1 0 0,1 1 0,0-1 0,0 0 0,1 1 0,-1 0 0,1 0 0,-1 0 0,-3 6 0,3-4 498,1 0 0,0 0 0,0 0 0,1 1 0,-1-1 0,0 10-1,-2 24-1539,3 1 0,4 58 0,1-14 3342,-4-78-903,0-1 0,0 0-1,1 1 1,0-1 0,0 0-1,0 1 1,1-1 0,3 7-1,-5-11-901,1 0-1,0 0 0,0 0 0,-1 0 0,1 0 0,0 0 0,0 0 1,0 0-1,0-1 0,0 1 0,0 0 0,0-1 0,0 1 0,0 0 1,0-1-1,1 0 0,-1 1 0,0-1 0,0 0 0,0 1 0,1-1 1,-1 0-1,0 0 0,0 0 0,1 0 0,-1 0 0,0 0 0,0 0 1,1-1-1,-1 1 0,0 0 0,0-1 0,0 1 0,0-1 0,0 1 0,1-1 1,-1 0-1,0 1 0,0-1 0,0 0 0,-1 0 0,1 0 0,1-1 1,38-29-2366,-22 14-572,0-1-1,0-1 1,14-21-1,-10 5 1544,-15 19 5134,-7-5-2306,-1 20-1487,1 0 1,-1-1-1,0 1 1,1 0-1,-1 0 0,0 0 1,0 0-1,0-1 0,0 1 1,0 0-1,-1 1 0,1-1 1,0 0-1,0 0 1,-1 0-1,1 1 0,0-1 1,-1 1-1,1-1 0,0 1 1,-1-1-1,-2 1 0,-15-3 462</inkml:trace>
</inkml:ink>
</file>

<file path=ppt/ink/ink5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0T12:29:32.259"/>
    </inkml:context>
    <inkml:brush xml:id="br0">
      <inkml:brushProperty name="width" value="0.1" units="cm"/>
      <inkml:brushProperty name="height" value="0.1" units="cm"/>
      <inkml:brushProperty name="color" value="#E71224"/>
    </inkml:brush>
  </inkml:definitions>
  <inkml:trace contextRef="#ctx0" brushRef="#br0">282 1 8192,'-1'7'646,"0"0"1,-1 0 0,1 0-1,-1 0 1,-1-1-1,1 1 1,-1 0-1,-1-1 1,1 0 0,-1 0-1,0 0 1,-9 10-1,-7 7 3557,-36 32 0,3-14-4060,39-33-49,2 1-1,-1 1 0,1 0 1,1 1-1,0 0 1,-12 16-1,21-24-80,0 0 0,0 0 0,1 1 0,0-1 0,-1 0 0,1 1-1,0 0 1,1-1 0,-1 1 0,1-1 0,-1 1 0,1 0 0,0-1 0,0 1 0,1 0 0,-1-1 0,1 1 0,0-1 0,0 1-1,0-1 1,0 1 0,1-1 0,-1 1 0,1-1 0,0 0 0,0 0 0,0 0 0,0 0 0,0 0 0,1-1 0,4 5 0,2 2-13,-1-1 0,1 0 0,0 0 0,0-1 0,1 0 0,0-1 0,1 0 0,-1-1 0,1 0 0,0 0 0,0-1 0,0-1 0,1 0 0,16 2 0,-12-5 0</inkml:trace>
</inkml:ink>
</file>

<file path=ppt/ink/ink5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0T12:29:32.682"/>
    </inkml:context>
    <inkml:brush xml:id="br0">
      <inkml:brushProperty name="width" value="0.1" units="cm"/>
      <inkml:brushProperty name="height" value="0.1" units="cm"/>
      <inkml:brushProperty name="color" value="#E71224"/>
    </inkml:brush>
  </inkml:definitions>
  <inkml:trace contextRef="#ctx0" brushRef="#br0">0 44 8192,'3'1'663,"0"-1"0,0 2 0,0-1 0,0 0 0,0 0 0,-1 1 0,1 0 0,-1-1 0,1 1 0,-1 0 0,4 4 0,19 12 1546,-4-13-1340,-1 0 0,1-1-1,0-1 1,1-1 0,-1-1 0,0-1-1,37-5 1,12 2 38,-21 5-907,-35 0 0,0-1 0,0-1 0,0 0 0,0-1 0,0 0 0,27-7 0,-38 6 0,-1 1 0,1-1 0,-1 0 0,0 0 0,0 0 0,0-1 0,0 1 0,0 0 0,0-1 0,0 1 0,-1-1 0,1 0 0,-1 0 0,0 1 0,0-1 0,0 0 0,0 0 0,0 0 0,-1 0 0,1 0 0,-1 0 0,0 0 0,0 0 0,0-4 0,0-14 0</inkml:trace>
</inkml:ink>
</file>

<file path=ppt/ink/ink5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0T12:29:33.036"/>
    </inkml:context>
    <inkml:brush xml:id="br0">
      <inkml:brushProperty name="width" value="0.1" units="cm"/>
      <inkml:brushProperty name="height" value="0.1" units="cm"/>
      <inkml:brushProperty name="color" value="#E71224"/>
    </inkml:brush>
  </inkml:definitions>
  <inkml:trace contextRef="#ctx0" brushRef="#br0">0 1 8192,'6'31'13736,"3"-11"-9450,2-1-4286,1-1 0,1 0 0,1 0 0,0-2 0,2 0 0,27 24 0,-18-18 0,38 46 0,-60-65 0,-1 0 0,1 0 0,-1 0 0,0 0 0,0 1 0,0-1 0,-1 1 0,1-1 0,-1 1 0,0 0 0,0-1 0,0 1 0,0 0 0,-1 0 0,1 0 0,-1-1 0,0 1 0,-1 0 0,1 0 0,0 0 0,-1 0 0,0-1 0,0 1 0,0 0 0,-1-1 0,1 1 0,-1-1 0,1 1 0,-1-1 0,-3 4 0,0-2 0,0 1 0,0-1 0,0 0 0,-1 0 0,0 0 0,0-1 0,-1 0 0,1 0 0,-1-1 0,1 0 0,-1 0 0,0 0 0,0-1 0,-15 2 0,2-1 0</inkml:trace>
</inkml:ink>
</file>

<file path=ppt/ink/ink5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0T12:32:03.313"/>
    </inkml:context>
    <inkml:brush xml:id="br0">
      <inkml:brushProperty name="width" value="0.1" units="cm"/>
      <inkml:brushProperty name="height" value="0.1" units="cm"/>
      <inkml:brushProperty name="color" value="#E71224"/>
    </inkml:brush>
  </inkml:definitions>
  <inkml:trace contextRef="#ctx0" brushRef="#br0">0 0 8192,'2'19'2072,"1"0"0,0-1 0,1 1 0,1-1 0,1 0 0,13 27 0,5 19 1446,-14-37-3518,2 0 0,28 45 0,-3-5 0,-36-64 0,1 0 0,0 0 0,0 0 0,-1 0 0,2 0 0,-1-1 0,0 1 0,4 3 0,3-1 0</inkml:trace>
</inkml:ink>
</file>

<file path=ppt/ink/ink5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0T12:32:04.251"/>
    </inkml:context>
    <inkml:brush xml:id="br0">
      <inkml:brushProperty name="width" value="0.1" units="cm"/>
      <inkml:brushProperty name="height" value="0.1" units="cm"/>
      <inkml:brushProperty name="color" value="#E71224"/>
    </inkml:brush>
  </inkml:definitions>
  <inkml:trace contextRef="#ctx0" brushRef="#br0">0 408 8192,'2'-32'14337,"2"14"-10652,6-7-3685,1 0 0,22-33 0,-5 8 0,-28 49-11,1-1 1,0 0-1,0 0 1,0 1-1,0-1 1,0 0-1,0 1 1,0-1-1,0 1 1,1 0-1,-1-1 1,1 1-1,-1 0 1,1 0-1,-1 0 1,1 0-1,0 0 1,0 0-1,-1 0 1,1 0-1,3 0 1,-3 1-21,0 0-1,0 1 1,0-1 0,-1 1 0,1-1 0,0 1 0,-1 0 0,1 0 0,0-1 0,-1 1 0,1 0 0,-1 1 0,1-1 0,-1 0 0,0 0 0,1 1 0,-1-1 0,2 3 0,6 10-379,0 0 1,0 1-1,12 31 1,-15-31 71,58 143-7235,-63-157 7500,-1 0 0,0 0 0,1 0-1,-1 0 1,0 0 0,1 0 0,-1-1 0,1 1 0,-1 0 0,1 0-1,0 0 1,-1 0 0,1-1 0,0 1 0,0 0 0,-1-1 0,1 1-1,0-1 1,0 1 0,0-1 0,0 1 0,0-1 0,0 0-1,0 1 1,0-1 0,0 0 0,0 0 0,0 1 0,0-1 0,0 0-1,0 0 1,0 0 0,1-1 0,0 0-118,0 0-1,0-1 1,0 1 0,0-1-1,0 0 1,0 1 0,0-1 0,-1 0-1,1 0 1,-1 0 0,0-1-1,3-3 1,3-9-479,-1-1 1,0 0-1,4-18 1,7-32 669,-4 18 0,-3 0 0,-1 0 0,4-81 0,-13 107 0</inkml:trace>
</inkml:ink>
</file>

<file path=ppt/ink/ink5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3:17:38.449"/>
    </inkml:context>
    <inkml:brush xml:id="br0">
      <inkml:brushProperty name="width" value="0.1" units="cm"/>
      <inkml:brushProperty name="height" value="0.1" units="cm"/>
      <inkml:brushProperty name="color" value="#E71224"/>
    </inkml:brush>
  </inkml:definitions>
  <inkml:trace contextRef="#ctx0" brushRef="#br0">0 79 8192,'1026'0'15412,"-460"0"-12802,-547-1-2610,0-1 0,35-8 0,-34 5 0,1 2 0,25-2 0,116 6 0,62-3 0,-139-9 0,-53 5 0,56-2 0,58 7-2750,72 2-6611,8 0 3450,-189-3 5911,56-10 0,-56 6 0,54-1 0,419 8 0,-479-1 0</inkml:trace>
</inkml:ink>
</file>

<file path=ppt/ink/ink5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3:17:38.805"/>
    </inkml:context>
    <inkml:brush xml:id="br0">
      <inkml:brushProperty name="width" value="0.1" units="cm"/>
      <inkml:brushProperty name="height" value="0.1" units="cm"/>
      <inkml:brushProperty name="color" value="#E71224"/>
    </inkml:brush>
  </inkml:definitions>
  <inkml:trace contextRef="#ctx0" brushRef="#br0">0 43 8192,'1884'0'0,"-1447"-35"0,-386 28 0</inkml:trace>
</inkml:ink>
</file>

<file path=ppt/ink/ink5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3:17:40.666"/>
    </inkml:context>
    <inkml:brush xml:id="br0">
      <inkml:brushProperty name="width" value="0.1" units="cm"/>
      <inkml:brushProperty name="height" value="0.1" units="cm"/>
      <inkml:brushProperty name="color" value="#E71224"/>
    </inkml:brush>
  </inkml:definitions>
  <inkml:trace contextRef="#ctx0" brushRef="#br0">844 1028 8192,'1413'0'0,"-1177"13"0,13 1 0,1060-16 0,-702 3 0,-423 12 0,-4 0 0,1059-14 3741,-1189-2-2778,1-2 0,74-17 0,2 0 1529,-111 19-1842,0-1 0,-1 0 0,0-1 0,0-1 0,0 0 0,-1-1 0,24-16-1,0-3 1202,48-43-1,-64 51-1850,-2-1 0,25-29 0,-38 39 0,0 0 0,-2-1 0,1 0 0,-1 1 0,0-2 0,-1 1 0,0 0 0,4-21 0,-3 10 0,-2 0 0,0 0 0,-2 0 0,0-34 0,-1 49 0,-1 0 0,1 1 0,-1-1 0,0 1 0,-1-1 0,1 1 0,-1-1 0,0 1 0,0 0 0,-1 0 0,1 0 0,-1 0 0,0 0 0,-1 1 0,1-1 0,-1 1 0,0 0 0,0 0 0,0 0 0,0 1 0,-1-1 0,-4-2 0,-66-28-1126,0 3 1,-145-38 0,-166-13-3741,240 54 4268,-472-41-6601,353 49 5216,-545-24 1983,185 19 0,356 14 0,-257-3 0,-1600 15 3945,2046 3-485,0 4-1,1 4 1,-85 23-1,161-34-3428,-82 13 163,55-11-179,1 2 0,-1 1-1,-34 12 1,56-15-18,0 0 1,1 1-1,-1 0 0,1 0 1,0 1-1,0-1 0,1 1 1,-1 1-1,1-1 0,0 1 1,1 1-1,-1-1 0,1 1 1,0-1-1,1 1 0,-5 9 1,1 4 2,0 1 0,1-1 0,1 1 0,1 0 0,-3 30 0,0 105 0,6-58 0,-9-12 0,7-64 0,1 0 0,1 0 0,1 0 0,2 27 0,0-42 0,0 0 0,1 0 0,-1 0 0,2 0 0,-1 0 0,1 0 0,0-1 0,0 1 0,1-1 0,-1 0 0,1 0 0,1 0 0,-1-1 0,1 1 0,0-1 0,1 0 0,6 5 0,5 1 0,1 1 0,0-2 0,1-1 0,0 0 0,1-1 0,-1-1 0,27 5 0,149 21 0,77-14-2797,141-20-6218,-178-3 5357,-155 4 2332,-12 0 1326</inkml:trace>
</inkml:ink>
</file>

<file path=ppt/ink/ink5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3:17:41.718"/>
    </inkml:context>
    <inkml:brush xml:id="br0">
      <inkml:brushProperty name="width" value="0.1" units="cm"/>
      <inkml:brushProperty name="height" value="0.1" units="cm"/>
      <inkml:brushProperty name="color" value="#E71224"/>
    </inkml:brush>
  </inkml:definitions>
  <inkml:trace contextRef="#ctx0" brushRef="#br0">140 27 8192,'-7'90'2616,"4"-69"-925,-2 0 1,0-1-1,-1 1 0,-1-1 1,-1-1-1,-1 0 1,-18 30-1,-19 12 184,45-60-1875,0 1 0,-1-1 0,1 0 0,0 1 0,-1-1 0,1 1 0,0 0 0,0-1 0,0 1 0,1 0 0,-1 0 0,0 0 0,1-1 0,-1 1 0,1 0 0,-1 0 0,1 0 0,0 0 0,0 0 0,0 0 0,0 0 0,1 2 0,-1-3 0,1 1 0,0-1 0,0 1 0,1-1 0,-1 0 0,0 1 0,0-1 0,1 0 0,-1 0 0,1 0 0,-1 0 0,1 0 0,-1 0 0,1 0 0,-1 0 0,1-1 0,0 1 0,3 0 0,10 2 0,0 0 0,0-1 0,0-1 0,18-1 0,-31 0 0,69 3-1978,33 6-5343,46 3-381,-147-11 7674,0-1-1,0 0 0,0 0 0,0 0 0,0 0 0,-1-1 0,1 1 0,0-1 1,0 1-1,0-1 0,0 0 0,0 0 0,-1-1 0,1 1 0,0 0 0,-1-1 1,1 0-1,-1 0 0,1 1 0,-1-1 0,0-1 0,3-3 0,-2 1 0,-1 0-1,0-1 0,0 1 0,0-1 0,-1 0 1,0 1-1,0-1 0,-1 0 0,1 0 0,-1 0 1,-1-5-1,1-19 173,0 6 542,0 0 0,-7-38 1,5 55-576,1 0 0,-1 0 0,-1 0 0,1 0 0,-1 1 0,0-1 1,-1 1-1,1 0 0,-1 0 0,-1 0 0,1 0 0,-1 1 1,-6-7-1,-6-1 660,0 0 0,-1 2 0,0 0 1,-1 0-1,0 2 0,-1 1 0,-20-7 0,8 5 561,0 2 0,0 1-1,-62-4 1,61 9-1890,3 1 559</inkml:trace>
</inkml:ink>
</file>

<file path=ppt/ink/ink5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3:18:01.558"/>
    </inkml:context>
    <inkml:brush xml:id="br0">
      <inkml:brushProperty name="width" value="0.1" units="cm"/>
      <inkml:brushProperty name="height" value="0.1" units="cm"/>
      <inkml:brushProperty name="color" value="#E71224"/>
    </inkml:brush>
  </inkml:definitions>
  <inkml:trace contextRef="#ctx0" brushRef="#br0">1 1 8192,'114'0'14008,"-60"0"-9994,153 0-6855,278 0-9788,-415 0 10281,-39 0 2144</inkml:trace>
</inkml:ink>
</file>

<file path=ppt/ink/ink5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3:18:02.335"/>
    </inkml:context>
    <inkml:brush xml:id="br0">
      <inkml:brushProperty name="width" value="0.1" units="cm"/>
      <inkml:brushProperty name="height" value="0.1" units="cm"/>
      <inkml:brushProperty name="color" value="#E71224"/>
    </inkml:brush>
  </inkml:definitions>
  <inkml:trace contextRef="#ctx0" brushRef="#br0">296 0 8192,'-6'2'792,"0"0"1,1 0-1,-1 0 0,1 0 1,-1 1-1,1 0 0,0 0 1,0 1-1,-6 5 1,-3 0 1448,-169 122 5616,180-128-7857,-1-1 0,1 1 0,0 0 0,0 0 0,0 0 0,0 1 0,1-1 0,-1 1 0,1-1 0,0 1 0,0 0 0,-3 7 0,5-10 0,0 0 0,0 0 0,0 0 0,-1 0 0,1 0 0,0 0 0,1 0 0,-1 0 0,0 0 0,0 0 0,0 0 0,1 0 0,-1 0 0,0 0 0,1 0 0,-1 0 0,1 0 0,-1 0 0,1 0 0,-1-1 0,2 2 0,0 0 0,-1-1 0,1 0 0,0 1 0,0-1 0,0 0 0,0 0 0,1 0 0,-1 0 0,0-1 0,0 1 0,1 0 0,-1-1 0,3 1 0,83 5-3167,49-9-7031,-26-1 5541,-106 4 4948,-1 0 0,0 0 1,0-1-1,0 1 0,1-1 1,-1 0-1,0-1 0,0 1 1,0-1-1,0 1 0,-1-1 0,1 0 1,6-5-1,-9 6-127,0 0 0,0-1 0,0 1 0,0-1 0,0 1 0,0-1 0,0 1 0,0-1 0,-1 1 0,1-1 0,-1 0 0,1 1 0,-1-1 0,0 0 0,1 1 0,-1-1 0,0 0 0,0 0 0,0 1 0,-1-1 0,1 0 0,0 1 0,0-1 0,-1 0 0,1 1 0,-1-1 0,0 0 0,0 1 0,1-1 0,-1 1 0,0-1 0,0 1 0,0 0 0,0-1 0,-1 1 0,-1-2 0,-36-35 6300,-30-9-10759,14 12-630,23 8 5491,20 15-566</inkml:trace>
</inkml:ink>
</file>

<file path=ppt/ink/ink5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0T06:17:34.577"/>
    </inkml:context>
    <inkml:brush xml:id="br0">
      <inkml:brushProperty name="width" value="0.1" units="cm"/>
      <inkml:brushProperty name="height" value="0.1" units="cm"/>
      <inkml:brushProperty name="color" value="#E71224"/>
    </inkml:brush>
  </inkml:definitions>
  <inkml:trace contextRef="#ctx0" brushRef="#br0">1 0 8192,'34'0'15355,"-18"0"-12688,302 0-5004,426 0-9750,-267 0 26511</inkml:trace>
</inkml:ink>
</file>

<file path=ppt/ink/ink5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0T06:17:35.652"/>
    </inkml:context>
    <inkml:brush xml:id="br0">
      <inkml:brushProperty name="width" value="0.1" units="cm"/>
      <inkml:brushProperty name="height" value="0.1" units="cm"/>
      <inkml:brushProperty name="color" value="#E71224"/>
    </inkml:brush>
  </inkml:definitions>
  <inkml:trace contextRef="#ctx0" brushRef="#br0">1 28 8192,'216'2'9604,"8"1"-3542,-1-9-3706,-86-6-2356,58-2 0,298 15 0,-471-1 0</inkml:trace>
</inkml:ink>
</file>

<file path=ppt/ink/ink5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0T06:17:37.538"/>
    </inkml:context>
    <inkml:brush xml:id="br0">
      <inkml:brushProperty name="width" value="0.1" units="cm"/>
      <inkml:brushProperty name="height" value="0.1" units="cm"/>
      <inkml:brushProperty name="color" value="#E71224"/>
    </inkml:brush>
  </inkml:definitions>
  <inkml:trace contextRef="#ctx0" brushRef="#br0">198 0 8192,'0'13'1526,"-1"0"0,-1-1 1,0 1-1,0-1 0,-2 0 1,1 0-1,-1 0 0,-8 14 0,-30 51 2760,-8-6-4286,32-46 0,0 0 0,-14 30 0,31-53 3,0-1-1,0 1 1,1-1 0,-1 1 0,0-1 0,1 1 0,-1-1 0,1 1 0,-1 0 0,1-1 0,0 1 0,0 0-1,0 0 1,0-1 0,0 1 0,0 0 0,0-1 0,1 1 0,-1 0 0,1-1 0,-1 1 0,1 0 0,1 2 0,-1-3 1,1 1 0,0-1 1,0 1-1,-1-1 0,1 1 1,0-1-1,0 0 0,0 0 1,0 0-1,1 0 1,-1 0-1,0-1 0,0 1 1,0-1-1,3 1 0,9 1-143,-1-2-1,1 1 0,-1-2 0,25-3 0,59-12-2645,133-15-9660,-129 27 10213,-60 5 2232,1-2 0,79-13 0,-67 8 0,-41 5 0,0 0 0,0-1 0,16-4 0,-28 5 0,0 1 0,0 0 0,-1 0 0,1 0 0,0 0 0,0-1 0,-1 1 0,1 0 0,0-1 0,-1 1 0,1 0 0,0-1 0,-1 1 0,1-1 0,-1 1 0,1-1 0,0 1 0,-1-1 0,1 0 0,-1 1 0,0-1 0,1 0 0,-1 1 0,0-1 0,1 0 0,-1 1 0,0-1 0,1 0 0,-1 0 0,0 1 0,0-2 0,0 0 0,-1 1 0,0-1 0,1 1 0,-1-1 0,0 1 0,0 0 0,1-1 0,-1 1 0,0 0 0,-1-1 0,1 1 0,0 0 0,-3-2 0,-2-2 0,-1 0 0,0 0 0,0 1 0,-15-6 0,-288-78 0,254 68 2852,-20-26 7131,60 36-7800,0 1 821,1 2-3004</inkml:trace>
</inkml:ink>
</file>

<file path=ppt/ink/ink5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0T06:17:44.758"/>
    </inkml:context>
    <inkml:brush xml:id="br0">
      <inkml:brushProperty name="width" value="0.1" units="cm"/>
      <inkml:brushProperty name="height" value="0.1" units="cm"/>
      <inkml:brushProperty name="color" value="#E71224"/>
    </inkml:brush>
  </inkml:definitions>
  <inkml:trace contextRef="#ctx0" brushRef="#br0">1 238 8192,'7'1'1301,"1"0"1,0 0-1,0 1 1,-1 1-1,1-1 0,-1 1 1,1 0-1,8 6 1,54 36 5007,-48-29-6309,1-1 0,0 0 0,1-2 0,0-1 0,37 13 0,-27-12-634,-28-10 248,0 0 0,0 0 0,0-1 0,0 1 0,1-2 0,-1 1 0,1-1 0,-1 0 0,1 0 0,-1 0 0,1-1 0,-1 0 1,1-1-1,-1 1 0,1-1 0,-1 0 0,1-1 0,-1 0 0,12-4 0,66-43-3511,-66 36 2935,2 1 0,0 1 0,0 1 0,1 1 0,25-8 0,-31 12 962,-1 2 0,1-1 0,1 2 0,-1 0 0,0 1 0,1 0 0,-1 1 0,0 1 0,1 1 0,-1 0 0,0 0 0,0 2 0,0 0 0,-1 1 0,1 0 0,-1 1 0,0 1 0,0 0 0,-1 1 0,16 12 0,-21-15 0,1 0 0,0 0 0,-1-1 0,2 0 0,-1-1 0,0 0 0,1 0 0,0-1 0,-1 0 0,19 0 0,12 0 0,55-5 0,-28 0 0,-36 1 0,-1-1 0,0-1 0,0-1 0,33-11 0,112-45 0,-37 11 0,-103 41 0,54-8 0,-53 11 0,-30 5 11,0 1 0,0-1-1,0 1 1,0 1 0,0-1 0,0 1 0,-1 0 0,1 0 0,0 0 0,0 1-1,-1 0 1,8 3 0,3 4 88,0 1 1,24 18-1,-31-21-69,0 0 0,0 0 0,1-1 0,0 0 0,1 0 1,-1-1-1,1-1 0,0 0 0,0 0 0,16 3 0,-7-6 516,0 0 0,1-1 0,-1-1-1,36-7 1,-30 3-1184,-1-2-1,-1-1 0,32-15 0,73-32-105,123-62 544,-236 108 209,27-16 300,2 2-1,50-18 1,-81 36-190,-1 1-1,1 0 1,0 1-1,0 1 1,1 0-1,-1 1 1,0 0-1,0 1 1,1 1-1,-1 0 1,0 1-1,16 4 1,-23-4-296,1 1 0,-1 1 0,0-1 0,0 1 0,0 0 0,0 1 0,-1-1 1,11 11-1,44 53 4401,-45-49-2538,0-1-1,19 17 1,-28-29-1372,0-1 1,0 0-1,1-1 0,-1 0 0,1 0 1,0 0-1,0-1 0,1 0 0,-1-1 1,0 0-1,1 0 0,-1-1 0,1 0 1,0 0-1,-1-1 0,1 0 0,0-1 1,-1 0-1,1 0 0,-1-1 1,1 0-1,-1-1 0,0 1 0,14-8 1,25-14-315,0 3 0,59-19 0,-50 20 0,-16 8 0,1 2 0,0 1 0,77-5 0,-54 8 0,-54 4 0,1 1 0,0 1 0,-1 0 0,1 1 0,0-1 0,12 4 0,-17-2 0,-1-1 0,0 1 0,1 0 0,-1 1 0,0 0 0,0-1 0,0 1 0,-1 1 0,1-1 0,-1 1 0,0 0 0,0 0 0,4 5 0,-3-3-120,1-1-1,-1 0 1,0 0 0,1-1 0,0 0 0,0 0 0,1 0 0,-1 0 0,1-1 0,-1 0 0,1-1 0,0 1 0,0-1 0,0-1 0,1 1 0,-1-1 0,0-1-1,1 1 1,-1-1 0,0 0 0,9-2 0,16-2-1027,-1-2-1,0-2 1,49-18-1,-27 9 27,-29 10 649,12-5-1375,1 2-1,53-7 1,-78 15 1542,1 2 1,-1-1-1,1 2 0,-1-1 1,1 2-1,-1 0 1,1 0-1,-1 1 0,0 1 1,0 0-1,15 8 1,-15-6 768,-1 2 0,0 0 1,-1 0-1,1 1 0,-2 0 1,1 1-1,11 15 0,-10-11 827,1-1-1,25 21 0,-32-30-1179,1 0 0,0 0 1,0-1-1,0 0 0,0 0 0,1 0 1,-1-1-1,1 0 0,-1 0 1,1-1-1,8 1 0,53-2 2298,34-15-5109,-13 1 6173,-31 7-3364,29-9-4730,40-5-10,-41 15 11665,-52 3-5432,-25 2-1950,0-1 1,0 0-1,-1 0 0,1-1 1,-1 0-1,1 0 0,8-6 1,5-8 3350,-11 6-2444</inkml:trace>
</inkml:ink>
</file>

<file path=ppt/ink/ink5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0T06:17:47.816"/>
    </inkml:context>
    <inkml:brush xml:id="br0">
      <inkml:brushProperty name="width" value="0.1" units="cm"/>
      <inkml:brushProperty name="height" value="0.1" units="cm"/>
      <inkml:brushProperty name="color" value="#E71224"/>
    </inkml:brush>
  </inkml:definitions>
  <inkml:trace contextRef="#ctx0" brushRef="#br0">0 155 8192,'9'1'823,"1"-1"1,-1 1-1,0 1 0,1 0 1,-1 0-1,0 1 1,0 0-1,-1 0 1,13 7-1,2 4 3757,42 33 1,-42-29-3954,14 10-627,1-1 0,51 26 0,-73-45 0,1-1 0,0 0 0,0-2 0,0 0 0,0 0 0,1-2 0,0 0 0,33 0 0,-42-3 0,1 0 0,-1-1 0,0 0 0,0 0 0,1-1 0,-1-1 0,-1 0 0,1 0 0,0 0 0,-1-1 0,1-1 0,-1 1 0,10-8 0,13-5-1219,1 2 1,0 1-1,1 2 1,1 1-1,66-12 1,-3-1-311,-66 16 1001,1 2-1,0 1 0,0 1 0,0 1 1,0 2-1,0 2 0,1 1 0,-1 1 1,32 8-1,-31-3 596,1 1-1,45 20 1,-68-25 1462,0 0 1,0 0-1,0-2 0,1 1 0,-1-1 0,17 0 1,-13-1-845,-1-2 0,1 0 1,-1-1-1,21-5 0,5-5-2459,0-2 0,62-32 0,-63 27-52,0 2 0,49-15 1,19 8-4060,9 8 3876,-96 15 2342,0 0 0,1 1-1,-1 1 1,0 1 0,1 0 0,-1 2-1,-1 0 1,1 2 0,20 8 0,-26-7 554,-1 1 1,0 0-1,20 17 1,-22-16 985,1 0 0,-1-1-1,24 12 1,-30-18-1579,1 0 1,-1 0-1,1-1 0,-1 1 0,1-1 1,-1 0-1,1-1 0,0 0 0,-1 0 1,1 0-1,-1 0 0,1-1 0,9-2 1,8-4-743,-1-1 1,0-1 0,25-15-1,40-15-733,-83 38 1181,188-61 1311,-158 53-992,1 2-1,0 1 1,61-1 0,-87 6-479,0 1 1,1 0 0,-1 0 0,0 1 0,0 0 0,0 1 0,0 0 0,-1 0 0,1 1 0,0 0 0,-1 0 0,1 1-1,-1 0 1,0 1 0,-1-1 0,1 2 0,-1-1 0,0 1 0,6 6 0,-3 0 386,0-1 1,1-1-1,0 0 0,0 0 0,16 9 1,-20-15-28,1 0 0,-1-1 1,1 0-1,0 0 0,0-1 0,1 0 1,-1 0-1,0-1 0,1 0 0,14 0 1,2-3-181,1-1 1,-1-1 0,0-1-1,30-10 1,44-9-620,-98 24 586,169-24-6847,-55 19-3586,-69 8 12105,21 8 5291,2 0 326,-22-8-5346,112-6-2604,120 5-1834,-271 0 2626,1-1 1,-1 1-1,0 0 0,0 1 0,0 0 1,0 0-1,-1 1 0,1 0 1,13 9-1,26 14 1321,-39-24-1376,-1 0 0,1-1 0,0 0 0,0-1 0,0 0-1,0 0 1,0-1 0,0 0 0,0 0 0,15-3 0,9-3-604,44-14 1,-26 6-1867,257-46-10152,-221 46 11461,-39 7 896,0 2 0,1 2 0,-1 2 1,50 5-1,-89-2 923,-1 0 1,1 0 0,0 1-1,-1-1 1,1 2 0,-1-1-1,0 1 1,0 0 0,9 7-1,38 19 6522,-42-26-6762,1 0 1,0-2 0,0 1 0,0-1-1,0-1 1,0 0 0,16-2-1,96-15-1757,-31 3 1381,-70 11-487,-1 2 0,1 0 0,27 4 0,-25 0-3905,1 2-4164,-11-2 11390,0-1 0,0-1 0,19 1-1,44-9 807,-30-4-6835,58-20 1,-50 13-437,-41 13 2984,-1 0 0,1 1 0,0 0 0,0 2 0,0 0 1,0 0-1,28 4 0,-34-1 232,-1 0 0,1 0 1,0 1-1,-1 0 1,1 1-1,-1 0 0,0 0 1,-1 1-1,1 0 0,-1 1 1,0 0-1,0 0 0,9 11 1,-11-12 621,0 1 1,0-1-1,1 0 0,0-1 1,7 5-1,-4-4 877,0-1 1,0 0-1,1 0 1,-1-1-1,22 3 1,-15-4 594,0-1 0,1 0 0,18-3 0,22-6 91,207-57-11227,-225 55 8880,0 1-1917,44-6 1,-71 14 1960,1 0 0,-1 1 1,1 0-1,-1 1 1,0 1-1,1 0 0,17 5 1,-9-1 427,1-1 0,0-1 0,0-1 0,0-1 0,0-1 0,0-1 0,0-1 0,0-1 0,0-1 0,29-8 0,18-9 0,127-54 0,-195 72 0,29-11 0,1 0 0,0 2 0,0 2 0,1 0 0,0 3 0,49-5 0,-50 10 0</inkml:trace>
</inkml:ink>
</file>

<file path=ppt/ink/ink5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0T06:17:48.753"/>
    </inkml:context>
    <inkml:brush xml:id="br0">
      <inkml:brushProperty name="width" value="0.1" units="cm"/>
      <inkml:brushProperty name="height" value="0.1" units="cm"/>
      <inkml:brushProperty name="color" value="#E71224"/>
    </inkml:brush>
  </inkml:definitions>
  <inkml:trace contextRef="#ctx0" brushRef="#br0">0 1 8192,'16'14'18022,"-12"2"-18022,-1 4 0,-1 3 0,-1 3 0,0 0 0,-1 1 0,-1 0 0,1-1 0,0 0 0,0-4 0</inkml:trace>
</inkml:ink>
</file>

<file path=ppt/ink/ink5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0T06:17:53.658"/>
    </inkml:context>
    <inkml:brush xml:id="br0">
      <inkml:brushProperty name="width" value="0.1" units="cm"/>
      <inkml:brushProperty name="height" value="0.1" units="cm"/>
      <inkml:brushProperty name="color" value="#E71224"/>
    </inkml:brush>
  </inkml:definitions>
  <inkml:trace contextRef="#ctx0" brushRef="#br0">0 0 8192,'0'2'504,"1"0"1,-1 0 0,1 0-1,0 0 1,-1 0 0,1 0-1,0-1 1,0 1 0,0 0-1,0 0 1,1-1 0,-1 1-1,0-1 1,1 1 0,-1-1-1,1 0 1,1 2 0,36 23 6653,-18-12-5378,-10-5-1780,-5-4 0,1 0 0,-1 0 0,1-1 0,0 0 0,11 5 0,-14-8 0,0 0 0,0 0 0,0 0 0,0-1 0,-1 0 0,1 0 0,0 0 0,0 0 0,0 0 0,0-1 0,0 0 0,0 0 0,-1 0 0,6-2 0,-2 0-9,21-8-1311,1 0-1,0 2 1,1 2-1,0 0 1,0 2 0,45-2-1,-66 7 740,0 0 0,0 1 0,0 0 0,-1 1 0,1-1-1,0 2 1,0-1 0,-1 1 0,1 1 0,-1-1 0,10 8 0,-5-3 131,-1 1 1,-1 1 0,17 16 0,-21-18 824,1-1-1,1 0 1,-1 0 0,12 6 0,-12-9 418,-1 0 0,1 0 0,1-1 0,-1 0 0,0-1 0,1 1 0,-1-2 0,10 2 0,-5-2 634,1-1 0,-1 0 1,0-1-1,23-5 0,28-10 448,-18 2-2777,-2 0-2610,58-11 0,-49 14 1309,38-6-2904,-84 17 4828,1-1 1,-1 1-1,1 0 0,-1 1 1,0 0-1,0 0 1,1 0-1,-1 1 0,13 5 1,-16-4 715,1 0 0,-1 0 0,0 0 1,0 1-1,0-1 0,-1 1 0,1 0 1,-1 0-1,0 1 0,0-1 0,4 10 0,-4-9 378,-1 0-1,1-1 0,0 1 1,0-1-1,1 1 0,0-1 1,-1 0-1,1 0 0,0-1 0,1 1 1,6 4-1,-7-6-598,0-1 0,0 0 0,1 1 0,-1-2-1,0 1 1,0 0 0,0-1 0,1 1 0,-1-1 0,0-1 0,0 1 0,1 0 0,-1-1 0,8-2-1,59-28-571,-17 7-1998,-33 18 2602,1 0 0,0 2 0,0 1 1,0 1-1,23 0 0,35 4-1912,-3 3-5130,-72-5 6093,9 1-1223,0 1 1,0 0-1,20 7 1,-18-3 1998,0 0 1,-1 1-1,0 1 1,25 17-1,-32-20 1342,-1 0 1,1-1-1,0 0 1,0-1-1,1 0 0,-1 0 1,12 2-1,-9-3-796,0-1 1,1 0-1,-1 0 0,23-3 0,-1-4-2393,1-1-1,60-21 1,-11 2-39,-63 21 1352,17-5-1121,0 2 0,63-6 0,-89 13 1388,0 1 1,1 0 0,-1 1 0,0 0 0,0 1-1,0 0 1,0 1 0,0 0 0,0 1 0,-1 0-1,1 1 1,-1 0 0,14 9 0,13 10 2065,19 4 5263,-49-26-6118,0 0 1,0 0-1,1-1 1,-1 0-1,1 0 1,8-1-1,29-7 856,-35 5-1913,26-9-1262,0 2 0,0 1 0,1 3 0,74-3 0,-100 9 1669,0 1-1,0 1 1,-1 0 0,1 0 0,-1 1-1,11 6 1,-14-6-86,0-1-1,0 0 1,0 0 0,1 0-1,-1-1 1,1 0-1,-1-1 1,1 1 0,0-2-1,0 1 1,-1-1-1,1 0 1,11-2 0,11-6-1904,42-17 1,-46 14-1202,56-13 1,-75 23 3045,0 1 1,0 0-1,0 0 1,0 1 0,0 0-1,0 0 1,0 1-1,0-1 1,0 1-1,-1 1 1,1 0 0,-1 0-1,0 0 1,0 0-1,10 8 1,-10-6 153,1-1 0,-1 0 0,1-1-1,0 1 1,0-1 0,0-1 0,0 1 0,1-1 0,-1 0 0,1-1 0,-1 0 0,1 0 0,14-1 0,-9-2-933,-1-1 0,1-1 0,-1 0 0,0-1 0,0 0 0,13-8 0,-14 6-215,0 2 0,1-1 0,0 2 0,0-1 0,0 2 0,0-1 0,13 0 0,20-1-5788,0-2 4217,12-1 6484,1 3 9213,-24 3-12875,-1-1 1,39-8 0,-58 7-1476,1 2 1,0-1 0,0 2-1,-1 0 1,21 1 0,-30 1 626,0-1 1,0 1-1,-1 0 1,1 0-1,0 1 1,0-1-1,0 1 0,-1 0 1,1 0-1,-1 1 1,0 0-1,0-1 1,0 1-1,0 1 1,0-1-1,0 0 1,-1 1-1,0 0 1,4 4-1,-4-3-99,0 0-1,1-1 1,0 1-1,0-1 1,0 0 0,7 5-1,-7-7 403,0 0 1,0 0-1,0 0 0,0 0 0,0-1 1,0 0-1,1 0 0,-1 0 0,1 0 1,-1-1-1,1 1 0,-1-1 1,0 0-1,1-1 0,-1 1 0,1-1 1,-1 0-1,0 0 0,1 0 0,-1-1 1,7-2-1,16-6-26,0 1-1,36-7 1,-37 13 5043,2 1 5319,49-4-7616,-40 0-3530,-1-2-1,61-23 1,-48 18-2403,-1 2 0,2 2 1,66-3-1,-103 11 3186,26-3-141,-1 1 0,1 2 1,43 5-1,-70-2 166,1 0 0,-1 1 0,0 0-1,0 0 1,0 2 0,0-1 0,-1 1 0,0 1 0,0 0-1,0 1 1,-1 0 0,0 1 0,14 13 0,-18-14 162,1 0 1,-1-1-1,1 0 0,0-1 1,1 1-1,0-1 1,0 0-1,0-1 1,0 0-1,0 0 1,1-1-1,0 0 0,-1-1 1,1 0-1,0 0 1,1-1-1,-1 0 1,0 0-1,0-1 0,0 0 1,0-1-1,0 0 1,1-1-1,-1 1 1,-1-2-1,1 1 1,0-1-1,8-5 0,274-106-2892,-217 88 3109,-51 17 41,0 0 1,0 2 0,1 1 0,1 0 0,-1 2 0,45-2-1,-62 7 368,0 0-1,1 1 1,-1 0-1,0 0 1,0 1-1,0 0 0,-1 0 1,1 1-1,-1-1 1,12 10-1,-12-8-113,0-1-1,0 1 0,1-2 1,-1 1-1,1-1 1,0 0-1,0 0 1,0-1-1,0 0 1,1 0-1,8 1 1,5-4-608,1 0 0,41-9 0,16-1 0,-42 9-136,-20-1 89,1 2 0,-1 0 0,1 0 0,-1 2 0,0 0 0,1 1-1,-1 1 1,24 7 0,-16 6-2042,25 36 4719,-25-23-5554,6-2-9228,-27-24 12076,1 0 0,0-1-1,-1 0 1,1 0 0,0 0-1,0-1 1,1 1 0,-1-1 0,0 0-1,0-1 1,1 1 0,-1-1 0,0 0-1,0-1 1,1 1 0,5-2-1,9-3 51,0 0 0,-1-2 0,23-10 0,27-8-1179,3 5 1140,0 4 1,2 3 0,0 3 0,75 1 0,-142 9 64,0 0 0,1 1 0,-1 0 0,0 0 0,0 1 0,0 0 0,1 0 0,-2 1 0,1 0 0,0 0 0,-1 0 0,1 1 0,-1 0 0,0 0 0,0 1 0,-1 0 0,1 0 0,-1 0 0,0 0 0,0 1 0,7 12 0,33 27 2807,-37-38-1735,1-1 0,0 0 1,0 0-1,1-1 0,0 0 0,0-1 1,0 0-1,0-1 0,0 0 0,1-1 1,20 3-1,8-6-2003,-1-2 1,0-1 0,0-2-1,68-20 1,-58 14-2341,1 1 1,51-4-1,28 1 3002,-90 7 112,1 2 0,-1 2 0,1 1 0,0 2 1,60 9-1,-88-6 205,-1 1 1,1 0 0,-1 1 0,0 0-1,0 0 1,-1 1 0,1 1-1,-1 0 1,-1 0 0,14 14 0,-15-13-12,0-1 0,1 0 0,0-1 0,0 1 0,0-1 0,1-1 0,0 0 0,0 0 0,0-1 0,0 0 0,1 0 0,0-1 0,14 2 0,-12-5 567,-1 0-1,1-1 0,-1-1 1,1 0-1,-1 0 0,0-1 1,0-1-1,0 0 0,0 0 1,0-1-1,11-8 0,-3 3-1418,0 2 0,31-10 0,34-1-282,0 4 0,1 4 1,1 4-1,130 5 0,-169 5 2493,66 11 1,-86-10-610,52 4 8857,-1-8-5494,-36-3-4778,-1-2-1,0-2 1,66-20-1,-67 16-1438,51-6 0,1 0 158,-90 17 1620,1 0-1,-1 0 1,0 0-1,0-1 0,0 1 1,0-1-1,0 0 0,0 0 1,0 1-1,0-1 1,0-1-1,0 1 0,0 0 1,0 0-1,0-1 0,-1 1 1,1-1-1,-1 1 1,1-1-1,-1 0 0,0 1 1,1-1-1,-1 0 0,0 0 1,0 0-1,0 0 1,-1 0-1,1 0 0,0 0 1,0-3-1,-4-7 86</inkml:trace>
</inkml:ink>
</file>

<file path=ppt/ink/ink5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0T06:17:58.587"/>
    </inkml:context>
    <inkml:brush xml:id="br0">
      <inkml:brushProperty name="width" value="0.1" units="cm"/>
      <inkml:brushProperty name="height" value="0.1" units="cm"/>
      <inkml:brushProperty name="color" value="#E71224"/>
    </inkml:brush>
  </inkml:definitions>
  <inkml:trace contextRef="#ctx0" brushRef="#br0">290 1159 8192,'8'-177'14771,"-3"142"-13146,12-47 1,-1 18-1626,-3-2 0,6-80 0,9-48 0,-7 65 0,-17 106 0,2 0 0,1 0 0,17-39 0,-13 36 0,-2-1 0,8-28 0,-18 54 0,1 0 0,0 0 0,1-1 0,-1 1 0,0 0 0,0 0 0,0 0 0,1 0 0,-1 0 0,0 0 0,1 0 0,-1 0 0,1 0 0,0 0 0,-1 0 0,1 0 0,0 0 0,-1 0 0,1 0 0,0 0 0,0 1 0,0-1 0,0 0 0,0 1 0,0-1 0,1 0 0,-1 1 0,1 1 0,-1-1 0,0 1 0,0-1 0,0 1 0,1 0 0,-1 0 0,0-1 0,0 1 0,0 0 0,0 0 0,-1 0 0,1 0 0,0 0 0,0 0 0,0 1 0,-1-1 0,1 1 0,28 64 0,26 106-1727,120 303-10892,-92-274 9981,-72-172 2751,-1-1 1,-1 1-1,7 42 0,-9-16 5351,-2 0-1,-3 76 0,-7-135-5445,0 0-1,0-1 1,0 1 0,1-1-1,0 0 1,0 0-1,-4-7 1,-36-50-511,-90-99 1,-69-42-1099,83 84 1196,91 93-2206,-2 1 1,-63-40 0,0 0-322,-20-35 16616,112 98-13694,0 1 0,0-1 0,0 1 0,0-1 0,0 0 0,0 0 0,1 0 0,-1 0 0,0 0 0,1 0 0,0 0 0,0-1 0,-1 1 0,1 0 0,0-1 0,0-2 0,1 3 0,0 1 0,0 0 0,0-1 0,1 1 0,-1 0 0,1-1 0,-1 1 0,1 0 0,-1 0 0,1 0 0,-1-1 0,1 1 0,0 0 0,0 0 0,0 0 0,0 0 0,-1 0 0,1 0 0,0 1 0,1-1 0,-1 0 0,0 0 0,0 1 0,0-1 0,0 0 0,1 1 0,-1 0 0,0-1 0,0 1 0,1 0 0,-1-1 0,0 1 0,1 0 0,0 0 0,33-5-679,-1 2 0,1 1-1,62 5 1,-19-1 40,913-1-14027,-980-1 14829,0 1 0,1 0 0,-1 1 0,0 0 0,15 5 1,-25-7-131,1 0 0,-1 1 0,1-1 0,-1 0 0,0 1 0,0 0 0,1-1 0,-1 1 0,0 0 0,0-1 0,1 1 0,-1 0 0,0 0 0,0 0 0,0 0 0,0 0 0,-1 0 0,1 0 1,0 0-1,0 1 0,0-1 0,-1 0 0,1 0 0,-1 1 0,1-1 0,-1 0 0,0 1 0,1-1 0,-1 0 0,0 1 0,0-1 0,0 1 0,0-1 0,0 0 0,0 1 0,0-1 0,0 1 0,-1-1 1,1 0-1,-1 1 0,1-1 0,-1 0 0,1 1 0,-1-1 0,0 0 0,1 0 0,-1 0 0,0 0 0,0 0 0,0 0 0,0 0 0,0 0 0,0 0 0,-2 1 0,-7 8 62,0 0 0,0-1 0,-1 0 0,-1-1 0,1 0 0,-1-1 0,-20 8 0,-99 34 97,21-9-199,49-11 7,1 3 0,2 3 0,2 2 0,1 2 0,2 3 0,2 2 0,-66 72 0,117-115-5,0-1 1,-1 0 0,1 1 0,0-1-1,0 0 1,0 1 0,0-1 0,-1 0-1,1 1 1,0-1 0,0 0-1,-1 1 1,1-1 0,0 0 0,-1 0-1,1 1 1,0-1 0,-1 0-1,1 0 1,0 0 0,-1 1 0,1-1-1,-1 0 1,1 0 0,0 0 0,-1 0-1,1 0 1,0 0 0,-1 0-1,1 0 1,-1 0 0,1 0 0,0 0-1,-1 0 1,1 0 0,-1 0-1,1 0 1,0-1 0,-1 1 0,1 0-1,0 0 1,-1 0 0,1 0 0,-1-1-1,1-18-187,5 7 192</inkml:trace>
</inkml:ink>
</file>

<file path=ppt/ink/ink5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0T06:19:45.966"/>
    </inkml:context>
    <inkml:brush xml:id="br0">
      <inkml:brushProperty name="width" value="0.1" units="cm"/>
      <inkml:brushProperty name="height" value="0.1" units="cm"/>
      <inkml:brushProperty name="color" value="#E71224"/>
    </inkml:brush>
  </inkml:definitions>
  <inkml:trace contextRef="#ctx0" brushRef="#br0">1 82 8192,'31'0'11828,"0"0"-6187,7 0-3352,18 0-4114,20 0-562,530 0-13159,876 0 17767,741 0 5539,-2006 0-1294,0 0-4050,435 0-6054,-606-2 4539,53-9-1,-17 1-248,-28 6-3490,106 4-969,58-2-4615,-74-10 5811,16 1 2611,-100 9 0,65-11 0,-46 4 815,-1 4 0,115 6 1,-61 2-786,-106-3 630,3 0 11222,-6 0-8878</inkml:trace>
</inkml:ink>
</file>

<file path=ppt/ink/ink5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3:25:45.089"/>
    </inkml:context>
    <inkml:brush xml:id="br0">
      <inkml:brushProperty name="width" value="0.1" units="cm"/>
      <inkml:brushProperty name="height" value="0.1" units="cm"/>
      <inkml:brushProperty name="color" value="#E71224"/>
    </inkml:brush>
  </inkml:definitions>
  <inkml:trace contextRef="#ctx0" brushRef="#br0">0 0 8192,'14'1'723,"0"0"0,1 0 0,15 5 0,8 5 3684,-1 2 0,53 25 0,-60-24-3744,63 28-351,101 62-1,-161-84-222,-1 2 0,-1 2 0,-1 1 0,-1 1 0,-1 1 0,30 38 0,-53-57-598,-1 0 0,0 1 0,0-1-1,0 1 1,-1 0 0,0 0 0,-1 0 0,0 0 0,0 0 0,-1 0 0,-1 0 0,1 1 0,-1-1 0,-1 0 0,-1 12 0,0-7-518,-1 0-1,0 0 1,-1-1-1,0 0 1,-8 16-1,8-21 781,0 0-1,-1 0 1,0 0 0,-9 10 0,-5 4 1448,-43 36 1,14-27 3171,42-28-2946,0 0 0,-1 0 0,1-1 0,-1 0 0,-13 2 0,19-4-1419,-1 0 0,1 0 0,-1 0 0,0 1 0,1-1 0,-1-1 0,0 1 0,1 0 0,-1 0 0,1-1 0,-1 1 0,1-1 0,-1 1 0,1-1 0,-1 1 0,1-1 0,-1 0 0,1 0 0,0 0 0,-1 0 0,1 0 0,0 0 0,0 0 0,0 0 0,-2-2 0,2 0-4,-1 0 0,1-1 1,0 1-1,0 0 0,0 0 1,1-1-1,-1 1 0,1 0 1,-1-1-1,1 1 0,1-6 1,0-5-16,1-1 1,1 1-1,1 0 1,7-22 0,-1 13 10</inkml:trace>
</inkml:ink>
</file>

<file path=ppt/ink/ink5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3:25:45.714"/>
    </inkml:context>
    <inkml:brush xml:id="br0">
      <inkml:brushProperty name="width" value="0.1" units="cm"/>
      <inkml:brushProperty name="height" value="0.1" units="cm"/>
      <inkml:brushProperty name="color" value="#E71224"/>
    </inkml:brush>
  </inkml:definitions>
  <inkml:trace contextRef="#ctx0" brushRef="#br0">521 0 8192,'-1'7'261,"-1"-1"0,0 1-1,0-1 1,-1 0 0,0 0 0,0 0 0,0 0 0,-5 6 0,-5 11 362,-27 47 146,-3-1 0,-61 73 0,25-34-198,-49 81-7932,89-125 11577,4 1 8098,23-32-8559,16-27-4131,14-14 1,67-57 375,-62 49 0</inkml:trace>
</inkml:ink>
</file>

<file path=ppt/ink/ink5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3:25:46.599"/>
    </inkml:context>
    <inkml:brush xml:id="br0">
      <inkml:brushProperty name="width" value="0.1" units="cm"/>
      <inkml:brushProperty name="height" value="0.1" units="cm"/>
      <inkml:brushProperty name="color" value="#E71224"/>
    </inkml:brush>
  </inkml:definitions>
  <inkml:trace contextRef="#ctx0" brushRef="#br0">1 4 8192,'47'-2'7687,"36"1"-293,-77 1-7100,0 0 0,1 1 0,-1 0 0,0 0 0,0 1 0,0 0 0,0 0 0,0 0 1,9 6-1,-11-5-504,0 1 0,0 0 0,-1 0 0,0 0 0,0 1 0,0-1 0,0 1 0,-1-1 0,0 1 0,0 0 0,0 0 0,-1 0 0,1 0 0,-1 0 0,0 0 0,0 1 0,-1-1 0,0 0 0,0 1 0,-1 7 0,0 3-525,0-1 0,-2 1 0,1-1 0,-2 0 0,-9 27 0,6-30-341,1 0 0,-1-1-1,-1 0 1,-15 18 0,-19 29-2745,42-58 3831,-1 1 0,1 0-1,-1 0 1,1 0 0,0-1 0,-1 1 0,1 0 0,0 0 0,-1 0 0,1 0-1,0 0 1,0 0 0,0 0 0,0 0 0,0 0 0,0 0 0,0-1 0,0 1 0,0 0-1,0 0 1,1 0 0,-1 0 0,0 0 0,1 0 0,-1 0 0,0-1 0,2 3 0,-1-2 28,1 0 0,-1 0 0,1 0 0,0 0 0,-1 0 1,1 0-1,0 0 0,-1-1 0,1 1 0,0-1 1,0 1-1,0-1 0,2 0 0,4 1-26,1 0-1,-1-1 1,1-1-1,0 0 0,8-1 1,48-20-893,-10 3 18904</inkml:trace>
</inkml:ink>
</file>

<file path=ppt/ink/ink5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3:25:47.039"/>
    </inkml:context>
    <inkml:brush xml:id="br0">
      <inkml:brushProperty name="width" value="0.1" units="cm"/>
      <inkml:brushProperty name="height" value="0.1" units="cm"/>
      <inkml:brushProperty name="color" value="#E71224"/>
    </inkml:brush>
  </inkml:definitions>
  <inkml:trace contextRef="#ctx0" brushRef="#br0">0 152 8192,'51'0'15325,"-28"0"-12628,24 1-2697,0-2 0,0-2 0,0-3 0,68-15 0,-103 18 0,14-5 0,49-19 0,-69 25 0,-1 0 0,0-1 0,0 1 0,0-1 0,-1 0 0,1-1 0,-1 1 0,1-1 0,-1 0 0,0 0 0,-1 0 0,1-1 0,-1 1 0,0-1 0,5-10 0,-3-2 0</inkml:trace>
</inkml:ink>
</file>

<file path=ppt/ink/ink5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3:25:47.434"/>
    </inkml:context>
    <inkml:brush xml:id="br0">
      <inkml:brushProperty name="width" value="0.1" units="cm"/>
      <inkml:brushProperty name="height" value="0.1" units="cm"/>
      <inkml:brushProperty name="color" value="#E71224"/>
    </inkml:brush>
  </inkml:definitions>
  <inkml:trace contextRef="#ctx0" brushRef="#br0">78 0 8192,'-4'57'8443,"-14"30"-8034,6-33 1117,6-17 3546,-12 103-3786,-1 206 0,19-345-1286,0 0 0,0 0 0,0 0 0,-1-1 0,1 1 0,0 0 0,1 0 0,-1 0 0,0 0 0,0-1 0,0 1 0,0 0 0,1 0 0,-1-1 0,0 1 0,1 0 0,-1 0 0,0-1 0,1 1 0,-1 0 0,1-1 0,-1 1 0,1-1 0,0 1 0,-1 0 0,1-1 0,0 1 0,0-1 0,0 0 0,0 0 0,0-1 0,0 1 0,0 0 0,0-1 0,0 1 0,0-1 0,0 1 0,0-1 0,-1 1 0,1-1 0,0 0 0,0 0 0,-1 1 0,1-1 0,0 0 0,-1 0 0,1 1 0,-1-1 0,1-1 0,10-15 0</inkml:trace>
</inkml:ink>
</file>

<file path=ppt/ink/ink5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3:25:48.195"/>
    </inkml:context>
    <inkml:brush xml:id="br0">
      <inkml:brushProperty name="width" value="0.1" units="cm"/>
      <inkml:brushProperty name="height" value="0.1" units="cm"/>
      <inkml:brushProperty name="color" value="#E71224"/>
    </inkml:brush>
  </inkml:definitions>
  <inkml:trace contextRef="#ctx0" brushRef="#br0">29 1 8192,'-1'67'2053,"8"172"11396,11-138-10929,-5-21-2520,4 16 0,-15-87 0,1 0 0,0 0 0,0-1 0,1 1 0,0-1 0,0 0 0,11 14 0,-15-21 0,1 0 0,0-1 0,-1 1 0,1 0 0,-1-1 0,1 1 0,0 0 0,-1-1 0,1 1 0,0-1 0,0 1 0,0-1 0,-1 1 0,1-1 0,0 0 0,0 1 0,0-1 0,0 0 0,0 0 0,-1 0 0,1 1 0,0-1 0,0 0 0,0 0 0,0 0 0,0-1 0,0 1 0,1 0 0,0-1 0,0 0 0,0 0 0,-1-1 0,1 1 0,0 0 0,-1-1 0,1 1 0,-1-1 0,1 0 0,-1 1 0,0-1 0,2-2 0,4-10 0,0-1 0,10-27 0,-12 27 0,11-20-1511,2 1 1,1 1-1,1 0 1,48-56 0,43-28-3574,-33 47 4953,-77 69 232,-1 0-1,1 0 0,-1 1 1,1-1-1,-1 1 0,1-1 1,0 0-1,0 1 0,-1-1 0,1 1 1,0 0-1,0-1 0,-1 1 1,1-1-1,0 1 0,0 0 1,0 0-1,0 0 0,0-1 0,-1 1 1,1 0-1,0 0 0,0 0 1,0 0-1,0 0 0,0 1 1,0-1-1,-1 0 0,1 0 0,0 0 1,0 1-1,1 0 0,-1 0 203,0 1 0,0 0 0,0-1 0,0 1 0,0 0 0,0 0 0,-1 0 0,1 0 0,0 0 0,-1-1 0,0 1 0,1 0 1,-1 4-1,-4 64 4911,-37 109-7817,28-128 2235,-11 36 642,-21 100-374,32-115-1803,-2-1 0,-3 0 0,-4-1-1,-2-1 1,-4-1 0,-2-2 0,-47 74 0,73-133 2210,-1-1-1,0 1 1,0-1 0,-1-1 0,1 1-1,-1-1 1,-1 0 0,1 0 0,-1 0-1,0-1 1,0 0 0,-8 3 0,13-6-196,-1 0-1,0 0 1,0 0 0,0-1 0,0 1-1,0-1 1,0 0 0,0 0 0,0 0 0,0 0-1,0-1 1,1 1 0,-1-1 0,0 1-1,0-1 1,0 0 0,0 0 0,1 0 0,-1-1-1,0 1 1,1-1 0,-1 1 0,1-1-1,0 0 1,-1 0 0,1 0 0,0 0 0,0 0-1,0-1 1,1 1 0,-1-1 0,1 1-1,-1-1 1,1 1 0,-2-5 0,-5-11 869,1-1 0,1 0 0,1 0 0,0-1 0,1 0 0,2 1-1,0-1 1,1-35 0,1 26-980</inkml:trace>
</inkml:ink>
</file>

<file path=ppt/ink/ink5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3:25:48.896"/>
    </inkml:context>
    <inkml:brush xml:id="br0">
      <inkml:brushProperty name="width" value="0.1" units="cm"/>
      <inkml:brushProperty name="height" value="0.1" units="cm"/>
      <inkml:brushProperty name="color" value="#E71224"/>
    </inkml:brush>
  </inkml:definitions>
  <inkml:trace contextRef="#ctx0" brushRef="#br0">0 27 8192,'27'-16'10430,"7"8"-5436,38 5-3070,-53 3-1452,-8 0-447,0 0 0,0 1 0,0 1 1,-1-1-1,1 2 0,0-1 0,-1 1 1,0 1-1,17 8 0,-22-9-27,-1-1 0,1 1-1,-1 0 1,0 0 0,0 1 0,-1-1 0,1 1 0,-1 0-1,0 0 1,0 0 0,0 1 0,0-1 0,-1 1-1,1-1 1,-1 1 0,0 0 0,-1 0 0,1 0-1,-1 0 1,0 0 0,0 0 0,-1 6 0,2 6 2,-2 0 0,0 0 0,-1 0 0,-1 0 0,-1 0 0,0-1 0,-1 1 0,-1-1 0,0 1 0,-1-1 0,-1-1 0,-1 1 0,0-1 0,-1-1 0,0 0 0,-20 23 0,25-32 0,-2 1 0,1 0 0,0 1 0,0-1 0,1 1 0,-6 9 0,10-15 0,0 1 0,-1-1 0,1 0 0,-1 0 0,1 0 0,0 0 0,0 0 0,0 0 0,0 0 0,0 0 0,0 1 0,0-1 0,0 0 0,0 0 0,0 0 0,1 0 0,-1 0 0,0 0 0,1 0 0,-1 0 0,1 0 0,-1 0 0,1 0 0,-1 0 0,1 0 0,0 0 0,0 0 0,-1 0 0,1 0 0,0-1 0,0 1 0,0 0 0,0-1 0,0 1 0,0-1 0,0 1 0,0-1 0,0 1 0,0-1 0,0 0 0,0 1 0,0-1 0,0 0 0,1 0 0,-1 0 0,0 0 0,1 0 0,14 2 0,-1-1 0,1-1 0,-1 0 0,1-1 0,-1 0 0,0-2 0,29-7 0,-7 2 0,-18 4 0</inkml:trace>
</inkml:ink>
</file>

<file path=ppt/ink/ink5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3:25:51.188"/>
    </inkml:context>
    <inkml:brush xml:id="br0">
      <inkml:brushProperty name="width" value="0.1" units="cm"/>
      <inkml:brushProperty name="height" value="0.1" units="cm"/>
      <inkml:brushProperty name="color" value="#E71224"/>
    </inkml:brush>
  </inkml:definitions>
  <inkml:trace contextRef="#ctx0" brushRef="#br0">6 851 8192,'0'37'15026,"0"-25"-12063,0-11-2930,-2 48-33,0-34 0,1 0 0,1 0 0,0 1 0,1-1 0,1 0 0,0 0 0,8 26 0,-9-38-134,1 0 0,-1-1 0,0 0 0,1 1 0,0-1 0,-1 0 0,1 0 1,0 0-1,0 0 0,0 0 0,0 0 0,1 0 0,4 2 0,-3-2-415,1 0 0,0-1 0,-1 1 0,1-1 0,0 0 1,0-1-1,0 1 0,0-1 0,0 0 0,-1 0 0,1 0 0,6-2 0,-1 0-641,1 0 1,-1-1-1,0 0 1,-1 0-1,12-7 1,14-12-685,-26 13 1874,0 0 0,-1 0 0,-1-1 0,0 0 0,0-1 0,-1 1 0,0-1 0,6-18 0,29-100 0,-25 72 0,5-41 0,-8 30 0,19-145 0,-29 181 0,2 4 1302,15-51 0,-13 57 686,-1-1 1,-1 0-1,2-33 1,-6 41-296,3-47 2916,7 0-3447,-7 45-1162</inkml:trace>
</inkml:ink>
</file>

<file path=ppt/ink/ink5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3:25:52.186"/>
    </inkml:context>
    <inkml:brush xml:id="br0">
      <inkml:brushProperty name="width" value="0.1" units="cm"/>
      <inkml:brushProperty name="height" value="0.1" units="cm"/>
      <inkml:brushProperty name="color" value="#E71224"/>
    </inkml:brush>
  </inkml:definitions>
  <inkml:trace contextRef="#ctx0" brushRef="#br0">0 1 8192,'0'8'444,"4"92"13948,3-57-11206,-3-27-3179,2 0 0,0-1 0,1 0 1,0 0-1,1-1 0,1 0 0,14 18 1,15 25-626,-22-38-2382,-13-17 1841,0 1-1,1-1 1,0 0 0,-1 0-1,1 0 1,0-1-1,0 1 1,0-1-1,0 0 1,8 2-1,9-1-548,-7-1 1708,1-1 0,-1 0 0,0-1 0,0 0 0,1-1 0,26-8 0,-35 8 0,0 0 0,0-1 0,0 0 0,0 0 0,-1 0 0,1-1 0,-1 0 0,0 0 0,0 0 0,0-1 0,-1 1 0,1-1 0,-1 0 0,0-1 0,-1 1 0,1-1 0,3-9 0,17-36 0,-18 36 0</inkml:trace>
</inkml:ink>
</file>

<file path=ppt/ink/ink5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3:25:52.929"/>
    </inkml:context>
    <inkml:brush xml:id="br0">
      <inkml:brushProperty name="width" value="0.1" units="cm"/>
      <inkml:brushProperty name="height" value="0.1" units="cm"/>
      <inkml:brushProperty name="color" value="#E71224"/>
    </inkml:brush>
  </inkml:definitions>
  <inkml:trace contextRef="#ctx0" brushRef="#br0">1 54 8192,'11'15'7063,"-10"-14"-6622,0 0 1,0-1-1,0 1 1,1-1-1,-1 1 1,0-1-1,0 0 0,0 1 1,0-1-1,1 0 1,1 0-1,39 5 5075,-37-5-5370,63 1-146,1-3 0,81-13 0,-117 12 0,59 0 0,-71 4 0,0-1 0,-1-1 0,1-1 0,26-5 0,-45 7 0,0-1 0,0 1 0,-1-1 0,1 1 0,0-1 0,0 0 0,0 0 0,0 0 0,-1 0 0,1 0 0,0 0 0,-1 0 0,1-1 0,-1 1 0,1-1 0,-1 1 0,1-1 0,-1 1 0,0-1 0,0 0 0,0 1 0,0-1 0,0 0 0,-1 0 0,2-2 0,-2-10 0</inkml:trace>
</inkml:ink>
</file>

<file path=ppt/ink/ink5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3:25:53.680"/>
    </inkml:context>
    <inkml:brush xml:id="br0">
      <inkml:brushProperty name="width" value="0.1" units="cm"/>
      <inkml:brushProperty name="height" value="0.1" units="cm"/>
      <inkml:brushProperty name="color" value="#E71224"/>
    </inkml:brush>
  </inkml:definitions>
  <inkml:trace contextRef="#ctx0" brushRef="#br0">87 0 8192,'0'43'8169,"-9"57"-1,3-64-6483,-10 79-1685,-2 134 0,14-168 0,-8 28 0,6-65 0,0 54 0,7-70 0,0-14 0,-3-31 0,-2-2 0,-2-2 0</inkml:trace>
</inkml:ink>
</file>

<file path=ppt/ink/ink5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3:25:54.095"/>
    </inkml:context>
    <inkml:brush xml:id="br0">
      <inkml:brushProperty name="width" value="0.1" units="cm"/>
      <inkml:brushProperty name="height" value="0.1" units="cm"/>
      <inkml:brushProperty name="color" value="#E71224"/>
    </inkml:brush>
  </inkml:definitions>
  <inkml:trace contextRef="#ctx0" brushRef="#br0">0 90 8192,'4'0'11332,"7"0"-11332,4-4 0,5-2 6690,4 0-6690,1 2 0,6-4 0,1 1 0,-4-4 0,2 0 0,0 2 0,-1 3 0,-1 2 0,-1-2 0,-4-1 0</inkml:trace>
</inkml:ink>
</file>

<file path=ppt/ink/ink5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0T06:21:01.230"/>
    </inkml:context>
    <inkml:brush xml:id="br0">
      <inkml:brushProperty name="width" value="0.1" units="cm"/>
      <inkml:brushProperty name="height" value="0.1" units="cm"/>
      <inkml:brushProperty name="color" value="#E71224"/>
    </inkml:brush>
  </inkml:definitions>
  <inkml:trace contextRef="#ctx0" brushRef="#br0">3 0 8192,'0'43'2616,"0"57"10915,0-65-11656,-1-4-1875,0-19 0,0 0 0,1 0 0,1 0 0,3 19 0,-4-29 0,1 1 0,0-1 0,-1 1 0,1-1 0,0 1 0,1-1 0,-1 0 0,0 0 0,1 0 0,-1 0 0,1 0 0,-1 0 0,1 0 0,0 0 0,0 0 0,0-1 0,0 1 0,0-1 0,0 0 0,1 1 0,-1-1 0,0 0 0,1 0 0,-1 0 0,0-1 0,5 2 0,2-1 0,0 0 0,1 0 0,-1-1 0,0 0 0,0 0 0,0-1 0,14-3 0,-21 3 0,0 1 0,0-1 0,0 1 0,0-1 0,0 0 0,0 1 0,-1-1 0,1 0 0,0 0 0,-1 0 0,1 0 0,0-1 0,-1 1 0,1 0 0,-1-1 0,0 1 0,0-1 0,1 1 0,-1-1 0,0 0 0,0 1 0,0-1 0,-1 0 0,1 0 0,0 0 0,-1 0 0,1 0 0,-1 1 0,0-1 0,1 0 0,-1 0 0,0 0 0,0 0 0,0 0 0,-1 0 0,1 0 0,0 0 0,-1 0 0,1 0 0,-2-3 0,-4-8 0,0 0 0,-1 1 0,0 0 0,-1 0 0,0 1 0,-1 0 0,-15-15 0,11 11 0,0 0 0,-19-30 0,24 31 0</inkml:trace>
</inkml:ink>
</file>

<file path=ppt/ink/ink5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0T06:21:02.148"/>
    </inkml:context>
    <inkml:brush xml:id="br0">
      <inkml:brushProperty name="width" value="0.1" units="cm"/>
      <inkml:brushProperty name="height" value="0.1" units="cm"/>
      <inkml:brushProperty name="color" value="#E71224"/>
    </inkml:brush>
  </inkml:definitions>
  <inkml:trace contextRef="#ctx0" brushRef="#br0">102 1 8192,'-1'18'2337,"-1"0"1,-1 1-1,-1-1 1,-1-1-1,0 1 1,-11 23-1,1-9-677,-6 3-1660,15-27 0,1-1 0,0 1 0,1 1 0,-6 11 0,10-19 3,0 0 0,1-1 1,-1 1-1,0 0 1,0 0-1,0-1 0,1 1 1,-1 0-1,0 0 1,1-1-1,-1 1 0,0 0 1,1-1-1,-1 1 1,1 0-1,-1-1 0,1 1 1,0-1-1,-1 1 0,1-1 1,-1 1-1,1-1 1,0 1-1,0-1 0,-1 0 1,1 1-1,0-1 1,-1 0-1,1 0 0,0 1 1,0-1-1,0 0 1,-1 0-1,1 0 0,0 0 1,0 0-1,0 0 1,-1 0-1,2-1 0,41 2-407,-38-1 113,-1 0-166,-1 0-1,1 0 1,0 0-1,-1-1 1,1 1-1,-1-1 1,1 0-1,-1 0 0,1 0 1,-1-1-1,1 1 1,-1-1-1,0 1 1,0-1-1,0 0 1,0-1-1,0 1 1,0 0-1,2-4 1,-2 2-183,-1-1 1,1 0-1,-1 0 1,0 0 0,0 0-1,-1 0 1,0 0 0,0 0-1,0 0 1,0-1-1,-1 1 1,0-10 0,0 4 639,0-1 0,-1 0 0,-1 0 0,0 1 0,-4-15 0,5 21 0,-1 1 0,0-1 0,1 1 0,-2 0 0,1 0 0,0 0 0,-1 0 0,0 1 0,0-1 0,0 1 0,0-1 0,-1 1 0,1 0 0,-1 0 0,0 1 0,-5-4 0,-8-1 0</inkml:trace>
</inkml:ink>
</file>

<file path=ppt/ink/ink5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0T06:21:46.948"/>
    </inkml:context>
    <inkml:brush xml:id="br0">
      <inkml:brushProperty name="width" value="0.1" units="cm"/>
      <inkml:brushProperty name="height" value="0.1" units="cm"/>
      <inkml:brushProperty name="color" value="#E71224"/>
    </inkml:brush>
  </inkml:definitions>
  <inkml:trace contextRef="#ctx0" brushRef="#br0">0 435 8192,'31'-12'14512,"-24"6"-13061,6-2 608,206-105-2059,-120 65 0,-43 23 0,2 3 0,0 3 0,108-22 0,-57 13 0,47-9 0,106-15 0,-160 32 0,-81 17 0</inkml:trace>
</inkml:ink>
</file>

<file path=ppt/ink/ink5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0T06:21:47.634"/>
    </inkml:context>
    <inkml:brush xml:id="br0">
      <inkml:brushProperty name="width" value="0.1" units="cm"/>
      <inkml:brushProperty name="height" value="0.1" units="cm"/>
      <inkml:brushProperty name="color" value="#E71224"/>
    </inkml:brush>
  </inkml:definitions>
  <inkml:trace contextRef="#ctx0" brushRef="#br0">1 278 8192,'75'-2'13736,"-25"-6"-9450,6-6-4286,0-4 0,68-31 0,-70 26 0,1 3 0,68-17 0,-87 30 0,-6 1 0,0-1 0,32-13 0,-20 6 0,85-15 0,-41 10 0,-65 15 0</inkml:trace>
</inkml:ink>
</file>

<file path=ppt/ink/ink5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0T06:21:48.647"/>
    </inkml:context>
    <inkml:brush xml:id="br0">
      <inkml:brushProperty name="width" value="0.1" units="cm"/>
      <inkml:brushProperty name="height" value="0.1" units="cm"/>
      <inkml:brushProperty name="color" value="#E71224"/>
    </inkml:brush>
  </inkml:definitions>
  <inkml:trace contextRef="#ctx0" brushRef="#br0">0 1 8192,'6'2'1184,"0"0"1,-1 0-1,1 0 1,-1 1-1,0 0 1,0 0-1,0 0 1,0 1-1,0 0 1,-1 0-1,0 0 1,0 0-1,4 6 1,12 9 254,-9-10-1439,271 236 0,-218-187 0,84 57 0,-146-114 0,0 0 0,0 0 0,0 0 0,0 1 0,-1-1 0,1 1 0,0-1 0,0 1 0,-1 0 0,1 0 0,-1 0 0,0 0 0,1 0 0,-1 0 0,0 0 0,0 0 0,0 0 0,-1 0 0,1 1 0,0-1 0,-1 0 0,1 1 0,-1-1 0,0 0 0,0 1 0,0-1 0,0 0 0,-1 4 0,-1-1 0,-1 0 0,1 0 0,-1-1 0,0 1 0,-1-1 0,1 1 0,-1-1 0,1 0 0,-1-1 0,-1 1 0,-5 4 0,-40 26 0,-1-2 0,-2-3 0,-109 45 0,142-67 0,3-2 0</inkml:trace>
</inkml:ink>
</file>

<file path=ppt/ink/ink5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0T06:23:08.499"/>
    </inkml:context>
    <inkml:brush xml:id="br0">
      <inkml:brushProperty name="width" value="0.1" units="cm"/>
      <inkml:brushProperty name="height" value="0.1" units="cm"/>
      <inkml:brushProperty name="color" value="#E71224"/>
    </inkml:brush>
  </inkml:definitions>
  <inkml:trace contextRef="#ctx0" brushRef="#br0">1 0 8192,'4'5'0,"6"5"0,2 6 3356,-2 4-3356,2 3 0,-1 3 0,2 0 5483,3-3-5483,3 2 0,7 6 7957,8 2-7957,-1 0 0,-3-1 1226,-2-3-1226,-1 0 0,-5-7 0</inkml:trace>
</inkml:ink>
</file>

<file path=ppt/ink/ink5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0T06:23:08.937"/>
    </inkml:context>
    <inkml:brush xml:id="br0">
      <inkml:brushProperty name="width" value="0.1" units="cm"/>
      <inkml:brushProperty name="height" value="0.1" units="cm"/>
      <inkml:brushProperty name="color" value="#E71224"/>
    </inkml:brush>
  </inkml:definitions>
  <inkml:trace contextRef="#ctx0" brushRef="#br0">247 0 8192,'-1'5'663,"-1"1"0,0-1 0,-1 0-1,1-1 1,-1 1 0,0 0 0,0-1 0,0 0 0,-1 1 0,0-1 0,-5 5 0,-5 6 1977,-47 57 223,35-44-1722,2 1 0,1 2 0,-27 45 0,41-57-1141</inkml:trace>
</inkml:ink>
</file>

<file path=ppt/ink/ink5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0T06:23:10.123"/>
    </inkml:context>
    <inkml:brush xml:id="br0">
      <inkml:brushProperty name="width" value="0.1" units="cm"/>
      <inkml:brushProperty name="height" value="0.1" units="cm"/>
      <inkml:brushProperty name="color" value="#E71224"/>
    </inkml:brush>
  </inkml:definitions>
  <inkml:trace contextRef="#ctx0" brushRef="#br0">1 1 8192,'4'0'3356,"6"4"-3356,2 6 0,2 2 5996,4 2-5996,3 4 7459,2-1-7459,-3 0 0,0 2 1211,0-2-1211,-2 0 0,-5-2 0</inkml:trace>
</inkml:ink>
</file>

<file path=ppt/ink/ink5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5T11:39:53.323"/>
    </inkml:context>
    <inkml:brush xml:id="br0">
      <inkml:brushProperty name="width" value="0.1" units="cm"/>
      <inkml:brushProperty name="height" value="0.1" units="cm"/>
      <inkml:brushProperty name="color" value="#E71224"/>
    </inkml:brush>
  </inkml:definitions>
  <inkml:trace contextRef="#ctx0" brushRef="#br0">1 180 8192,'6'42'13033,"3"-15"-8196,-8-22-4685,2 4-152,1 0 0,0 0 0,0-1 0,1 1 0,0-1 0,1 0 0,9 11 0,-14-17 0,0-1 0,0 0 0,0 1 0,0-1 0,1 0 0,-1 0 0,1 0 0,-1 0 0,1 0 0,-1 0 0,1 0 0,-1 0 0,1-1 0,0 1 0,0-1 0,-1 1 0,1-1 0,0 1 0,0-1 0,-1 0 0,1 0 0,0 0 0,0 0 0,0 0 0,-1-1 0,1 1 0,0 0 0,0-1 0,-1 1 0,1-1 0,0 0 0,-1 1 0,1-1 0,-1 0 0,1 0 0,-1 0 0,1 0 0,-1-1 0,0 1 0,1 0 0,-1 0 0,0-1 0,0 1 0,0-1 0,2-2 0,26-42-801,-2 0 1,-3-2-1,30-78 1,-37 85 646,-8 20 154</inkml:trace>
</inkml:ink>
</file>

<file path=ppt/ink/ink5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5T11:40:00.039"/>
    </inkml:context>
    <inkml:brush xml:id="br0">
      <inkml:brushProperty name="width" value="0.1" units="cm"/>
      <inkml:brushProperty name="height" value="0.1" units="cm"/>
      <inkml:brushProperty name="color" value="#E71224"/>
    </inkml:brush>
  </inkml:definitions>
  <inkml:trace contextRef="#ctx0" brushRef="#br0">0 1 8192,'35'0'10516,"-1"0"-5332,123 0-3171,-17-1-1757,270 4-2006,-137 10-5267,116-5 1365,-105-5 2102,-80 19 3550,-179-19 0</inkml:trace>
</inkml:ink>
</file>

<file path=ppt/ink/ink5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5T11:48:56.959"/>
    </inkml:context>
    <inkml:brush xml:id="br0">
      <inkml:brushProperty name="width" value="0.1" units="cm"/>
      <inkml:brushProperty name="height" value="0.1" units="cm"/>
      <inkml:brushProperty name="color" value="#E71224"/>
    </inkml:brush>
  </inkml:definitions>
  <inkml:trace contextRef="#ctx0" brushRef="#br0">0 0 8192</inkml:trace>
</inkml:ink>
</file>

<file path=ppt/ink/ink5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5T11:49:02.163"/>
    </inkml:context>
    <inkml:brush xml:id="br0">
      <inkml:brushProperty name="width" value="0.1" units="cm"/>
      <inkml:brushProperty name="height" value="0.1" units="cm"/>
      <inkml:brushProperty name="color" value="#E71224"/>
    </inkml:brush>
  </inkml:definitions>
  <inkml:trace contextRef="#ctx0" brushRef="#br0">1 329 8192,'33'20'15838,"-28"-15"-14518,1 1-456,44 47-864,-33-33 0,1-2 0,1 0 0,21 16 0,-35-30 0,1 0 0,-1-1 0,1 0 0,-1 0 0,1 0 0,0-1 0,0 1 0,0-1 0,0-1 0,1 0 0,-1 1 0,0-2 0,1 1 0,-1-1 0,1 0 0,-1 0 0,8-2 0,-9 0 0,1 0 0,-1 0 0,1-1 0,-1 0 0,0 0 0,0 0 0,0-1 0,0 0 0,-1 0 0,1 0 0,-1 0 0,5-7 0,45-63 0,-47 64 0,121-211-5972,-53 84 3104,-50 95 2868</inkml:trace>
</inkml:ink>
</file>

<file path=ppt/ink/ink5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5T11:49:03.375"/>
    </inkml:context>
    <inkml:brush xml:id="br0">
      <inkml:brushProperty name="width" value="0.1" units="cm"/>
      <inkml:brushProperty name="height" value="0.1" units="cm"/>
      <inkml:brushProperty name="color" value="#E71224"/>
    </inkml:brush>
  </inkml:definitions>
  <inkml:trace contextRef="#ctx0" brushRef="#br0">0 129 8192,'1'5'762,"-1"0"0,1 0 0,0 0 0,1 0 0,-1 0 0,1 0 0,0 0 1,0-1-1,0 1 0,1-1 0,3 6 0,40 47 6553,-20-26-5753,-10-10-1562,1-1 0,1-1 0,36 32 0,-53-50 0,1 0 0,-1 0 0,0-1 0,1 1 0,-1 0 0,0 0 0,1-1 0,-1 1 0,1-1 0,-1 1 0,1-1 0,-1 0 0,1 1 0,0-1 0,-1 0 0,1 0 0,-1 0 0,1 0 0,0-1 0,-1 1 0,1 0 0,-1-1 0,1 1 0,1-1 0,0-1 0,0 0 0,0 0 0,0-1 0,0 1 0,0 0 0,-1-1 0,1 0 0,-1 1 0,0-1 0,3-4 0,3-8 0,0 0 0,-1-1 0,8-23 0,78-188 0,-68 173 0</inkml:trace>
</inkml:ink>
</file>

<file path=ppt/ink/ink5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5T14:25:27.796"/>
    </inkml:context>
    <inkml:brush xml:id="br0">
      <inkml:brushProperty name="width" value="0.1" units="cm"/>
      <inkml:brushProperty name="height" value="0.1" units="cm"/>
      <inkml:brushProperty name="color" value="#E71224"/>
    </inkml:brush>
  </inkml:definitions>
  <inkml:trace contextRef="#ctx0" brushRef="#br0">0 1 8192</inkml:trace>
</inkml:ink>
</file>

<file path=ppt/ink/ink5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5T14:28:37.764"/>
    </inkml:context>
    <inkml:brush xml:id="br0">
      <inkml:brushProperty name="width" value="0.1" units="cm"/>
      <inkml:brushProperty name="height" value="0.1" units="cm"/>
      <inkml:brushProperty name="color" value="#E71224"/>
    </inkml:brush>
  </inkml:definitions>
  <inkml:trace contextRef="#ctx0" brushRef="#br0">0 47 8192,'23'23'6868,"48"34"0,-2-16-2582,-35-21-4286,-29-16 0,1 0 0,0 0 0,0-1 0,0 0 0,11 3 0,-14-5 0,0-1 0,-1 1 0,1-1 0,0 0 0,0 0 0,0 0 0,0-1 0,0 1 0,0-1 0,0 1 0,-1-1 0,1 0 0,0 0 0,-1 0 0,1 0 0,0-1 0,3-2 0,19-14 0,-1-1 0,0-1 0,24-28 0,30-25 0,-50 50 0</inkml:trace>
</inkml:ink>
</file>

<file path=ppt/ink/ink5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5T14:28:38.509"/>
    </inkml:context>
    <inkml:brush xml:id="br0">
      <inkml:brushProperty name="width" value="0.1" units="cm"/>
      <inkml:brushProperty name="height" value="0.1" units="cm"/>
      <inkml:brushProperty name="color" value="#E71224"/>
    </inkml:brush>
  </inkml:definitions>
  <inkml:trace contextRef="#ctx0" brushRef="#br0">0 1 8192,'3'0'223,"-1"1"1,1-1-1,-1 1 0,1 0 1,-1 0-1,0 1 1,1-1-1,-1 0 0,0 1 1,0-1-1,0 1 1,0 0-1,0-1 0,0 1 1,0 0-1,2 4 1,27 39 4597,-27-39-4601,28 50 426,-14-24 617,0-1 0,2-1 0,26 29 1,-40-52-1071,0 0 1,0-1-1,0 0 1,1-1-1,0 1 1,1-1-1,-1 0 1,1-1 0,0 0-1,0 0 1,0-1-1,0 0 1,1 0-1,-1-1 1,1 0-1,0-1 1,14 2 0,-15-4-194,1 0 0,-1 0 0,1-1 0,-1 0 0,0-1 0,0 1 0,0-1 0,0-1 0,0 0 0,7-5 0,73-55 0,-63 45 0,118-90-2797,-98 74 2238</inkml:trace>
</inkml:ink>
</file>

<file path=ppt/ink/ink5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0T13:10:53.289"/>
    </inkml:context>
    <inkml:brush xml:id="br0">
      <inkml:brushProperty name="width" value="0.1" units="cm"/>
      <inkml:brushProperty name="height" value="0.1" units="cm"/>
      <inkml:brushProperty name="color" value="#E71224"/>
    </inkml:brush>
  </inkml:definitions>
  <inkml:trace contextRef="#ctx0" brushRef="#br0">130 0 8192,'78'4'13736,"-27"2"-9450,36 2-4286,-62-7 0,-1 1 0,39 9 0,-60-10 0,0-1 0,0 1 0,0 0 0,0 0 0,0 1 0,-1-1 0,1 1 0,-1-1 0,1 1 0,-1 0 0,1 0 0,-1 0 0,0 0 0,0 0 0,0 1 0,0-1 0,0 0 0,-1 1 0,2 2 0,-1 0 0,-1-1 0,1 0 0,-1 1 0,-1-1 0,1 1 0,-1-1 0,0 1 0,0-1 0,0 1 0,0-1 0,-2 8 0,-4 10 0,-1 0 0,0-1 0,-2 0 0,-13 24 0,12-24 0,-44 77-666,-4-2 0,-70 88 0,-29 46-307,153-224 988,-4 7 298,0 1 0,1-1 0,0 1 0,-8 25 0,14-37-282,0 0 1,1 0-1,-1 0 1,1 0 0,-1 0-1,1 0 1,0 0-1,0 0 1,0 0 0,0 0-1,0 0 1,0 0 0,1 0-1,-1 0 1,1 0-1,-1 0 1,1 0 0,0 0-1,0 0 1,0 0-1,0-1 1,0 1 0,0 0-1,0-1 1,1 1 0,-1 0-1,0-1 1,1 0-1,-1 1 1,1-1 0,0 0-1,0 0 1,-1 0-1,1 0 1,0 0 0,0 0-1,0 0 1,0-1 0,0 1-1,0-1 1,0 1-1,0-1 1,4 0 0,36 3-32,0-1 0,0-2 0,0-3 0,64-11 0,51-2 0,-74 17-429,-59 1 402,0-2 1,-1 0 0,1-1 0,34-7 0,-56 8-58,0 0-1,-1-1 0,1 1 0,-1 0 1,1 0-1,0-1 0,-1 1 0,1-1 1,-1 0-1,1 1 0,-1-1 0,0 0 1,1 0-1,-1 0 0,0 0 0,1 0 1,-1 0-1,0 0 0,0 0 0,0-1 1,0 1-1,0 0 0,0-1 0,-1 1 1,1 0-1,0-1 0,-1 1 0,1-1 1,-1 0-1,1 1 0,-1-1 0,1-2 1,-6-9 84</inkml:trace>
</inkml:ink>
</file>

<file path=ppt/ink/ink5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0T13:10:53.742"/>
    </inkml:context>
    <inkml:brush xml:id="br0">
      <inkml:brushProperty name="width" value="0.1" units="cm"/>
      <inkml:brushProperty name="height" value="0.1" units="cm"/>
      <inkml:brushProperty name="color" value="#E71224"/>
    </inkml:brush>
  </inkml:definitions>
  <inkml:trace contextRef="#ctx0" brushRef="#br0">0 0 8192,'237'0'13933,"-120"0"-9844,427 0-10112,-518 0 6582</inkml:trace>
</inkml:ink>
</file>

<file path=ppt/ink/ink6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0T13:10:54.067"/>
    </inkml:context>
    <inkml:brush xml:id="br0">
      <inkml:brushProperty name="width" value="0.1" units="cm"/>
      <inkml:brushProperty name="height" value="0.1" units="cm"/>
      <inkml:brushProperty name="color" value="#E71224"/>
    </inkml:brush>
  </inkml:definitions>
  <inkml:trace contextRef="#ctx0" brushRef="#br0">0 52 8192,'90'1'4056,"57"0"6545,-49-7-7236,257-40-3365,-326 44 0</inkml:trace>
</inkml:ink>
</file>

<file path=ppt/ink/ink6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0T13:10:54.861"/>
    </inkml:context>
    <inkml:brush xml:id="br0">
      <inkml:brushProperty name="width" value="0.1" units="cm"/>
      <inkml:brushProperty name="height" value="0.1" units="cm"/>
      <inkml:brushProperty name="color" value="#E71224"/>
    </inkml:brush>
  </inkml:definitions>
  <inkml:trace contextRef="#ctx0" brushRef="#br0">0 23 8192,'2'1'246,"-1"-1"0,0 1 0,0-1 1,0 1-1,0 0 0,1-1 0,-1 1 0,0 0 1,0 0-1,0 0 0,-1 0 0,1 0 0,0 0 1,0 0-1,0 0 0,-1 0 0,1 0 0,0 0 0,-1 0 1,1 1-1,-1-1 0,0 0 0,1 0 0,-1 1 1,0-1-1,0 0 0,0 0 0,0 2 0,5 45 1936,-5-42-2684,2 320 7829,-3-215-5451,3-141-2519,1 0 1,2 1-1,1-1 1,2 1-1,1 0 1,0 1-1,3 0 1,0 0-1,2 1 1,0 1-1,2 1 1,36-44-1,-12 24 254,-30 34-745,1 0-1,0 1 0,1 0 0,1 1 0,-1 0 0,1 1 0,18-9 1,-29 16 1124,0 1 1,0-1 0,0 0 0,0 0 0,1 1-1,-1-1 1,0 1 0,0 0 0,1 0 0,-1 0 0,0 0-1,1 0 1,-1 0 0,0 1 0,0-1 0,0 1 0,1-1-1,-1 1 1,0 0 0,0 0 0,3 2 0,-2-1 5,0 1-1,0-1 1,0 1 0,-1 0 0,0 0 0,1 0-1,-1 1 1,0-1 0,-1 0 0,1 1 0,2 6-1,1 6 15,-2 0 0,1 0 1,-2 0-1,1 33 0,-5 36-10,0-56 0,1-1 0,1 1 0,6 39 0,-5-66 0,-1 0 0,0 0 0,0 0 0,1-1 0,-1 1 0,1 0 0,-1-1 0,1 1 0,0 0 0,0-1 0,0 1 0,0-1 0,0 1 0,0-1 0,0 1 0,2 1 0,-2-3 0,0 0 0,-1 1 0,1-1 0,0 0 0,0 0 0,-1 0 0,1 0 0,0 0 0,-1-1 0,1 1 0,0 0 0,-1 0 0,1 0 0,0-1 0,-1 1 0,1 0 0,0-1 0,-1 1 0,1 0 0,-1-1 0,1 1 0,0-1 0,-1 1 0,0-1 0,1 1 0,-1-1 0,1 0 0,6-8 0,-1-1 0,0 0 0,8-18 0,-10 22 0,60-113-140,-55 105 240,0 1 0,1 0 0,0 0-1,1 1 1,0 1 0,18-15 0,-27 25-16,0-1 0,0 1 0,0-1 0,0 1 0,0 0 1,0-1-1,0 1 0,0 0 0,1 1 0,-1-1 0,0 0 0,1 1 0,-1-1 0,1 1 0,-1-1 0,0 1 0,1 0 0,-1 0 1,1 1-1,2-1 0,-4 1 63,1 0 0,0 0 0,0 0 0,-1 0 0,1 1 0,-1-1 0,1 0 0,-1 1 0,1-1 0,-1 1 0,0 0 0,0-1 0,0 1 0,0 0 0,0 0 0,0 0 0,0-1 0,0 5 0,2 8 474,0 0-1,-1 0 0,0 0 0,-1 0 0,-1 17 0,-4 118 8358,4-127-8773</inkml:trace>
</inkml:ink>
</file>

<file path=ppt/ink/ink6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0T13:10:56.239"/>
    </inkml:context>
    <inkml:brush xml:id="br0">
      <inkml:brushProperty name="width" value="0.1" units="cm"/>
      <inkml:brushProperty name="height" value="0.1" units="cm"/>
      <inkml:brushProperty name="color" value="#E71224"/>
    </inkml:brush>
  </inkml:definitions>
  <inkml:trace contextRef="#ctx0" brushRef="#br0">247 4 8192,'57'-2'8126,"29"0"-1036,-77 3-6689,1-1 0,0 2-1,-1-1 1,1 1 0,-1 1 0,12 3 0,-18-3-396,0-1 1,0 1-1,1-1 1,-2 1 0,1 0-1,0 0 1,0 0-1,-1 0 1,0 0 0,0 1-1,0-1 1,0 1-1,0 0 1,-1-1 0,1 1-1,-1 0 1,0 0-1,0 0 1,-1 0-1,1 0 1,-1 0 0,0 0-1,0 0 1,-1 6-1,1 4-104,-1-1-1,0 0 0,-2 1 0,1-1 0,-2 0 0,-5 16 0,-2-5-1225,-1 1 0,-2-2-1,0 0 1,-24 30 0,-78 76-2831,49-58-1314,-135 133 4260,201-203 1210,-1 1 0,1-1 0,0 0 0,-1 1 0,1-1 0,0 1 0,0-1 0,0 1 0,1 0 0,-1-1 0,0 1 0,0 0 0,1 0 0,-1 0 0,1-1 0,0 1 0,0 0 0,-1 0 0,1 3 0,1-4 0,0 1 0,-1-1 0,1 0 0,0 0 0,-1 0 0,1 0 0,0 0 0,0 0 0,0 0 0,0 0 0,0 0 0,0-1 0,0 1 0,0 0 0,0-1 0,1 1 0,-1 0 0,0-1 0,0 1 0,3-1 0,9 3 0,-1-1 0,1 0 0,0-1 0,18-1 0,-25 0 0,645-4 0,-644 4 686,-3 0 1091,0 0 1,0 0 0,0 0-1,9-2 3556,-3-1-3555,2-7 841,-7-1-5094</inkml:trace>
</inkml:ink>
</file>

<file path=ppt/ink/ink6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0T13:10:57.078"/>
    </inkml:context>
    <inkml:brush xml:id="br0">
      <inkml:brushProperty name="width" value="0.1" units="cm"/>
      <inkml:brushProperty name="height" value="0.1" units="cm"/>
      <inkml:brushProperty name="color" value="#E71224"/>
    </inkml:brush>
  </inkml:definitions>
  <inkml:trace contextRef="#ctx0" brushRef="#br0">1 3 8192,'21'0'11677,"9"0"-6643,-3 0-4032,114-3-652,155 7-391,-169 18-2435,-105-20 1981</inkml:trace>
</inkml:ink>
</file>

<file path=ppt/ink/ink6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0T13:10:57.601"/>
    </inkml:context>
    <inkml:brush xml:id="br0">
      <inkml:brushProperty name="width" value="0.1" units="cm"/>
      <inkml:brushProperty name="height" value="0.1" units="cm"/>
      <inkml:brushProperty name="color" value="#E71224"/>
    </inkml:brush>
  </inkml:definitions>
  <inkml:trace contextRef="#ctx0" brushRef="#br0">1 25 8192,'4'0'11332,"6"0"-11332,6 0 6690,4 0-6690,3 0 0,7 0 0,2 0 0,5 0 0,0-4 0,-2-2 0,-2 1 0,-3 1 0,-1 1 0,-7 1 0</inkml:trace>
</inkml:ink>
</file>

<file path=ppt/ink/ink6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0T13:10:57.867"/>
    </inkml:context>
    <inkml:brush xml:id="br0">
      <inkml:brushProperty name="width" value="0.1" units="cm"/>
      <inkml:brushProperty name="height" value="0.1" units="cm"/>
      <inkml:brushProperty name="color" value="#E71224"/>
    </inkml:brush>
  </inkml:definitions>
  <inkml:trace contextRef="#ctx0" brushRef="#br0">0 17 8192,'4'0'0,"6"0"3356,6 0 2640,4 0-5996,3 0 0,3 0 7459,0 0-7459,1 0 0,0 0 1211,4 0-1211,1 0 0,-1-4 0,0-2 0,-7 0 0</inkml:trace>
</inkml:ink>
</file>

<file path=ppt/ink/ink6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0T13:10:58.520"/>
    </inkml:context>
    <inkml:brush xml:id="br0">
      <inkml:brushProperty name="width" value="0.1" units="cm"/>
      <inkml:brushProperty name="height" value="0.1" units="cm"/>
      <inkml:brushProperty name="color" value="#E71224"/>
    </inkml:brush>
  </inkml:definitions>
  <inkml:trace contextRef="#ctx0" brushRef="#br0">29 364 8192,'36'-8'13736,"-14"-5"-9450,46-32-4286,70-64 0,-124 97 0,-1 0 0,0-1 0,-1 0 0,14-19 0,-24 29 0,0 0 0,0 0 0,-1-1 0,1 1 0,-1 0 0,0-1 0,1 1 0,-1-1 0,-1 0 0,1 1 0,0-1 0,-1-4 0,0 5 0,-1 1 0,1 0 0,-1 0 0,1-1 0,-1 1 0,0 0 0,0 0 0,0 0 0,0 0 0,-1 0 0,1 0 0,0 1 0,-1-1 0,1 0 0,-1 1 0,0-1 0,1 1 0,-1-1 0,0 1 0,0 0 0,0-1 0,-2 0 0,0 0 4,-1 0 1,1 0-1,-1 0 1,1 1-1,-1-1 1,1 1-1,-1 0 1,0 0-1,0 1 1,0-1-1,1 1 1,-1 0-1,0 0 1,0 1 0,0 0-1,1 0 1,-1 0-1,0 0 1,1 0-1,-1 1 1,1 0-1,-1 0 1,1 0-1,0 1 1,0 0-1,0-1 1,0 1-1,1 1 1,-5 3-1,-8 10-85,0 2 0,0 0 0,2 1 0,-19 33 0,17-27-209,-32 64-2710,37-63 1178,0-1 0,2 2 0,2-1 0,0 1 0,2 0 0,-3 39 0,9 19 114,0-81 1708,-1 1 0,1 0 0,0-1 0,1 1 0,-1 0 0,1-1 0,0 0 0,1 1 0,-1-1 0,1 0 0,0 0 0,0 0 0,1-1 0,-1 1 0,1-1 0,0 0 0,0 0 0,1 0 0,-1 0 0,1-1 0,0 0 0,-1 0 0,2 0 0,-1-1 0,0 1 0,0-1 0,1 0 0,-1-1 0,8 2 0,15 1 0,0 0 0,0-2 0,1-1 0,50-6 0,-20 2 0,-50 3 146,-1-1 0,0 0-1,1-1 1,-1 0 0,0 0 0,0-1 0,0 0 0,-1 0 0,1-1 0,-1 0 0,1 0 0,-1-1 0,-1 1 0,1-2-1,-1 1 1,0-1 0,0 0 0,0 0 0,-1-1 0,0 1 0,0-1 0,6-13 0,-3 2-146</inkml:trace>
</inkml:ink>
</file>

<file path=ppt/ink/ink6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0T13:10:59.308"/>
    </inkml:context>
    <inkml:brush xml:id="br0">
      <inkml:brushProperty name="width" value="0.1" units="cm"/>
      <inkml:brushProperty name="height" value="0.1" units="cm"/>
      <inkml:brushProperty name="color" value="#E71224"/>
    </inkml:brush>
  </inkml:definitions>
  <inkml:trace contextRef="#ctx0" brushRef="#br0">126 380 8192,'0'-6'1485,"1"0"0,-1-1 0,1 1 1,0 0-1,0 0 0,1-1 0,-1 1 1,2 0-1,-1 0 0,6-9 0,3-2 200,137-148-1685,-80 93 0,-35 23 0,-32 50 0,-1-1 0,0 0 0,1 0 0,-1 1 0,1-1 0,-1 0 0,0 1 0,1-1 0,-1 1 0,0-1 0,0 0 0,1 1 0,-1-1 0,0 1 0,0-1 0,0 1 0,1-1 0,-1 1 0,0-1 0,0 1 0,0-1 0,0 1 0,0-1 0,0 1 0,0-1 0,0 1 0,0-1 0,0 1 0,0-1 0,0 0 0,-1 1 0,1 0 0,1 25 0,-3 44-437,2-6-1435,-3-1 0,-2 1 0,-24 105-1,4-73-452,4-13-1561,-47 123 1,67-202 3997,-1 0-1,0 1 1,0-1 0,-1 0 0,1 0 0,-1 0 0,0-1 0,0 1 0,0-1-1,-1 1 1,1-1 0,-1 0 0,0 0 0,-5 3 0,7-6-54,0 1-1,-1 0 1,1-1 0,-1 1 0,1-1 0,-1 0 0,1 0 0,-1 0-1,1 0 1,-1 0 0,1 0 0,-1-1 0,1 1 0,-1-1 0,1 0 0,0 0-1,-1 0 1,1 0 0,0 0 0,0 0 0,0 0 0,0-1 0,0 1-1,0-1 1,0 0 0,0 0 0,1 1 0,-3-4 0,-11-11-100,0-1 1,1 0 0,1-1 0,1-1-1,0 0 1,2-1 0,0 0 0,1 0-1,1-1 1,1 0 0,-7-32 0,10 25 536</inkml:trace>
</inkml:ink>
</file>

<file path=ppt/ink/ink6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0T13:10:59.805"/>
    </inkml:context>
    <inkml:brush xml:id="br0">
      <inkml:brushProperty name="width" value="0.1" units="cm"/>
      <inkml:brushProperty name="height" value="0.1" units="cm"/>
      <inkml:brushProperty name="color" value="#E71224"/>
    </inkml:brush>
  </inkml:definitions>
  <inkml:trace contextRef="#ctx0" brushRef="#br0">0 0 8192,'0'5'18022,"0"5"-18022,0 6 0,5-1 0,0 3 0,5 1 0,1 3 0,-3 2 0,3-4 0,-1-4 0</inkml:trace>
</inkml:ink>
</file>

<file path=ppt/ink/ink6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0T13:11:02.228"/>
    </inkml:context>
    <inkml:brush xml:id="br0">
      <inkml:brushProperty name="width" value="0.1" units="cm"/>
      <inkml:brushProperty name="height" value="0.1" units="cm"/>
      <inkml:brushProperty name="color" value="#E71224"/>
    </inkml:brush>
  </inkml:definitions>
  <inkml:trace contextRef="#ctx0" brushRef="#br0">3 117 8192,'-1'113'5311,"-1"33"4474,6-50-6859,-3-84-2926,1 1 0,1-1 0,0 1 0,0-1 0,1 0 0,1-1 0,0 1 0,12 19 0,-16-28 0,1 1 0,0-1 0,1 0 0,-1 0 0,0 0 0,1 0 0,0 0 0,-1 0 0,1-1 0,0 0 0,1 1 0,-1-1 0,0 0 0,1 0 0,-1-1 0,1 1 0,-1-1 0,1 0 0,0 0 0,-1 0 0,1 0 0,0 0 0,0-1 0,0 0 0,0 0 0,0 0 0,-1 0 0,1-1 0,0 1 0,0-1 0,6-2 0,1-2-698,-1-1 1,1 0-1,-1 0 1,0-1 0,0-1-1,-1 1 1,0-1-1,0-1 1,14-18 0,5-11-3914,28-50 0,-38 58 4011,-7 10 446,0-1 1,-1 1 0,-2-1 0,0-1-1,-1 0 1,-1 0 0,3-26 0,-11 92 313,2 160 2476,2-197-2561,-1 0-1,1 0 0,1 0 1,-1 0-1,1 0 0,0 0 1,1-1-1,0 1 0,0-1 0,0 0 1,10 10-1,-1-2-61,0-1 0,2 0 1,22 16-1,-28-25-176,0 0 0,0 0 1,1-1-1,-1 0 0,1-1 1,0 0-1,0 0 1,0-1-1,0 0 0,0-1 1,0 0-1,0-1 0,0 0 1,0-1-1,-1 0 0,1 0 1,0-1-1,-1 0 0,1-1 1,-1 0-1,0 0 0,11-8 1,-9 2 162,-1-1 0,0-1 0,0 0 0,-1 0 0,-1 0 0,0-1 0,0-1 0,-2 1 0,0-1 0,6-20 0,2-16 0,13-89 0,0-2 0,-23 129 0,8-42 0,-12 52 0,0 0 0,1-1 0,-1 1 0,-34-35 15018,26 46-12014</inkml:trace>
</inkml:ink>
</file>

<file path=ppt/ink/ink6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0T13:11:03.612"/>
    </inkml:context>
    <inkml:brush xml:id="br0">
      <inkml:brushProperty name="width" value="0.1" units="cm"/>
      <inkml:brushProperty name="height" value="0.1" units="cm"/>
      <inkml:brushProperty name="color" value="#E71224"/>
    </inkml:brush>
  </inkml:definitions>
  <inkml:trace contextRef="#ctx0" brushRef="#br0">0 0 8192,'1'5'577,"0"0"0,0 0 1,0-1-1,0 1 0,1-1 1,0 1-1,0-1 0,0 0 1,0 0-1,1 0 0,-1 0 0,1 0 1,0 0-1,0 0 0,6 4 1,59 46 8100,-62-49-8571,27 14-107,1-1 0,0-1 0,1-2 0,56 16 0,25 11 0,-21-7 0,140 34 0,-229-68 0,0 0 0,0-1 0,0 1 0,0-1 0,0-1 0,0 1 0,0-1 0,-1 0 0,1 0 0,0 0 0,0-1 0,0 0 0,-1 0 0,1-1 0,-1 1 0,0-1 0,7-5 0,9-8 0,-1 0 0,34-35 0,3-4 0,-40 42 0,0 0 0,0 0 0,1 2 0,1 0 0,0 1 0,0 1 0,1 1 0,0 1 0,1 0 0,40-6 0,-55 12-9,46-7-2384,64 0-1,-96 8 1743,-1 1 0,0 1 0,0 0 0,0 2 0,0 0 1,33 13-1,-19-2-588,-1 1 1,0 1-1,-2 2 1,0 1-1,-1 2 0,46 44 1,-68-61 1733,0 1 1,1-1-1,-1 0 0,1-1 1,0 0-1,0 0 1,1-1-1,-1 0 0,0-1 1,1 1-1,0-2 1,13 2-1,13-1 4318,67-4 1,-37-1-3355,76 0-2324,71-7-6291,30-2-1319,-81 10 7652,-57 1 634,96 1 125,-165 3 75,0 0 1,0 2-1,51 15 1,-29 0-99,-43-14 170,0-1 0,1 0 0,0-1 0,0 0 1,0-1-1,18 0 0,342-3 1060,-160-2-1516,-164-2 1690,-40 3-276,-1-1 1,-1-1 0,1 0 0,0 0-1,-1-1 1,1-1 0,-1 1 0,0-1-1,-1-1 1,1 1 0,9-10 0,21-31 1456,-29 31-2435,0 0 0,1 2 0,1-1 0,0 1 0,1 1 0,21-17 0,-17 19-63</inkml:trace>
</inkml:ink>
</file>

<file path=ppt/ink/ink6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0T13:11:04.813"/>
    </inkml:context>
    <inkml:brush xml:id="br0">
      <inkml:brushProperty name="width" value="0.1" units="cm"/>
      <inkml:brushProperty name="height" value="0.1" units="cm"/>
      <inkml:brushProperty name="color" value="#E71224"/>
    </inkml:brush>
  </inkml:definitions>
  <inkml:trace contextRef="#ctx0" brushRef="#br0">98 238 8192,'-6'-25'15316,"3"20"-14295,-3 0 664,-22-8-1685,22 11 0,1 0 0,-1-1 0,0 0 0,1 0 0,-1 0 0,-5-5 0,10 7 0,0 0 0,0 0 0,1 0 0,-1 0 0,0 0 0,0 0 0,1 0 0,-1-1 0,1 1 0,-1 0 0,1 0 0,-1-1 0,1 1 0,0 0 0,-1-1 0,1 1 0,0 0 0,0-1 0,0 1 0,0 0 0,1-1 0,-1 1 0,0 0 0,0-1 0,1 1 0,-1 0 0,1 0 0,-1-1 0,1 1 0,-1 0 0,1 0 0,0 0 0,0 0 0,1-2 0,15-20-2589,1 0 1,2 1 0,35-31-1</inkml:trace>
</inkml:ink>
</file>

<file path=ppt/ink/ink6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0T13:11:05.452"/>
    </inkml:context>
    <inkml:brush xml:id="br0">
      <inkml:brushProperty name="width" value="0.1" units="cm"/>
      <inkml:brushProperty name="height" value="0.1" units="cm"/>
      <inkml:brushProperty name="color" value="#E71224"/>
    </inkml:brush>
  </inkml:definitions>
  <inkml:trace contextRef="#ctx0" brushRef="#br0">173 44 8192,'-1'3'1262,"-1"1"0,0-1 1,0 0-1,0 1 0,-11 10 5050,10-11-5050,0-1 0,-5 4 1,-6 6 349,-95 108-1612,96-111 0,13-17 0,16-23 0,6 3 0,1 0 0,1 1 0,1 1 0,52-40 0,-60 54 0</inkml:trace>
</inkml:ink>
</file>

<file path=ppt/ink/ink6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0T13:11:09.763"/>
    </inkml:context>
    <inkml:brush xml:id="br0">
      <inkml:brushProperty name="width" value="0.1" units="cm"/>
      <inkml:brushProperty name="height" value="0.1" units="cm"/>
      <inkml:brushProperty name="color" value="#E71224"/>
    </inkml:brush>
  </inkml:definitions>
  <inkml:trace contextRef="#ctx0" brushRef="#br0">0 0 8192,'29'0'17858,"-27"0"-17694,15 1-164,1 1 0,-1 0 0,0 1 0,0 1 0,22 8 0,84 37 0,-59-21 0,187 63 0,-222-85 0,0 0 0,1-2 0,0-2 0,0 0 0,0-2 0,35-4 0,23 1 0,-58 1 0,-1-2 0,0 0 0,0-2 0,0-1 0,-1-1 0,0-2 0,36-17 0,-55 22 0,0 0 0,-1 0 0,0-1 0,13-12 0,-14 12 0,-1 0 0,1 0 0,0 1 0,1 0 0,-1 0 0,1 1 0,9-4 0,60-11-2440,-34 13-1688,0 3-1,51 3 0,-72 0 3297,-1 2 484,-1 0 1,1 2-1,-1 0 1,0 2-1,0 0 1,25 11-1,21 7 417,-28-14-69,61 8 0,-75-15 0,0 0 0,0 2 0,0 1 0,-1 0 0,0 2 0,-1 1 0,25 12 0,-28-10 490,1 0 0,0-2 0,1-1 0,0 0 0,1-1 1,33 5-1,-11-6 374,0-2 0,58-2 0,438-3-6887,-527 2 6023,0 1 0,0 0 0,0 1 0,0 1 0,0 0 0,-1 1 0,1 0 0,13 8 0,-13-6 0,0-1 0,1 0 0,-1-1 0,1-1 0,0 0 0,0-1 0,18 2 0,36-5 0,0-2 0,104-18 0,-96 13 0,0 3 0,86 7 0,-29 0 0,-128-3 0,117 0 0,198-24 0,-231 1 0,-71 20 0</inkml:trace>
</inkml:ink>
</file>

<file path=ppt/ink/ink6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0T13:11:11.897"/>
    </inkml:context>
    <inkml:brush xml:id="br0">
      <inkml:brushProperty name="width" value="0.1" units="cm"/>
      <inkml:brushProperty name="height" value="0.1" units="cm"/>
      <inkml:brushProperty name="color" value="#E71224"/>
    </inkml:brush>
  </inkml:definitions>
  <inkml:trace contextRef="#ctx0" brushRef="#br0">250 1 8192,'-26'4'2277,"-15"13"5655,9-5-2671,-1-3-4119,20-6-932,0 0 0,0 0 0,1 2 0,0-1-1,-16 10 1,26-13-206,0 0 0,1 0 0,-1 1 0,0-1 0,0 0 0,1 1 0,-1 0 0,1-1 0,0 1 0,-1 0 0,1 0 0,0 0 0,0 0 0,0 0 0,0 0-1,0 0 1,1 0 0,-1 0 0,1 0 0,-1 0 0,1 1 0,0-1 0,0 0 0,0 0 0,0 1 0,0-1 0,0 0 0,1 0 0,-1 0 0,1 0 0,-1 1 0,1-1 0,0 0 0,0 0 0,0 0 0,0 0 0,2 2 0,15 28-4,3 0 0,0-2 0,2 0 0,1-1 0,2-1 0,0-2 0,49 38 0,-61-55 0</inkml:trace>
</inkml:ink>
</file>

<file path=ppt/ink/ink6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0T13:11:12.458"/>
    </inkml:context>
    <inkml:brush xml:id="br0">
      <inkml:brushProperty name="width" value="0.1" units="cm"/>
      <inkml:brushProperty name="height" value="0.1" units="cm"/>
      <inkml:brushProperty name="color" value="#E71224"/>
    </inkml:brush>
  </inkml:definitions>
  <inkml:trace contextRef="#ctx0" brushRef="#br0">1 0 8192,'17'2'2041,"1"1"0,-1 0 1,0 1-1,0 1 0,-1 1 1,1 0-1,24 14 0,19 6-349,83 27-1692,-3 6 0,208 121 0,-280-137 0,2-4 0,1-3 0,2-3 0,79 25 0,-134-52 0,46 12 0,-61-17 0,1-1 0,0 1 0,-1-1 0,1 1 0,0-1 0,0 0 0,0 0 0,-1-1 0,1 1 0,0-1 0,0 1 0,6-4 0,1-4 0</inkml:trace>
</inkml:ink>
</file>

<file path=ppt/ink/ink6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0T13:11:12.909"/>
    </inkml:context>
    <inkml:brush xml:id="br0">
      <inkml:brushProperty name="width" value="0.1" units="cm"/>
      <inkml:brushProperty name="height" value="0.1" units="cm"/>
      <inkml:brushProperty name="color" value="#E71224"/>
    </inkml:brush>
  </inkml:definitions>
  <inkml:trace contextRef="#ctx0" brushRef="#br0">3 0 8192,'3'2'1249,"1"0"-1,-1 0 1,1 0 0,-1 1 0,0-1 0,0 1 0,0 0 0,0 0-1,0 0 1,-1 0 0,1 0 0,-1 0 0,4 7 0,-2-3-711,39 54-538,3-2 0,68 69 0,-89-103 0,31 38 0,-50-56 0,-1 1 0,0-1 0,0 1 0,0 0 0,-1 0 0,0 1 0,-1-1 0,0 1 0,0 0 0,2 16 0,-4-22 0,-1 0 0,0-1 0,0 1 0,0 0 0,-1 0 0,1 0 0,-1-1 0,0 1 0,1 0 0,-1-1 0,0 1 0,-1 0 0,1-1 0,0 0 0,-1 1 0,1-1 0,-1 0 0,0 1 0,0-1 0,0 0 0,0 0 0,0-1 0,0 1 0,0 0 0,-1-1 0,1 1 0,-1-1 0,1 0 0,-1 0 0,1 0 0,-1 0 0,0 0 0,1 0 0,-6 0 0,-10 1 0,0 0 0,0-1 0,-1-1 0,-23-2 0,13 0 0,5 1-1671,0 1 1,0 1-1,0 1 1,-45 10-1,52-7 672</inkml:trace>
</inkml:ink>
</file>

<file path=ppt/ink/ink6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0T13:12:18.248"/>
    </inkml:context>
    <inkml:brush xml:id="br0">
      <inkml:brushProperty name="width" value="0.1" units="cm"/>
      <inkml:brushProperty name="height" value="0.1" units="cm"/>
      <inkml:brushProperty name="color" value="#E71224"/>
    </inkml:brush>
  </inkml:definitions>
  <inkml:trace contextRef="#ctx0" brushRef="#br0">194 1 8192,'-5'53'2616,"3"-43"-1113,0 0 1,-1 0-1,-1 0 1,0 0-1,0-1 1,-1 0-1,0 0 1,-12 17-1,-12 8 372,-68 74-1875,95-107 0,1 1 0,0-1 0,-1 1 0,1-1 0,0 1 0,0 0 0,0 0 0,0-1 0,0 1 0,0 0 0,0 0 0,1 0 0,-1 0 0,1 0 0,-1 0 0,1 0 0,0 0 0,0 0 0,0 0 0,0 3 0,1-4 0,0 1 0,-1-1 0,1 0 0,0 1 0,0-1 0,0 0 0,0 0 0,1 0 0,-1 0 0,0 0 0,0 0 0,1 0 0,-1-1 0,0 1 0,1 0 0,-1-1 0,1 1 0,-1-1 0,1 1 0,1-1 0,13 3 0,0-1 0,0-1 0,0-1 0,18-1 0,-20 0 0,117 1-5543,-15 0-1157,-40-3 6176,-73 2 1638,1 1 0,0-1-1,0 0 1,0 1-1,-1-2 1,1 1 0,0 0-1,3-3 1,8-7-131,-5-12-3737,-9 19 2233,-1 1 1,0 0-1,0-1 0,0 1 1,0 0-1,-1-1 0,0 1 1,1 0-1,-1 0 0,0-1 1,0 1-1,-3-3 0,-16-25 1659,-139-120-9014,142 137 7876</inkml:trace>
</inkml:ink>
</file>

<file path=ppt/ink/ink6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0T13:12:19.472"/>
    </inkml:context>
    <inkml:brush xml:id="br0">
      <inkml:brushProperty name="width" value="0.1" units="cm"/>
      <inkml:brushProperty name="height" value="0.1" units="cm"/>
      <inkml:brushProperty name="color" value="#E71224"/>
    </inkml:brush>
  </inkml:definitions>
  <inkml:trace contextRef="#ctx0" brushRef="#br0">182 47 8192,'-8'31'2661,"-22"17"6091,12-21-4715,9-14-3504,-1 1 0,0-1 0,-17 15-1,18-20-477,0 1 0,1 0 0,1 0 1,-1 1-1,2 0 0,-1 0 0,-8 18 0,15-27-55,0 0 0,0-1 0,0 1 0,0-1 0,0 1 0,0 0 0,0-1 0,0 1 0,0-1 0,0 1 0,0 0 0,1-1 0,-1 1 0,0-1 0,0 1 0,1-1 0,-1 1 0,0-1 0,1 1 0,-1-1 0,0 1 0,1-1 0,-1 1 0,1-1 0,-1 0 0,1 1 0,-1-1 0,1 1 0,-1-1 0,1 0 0,-1 0 0,1 1 0,-1-1 0,1 0 0,-1 0 0,1 0 0,0 0 0,-1 0 0,1 1 0,-1-1 0,1 0 0,0-1 0,32 3 0,-29-2 0,251-2-7002,-6 0-1564,-242 2 8257,1 0 1,-1-1-1,0 1 1,1-2-1,-1 1 1,10-4-1,-16 5 303,0-1-1,1 1 1,-1-1-1,0 1 1,0-1-1,0 0 0,0 0 1,0 1-1,0-1 1,0 0-1,0 0 1,0 0-1,-1 0 1,1 0-1,0 0 1,0 0-1,-1 0 0,1-1 1,-1 1-1,1 0 1,-1 0-1,0-1 1,1 1-1,-1 0 1,0 0-1,0-1 1,0 1-1,0 0 0,0-1 1,0 1-1,0 0 1,0 0-1,0-1 1,-1 1-1,1 0 1,0 0-1,-1-1 1,1 1-1,-1 0 0,0 0 1,1 0-1,-1 0 1,0 0-1,-1-2 1,-6-8 90,-1-1 0,0 2 0,-1-1 0,0 1 0,0 1 0,-1 0 0,0 0 0,0 1 0,-21-10 0,-120-53 1499,148 69-1530,-171-60-2449,101 42 5112,41 12-2156</inkml:trace>
</inkml:ink>
</file>

<file path=ppt/ink/ink6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0T13:12:22.534"/>
    </inkml:context>
    <inkml:brush xml:id="br0">
      <inkml:brushProperty name="width" value="0.1" units="cm"/>
      <inkml:brushProperty name="height" value="0.1" units="cm"/>
      <inkml:brushProperty name="color" value="#E71224"/>
    </inkml:brush>
  </inkml:definitions>
  <inkml:trace contextRef="#ctx0" brushRef="#br0">1 280 8192,'35'33'9652,"1"0"-4659,27 23-1925,-17-4-2731,-39-42-339,0-1 0,0 0 0,1 0 0,1-1-1,-1 0 1,1-1 0,0 1 0,1-2-1,0 1 1,0-1 0,0-1 0,12 5 0,-19-10-27,0 1-1,0-1 1,-1 0 0,1 0 0,0-1 0,0 1 0,-1 0 0,1-1 0,0 0 0,-1 1 0,1-1 0,0 0 0,-1-1-1,0 1 1,1 0 0,-1-1 0,0 1 0,1-1 0,-1 0 0,3-3 0,41-49-1260,-30 34 713,53-62 289,135-133-11868,-105 132 10089,-67 54 1555,24-15-16,-39 35 527</inkml:trace>
</inkml:ink>
</file>

<file path=ppt/ink/ink6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0T13:12:27.731"/>
    </inkml:context>
    <inkml:brush xml:id="br0">
      <inkml:brushProperty name="width" value="0.1" units="cm"/>
      <inkml:brushProperty name="height" value="0.1" units="cm"/>
      <inkml:brushProperty name="color" value="#E71224"/>
    </inkml:brush>
  </inkml:definitions>
  <inkml:trace contextRef="#ctx0" brushRef="#br0">0 78 8192,'40'1'4511,"63"-2"6036,-34-3-7583,313-26-4778,694-11-11434,-615 38 10492,-232 4 2635,621 5-11,-1 34 181,939 18-49,-75-58 0,-1351 13 0,6 0 0,-171-14 5085,79 1 5398,-249 0-9240</inkml:trace>
</inkml:ink>
</file>

<file path=ppt/ink/ink6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5T14:49:49.675"/>
    </inkml:context>
    <inkml:brush xml:id="br0">
      <inkml:brushProperty name="width" value="0.1" units="cm"/>
      <inkml:brushProperty name="height" value="0.1" units="cm"/>
      <inkml:brushProperty name="color" value="#E71224"/>
    </inkml:brush>
  </inkml:definitions>
  <inkml:trace contextRef="#ctx0" brushRef="#br0">1 208 8192,'118'0'5570,"207"-1"3272,0-14-5232,451 2-10660,-475 16 3954,566-3-4780,-817-3 11045,57-9 0,-23 1-688,-39 7-96,125-12 1904,1 9-5977,384-32 4917,-281 13-5030,2 14-5495,-268 12 7289,446-14-7923,207 1 7930,-405 15 0,6 1 2235,273-6 4369,-390-9-3020,50-2 2015,1289 15-15969,-1319-2 11542,183 3 8026,-65 23-17124,-259-25 7012</inkml:trace>
</inkml:ink>
</file>

<file path=ppt/ink/ink6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0T13:36:52.504"/>
    </inkml:context>
    <inkml:brush xml:id="br0">
      <inkml:brushProperty name="width" value="0.1" units="cm"/>
      <inkml:brushProperty name="height" value="0.1" units="cm"/>
      <inkml:brushProperty name="color" value="#E71224"/>
    </inkml:brush>
  </inkml:definitions>
  <inkml:trace contextRef="#ctx0" brushRef="#br0">1 109 8192,'15'-1'3419,"0"-1"0,1 0 0,18-6 0,38-5 927,39 10-6684,56 4-5734,-32 1 3012,-133-2 4999,32 0-562,0-1 0,0-1 1,52-11-1,-60 9 623,0 0 0,0 2 0,36 1 0,-34 2 0,-1-2 0,50-8 0,-10 0 0,0 2 0,1 3 0,92 7 0,-34-1 0,-76-2 0,-4 2 0,0-3 0,-1-2 0,58-11 0,-53 7 0,2 1 0,-1 3 0,87 6 0,-27 0 0,1788-3 10165,-1817 0-3827,0 0-4006,164 0-5621,-224 0 5765</inkml:trace>
</inkml:ink>
</file>

<file path=ppt/ink/ink6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0T13:36:54.218"/>
    </inkml:context>
    <inkml:brush xml:id="br0">
      <inkml:brushProperty name="width" value="0.1" units="cm"/>
      <inkml:brushProperty name="height" value="0.1" units="cm"/>
      <inkml:brushProperty name="color" value="#E71224"/>
    </inkml:brush>
  </inkml:definitions>
  <inkml:trace contextRef="#ctx0" brushRef="#br0">1 78 8192,'30'-1'13736,"-9"-3"-9450,70-8-4997,0 3 0,1 4 0,112 8 1,-48 0 197,1341-3-14153,-177 0 14666,-1111-14 0,-7 1 0,980 14 0,-1000-15 0,5 1 0,-90 14-744,36-1 19510</inkml:trace>
</inkml:ink>
</file>

<file path=ppt/ink/ink6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0T13:36:55.583"/>
    </inkml:context>
    <inkml:brush xml:id="br0">
      <inkml:brushProperty name="width" value="0.1" units="cm"/>
      <inkml:brushProperty name="height" value="0.1" units="cm"/>
      <inkml:brushProperty name="color" value="#E71224"/>
    </inkml:brush>
  </inkml:definitions>
  <inkml:trace contextRef="#ctx0" brushRef="#br0">0 0 8192,'440'0'13830,"-221"0"-9638,549 0-4192,-741 0 0</inkml:trace>
</inkml:ink>
</file>

<file path=ppt/ink/ink6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0T13:36:57.271"/>
    </inkml:context>
    <inkml:brush xml:id="br0">
      <inkml:brushProperty name="width" value="0.1" units="cm"/>
      <inkml:brushProperty name="height" value="0.1" units="cm"/>
      <inkml:brushProperty name="color" value="#E71224"/>
    </inkml:brush>
  </inkml:definitions>
  <inkml:trace contextRef="#ctx0" brushRef="#br0">0 105 8192,'180'-11'16337,"-135"6"-14652,312-10-3270,-92 9-776,261-18-8008,-228 12 6662,653 4 3707,-547 11 0,1808-3 559,-2129-4-1071,-1-5 3288,86-4 9345,10 14-9043,-157-1-3078</inkml:trace>
</inkml:ink>
</file>

<file path=ppt/ink/ink6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0T13:37:00.204"/>
    </inkml:context>
    <inkml:brush xml:id="br0">
      <inkml:brushProperty name="width" value="0.1" units="cm"/>
      <inkml:brushProperty name="height" value="0.1" units="cm"/>
      <inkml:brushProperty name="color" value="#E71224"/>
    </inkml:brush>
  </inkml:definitions>
  <inkml:trace contextRef="#ctx0" brushRef="#br0">32 0 8192,'1'31'3706,"-1"23"7112,-5-18-7320,0-18-3737,-15 79-5664,19-89 5016,0 1-1,1-1 0,0 0 1,0 1-1,0-1 0,1 0 1,1 1-1,-1-1 0,5 10 0,-6-16 827,1 0-1,0 0 0,0 0 0,0-1 1,0 1-1,1 0 0,-1-1 1,0 1-1,1-1 0,-1 1 0,1-1 1,-1 0-1,1 1 0,2 0 0,-1-1 388,0 0 0,0 0-1,0 0 1,0 0-1,0 0 1,0-1-1,1 0 1,-1 1 0,0-1-1,1 0 1,-1-1-1,0 1 1,4-1-1,9-3 2304,0-1-1,0 0 1,24-13-1,-22 10-1755,-12 6-873,-1-1 0,0 0 0,0 0 0,0 0 0,0-1 0,-1 0 0,1 0 0,-1 0 0,0 0 0,0-1 0,-1 0 0,6-7 0,-8 10 0,0 0 0,0 0 0,0 0 0,0 0 0,-1-1 0,1 1 0,0 0 0,-1 0 0,0 0 0,1-1 0,-1 1 0,0 0 0,0 0 0,0-1 0,0 1 0,-1 0 0,1 0 0,-1-1 0,1 1 0,-1 0 0,0 0 0,0 0 0,0 0 0,0 0 0,0 0 0,0 0 0,-1 0 0,1 1 0,0-1 0,-1 0 0,0 1 0,1-1 0,-1 1 0,0-1 0,-2 0 0,-51-34-352,27 18 204,0 0 0,2-2-1,-32-31 1,40 32 708</inkml:trace>
</inkml:ink>
</file>

<file path=ppt/ink/ink6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0T13:37:01.414"/>
    </inkml:context>
    <inkml:brush xml:id="br0">
      <inkml:brushProperty name="width" value="0.1" units="cm"/>
      <inkml:brushProperty name="height" value="0.1" units="cm"/>
      <inkml:brushProperty name="color" value="#E71224"/>
    </inkml:brush>
  </inkml:definitions>
  <inkml:trace contextRef="#ctx0" brushRef="#br0">132 1 8192,'-1'12'2648,"-1"0"-1,0 0 1,0 0 0,-2-1 0,-7 22 0,-1 0-513,-2 7-2135,-30 59 0,9-24 0,34-74 0,1 0 0,-1 1 0,1-1 0,-1 0 0,1 0 0,0 1 0,-1-1 0,1 0 0,0 1 0,0-1 0,0 1 0,0-1 0,0 0 0,0 1 0,0-1 0,1 0 0,-1 1 0,0-1 0,1 0 0,-1 0 0,1 1 0,0-1 0,-1 0 0,1 0 0,0 0 0,-1 0 0,1 0 0,0 0 0,0 0 0,0 0 0,0 0 0,0 0 0,0 0 0,1 0 0,-1-1 0,0 1 0,0-1 0,0 1 0,1 0 0,-1-1 0,0 0 0,1 1 0,-1-1 0,0 0 0,1 0 0,-1 0 0,2 0 0,11 2 0,0-1 0,0 0 0,24-3 0,-24 2 0,14-1-307,-14 2-386,-1-1 0,1-1 0,-1 0 0,0-1 0,1-1 1,14-4-1,-24 6 570,-1-1 0,0 1 0,0-1 1,0 0-1,0 0 0,-1 0 0,1 0 1,0-1-1,-1 1 0,1-1 0,-1 0 1,0 1-1,0-1 0,0 0 0,-1 0 1,1 0-1,0 0 0,-1-1 1,0 1-1,0 0 0,0-1 0,0 1 1,-1-1-1,1 1 0,-1-1 0,0 1 1,0-1-1,0 1 0,-1-4 0,0-2-183,-1 0 0,0 0 0,0 0 0,-1 0 0,0 0 0,-1 1 0,0 0 0,0 0 0,-1 0 0,0 0-1,0 0 1,-1 1 0,1 0 0,-11-8 0,-8-8-1224,-1 1-1,-41-28 1,44 34 1530</inkml:trace>
</inkml:ink>
</file>

<file path=ppt/ink/ink6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0T13:41:40.682"/>
    </inkml:context>
    <inkml:brush xml:id="br0">
      <inkml:brushProperty name="width" value="0.1" units="cm"/>
      <inkml:brushProperty name="height" value="0.1" units="cm"/>
      <inkml:brushProperty name="color" value="#E71224"/>
    </inkml:brush>
  </inkml:definitions>
  <inkml:trace contextRef="#ctx0" brushRef="#br0">1 1 8192,'6'0'605,"0"1"0,0 0 0,0 1 0,0-1 1,-1 1-1,1 0 0,0 1 0,-1-1 0,1 1 1,-1 0-1,8 7 0,53 46 8528,-56-46-8752,283 284 242,-255-250-519,-2 2-1,-3 1 1,-1 2 0,-3 0 0,28 64 0,-48-92-104,-1 0 0,0 0 0,-2 1 0,0 0 0,-2 1 0,0-1 0,-1 1 0,-1 41 0,-2-62 0,-1 1 0,1-1 0,0 0 0,-1 0 0,0 1 0,1-1 0,-1 0 0,0 0 0,0 0 0,0 0 0,-1 0 0,1 0 0,0 0 0,-1 0 0,1 0 0,-1 0 0,0-1 0,1 1 0,-1-1 0,0 1 0,0-1 0,0 0 0,0 0 0,0 0 0,0 0 0,-1 0 0,1 0 0,0 0 0,0-1 0,-1 1 0,1-1 0,-5 1 0,3-1 0,0 0 0,0 0 0,0-1 0,0 1 0,0-1 0,0 0 0,1 0 0,-1 0 0,0-1 0,0 1 0,1-1 0,-1 0 0,1 0 0,-1 0 0,1 0 0,0-1 0,0 1 0,-5-5 0,-5-10 0</inkml:trace>
</inkml:ink>
</file>

<file path=ppt/ink/ink6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0T13:41:41.134"/>
    </inkml:context>
    <inkml:brush xml:id="br0">
      <inkml:brushProperty name="width" value="0.1" units="cm"/>
      <inkml:brushProperty name="height" value="0.1" units="cm"/>
      <inkml:brushProperty name="color" value="#E71224"/>
    </inkml:brush>
  </inkml:definitions>
  <inkml:trace contextRef="#ctx0" brushRef="#br0">624 0 8192,'-10'12'439,"1"0"1,1 0 0,0 1 0,0 0-1,-5 15 1,1-3-107,-200 344-141,175-314-153,-2-3-1,-3-1 1,-2-2-1,-75 66 1,69-65 4530,37-34-3655</inkml:trace>
</inkml:ink>
</file>

<file path=ppt/ink/ink6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0T13:41:41.589"/>
    </inkml:context>
    <inkml:brush xml:id="br0">
      <inkml:brushProperty name="width" value="0.1" units="cm"/>
      <inkml:brushProperty name="height" value="0.1" units="cm"/>
      <inkml:brushProperty name="color" value="#E71224"/>
    </inkml:brush>
  </inkml:definitions>
  <inkml:trace contextRef="#ctx0" brushRef="#br0">0 79 8192,'10'-1'2403,"0"0"-1,0-1 1,0 0 0,14-5 0,14-3 2359,56-13-4438,-61 14-93,1 1-1,0 2 0,53-3 1,-60 9-231,-4 0 0</inkml:trace>
</inkml:ink>
</file>

<file path=ppt/ink/ink6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0T13:41:42.067"/>
    </inkml:context>
    <inkml:brush xml:id="br0">
      <inkml:brushProperty name="width" value="0.1" units="cm"/>
      <inkml:brushProperty name="height" value="0.1" units="cm"/>
      <inkml:brushProperty name="color" value="#E71224"/>
    </inkml:brush>
  </inkml:definitions>
  <inkml:trace contextRef="#ctx0" brushRef="#br0">1 43 8192,'4'0'18022,"6"0"-18022,6 0 0,8 0 0,5 0 0,7 0 0,0 0 0,0 0 0,-3 0 0,-3 0 0,-1-4 0,-2-2 0,0 0 0,-2 2 0,0 0 0,-4-2 0,-1-1 0,-5 2 0</inkml:trace>
</inkml:ink>
</file>

<file path=ppt/ink/ink6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0T13:41:43.348"/>
    </inkml:context>
    <inkml:brush xml:id="br0">
      <inkml:brushProperty name="width" value="0.1" units="cm"/>
      <inkml:brushProperty name="height" value="0.1" units="cm"/>
      <inkml:brushProperty name="color" value="#E71224"/>
    </inkml:brush>
  </inkml:definitions>
  <inkml:trace contextRef="#ctx0" brushRef="#br0">0 1 8192,'1'432'14771,"-2"-147"-11520,4-305-3874,-1 1 1,2-1 0,1 1 0,0 0 0,1 0 0,10-20-1,16-20-4373,-18 31 4996</inkml:trace>
</inkml:ink>
</file>

<file path=ppt/ink/ink6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0T13:41:43.550"/>
    </inkml:context>
    <inkml:brush xml:id="br0">
      <inkml:brushProperty name="width" value="0.1" units="cm"/>
      <inkml:brushProperty name="height" value="0.1" units="cm"/>
      <inkml:brushProperty name="color" value="#E71224"/>
    </inkml:brush>
  </inkml:definitions>
  <inkml:trace contextRef="#ctx0" brushRef="#br0">1 140 8192,'31'-10'13377,"-7"0"-8732,265-43-4645,-167 35 0,152-20 0,-248 33 0,-7-1 0</inkml:trace>
</inkml:ink>
</file>

<file path=ppt/ink/ink6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0T13:41:43.846"/>
    </inkml:context>
    <inkml:brush xml:id="br0">
      <inkml:brushProperty name="width" value="0.1" units="cm"/>
      <inkml:brushProperty name="height" value="0.1" units="cm"/>
      <inkml:brushProperty name="color" value="#E71224"/>
    </inkml:brush>
  </inkml:definitions>
  <inkml:trace contextRef="#ctx0" brushRef="#br0">106 0 8192,'-6'17'1902,"0"-1"0,1 1 0,1 0 0,-4 27 0,-2 11-2060,-11 33-1924,4 1 1,4 1 0,-2 154 0,15-241 2655,1 78 1657,0-49 9539,12-74-8891,-5 20-3338,15-46 459,-10 37 0</inkml:trace>
</inkml:ink>
</file>

<file path=ppt/ink/ink6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0T13:41:44.235"/>
    </inkml:context>
    <inkml:brush xml:id="br0">
      <inkml:brushProperty name="width" value="0.1" units="cm"/>
      <inkml:brushProperty name="height" value="0.1" units="cm"/>
      <inkml:brushProperty name="color" value="#E71224"/>
    </inkml:brush>
  </inkml:definitions>
  <inkml:trace contextRef="#ctx0" brushRef="#br0">0 1 8192,'68'1'9725,"-5"6"-4317,-44-3-5032,0 0 0,-1 2 0,0 0 0,33 15 0,-3 3-48,56 38-1,-91-53-291,0 0-1,-2 0 0,1 2 1,-1-1-1,0 1 0,-1 1 1,0 0-1,-1 0 0,9 19 1,-13-20-36,-1 0 0,-1 0 0,0 0 0,0 1 0,-1 0 0,-1-1 0,0 1 0,-1 17 0,-1 3 0,-11 59 0,9-79 0,0 0 0,-1 0 0,-1-1 0,0 1 0,-1-1 0,0 0 0,-10 13 0,-6 13 0,21-36 0,0 0 0,1 0 0,-1 0 0,0 0 0,1 0 0,-1 1 0,1-1 0,-1 0 0,1 0 0,0 1 0,-1-1 0,1 0 0,0 0 0,0 1 0,0-1 0,0 0 0,0 1 0,0-1 0,0 0 0,1 1 0,-1-1 0,0 0 0,1 0 0,-1 1 0,1-1 0,-1 0 0,2 2 0,0-1 0,0-1 0,0 1 0,0-1 0,0 0 0,0 0 0,0 0 0,0 0 0,1 0 0,-1 0 0,0 0 0,0-1 0,1 1 0,4-1 0,5 1 0,1 0 0,0-2 0,-1 1 0,24-6 0,-4-3 0,0-1 0,53-26 0,-48 19 0,-4 3 0</inkml:trace>
</inkml:ink>
</file>

<file path=ppt/ink/ink6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0T13:41:44.790"/>
    </inkml:context>
    <inkml:brush xml:id="br0">
      <inkml:brushProperty name="width" value="0.1" units="cm"/>
      <inkml:brushProperty name="height" value="0.1" units="cm"/>
      <inkml:brushProperty name="color" value="#E71224"/>
    </inkml:brush>
  </inkml:definitions>
  <inkml:trace contextRef="#ctx0" brushRef="#br0">456 787 8192,'3'-1'692,"0"1"1,0-1-1,0 0 0,0 0 1,0 0-1,0 0 1,0-1-1,-1 1 0,1-1 1,0 0-1,-1 1 1,1-1-1,-1 0 0,3-3 1,32-37 6486,-29 32-6722,142-155-1394,-97 112 332,-3-2 0,-3-3 1,65-100-1,-90 116 149,26-56-8444,-28 55 9956,2 3 9639,-22 41-10660,0-1 1,0 0-1,0 0 1,0 0 0,0 0-1,0 0 1,0 0-1,1 0 1,-1 0 0,0 0-1,0 0 1,0 0-1,0 0 1,0 0-1,0 0 1,1-1 320,-1 1-320,2 17 524,-1 20-1120,-45 339-1528,9-104 820,-18 171-3768,4-34-2427,24-136 5296,-20 143 2167,11-125 0,33-272 230,-2 0 0,0-1-1,-2 1 1,1-1 0,-2 0 0,-8 18 0,12-33-180,1 0 0,-1-1 0,0 1-1,0 0 1,0 0 0,0-1 0,0 1 0,0-1 0,-1 0 0,1 0-1,-1 1 1,0-2 0,1 1 0,-1 0 0,0 0 0,0-1 0,-4 2-1,4-3-50,-1 0-1,0 0 1,1 0-1,-1 0 1,1-1-1,-1 1 1,1-1-1,-1 0 1,1 0-1,-1 0 0,1 0 1,0-1-1,0 1 1,-1-1-1,1 0 1,0 0-1,1 0 1,-1 0-1,-5-5 1,-50-48 125,3-3 1,-67-88 0,74 86-4,-246-345-3092,293 404 2971,-57-84 0</inkml:trace>
</inkml:ink>
</file>

<file path=ppt/ink/ink6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0T13:41:45.150"/>
    </inkml:context>
    <inkml:brush xml:id="br0">
      <inkml:brushProperty name="width" value="0.1" units="cm"/>
      <inkml:brushProperty name="height" value="0.1" units="cm"/>
      <inkml:brushProperty name="color" value="#E71224"/>
    </inkml:brush>
  </inkml:definitions>
  <inkml:trace contextRef="#ctx0" brushRef="#br0">0 0 8192,'4'0'3356,"7"0"-3356,0 5 0,3 1 5483,4-1-5483,22 7 9183,-26 1-9183,1-1 0,-3 3 0,-4-2 0</inkml:trace>
</inkml:ink>
</file>

<file path=ppt/ink/ink6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0T13:41:46.813"/>
    </inkml:context>
    <inkml:brush xml:id="br0">
      <inkml:brushProperty name="width" value="0.1" units="cm"/>
      <inkml:brushProperty name="height" value="0.1" units="cm"/>
      <inkml:brushProperty name="color" value="#E71224"/>
    </inkml:brush>
  </inkml:definitions>
  <inkml:trace contextRef="#ctx0" brushRef="#br0">0 0 17413,'410'514'0</inkml:trace>
</inkml:ink>
</file>

<file path=ppt/ink/ink6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0T13:41:48.767"/>
    </inkml:context>
    <inkml:brush xml:id="br0">
      <inkml:brushProperty name="width" value="0.1" units="cm"/>
      <inkml:brushProperty name="height" value="0.1" units="cm"/>
      <inkml:brushProperty name="color" value="#E71224"/>
    </inkml:brush>
  </inkml:definitions>
  <inkml:trace contextRef="#ctx0" brushRef="#br0">466 0 8192,'0'51'14841,"0"-24"-11660,-2 25-3181,-3 0 0,-1-1 0,-3 1 0,-2-2 0,-2 1 0,-21 51 0,-29 92-1748,-66 162-4349,100-291 6483,-45 90-8739,35-93 7181,38-60 1327,0 0-1,0-1 1,0 1 0,-1 0 0,1 0 0,-1-1 0,1 1 0,-1-1 0,1 1 0,-1-1 0,0 0 0,0 0-1,0 0 1,0 0 0,-2 1 0,3-2 40,1 0 1,-1 0-1,0 0 0,1 0 1,-1-1-1,0 1 0,1 0 0,-1 0 1,0 0-1,1-1 0,-1 1 0,0 0 1,1-1-1,-1 1 0,1-1 0,-1 1 1,1-1-1,-1 1 0,1-1 0,-1 1 1,1-1-1,0 1 0,-1-1 0,1 0 1,0 1-1,-1-1 0,1 0 0,0 1 1,-1-2-1,-6-37 6646,6 12-5034,2-28-1807,0 31 0</inkml:trace>
</inkml:ink>
</file>

<file path=ppt/ink/ink6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0T13:41:49.108"/>
    </inkml:context>
    <inkml:brush xml:id="br0">
      <inkml:brushProperty name="width" value="0.1" units="cm"/>
      <inkml:brushProperty name="height" value="0.1" units="cm"/>
      <inkml:brushProperty name="color" value="#E71224"/>
    </inkml:brush>
  </inkml:definitions>
  <inkml:trace contextRef="#ctx0" brushRef="#br0">0 50 8192,'4'0'11991,"7"0"-11991,4 0 6031,5-4-6031,4-2 0,1 0 0,1 2 0,1 1 0,0 1 0,0-4 0,-1 0 0,0 1 0,0 1 0,-9 1 0,-12 5 0,-6 3 0</inkml:trace>
</inkml:ink>
</file>

<file path=ppt/ink/ink6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0T13:41:49.328"/>
    </inkml:context>
    <inkml:brush xml:id="br0">
      <inkml:brushProperty name="width" value="0.1" units="cm"/>
      <inkml:brushProperty name="height" value="0.1" units="cm"/>
      <inkml:brushProperty name="color" value="#E71224"/>
    </inkml:brush>
  </inkml:definitions>
  <inkml:trace contextRef="#ctx0" brushRef="#br0">0 1 8192,'4'10'18022,"7"-4"-18022,4-1 0,5-2 0,4-1 0,1-1 0,6-1 0,1 0 0,-4-4 0,-2-2 0,-2 0 0,-1 1 0,1 2 0,0 0 0,-4 2 0</inkml:trace>
</inkml:ink>
</file>

<file path=ppt/ink/ink6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0T13:41:49.992"/>
    </inkml:context>
    <inkml:brush xml:id="br0">
      <inkml:brushProperty name="width" value="0.1" units="cm"/>
      <inkml:brushProperty name="height" value="0.1" units="cm"/>
      <inkml:brushProperty name="color" value="#E71224"/>
    </inkml:brush>
  </inkml:definitions>
  <inkml:trace contextRef="#ctx0" brushRef="#br0">43 1 8192,'2'177'4444,"0"46"5891,-7-75-7092,2-116-3243,-1-1 0,-13 42 0,2-5 0,14-65 0,1-1 0,0 0 0,-1 0 0,1 0 0,0 0 0,0 0 0,0 0 0,0 0 0,0 1 0,1-1 0,0 3 0,2-1 0</inkml:trace>
</inkml:ink>
</file>

<file path=ppt/ink/ink6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0T13:41:50.272"/>
    </inkml:context>
    <inkml:brush xml:id="br0">
      <inkml:brushProperty name="width" value="0.1" units="cm"/>
      <inkml:brushProperty name="height" value="0.1" units="cm"/>
      <inkml:brushProperty name="color" value="#E71224"/>
    </inkml:brush>
  </inkml:definitions>
  <inkml:trace contextRef="#ctx0" brushRef="#br0">0 103 8192,'37'-5'2110,"18"-13"5537,-40 12-5887,-1 1-1,1 1 1,17-3 0,408-41-245,-145 38-4601,-263 11 2527</inkml:trace>
</inkml:ink>
</file>

<file path=ppt/ink/ink6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0T13:41:51.312"/>
    </inkml:context>
    <inkml:brush xml:id="br0">
      <inkml:brushProperty name="width" value="0.1" units="cm"/>
      <inkml:brushProperty name="height" value="0.1" units="cm"/>
      <inkml:brushProperty name="color" value="#E71224"/>
    </inkml:brush>
  </inkml:definitions>
  <inkml:trace contextRef="#ctx0" brushRef="#br0">1 298 8192,'91'-1'9001,"44"0"-4752,-78 4 321,-55-3-4562,0 0 1,1 0-1,-1 0 1,0 1-1,1-1 0,-1 1 1,0 0-1,0-1 1,0 1-1,0 0 1,1 0-1,-1 1 0,0-1 1,-1 0-1,1 1 1,0-1-1,0 1 0,-1-1 1,1 1-1,-1 0 1,1 0-1,1 2 1,-2 0-5,0-1 1,1 1-1,-2-1 0,1 1 1,0 0-1,-1 0 1,0-1-1,1 1 1,-2 0-1,1 0 0,0-1 1,-2 7-1,-3 11-15,-2-1-1,0 0 0,-19 37 0,20-46 10,-146 278-16775,148-275 16649,15-15-179,26-22-370,-24 15 544,92-42 2698,-77 39-928,-1-1-1,-1-1 1,0-2-1,-1 0 1,0-2-1,-2 0 1,39-37 0,162-161 732,-211 204-2374,20-19 5,104-97 0,-133 122-513,0 1-1,-1-1 1,1 0 0,-1-1 0,0 1 0,-1 0 0,1-1 0,-1 0 0,0 1 0,-1-1 0,1 0 0,-1 0 0,0-6 0,1-11-2594,-2 1 0,-2-26 0,1 31 2598,-2 87 7954,-7 12-7765,-3 47-6904,10-6 6921,5 0-1,28 184 1,-9-177 303,-6 1 0,-4 242 0,-16-330 0,-3-1 0,-1 0 0,-2-1 0,-2 0 0,-1-1 0,-3 0 0,-1-1 0,-32 52 0,46-83 30,-1-1 1,0 1-1,-1-1 1,1 1-1,-1-2 1,-1 1-1,1-1 0,-1 0 1,0 0-1,0 0 1,-1-1-1,0-1 1,0 1-1,0-1 1,0 0-1,-1-1 1,0 0-1,1-1 1,-1 1-1,0-2 0,0 1 1,0-1-1,0-1 1,0 1-1,-1-2 1,1 1-1,0-1 1,0-1-1,0 1 1,-11-5-1,4 2 683,1-2-1,0 0 1,-19-10-1,11 2-877,1 0 0,0-1 0,-21-20 0,-7-13-1017,-54-66 0,97 106 1180,-127-157-397,114 137 325,1 0 0,1-2 1,2 0-1,-14-37 0,13 5 74,14 38 0</inkml:trace>
</inkml:ink>
</file>

<file path=ppt/ink/ink6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0T13:41:51.758"/>
    </inkml:context>
    <inkml:brush xml:id="br0">
      <inkml:brushProperty name="width" value="0.1" units="cm"/>
      <inkml:brushProperty name="height" value="0.1" units="cm"/>
      <inkml:brushProperty name="color" value="#E71224"/>
    </inkml:brush>
  </inkml:definitions>
  <inkml:trace contextRef="#ctx0" brushRef="#br0">1 1 8192,'0'14'9352,"0"-3"-9352</inkml:trace>
</inkml:ink>
</file>

<file path=ppt/ink/ink6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0T13:41:52.699"/>
    </inkml:context>
    <inkml:brush xml:id="br0">
      <inkml:brushProperty name="width" value="0.1" units="cm"/>
      <inkml:brushProperty name="height" value="0.1" units="cm"/>
      <inkml:brushProperty name="color" value="#E71224"/>
    </inkml:brush>
  </inkml:definitions>
  <inkml:trace contextRef="#ctx0" brushRef="#br0">0 0 8192,'0'5'0,"0"5"3356,0 6-3356,0 4 5996,5 3-5996,1 3 7459,-1 0-6248,0 1-1211,2-5 0,1-6 0</inkml:trace>
</inkml:ink>
</file>

<file path=ppt/ink/ink6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0T13:46:26.480"/>
    </inkml:context>
    <inkml:brush xml:id="br0">
      <inkml:brushProperty name="width" value="0.1" units="cm"/>
      <inkml:brushProperty name="height" value="0.1" units="cm"/>
      <inkml:brushProperty name="color" value="#E71224"/>
    </inkml:brush>
  </inkml:definitions>
  <inkml:trace contextRef="#ctx0" brushRef="#br0">1 154 8192,'11'24'15327,"-6"-19"-13795,0 1-369,70 84-1163,-46-57 0,33 46 0,-59-74-114,1 2-1473,1 0-1,0-1 0,0 1 1,1-1-1,9 9 1,-13-14 1382,-1 0 1,0 0-1,0-1 1,0 1-1,1 0 1,-1-1-1,0 1 1,1-1-1,-1 1 1,0-1-1,1 0 1,-1 1 0,0-1-1,1 0 1,-1 0-1,1 0 1,-1 0-1,1 0 1,-1 0-1,0-1 1,1 1-1,-1 0 1,1-1 0,-1 1-1,0-1 1,0 1-1,1-1 1,-1 0-1,0 0 1,0 1-1,0-1 1,1 0-1,-1 0 1,0 0-1,-1 0 1,1 0 0,0-1-1,0 1 1,0 0-1,0-2 1,11-16 204,-1 0 0,-1-1 0,-2 0 0,11-32 0,11-25 0,80-127 0,-97 183 0</inkml:trace>
</inkml:ink>
</file>

<file path=ppt/ink/ink6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0T13:46:27.566"/>
    </inkml:context>
    <inkml:brush xml:id="br0">
      <inkml:brushProperty name="width" value="0.1" units="cm"/>
      <inkml:brushProperty name="height" value="0.1" units="cm"/>
      <inkml:brushProperty name="color" value="#E71224"/>
    </inkml:brush>
  </inkml:definitions>
  <inkml:trace contextRef="#ctx0" brushRef="#br0">340 1 8192,'-11'6'8706,"-7"15"-6547,8-8 2544,-27 30-3971,3 1 0,-45 74 0,47-67-603,-71 86 0,88-121-129</inkml:trace>
</inkml:ink>
</file>

<file path=ppt/ink/ink6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0T13:48:26.014"/>
    </inkml:context>
    <inkml:brush xml:id="br0">
      <inkml:brushProperty name="width" value="0.1" units="cm"/>
      <inkml:brushProperty name="height" value="0.1" units="cm"/>
      <inkml:brushProperty name="color" value="#E71224"/>
    </inkml:brush>
  </inkml:definitions>
  <inkml:trace contextRef="#ctx0" brushRef="#br0">198 209 8192,'-1'6'295,"0"0"-1,-1 0 1,0-1 0,0 1 0,-1 0 0,0-1 0,0 0-1,-6 9 1,-4 8 408,-10 22 282,-58 126 10362,54-95-9013,20-52-2334,3-13 0,0 0 0,1 1 0,0 0 0,1 0 0,0 0 0,0 0 0,1 0 0,1 22 0,2-31 0,-1 0 0,0 0 0,1 0 0,-1 0 0,1 0 0,-1 0 0,1-1 0,0 1 0,0 0 0,0-1 0,0 1 0,0-1 0,0 0 0,0 0 0,1 0 0,-1 0 0,0 0 0,1 0 0,-1-1 0,0 1 0,1-1 0,-1 1 0,5-1 0,67 1 0,-57-2 0,24 0 0,-1-1 0,1-2 0,-1-3 0,0 0 0,53-19 0,-11 4 0,-61 18 0,0-1 0,0-2 0,39-16 0,-58 22 0,0 0 0,1-1 0,-1 1 0,0-1 0,0 1 0,0-1 0,0 0 0,-1 0 0,1 0 0,0 0 0,-1 0 0,1 0 0,-1 0 0,0-1 0,0 1 0,0 0 0,0-1 0,0 1 0,0-1 0,-1 1 0,1-1 0,-1 1 0,0-1 0,1 1 0,-1-1 0,0 1 0,-1-1 0,1 0 0,0 1 0,-1-1 0,1 1 0,-1-1 0,0 1 0,0 0 0,0-1 0,0 1 0,-3-4 0,-5-11 0,-1 1 0,-1 0 0,0 0 0,-16-15 0,10 10 0,-51-62-1982,-5 2 1,-2 4 0,-111-87-1,165 146 1068,3 2 914</inkml:trace>
</inkml:ink>
</file>

<file path=ppt/ink/ink6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0T13:48:27.346"/>
    </inkml:context>
    <inkml:brush xml:id="br0">
      <inkml:brushProperty name="width" value="0.1" units="cm"/>
      <inkml:brushProperty name="height" value="0.1" units="cm"/>
      <inkml:brushProperty name="color" value="#E71224"/>
    </inkml:brush>
  </inkml:definitions>
  <inkml:trace contextRef="#ctx0" brushRef="#br0">1 53 8192,'234'0'14508,"-133"0"-10994,-41 0-3951,347-12-13870,-233-12 11029,-133 17 3278,47-2 0,-65 8 0</inkml:trace>
</inkml:ink>
</file>

<file path=ppt/ink/ink6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0T13:48:28.157"/>
    </inkml:context>
    <inkml:brush xml:id="br0">
      <inkml:brushProperty name="width" value="0.1" units="cm"/>
      <inkml:brushProperty name="height" value="0.1" units="cm"/>
      <inkml:brushProperty name="color" value="#E71224"/>
    </inkml:brush>
  </inkml:definitions>
  <inkml:trace contextRef="#ctx0" brushRef="#br0">341 47 8192,'-1'7'601,"-1"-1"-1,-1 0 1,1 0 0,-1 0 0,0-1 0,0 1 0,-1-1 0,0 0-1,0 0 1,0 0 0,-7 6 0,-7 12 1028,2-1-1368,1 2 1013,-2-1 1,0-1-1,-2 0 1,0-2 0,-1 0-1,-24 18 1,35-32-1275,-7 5 0,0 1 0,1 0 0,0 1 0,-20 23 0,35-35 0,-1 0 0,1-1 0,-1 1 0,1-1 0,-1 1 0,1 0 0,0-1 0,-1 1 0,1 0 0,0-1 0,-1 1 0,1 0 0,0 0 0,0-1 0,0 1 0,-1 0 0,1 0 0,0-1 0,0 1 0,0 0 0,0 0 0,1 0 0,-1-1 0,0 1 0,0 0 0,0 0 0,1-1 0,-1 1 0,1 1 0,0-1 0,0 0 0,0 0 0,1 0 0,-1 0 0,0 0 0,1 0 0,-1-1 0,1 1 0,-1 0 0,1-1 0,-1 1 0,1-1 0,2 1 0,59 3 0,-56-4 0,37 0-52,79 1-1895,174-21 0,-263 16-874,-18 2 1302,1 0 0,0-1 0,28-9 0,-40 10 1822,0 0 0,-1 0 0,0 0 0,1-1 0,-1 0 0,0 0-1,4-4 1,-5 5 543,-1-1 0,1 0 0,-1 0 0,0 0 0,0-1-1,0 1 1,0 0 0,0-1 0,-1 0 0,2-4 0,-1 0-807,-1 0 0,0 0 0,0 0 1,-1 0-1,0-1 0,-1 1 0,1 0 0,-1 0 1,-1 0-1,0 0 0,0 0 0,0 0 1,-1 1-1,0-1 0,-1 1 0,0 0 0,0 0 1,0 0-1,-1 0 0,0 1 0,0 0 1,-9-8-1,-13-12-1835,0 2 0,-2 1 0,-50-31-1,73 51 1350,-29-21-528,4 4 975</inkml:trace>
</inkml:ink>
</file>

<file path=ppt/ink/ink6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0T13:46:34.709"/>
    </inkml:context>
    <inkml:brush xml:id="br0">
      <inkml:brushProperty name="width" value="0.1" units="cm"/>
      <inkml:brushProperty name="height" value="0.1" units="cm"/>
      <inkml:brushProperty name="color" value="#E71224"/>
    </inkml:brush>
  </inkml:definitions>
  <inkml:trace contextRef="#ctx0" brushRef="#br0">1 2 8192,'78'-2'2872,"84"4"9967,-94 9-10528,-17 3-2311,89 38 0,-74-25 0,2 0 0,-2 4 0,107 65 0,-158-85 0,1-2 0,0 0 0,0-1 0,1 0 0,0-1 0,0-1 0,1-1 0,-1-1 0,1 0 0,0-1 0,0-1 0,1-1 0,18 0 0,1-3-371,0-2 0,1-1 1,-1-2-1,44-13 0,144-60-3374,-147 49 2125,159-40-1,-113 52-674,1 4-1,0 6 0,220 13 1,-316-1 2295,0 2 0,-1 1 0,1 2 0,-1 0 0,-1 2 0,0 1 0,0 1 0,41 26 0,-37-23 6,0-2 0,1-2 0,1-1 0,-1-1-1,2-2 1,40 4 0,4 2 512,-1-3 118,1-2 1,-1-5-1,1-2 0,88-12 1,202-35-3737,-95 6 2679,-5 1 201,-262 38 220,200-16 0,263 10 0,-457 8 0,-1 1 0,0 0 0,1 1 0,-1 0 0,0 1 0,-1 0 0,1 1 0,17 10 0,1 4 0,46 38 0,-48-35 0,-19-16 337,0 0 1,0 0-1,0-1 0,0-1 1,1 0-1,0 0 1,0-1-1,0 0 0,0 0 1,0-1-1,0-1 1,1 0-1,-1 0 0,1-1 1,-1 0-1,1-1 1,13-2-1,14-6 2088,0-1-1,-1-1 1,50-24-1,20-5-173,-47 20-2846,1 3 1,1 3 0,0 3 0,109-7 0,-139 17 404,407 9-13426,-401-1 13458,0 1 0,-1 2 1,0 1-1,38 18 0,79 23-298,-62-32 552,2-4 0,0-4 1,170-1-1,-177-11 1133,197-6-301,-213 1-1589,-1-4 0,71-17 0,-53 8 1294,160-13 0,-45 23 1052,-65 7 4029,-7 4-3789,175-6 4948,-207-8-6873,-43 3 0,58 1 0,-38 7 0,18-1 0,157 19 0,-209-12-991,1-2 0,0-2 1,1-1-1,-1-3 0,0-1 1,-1-2-1,72-18 0,-16-4-4057,108-15 0,-113 35 5048,154 7 0,-102 3 0,54-3 0,-170 0 0</inkml:trace>
</inkml:ink>
</file>

<file path=ppt/ink/ink6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0T13:46:43.119"/>
    </inkml:context>
    <inkml:brush xml:id="br0">
      <inkml:brushProperty name="width" value="0.1" units="cm"/>
      <inkml:brushProperty name="height" value="0.1" units="cm"/>
      <inkml:brushProperty name="color" value="#E71224"/>
    </inkml:brush>
  </inkml:definitions>
  <inkml:trace contextRef="#ctx0" brushRef="#br0">13 99 8192,'-13'8'7697,"13"-7"-7510,10 17 5036,19 11-308,9 0-4915,79 45 0,-101-66 0,1-1 0,0 0 0,0-1 0,0-1 0,0-1 0,1 0 0,0-1 0,25 1 0,298-7-560,-269-4-3155,92-24 0,-100 18 780,0 1-1,70-2 1,-78 12 2690,0 1-1,1 4 1,-1 1 0,104 24 0,146 71 245,-236-77 0,93 16 0,-132-31 0,1-1 0,0-2 0,0-1 0,0-2 0,0-1 0,49-6 0,-30-2 0,0-1 0,82-29 0,199-57 0,-231 73 0,2 5 0,0 5 0,0 4 0,1 5 0,118 11 0,-186-4 0,0 1 0,38 12 0,-44-9 0,0-2 0,1 0 0,48 1 0,3-8 0,106-15 0,49-7 0,318 9 0,-456 15 0,-19-6 0,-1-3 0,139-33 0,-213 40 0,177-35 0,2 7 0,2 9 0,188 4 0,465 17 0,-633 13 0,-15-1 0,138 0 0,71 0 0,-145-14 0,262 34 0,-330-18 0,231-10 0,-239-7 0,-112 0 0,0-3 0,-1-4 0,0-2 0,-1-2 0,0-4 0,-2-3 0,90-39 0,-77 29 0,-47 20 0</inkml:trace>
</inkml:ink>
</file>

<file path=ppt/ink/ink6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0T13:46:44.590"/>
    </inkml:context>
    <inkml:brush xml:id="br0">
      <inkml:brushProperty name="width" value="0.1" units="cm"/>
      <inkml:brushProperty name="height" value="0.1" units="cm"/>
      <inkml:brushProperty name="color" value="#E71224"/>
    </inkml:brush>
  </inkml:definitions>
  <inkml:trace contextRef="#ctx0" brushRef="#br0">1 41 8192,'6'0'2045,"1"1"0,-1 0 1,0 1-1,0-1 0,0 1 1,1 0-1,10 6 0,-4-1-385,-4-2-1660,66 36 0,1-4 0,2-3 0,89 27 0,-93-43 0,1-4 0,1-2 0,78 1 0,233-12 0,-192-4 0,-19-5-1802,85-24-5121,11 0-426,-89 25 5401,-152 8 1948,-1 1 0,1 1 0,-1 2 0,0 1 0,-1 2 0,53 20 0,-32-11 0,2-1 0,0-3 0,1-1 0,0-4 0,66 3 0,271-11 0,-370-1 0,406-51 0,-34 2 0,-339 48 0,1 1 0,0 3 0,-1 2 0,0 3 0,70 17 0,175 76 0,-175-54 0,-81-33 0,1-2 0,0-1 0,0-3 0,51 3 0,177-10 0,-191-8 0,0-5 0,-1-2 0,110-38 0,82-17 0,-155 50 0,1 5 0,0 5 0,0 5 0,1 6 0,0 4 0,-1 6 0,0 4 0,119 33 0,-138-22 0,193 45 0,-222-58 0,0-3 0,90 2 0,-126-12 0,0 0 0,0-2 0,0-2 0,0-1 0,-1-1 0,1-2 0,-2-1 0,1-2 0,-1-1 0,35-19 0,51-35 574,-26 15 1744,110-46-1,-168 84-1700,1 1 0,1 2 0,-1 2 0,2 1 0,-1 1 0,1 2 0,43 1 1,-35 5 1509,-1 2 1,71 16 0,82 33-4733,-131-32-418,2-3 0,0-3 0,110 10 0,-107-23 2656,1-2 0,0-4 0,-1-3 0,124-28 0,-151 24 368,0-3-1,-1-1 0,-1-2 0,0-2 1,-1-2-1,-2-1 0,0-2 0,58-48 1,-81 59-1</inkml:trace>
</inkml:ink>
</file>

<file path=ppt/ink/ink6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0T13:46:45.592"/>
    </inkml:context>
    <inkml:brush xml:id="br0">
      <inkml:brushProperty name="width" value="0.1" units="cm"/>
      <inkml:brushProperty name="height" value="0.1" units="cm"/>
      <inkml:brushProperty name="color" value="#E71224"/>
    </inkml:brush>
  </inkml:definitions>
  <inkml:trace contextRef="#ctx0" brushRef="#br0">219 1 8192,'-13'7'9326,"2"10"-4145,-4 24-2543,12-32-2770,-135 321 1141,125-306-1009,10-18 0,-1-1 0,1 1 0,0 1 0,0-1 0,1 0 0,0 1 0,0-1 0,-1 11 0,3-16-26,0 1 1,1-1 0,-1 0 0,1 0 0,-1 0-1,1 0 1,0 0 0,-1 1 0,1-1 0,0-1-1,0 1 1,0 0 0,-1 0 0,1 0 0,0 0-1,0 0 1,1-1 0,-1 1 0,0-1-1,0 1 1,0 0 0,0-1 0,0 0 0,1 1-1,-1-1 1,0 0 0,0 0 0,1 1 0,-1-1-1,2 0 1,46 1-1561,-40-2 1157,85 1-3956,22-1-3940,-41-3 5810,-70 3 2560,0 0 0,-1-1 0,1 0 0,0 0 0,-1 0 0,0 0 0,1-1 0,-1 1 0,0-1 0,0 0 0,0 0 0,-1-1 0,1 1 0,-1-1 1,0 0-1,0 0 0,0 0 0,0 0 0,-1 0 0,1-1 0,-1 1 0,0-1 0,-1 0 0,1 0 0,0-4 0,1-2 156,0-1 0,0 1 0,-1-1 0,-1 0 0,0 1 0,0-1 0,-1 0 0,-1 1 0,-3-20 0,2 25-284,0 1 0,0 0-1,-1 0 1,1 0 0,-1 0-1,0 1 1,0-1-1,-1 1 1,0-1 0,1 1-1,-8-6 1,-57-38-2436,33 24 2921,-7-6-471,9 7 71,-34-31 1,48 36-3</inkml:trace>
</inkml:ink>
</file>

<file path=ppt/ink/ink6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0T13:47:54.899"/>
    </inkml:context>
    <inkml:brush xml:id="br0">
      <inkml:brushProperty name="width" value="0.1" units="cm"/>
      <inkml:brushProperty name="height" value="0.1" units="cm"/>
      <inkml:brushProperty name="color" value="#E71224"/>
    </inkml:brush>
  </inkml:definitions>
  <inkml:trace contextRef="#ctx0" brushRef="#br0">0 29 8192,'48'0'13468,"-22"0"-8914,6 2-4554,0 2 0,-1 1 0,1 1 0,44 16 0,52 11 0,22-16 0,0-5 0,181-10 0,-169-4 0,-128 1-887,0-1-1,42-9 1,132-43-7987,-19 3 3932,-175 48 4738,0 1 0,0 0 0,0 1 0,0 0 0,1 1 0,-1 1 0,27 5 0,-31-4 677,-1 1 0,0 0 0,1 1 1,14 8-1,-14-6 742,-1 0 0,0 1-1,0 0 1,11 12 0,-12-12-572,-1 1 0,1-1 0,0 0 0,1-1 0,0 0 0,0 0 0,0-1 0,1 0 0,-1-1 0,1 0-1,0-1 1,0 0 0,18 3 0,47-1-176,584-39-3062,-392-2 2488,142-14 2259,-134 36-4756,-176 13 2000,175 5-5602,-230 1 4694,65 16 0,-73-13 1020,1-1 0,74 4 0,92-12 7825,215-29 0,-257 13-8324,0 8 1,194 14 0,-111 21-12816,-166-14 17995,-44-6 1442,61 2-1,96-10-4050,132 4-1833,-180 10-361,65 1-1248,510-14-1109,-240 1-8903,-438 2 11682,-1 2 1,76 17-1,-15-2 66,-38-13 1244,0-2 1,119-9 0,-71-7 221,47-2 6,124 17-3694,199-10-1327,-231-27 3669,-147 17-1,179-6 1,-67 26 6,239-5 0,-252-23 3810,-138 14-1103,128-5 0,-169 16-2707</inkml:trace>
</inkml:ink>
</file>

<file path=ppt/ink/ink6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0T13:48:10.451"/>
    </inkml:context>
    <inkml:brush xml:id="br0">
      <inkml:brushProperty name="width" value="0.1" units="cm"/>
      <inkml:brushProperty name="height" value="0.1" units="cm"/>
      <inkml:brushProperty name="color" value="#E71224"/>
    </inkml:brush>
  </inkml:definitions>
  <inkml:trace contextRef="#ctx0" brushRef="#br0">0 132 8192,'139'3'14771,"-46"9"-11520,-72-8-3251,1-2 0,0 0 0,0-1 0,-1-2 0,1 0 0,0-1 0,0-1 0,-1-1 0,1-1 0,34-13 0,40-16 0,83-25 0,-147 51 0,0 1 0,1 2 0,60-2 0,-78 6 0,13 1 0,0 1 0,33 4 0,-51-3 0,0 1 0,0-1 0,0 1 0,-1 1 0,1 0 0,-1 1 0,0-1 0,0 2 0,12 8 0,4 6 0,-19-14 0,1 0 0,0 0 0,0-1 0,0 0 0,1 0 0,0 0 0,0-1 0,0-1 0,1 1 0,-1-1 0,1-1 0,0 1 0,-1-1 0,10 0 0,77-2-330,-1-5 1,102-17-1,132-7-1157,-291 29-27,0 2 0,0 1 1,0 2-1,62 17 0,-41-7-1338,-22-6 289,58 23 1,-79-27 2641,0 0-1,0-1 1,0-1 0,0 0 0,1-1-1,-1-1 1,1-1 0,-1 0 0,1 0-1,15-4 1,10-3 458,-1-1-1,61-21 1,-44 7-386,-32 12-506,0 1 1,1 1-1,37-6 1,-55 13 278,0 0 1,0 0-1,0 1 1,0 1-1,1-1 1,-1 1-1,0 1 0,-1-1 1,1 1-1,0 1 1,0-1-1,-1 1 0,0 1 1,1-1-1,11 10 1,-5-3 75,0 0 0,0 0 0,0-1 0,1-1 0,22 10 0,-33-16 0,1-1 0,0 1 0,0-1 0,0 0 0,0 0 0,0-1 0,0 0 0,0 0 0,0 0 0,0 0 0,0-1 0,0 0 0,0 0 0,0 0 0,-1-1 0,1 1 0,0-1 0,-1 0 0,8-5 0,14-9 0,1 1 0,0 1 0,1 1 0,0 2 0,1 1 0,1 1 0,-1 1 0,1 2 0,1 1 0,-1 1 0,46 1 0,-18 3 0,134 7 0,-167-4 0,1 1 0,-1 1 0,0 1 0,0 2 0,34 14 0,-21-4 0,-20-8 0,1-1 0,0-1 0,0-1 0,1 0 0,-1-2 0,1 0 0,1-1 0,32 2 0,-20-6 0,35 2 0,0-2 0,0-4 0,0-3 0,89-20 0,-111 18 0,1 2 0,1 2 0,-1 2 0,1 2 0,73 8 0,-87-2 0,63 16 0,-69-13 0,1-2 0,-1-1 0,40 3 0,-42-7 0,0-1 0,-1-2 0,1 0 0,-1-1 0,1-2 0,-1-1 0,26-9 0,-7 2 0,0 1 0,1 3 0,0 2 0,1 1 0,-1 3 0,1 2 0,68 6 0,-85-1 0,1 2 0,-1 1 0,0 2 0,0 1 0,-1 0 0,37 21 0,-40-17 0,1-2 0,1-1 0,0-1 0,0-2 0,1 0 0,0-2 0,38 4 0,-24-9 0,1-1 0,0-3 0,-1-1 0,1-2 0,-1-2 0,57-18 0,-66 16 0,1 2 0,0 1 0,0 2 0,38-1 0,141 6 0,-98 2 0,-67 1 0,-1 2 0,63 14 0,-64-10 0,2-1 0,65 1 0,-73-9-77,-12 2 323,-1-1 0,1-2-1,0-1 1,-1-1 0,1-2-1,-1 0 1,64-25 9443</inkml:trace>
</inkml:ink>
</file>

<file path=ppt/ink/ink6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0T13:48:50.135"/>
    </inkml:context>
    <inkml:brush xml:id="br0">
      <inkml:brushProperty name="width" value="0.1" units="cm"/>
      <inkml:brushProperty name="height" value="0.1" units="cm"/>
      <inkml:brushProperty name="color" value="#E71224"/>
    </inkml:brush>
  </inkml:definitions>
  <inkml:trace contextRef="#ctx0" brushRef="#br0">0 130 8192,'45'0'13838,"-16"0"-9654,1596 0-4184,-1552-4 0,108-19 0,47-2 0,-39 12 0,36-1 0,-143 14 0,354-14 0,-279 0-1813,281-7-11430,-249 19 10484,518 4 5767,353-3 7265,-206 1-5739,-536 0-6409,571 0-11656,-508 0 10915,-175 13 2616,-6 1 0,-112-14 0,98 14 0,-82-6 7966,-36-4-419,-15 3-5987,89 24-1,-99-20-1712,0-1 1,1-3-1,60 4 1,252-8-1998,176-5-5479,-39 0 1938,1697 2 3139,-2007-14 2552,-4 0 0,-22 17 0,122-5 0,-173-10 2798,74-2 3223,5 17-8149,212-6-4563,-252-9 6691,82-2 0,847 15 10044,-133-1-2066,-919 0-7978</inkml:trace>
</inkml:ink>
</file>

<file path=ppt/ink/ink6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0T13:35:54.333"/>
    </inkml:context>
    <inkml:brush xml:id="br0">
      <inkml:brushProperty name="width" value="0.1" units="cm"/>
      <inkml:brushProperty name="height" value="0.1" units="cm"/>
      <inkml:brushProperty name="color" value="#E71224"/>
    </inkml:brush>
  </inkml:definitions>
  <inkml:trace contextRef="#ctx0" brushRef="#br0">381 0 8192,'-1'4'1559,"0"0"0,0 0 0,0 0 0,-1 0 0,1-1 0,-1 1 1,0 0-1,-3 3 0,-11 17 2296,14-20-3720,-12 14-115,0-1 1,-1 0-1,0-1 1,-2 0 0,-25 18-1,2-6-329,-61 33-1,91-54 365,0 1 0,0-1 1,1 2-1,0-1 0,1 1 0,0 1 0,0 0 0,-9 15 0,17-25-55,0 1 0,0 0 0,0-1 0,0 1 0,0 0 0,0 0 0,0-1 0,0 1 0,0 0 0,1-1 0,-1 1 0,0 0 0,0-1 0,0 1 0,1 0 0,-1-1 0,0 1 0,1 0 0,-1-1 0,1 1 0,-1-1 0,1 1 0,-1-1 0,1 1 0,-1-1 0,1 1 0,0-1 0,-1 1 0,1-1 0,-1 0 0,1 1 0,0-1 0,-1 0 0,1 0 0,0 0 0,0 1 0,-1-1 0,1 0 0,0 0 0,-1 0 0,1 0 0,0 0 0,0 0 0,1-1 0,40 4 0,-38-3 0,282-1-3815,-51-1-2391,-208 0-513,-24 1 6825,0 0-1,0 1 0,0-1 0,-1 0 0,1-1 0,0 1 0,0 0 0,-1-1 0,5-2 0,-6 2 121,1 1 1,-1-1-1,0 1 1,0-1-1,0 0 0,0 1 1,0-1-1,0 0 1,-1 1-1,1-1 0,0 0 1,-1 0-1,1 0 1,-1 0-1,0 0 0,0 0 1,0 0-1,0 1 1,0-1-1,0 0 0,0 0 1,-1 0-1,1 0 1,-1 0-1,1 0 1,-1 1-1,0-1 0,1 0 1,-1 0-1,-2-2 1,-13-23-1339,-1 0 0,-2 2 0,-1 0 0,0 1 1,-2 1-1,-37-32 0,-10-10-457,33 38 1569,18 18 0</inkml:trace>
</inkml:ink>
</file>

<file path=ppt/ink/ink6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0T13:35:55.312"/>
    </inkml:context>
    <inkml:brush xml:id="br0">
      <inkml:brushProperty name="width" value="0.1" units="cm"/>
      <inkml:brushProperty name="height" value="0.1" units="cm"/>
      <inkml:brushProperty name="color" value="#E71224"/>
    </inkml:brush>
  </inkml:definitions>
  <inkml:trace contextRef="#ctx0" brushRef="#br0">1 1 8192,'5'2'1177,"0"0"0,0 0 1,-1 1-1,1 0 0,-1-1 1,1 2-1,-1-1 0,0 0 1,0 1-1,0 0 0,-1 0 1,4 5-1,4 2 294,7 7-1452,20 17 227,-3 2-1,0 1 0,-3 2 0,31 48 1,-39-51-246,-15-21 0</inkml:trace>
</inkml:ink>
</file>

<file path=ppt/ink/ink6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0T13:48:55.558"/>
    </inkml:context>
    <inkml:brush xml:id="br0">
      <inkml:brushProperty name="width" value="0.1" units="cm"/>
      <inkml:brushProperty name="height" value="0.1" units="cm"/>
      <inkml:brushProperty name="color" value="#E71224"/>
    </inkml:brush>
  </inkml:definitions>
  <inkml:trace contextRef="#ctx0" brushRef="#br0">1 24 8192,'0'6'434,"1"-1"0,0 0 0,1 1 0,-1-1 1,1 0-1,0 0 0,0 0 0,1 0 0,-1 0 1,1-1-1,0 1 0,0-1 0,1 0 0,-1 1 0,1-2 1,0 1-1,5 3 0,13 11 2604,0-1 0,28 14 1,-20-11-1947,4 1-1092,-9-5 0,-1 1 0,36 32 0,-57-46 0,-1-1 0,1 1 0,0-1 0,-1 0 0,1 0 0,0 0 0,1 0 0,-1 0 0,0-1 0,1 0 0,-1 1 0,0-1 0,1 0 0,-1-1 0,1 1 0,0 0 0,-1-1 0,1 0 0,0 0 0,-1 0 0,1 0 0,-1-1 0,1 0 0,-1 1 0,1-1 0,-1 0 0,1-1 0,-1 1 0,4-2 0,7-6 0,-1 0 0,0 0 0,0-2 0,-1 1 0,14-17 0,2 0 0,13-11 0,-10 7 0,1 2 0,2 1 0,1 1 0,42-23 0,-59 42 0,-2 2 0</inkml:trace>
</inkml:ink>
</file>

<file path=ppt/ink/ink6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0T13:48:57.269"/>
    </inkml:context>
    <inkml:brush xml:id="br0">
      <inkml:brushProperty name="width" value="0.1" units="cm"/>
      <inkml:brushProperty name="height" value="0.1" units="cm"/>
      <inkml:brushProperty name="color" value="#E71224"/>
    </inkml:brush>
  </inkml:definitions>
  <inkml:trace contextRef="#ctx0" brushRef="#br0">1 1 8192,'98'10'4125,"-16"0"102,268 0-4225,179-12-6445,-159-1 4975,1086 19 1025,-515-4 443,45 2 0,-123 28 0,-715-33 0,127 1 0,178 16 0,-442-25 0,713 51 0,-563-54 972,159 3 917,-206 11-1919,26 1 940,35 0-590,15 0-815,-130-13-2281,0-1 4115,-47 1-222,11 0-622</inkml:trace>
</inkml:ink>
</file>

<file path=ppt/ink/ink6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0T13:49:00.428"/>
    </inkml:context>
    <inkml:brush xml:id="br0">
      <inkml:brushProperty name="width" value="0.1" units="cm"/>
      <inkml:brushProperty name="height" value="0.1" units="cm"/>
      <inkml:brushProperty name="color" value="#E71224"/>
    </inkml:brush>
  </inkml:definitions>
  <inkml:trace contextRef="#ctx0" brushRef="#br0">1 53 8192,'106'1'5269,"29"1"4540,-46-6-6865,10-8-2944,-58 5 0,44 0 0,128 9 0,94-4 0,-197-10 0,49-1 0,729 14 0,-866-1 0</inkml:trace>
</inkml:ink>
</file>

<file path=ppt/ink/ink6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0T13:49:01.349"/>
    </inkml:context>
    <inkml:brush xml:id="br0">
      <inkml:brushProperty name="width" value="0.1" units="cm"/>
      <inkml:brushProperty name="height" value="0.1" units="cm"/>
      <inkml:brushProperty name="color" value="#E71224"/>
    </inkml:brush>
  </inkml:definitions>
  <inkml:trace contextRef="#ctx0" brushRef="#br0">0 1 8192,'148'0'2674,"197"0"10736,-221 0-11968,573 0-4397,932 0-9889,-1047 0 11117,555 66 1727,-335-8 0,-573-52 0,125 8 0,351 22 385,-545-30 3363,-91 3-6937,40 1 7722,201-8 0,-147-4 2618,-147 2-7128,13 0 256,1-1 0,55-8 1,-61 3-280</inkml:trace>
</inkml:ink>
</file>

<file path=ppt/ink/ink6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0T13:49:08.750"/>
    </inkml:context>
    <inkml:brush xml:id="br0">
      <inkml:brushProperty name="width" value="0.1" units="cm"/>
      <inkml:brushProperty name="height" value="0.1" units="cm"/>
      <inkml:brushProperty name="color" value="#E71224"/>
    </inkml:brush>
  </inkml:definitions>
  <inkml:trace contextRef="#ctx0" brushRef="#br0">495 1 8192,'-29'7'2255,"-14"20"5626,10-6-2547,-3-2-4824,2 1 0,0 2 1,1 1-1,-41 38 1,65-53-590,-9 10-1576,-2-1 0,1-1 1,-2-1-1,-33 20 0,51-34 1998,-1 1-1,1 0 1,-1 0 0,1 1 0,0-1-1,0 1 1,0-1 0,0 1-1,-3 5 1,5-8-235,1 0-1,0 1 1,0-1 0,-1 1 0,1-1-1,0 0 1,0 1 0,0-1-1,0 1 1,0-1 0,0 1 0,0-1-1,0 1 1,0-1 0,0 0 0,0 1-1,0-1 1,0 1 0,0-1-1,0 1 1,0-1 0,0 0 0,1 1-1,-1-1 1,0 1 0,0-1 0,1 0-1,-1 1 1,0-1 0,1 1-1,24 8 1480,38-4-4997,120-6 1,-63-3-367,-64 6 1202,-37 0 1765,-1-1 0,1-1 0,-1 0 1,1-2-1,30-5 0,-49 7 809,1 0 0,-1 0 0,1-1 0,-1 1 0,1 0 0,-1 0 0,1 0 0,-1 0 0,1 0 0,-1-1 0,1 1 0,-1 0 0,0 0 0,1-1 0,-1 1 0,1 0 0,-1-1 0,0 1 0,1 0 0,-1-1 0,0 1 0,0-1 0,1 1 0,-1 0 0,0-1 0,0 1 0,1-1 0,-1 1 0,0-1 0,0 1 0,0-1 0,0 1 0,0-1 0,0 1 0,0-1 0,0 1 0,0-1 0,0 1 0,0-1 0,0 1 0,0-1 0,0 1 0,-1-1 0,1 1 0,0 0 0,0-1 0,0 1 0,-1-1 0,1 1 0,0-1 0,0 1 0,-1 0 0,1-1 0,-1 1 0,1 0 0,0-1 0,-1 1 0,1 0 0,-1 0 0,1-1 0,0 1 0,-1 0 0,1 0 0,-1 0 0,1-1 0,-1 1 0,0 0 0,-38-21 0,32 18 0,-48-24 190,-48-26 824,94 48-873,0-1 1,0-1-1,1 0 0,-1 0 0,2-1 1,-1 0-1,1 0 0,-7-11 1,2-1 353</inkml:trace>
</inkml:ink>
</file>

<file path=ppt/ink/ink6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0T13:49:10.687"/>
    </inkml:context>
    <inkml:brush xml:id="br0">
      <inkml:brushProperty name="width" value="0.1" units="cm"/>
      <inkml:brushProperty name="height" value="0.1" units="cm"/>
      <inkml:brushProperty name="color" value="#E71224"/>
    </inkml:brush>
  </inkml:definitions>
  <inkml:trace contextRef="#ctx0" brushRef="#br0">1 0 8192,'11'4'2353,"20"16"10595,-20-13-10227,-1 1-2721,-1-1 0,0 1 0,-1 0 0,13 16 0,28 26 0,14 8 0,-28-22 0,-22-24 0</inkml:trace>
</inkml:ink>
</file>

<file path=ppt/ink/ink6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0T13:50:46.423"/>
    </inkml:context>
    <inkml:brush xml:id="br0">
      <inkml:brushProperty name="width" value="0.1" units="cm"/>
      <inkml:brushProperty name="height" value="0.1" units="cm"/>
      <inkml:brushProperty name="color" value="#E71224"/>
    </inkml:brush>
  </inkml:definitions>
  <inkml:trace contextRef="#ctx0" brushRef="#br0">1 131 8192,'141'0'15033,"-72"0"-12044,818 0-2989,-839-2 0,50-9 0,46-3 0,-1 2 0,-5 0 0,-48 11 0,237-14 0,-156 3-2013,234 11-9550,-183 4 8362,-37-16 2563,-7 0 31,-27 0 607,1 0 0,284 11 2917,219 4 6798,-34-1-4325,-600-1-5390</inkml:trace>
</inkml:ink>
</file>

<file path=ppt/ink/ink6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0T13:50:47.108"/>
    </inkml:context>
    <inkml:brush xml:id="br0">
      <inkml:brushProperty name="width" value="0.1" units="cm"/>
      <inkml:brushProperty name="height" value="0.1" units="cm"/>
      <inkml:brushProperty name="color" value="#E71224"/>
    </inkml:brush>
  </inkml:definitions>
  <inkml:trace contextRef="#ctx0" brushRef="#br0">0 104 8192,'180'-13'0,"-24"1"0,260-14 0,103-1 0,-135 30 0,495-6 0,-635-9 0,126-1 0,101 14 2796,-448-1-2236</inkml:trace>
</inkml:ink>
</file>

<file path=ppt/ink/ink6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0T13:50:49.039"/>
    </inkml:context>
    <inkml:brush xml:id="br0">
      <inkml:brushProperty name="width" value="0.1" units="cm"/>
      <inkml:brushProperty name="height" value="0.1" units="cm"/>
      <inkml:brushProperty name="color" value="#E71224"/>
    </inkml:brush>
  </inkml:definitions>
  <inkml:trace contextRef="#ctx0" brushRef="#br0">1 0 8192,'4'3'530,"0"0"0,0 0 1,1 0-1,-1-1 1,1 0-1,-1 0 0,1 0 1,0 0-1,0-1 0,0 0 1,0 0-1,9 1 0,70-1 9392,-58-2-8716,1584 0-10046,-1573 3 6219,52 9 0,15 1-1319,15 2 3940,-78-8 0,65 2 0,27-10 0,161 3 0,-186 11 0,-57-5 0,57 0 0,1165-8 0,-1123 14 0,0 0 0,267-13 7326,-150-1 366,-245 1-4688</inkml:trace>
</inkml:ink>
</file>

<file path=ppt/ink/ink6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0T13:51:56.493"/>
    </inkml:context>
    <inkml:brush xml:id="br0">
      <inkml:brushProperty name="width" value="0.1" units="cm"/>
      <inkml:brushProperty name="height" value="0.1" units="cm"/>
      <inkml:brushProperty name="color" value="#E71224"/>
    </inkml:brush>
  </inkml:definitions>
  <inkml:trace contextRef="#ctx0" brushRef="#br0">1 0 8192,'14'0'9261,"0"0"-3992,28 0-2936,-12 0-1376,921 0-4149,1273 0-11159,-1974 0 14074,41 14 277,-23-1 0,165 13 0,54-1 0,-334-25 8352,-130 0-7352</inkml:trace>
</inkml:ink>
</file>

<file path=ppt/ink/ink6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0T13:51:57.318"/>
    </inkml:context>
    <inkml:brush xml:id="br0">
      <inkml:brushProperty name="width" value="0.1" units="cm"/>
      <inkml:brushProperty name="height" value="0.1" units="cm"/>
      <inkml:brushProperty name="color" value="#E71224"/>
    </inkml:brush>
  </inkml:definitions>
  <inkml:trace contextRef="#ctx0" brushRef="#br0">0 1 8192,'330'0'13889,"-166"0"-9756,124 0-5916,517 14-11320,-460 0 10276,2209 164 2518,-1530-96 309,-368 1 0,-622-78 0,2 0 0,-7-1 0</inkml:trace>
</inkml:ink>
</file>

<file path=ppt/ink/ink6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0T13:51:58.535"/>
    </inkml:context>
    <inkml:brush xml:id="br0">
      <inkml:brushProperty name="width" value="0.1" units="cm"/>
      <inkml:brushProperty name="height" value="0.1" units="cm"/>
      <inkml:brushProperty name="color" value="#E71224"/>
    </inkml:brush>
  </inkml:definitions>
  <inkml:trace contextRef="#ctx0" brushRef="#br0">1 158 8192,'45'-5'6558,"24"-14"-2546,-49 13-2146,2 0 0,30-5 1,146-8 194,265-23-6459,-424 39 4318,914-43-5357,3 46-1378,-417 3 5315,341-3 3631,443 0 5716,-363 0-2248,-938 0-3154</inkml:trace>
</inkml:ink>
</file>

<file path=ppt/ink/ink6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0T13:52:00.820"/>
    </inkml:context>
    <inkml:brush xml:id="br0">
      <inkml:brushProperty name="width" value="0.1" units="cm"/>
      <inkml:brushProperty name="height" value="0.1" units="cm"/>
      <inkml:brushProperty name="color" value="#E71224"/>
    </inkml:brush>
  </inkml:definitions>
  <inkml:trace contextRef="#ctx0" brushRef="#br0">219 1336 8192,'646'-16'1507,"132"-21"-3014,222 4 1507,843-11 0,-1117 44 1856,365 1 5666,-695-1 1909,-131 0-8471,-45 0-6013,1 0-7209,-183-3 11665,-1-1 0,1-1 0,37-12 0,9-1 531,-54 12 66,0-1 0,0-1 0,0-2 0,-1-1 0,-1-1 0,0-2 0,0-1 0,-1-1 0,31-25 0,-44 31 0,-1-2 0,-1 0 0,0 0 0,-1-1 0,0 0 0,-1-1 0,0 0 0,-1-1 0,-1 0 0,0 0 0,-1-1 0,-1 0 0,-1 0 0,0 0 0,-1-1 0,0 0 0,-2 1 0,2-24 0,-4 30 0,0 1 0,-1-1 0,0 1 0,0-1 0,-1 1 0,0-1 0,-1 1 0,0 0 0,0 0 0,-1 0 0,0 1 0,-1-1 0,1 1 0,-2 0 0,1 0 0,-1 1 0,0-1 0,-1 1 0,0 1 0,0-1 0,0 1 0,-12-7 0,-11-7 0,-1 1 0,0 1 0,-2 2 0,-44-17 0,-146-38 0,168 55 0,-307-58 0,208 48 0,-684-92 0,-7 52 0,-1036 20 0,1784 46 0,-634 8 0,3 45 0,-378 65 0,1028-112 0,1 2 0,1 5 0,0 2 0,-93 32 0,160-43 460,0 1 1,0-1 0,0 1-1,1 1 1,0-1 0,0 2-1,0-1 1,0 1-1,1 0 1,1 0 0,-1 1-1,-8 14 1,-2 5 2461,2 2-1,-18 45 1,24-54-2205,4-9-440,0-1 1,-1 0 0,0-1 0,-1 1 0,0-1 0,-1 0 0,-9 8 0,-65 50 51,74-61-329,-4 4 0</inkml:trace>
</inkml:ink>
</file>

<file path=ppt/ink/ink6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0T13:52:02.984"/>
    </inkml:context>
    <inkml:brush xml:id="br0">
      <inkml:brushProperty name="width" value="0.1" units="cm"/>
      <inkml:brushProperty name="height" value="0.1" units="cm"/>
      <inkml:brushProperty name="color" value="#E71224"/>
    </inkml:brush>
  </inkml:definitions>
  <inkml:trace contextRef="#ctx0" brushRef="#br0">153 1 8192,'-4'5'1071,"-1"0"-1,1 1 1,0 0 0,0 0 0,-3 8 0,-21 64 3533,11-25 1163,-3 11-5461,3 1 1,3 1-1,-11 132 1,23-176-307,1-1 0,0 1 0,4 26 0,-2-39 0,1 1 0,0-1 0,1 1 0,0-1 0,0 0 0,1 0 0,0 0 0,1 0 0,7 11 0,1-3 0</inkml:trace>
</inkml:ink>
</file>

<file path=ppt/ink/ink6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0T14:12:43.068"/>
    </inkml:context>
    <inkml:brush xml:id="br0">
      <inkml:brushProperty name="width" value="0.1" units="cm"/>
      <inkml:brushProperty name="height" value="0.1" units="cm"/>
      <inkml:brushProperty name="color" value="#E71224"/>
    </inkml:brush>
  </inkml:definitions>
  <inkml:trace contextRef="#ctx0" brushRef="#br0">0 178 8192,'14'-1'8922,"-1"-1"-3605,3-1-2500,8-2-2821,15-4 772,25 2-690,0 3-1,93 7 1,-42-1-109,-65-1 31,49-1 0,146-16 0,-59 2 0,-13 2 0,130-14 0,-166 16 0,190 8 0,-149 5 0,258-3-3286,218 0-7124,-143 0 6084,-206 0 6942,409 0 10915,-459 0-11656,264 0-4557,693 0-10712,-779 0 12007,-321-1 4562,147-14-6845,-120 4 3633,191 9 0,-151 5 47,-120-3-10,369-16 0,107 4-30,-328 14 555,96-2 12824,-101 0-9859,-80 0-5199,1 0-3820,203 0-3393,1 0 6556,431 0 6561,-741-1 10,1 0 0,33-9 0,-11 2-1801,-18 5-2404</inkml:trace>
</inkml:ink>
</file>

<file path=ppt/ink/ink6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0T14:12:44.386"/>
    </inkml:context>
    <inkml:brush xml:id="br0">
      <inkml:brushProperty name="width" value="0.1" units="cm"/>
      <inkml:brushProperty name="height" value="0.1" units="cm"/>
      <inkml:brushProperty name="color" value="#E71224"/>
    </inkml:brush>
  </inkml:definitions>
  <inkml:trace contextRef="#ctx0" brushRef="#br0">178 0 8192,'-1'6'1316,"-1"1"0,0-1 0,0 0 0,-1 0 0,1 0 0,-1 0 0,-1-1 0,1 1 0,-7 7 0,-11 19 1693,2 5-2392,-2 0 1,-38 49 0,56-82-618,0 1 0,0 0 0,0 0 0,1 0 0,0 0 0,0 0 0,0 1 0,1-1 0,-1 1 0,1-1 0,0 1 0,0 6 0,1-9 0,1-1 0,-1 0 0,0 1 0,1-1 0,-1 0 0,1 0 0,0 0 0,-1 0 0,1 1 0,0-1 0,0 0 0,1 0 0,-1-1 0,0 1 0,1 0 0,-1 0 0,1-1 0,-1 1 0,1-1 0,0 1 0,0-1 0,0 0 0,0 1 0,0-1 0,0 0 0,0 0 0,0-1 0,0 1 0,0 0 0,0-1 0,1 1 0,1-1 0,31 5-1729,0-3 1,1-1-1,54-5 1,2 0-1953,-21 5 1703,-41 1 1200,1-1-1,0-2 1,-1-1-1,0-1 1,1-1-1,34-11 1,-64 15 778,0 0 0,-1 0 0,1-1 0,0 1 0,-1 0 0,1 0 0,-1 0 0,1-1 0,0 1 0,-1 0 0,1-1 0,-1 1 0,1-1 0,-1 1 0,1-1 0,-1 1 0,1-1 0,-1 1 0,0-1 0,1 1 0,-1-1 0,0 1 0,1-1 0,-1 0 0,0 1 0,0-1 0,1 1 0,-1-1 0,0 0 0,0 1 0,0-1 0,0 0 0,0 1 0,0-1 0,0 0 0,0-1 0,-1 0 0,0 0 0,-1-1 0,1 1 0,0 0 0,-1 0 0,0 0 0,1 0 0,-1 0 0,0 0 0,-2-1 0,-51-35 0,54 38 0,-36-25 0,0-1 0,-39-38 0,-38-27 0,93 77 0</inkml:trace>
</inkml:ink>
</file>

<file path=ppt/ink/ink6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0T14:12:46.044"/>
    </inkml:context>
    <inkml:brush xml:id="br0">
      <inkml:brushProperty name="width" value="0.1" units="cm"/>
      <inkml:brushProperty name="height" value="0.1" units="cm"/>
      <inkml:brushProperty name="color" value="#E71224"/>
    </inkml:brush>
  </inkml:definitions>
  <inkml:trace contextRef="#ctx0" brushRef="#br0">0 131 8192,'58'-3'2239,"29"-9"5605,-12 1-2457,317-16-2835,-187 30-4647,239-5-4650,-174-23-1416,-164 15 7782,161-7-263,214 18 3761,239-1 6447,-386 0-6683,-3 0-3548,595 0-11652,-530 0 9731,-348-2 2586,49-9 0,37-2 0,605 12 4648,-355 3-125,111-2 2537,-165 0-5269,-302 0-1791</inkml:trace>
</inkml:ink>
</file>

<file path=ppt/ink/ink6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0T14:12:46.992"/>
    </inkml:context>
    <inkml:brush xml:id="br0">
      <inkml:brushProperty name="width" value="0.1" units="cm"/>
      <inkml:brushProperty name="height" value="0.1" units="cm"/>
      <inkml:brushProperty name="color" value="#E71224"/>
    </inkml:brush>
  </inkml:definitions>
  <inkml:trace contextRef="#ctx0" brushRef="#br0">0 0 8192,'5'0'18022,"5"0"-18022,6 0 0,4 0 0,3 0 0,3 0 0,0 0 0,-4 0 0</inkml:trace>
</inkml:ink>
</file>

<file path=ppt/ink/ink6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0T14:12:47.996"/>
    </inkml:context>
    <inkml:brush xml:id="br0">
      <inkml:brushProperty name="width" value="0.1" units="cm"/>
      <inkml:brushProperty name="height" value="0.1" units="cm"/>
      <inkml:brushProperty name="color" value="#E71224"/>
    </inkml:brush>
  </inkml:definitions>
  <inkml:trace contextRef="#ctx0" brushRef="#br0">358 1 8192,'-4'1'942,"1"1"0,-1-1 0,1 1 0,-1 0 0,1 1 1,0-1-1,0 1 0,0-1 0,1 1 0,-15 16 5107,-13 7-5409,-20 17-162,2 2 0,2 2 0,-78 104 0,123-150-478,0 0 0,0 1 0,0-1 0,0 0 0,0 1 0,0-1 0,1 0 0,-1 1 0,0-1 0,1 1 0,-1 0 0,1-1 0,0 1 0,-1-1 0,1 1 0,0 2 0,1-3 0,0 0 0,0 0 0,0 0 0,1-1 0,-1 1 0,0 0 0,0-1 0,1 1 0,-1-1 0,0 1 0,1-1 0,-1 1 0,0-1 0,1 0 0,-1 0 0,1 0 0,-1 0 0,0 0 0,1 0 0,1 0 0,304-4-4270,-298 3 3430,-1 0-1,1 0 1,-1 0 0,1-1 0,-1-1 0,0 1 0,0-1 0,13-7-1,-18 8 560,0-1 0,0 1-1,0-1 1,0 1-1,0-1 1,-1 0 0,1 0-1,-1 0 1,0 0-1,0-1 1,0 1 0,0-1-1,-1 1 1,1-1-1,-1 1 1,0-1 0,0 0-1,-1 0 1,1 0 0,-1 1-1,1-6 1,0-9 281,-1 1 0,0-1 0,-1 1 0,-1-1 0,0 1 0,-8-24 0,4 24 0</inkml:trace>
</inkml:ink>
</file>

<file path=ppt/ink/ink6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0T14:12:49.228"/>
    </inkml:context>
    <inkml:brush xml:id="br0">
      <inkml:brushProperty name="width" value="0.1" units="cm"/>
      <inkml:brushProperty name="height" value="0.1" units="cm"/>
      <inkml:brushProperty name="color" value="#E71224"/>
    </inkml:brush>
  </inkml:definitions>
  <inkml:trace contextRef="#ctx0" brushRef="#br0">1 29 8192,'20'0'11698,"8"0"-6288,-1 0-4698,642-16-3866,-373 4 1407,400 12-8324,-306 3 7223,3795-3 2848,-3864 13 0,-6 0 0,707-14 2796,-992 1-2236</inkml:trace>
</inkml:ink>
</file>

<file path=ppt/ink/ink6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0T14:02:07.976"/>
    </inkml:context>
    <inkml:brush xml:id="br0">
      <inkml:brushProperty name="width" value="0.1" units="cm"/>
      <inkml:brushProperty name="height" value="0.1" units="cm"/>
      <inkml:brushProperty name="color" value="#E71224"/>
    </inkml:brush>
  </inkml:definitions>
  <inkml:trace contextRef="#ctx0" brushRef="#br0">0 0 8192,'0'0'0</inkml:trace>
</inkml:ink>
</file>

<file path=ppt/ink/ink6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0T14:06:40.190"/>
    </inkml:context>
    <inkml:brush xml:id="br0">
      <inkml:brushProperty name="width" value="0.1" units="cm"/>
      <inkml:brushProperty name="height" value="0.1" units="cm"/>
      <inkml:brushProperty name="color" value="#E71224"/>
    </inkml:brush>
  </inkml:definitions>
  <inkml:trace contextRef="#ctx0" brushRef="#br0">1 657 8192,'0'2'662,"1"0"1,-1 0-1,1 0 1,0 0-1,-1 0 1,1 0-1,0 0 1,0 0-1,1 0 1,-1-1-1,0 1 1,0 0-1,2 1 663,-1-2-662,2 2-1,33 24 5299,-23-17-5162,20 17-799,-27-21 0,-1 0 0,1-1 0,0 0 0,0 0 0,0 0 0,1-1 0,0 0 0,0 0 0,0-1 0,0 0 0,1 0 0,-1-1 0,1 0 0,10 0 0,-8-1 0,0-1 0,0 0 0,0 0 0,0-1 0,-1-1 0,1 0 0,0 0 0,-1-1 0,1-1 0,-1 0 0,0 0 0,0-1 0,0 0 0,-1 0 0,0-1 0,0-1 0,0 1 0,-1-2 0,12-11 0,56-63-991,124-172 0,10-14-383,-156 212 1733,-27 28-1190,-1 1-3694,-14 13 3526</inkml:trace>
</inkml:ink>
</file>

<file path=ppt/ink/ink6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0T14:07:38.370"/>
    </inkml:context>
    <inkml:brush xml:id="br0">
      <inkml:brushProperty name="width" value="0.1" units="cm"/>
      <inkml:brushProperty name="height" value="0.1" units="cm"/>
      <inkml:brushProperty name="color" value="#E71224"/>
    </inkml:brush>
  </inkml:definitions>
  <inkml:trace contextRef="#ctx0" brushRef="#br0">1 55 8192,'2'31'6299,"7"16"-3837,-1-8-326,-4-13 2437,1 436-2080,-8-253-2434,7-252-59,15-74 0,1 0 0,-15 68 0,3 0 0,1 0 0,3 1 0,2 1 0,26-60 0,-32 90-160,4-10-2240,1 0 0,1 1 1,28-39-1,-36 58 1914,0 1 0,0-1 0,0 1 0,0 0 0,1 1 0,0 0-1,0 0 1,1 0 0,-1 1 0,1 0 0,0 0 0,0 1 0,1 0 0,-1 0 0,1 1 0,15-2 0,-19 3 935,0 1 0,0-1 1,0 1-1,0 0 1,0 0-1,0 1 0,0-1 1,0 1-1,0 0 0,0 1 1,0-1-1,-1 1 0,1 0 1,7 4-1,-8-3 175,0 1-1,0 0 1,-1 0-1,1 0 1,-1 0-1,0 1 1,0-1-1,-1 1 1,1 0-1,-1 0 1,0 0-1,-1 0 1,3 9 0,6 29-1617,-1 0 1,-2 0 0,0 52-1,-7 134-8128,-2-94 6742,2-126 2379,0 0 0,-1 0 0,0-1 0,-1 1 0,1 0 0,-2 0 0,-3 9 0,6-17 0,-1 1 0,1-1 0,-1 1 0,0-1 0,0 1 0,0-1 0,0 0 0,0 1 0,0-1 0,0 0 0,0 0 0,-1 0 0,1 0 0,0 0 0,-1 0 0,1 0 0,-1 0 0,1-1 0,-1 1 0,1 0 0,-1-1 0,0 1 0,1-1 0,-1 0 0,0 0 0,1 1 0,-1-1 0,0 0 0,1 0 0,-1-1 0,1 1 0,-1 0 0,0 0 0,1-1 0,-1 1 0,0-1 0,1 0 0,-1 1 0,1-1 0,-1 0 0,1 0 0,0 0 0,-1 0 0,0-1 0,-18-12 385,1-1 0,1 0 0,0-2 0,-20-23 0,-33-31 661,51 55-1046</inkml:trace>
</inkml:ink>
</file>

<file path=ppt/ink/ink6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0T14:07:39.244"/>
    </inkml:context>
    <inkml:brush xml:id="br0">
      <inkml:brushProperty name="width" value="0.1" units="cm"/>
      <inkml:brushProperty name="height" value="0.1" units="cm"/>
      <inkml:brushProperty name="color" value="#E71224"/>
    </inkml:brush>
  </inkml:definitions>
  <inkml:trace contextRef="#ctx0" brushRef="#br0">0 1505 8192,'8'-5'1348,"-1"1"-1,1 0 1,0 1 0,0 0 0,0 0 0,0 1-1,0-1 1,0 2 0,1-1 0,-1 1-1,10 1 1,18-5 501,3-2-1849,0 2 0,0 1 0,1 2 0,43 4 0,-81-2 0,0 0 0,0 0 0,0 0 0,0 0 0,0 1 0,-1-1 0,1 1 0,0-1 0,0 1 0,0-1 0,0 1 0,0 0 0,-1 0 0,1 0 0,2 2 0,-4-2 0,1 0 0,-1-1 0,0 1 0,0-1 0,0 1 0,0 0 0,0-1 0,0 1 0,0 0 0,0-1 0,0 1 0,0-1 0,-1 1 0,1 0 0,0-1 0,0 1 0,0-1 0,-1 1 0,1-1 0,0 1 0,-1 0 0,1-1 0,-1 0 0,1 1 0,0-1 0,-1 1 0,1-1 0,-1 1 0,1-1 0,-1 1 0,-9 6 0,1-1 0,-1 1 0,-15 6 0,-64 31-1799,-104 59-6772,164-79 3597,29-24 4932,-1 0 0,1 1 0,0-1 1,-1 0-1,1 1 0,-1-1 0,1 0 0,0 1 0,-1-1 1,1 1-1,0-1 0,-1 1 0,1-1 0,0 1 0,0-1 0,0 1 1,-1-1-1,1 1 0,0-1 0,0 1 0,0-1 0,0 1 1,0-1-1,0 1 0,0-1 0,0 1 0,0-1 0,0 1 0,0-1 1,0 1-1,1-1 0,-1 1 0,0-1 0,0 1 0,0-1 0,1 1 1,-1-1-1,0 1 0,1-1 0,-1 1 0,0-1 0,1 0 1,-1 1-1,0-1 0,1 0 0,-1 1 0,1-1 0,-1 0 0,1 0 1,-1 1-1,1-1 0,-1 0 0,1 0 0,-1 0 0,1 1 1,-1-1-1,1 0 0,-1 0 0,1 0 0,-1 0 0,1 0 0,-1 0 1,2 0-1,4 0 42,0 0 0,0 0 0,0 0 0,0-1 0,0 0 0,0 0 0,0-1 0,-1 1 0,7-4 0,56-25 0,-43 18 0,60-26 0,-2-5 0,-2-2 0,105-78 0,-176 115 503,0-1 0,-1 0 1,1 0-1,-2-1 0,1 0 1,-1-1-1,8-14 0,-14 21-202,1-1 1,-1 0-1,0 0 0,-1 0 1,1 0-1,-1 0 0,0 0 0,0-1 1,-1 1-1,1 0 0,-1 0 1,0-1-1,-1 1 0,1 0 0,-1 0 1,0 0-1,0-1 0,-1 1 1,0 0-1,-3-7 0,4 10-123,-1 0 1,1 0-1,0 0 0,0 0 1,0 0-1,0 0 0,0 0 1,1 0-1,-1-1 0,0 1 1,1 0-1,0-1 0,0 1 1,0 0-1,0-1 1,0 1-1,0 0 0,0-1 1,1 1-1,-1 0 0,1 0 1,0-1-1,-1 1 0,1 0 1,0 0-1,0 0 0,1 0 1,-1 0-1,0 0 0,1 0 1,-1 0-1,1 1 0,-1-1 1,1 1-1,0-1 0,0 1 1,0-1-1,0 1 0,0 0 1,0 0-1,0 0 0,3-1 1,135-71-937,-107 58 442,-1 0 0,0-3 0,-1 0-1,-1-2 1,0-2 0,47-45 0,-61 51-401,-2-1 0,0 0 1,0-1-1,-2-1 0,0 0 0,-2 0 1,0-1-1,-1-1 0,-1 1 1,-1-2-1,0 1 0,-2-1 0,-1 0 1,0 0-1,-2 0 0,0 0 1,-2 0-1,0-1 0,-2 1 0,-4-23 1,-5-11 716,-4 0 0,-1 1 0,-3 1 0,-2 1 0,-34-61 0,53 111 0,1 0 0,-1 0 0,0 0 0,0 0 0,0 0 0,0 1 0,0-1 0,-5-3 0,-2 7 0,4 19 0,-116 638 0,49-313 0,14-65 0,-18 99 0,66-324 0,1-5 0,-5 99 0,14-140 1250,-3 31 12671,-4-27-11070,3-12-2851,-1-6 0</inkml:trace>
</inkml:ink>
</file>

<file path=ppt/ink/ink6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0T14:07:39.554"/>
    </inkml:context>
    <inkml:brush xml:id="br0">
      <inkml:brushProperty name="width" value="0.1" units="cm"/>
      <inkml:brushProperty name="height" value="0.1" units="cm"/>
      <inkml:brushProperty name="color" value="#E71224"/>
    </inkml:brush>
  </inkml:definitions>
  <inkml:trace contextRef="#ctx0" brushRef="#br0">1 1 8192,'0'4'18022,"0"6"-18022,0 2 0</inkml:trace>
</inkml:ink>
</file>

<file path=ppt/ink/ink6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0T14:07:41.170"/>
    </inkml:context>
    <inkml:brush xml:id="br0">
      <inkml:brushProperty name="width" value="0.1" units="cm"/>
      <inkml:brushProperty name="height" value="0.1" units="cm"/>
      <inkml:brushProperty name="color" value="#E71224"/>
    </inkml:brush>
  </inkml:definitions>
  <inkml:trace contextRef="#ctx0" brushRef="#br0">246 1 8192,'13'-1'10638,"-6"20"-5573,-2 26-3041,-4-43-1934,0 21 40,1-8-106,-1-1 1,-1 1 0,0-1 0,-3 18-1,3-29-25,-1-1-1,1 1 0,-1 0 0,0 0 1,0-1-1,0 1 0,0-1 0,0 1 1,-1-1-1,1 0 0,-1 1 0,1-1 1,-1 0-1,0 0 0,0 0 1,0 0-1,0 0 0,0 0 0,0-1 1,-1 1-1,1-1 0,0 0 0,-1 1 1,1-1-1,-1 0 0,0 0 0,-4 0 1,-28 3-3556,-16-7-7905,66 5 10249,0-2-1,30-3 1,3 1 1850,179-12-637,-35 1 0,-191 13 0,1-1 0,-1 1 0,0 0 0,0 0 0,0 0 0,0 0 0,1 0 0,-1 0 0,0 0 0,0 0 0,0 1 0,0-1 0,1 0 0,-1 1 0,0-1 0,0 1 0,0-1 0,0 1 0,0-1 0,0 1 0,0 0 0,1 1 0,-2-1 0,0 0 0,0 0 0,0 0 0,-1 0 0,1 0 0,0 0 0,-1-1 0,1 1 0,-1 0 0,1 0 0,-1 0 0,1 0 0,-1-1 0,0 1 0,1 0 0,-1 0 0,0-1 0,1 1 0,-1-1 0,-1 2 0,-55 35 0,52-34 0,-216 141 0,132-81 0,-113 57 0,167-99 0,26-15 0,0-1 0,-1 1 0,0-2 0,-20 8 0,15-10 0</inkml:trace>
</inkml:ink>
</file>

<file path=ppt/ink/ink6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0T14:07:41.389"/>
    </inkml:context>
    <inkml:brush xml:id="br0">
      <inkml:brushProperty name="width" value="0.1" units="cm"/>
      <inkml:brushProperty name="height" value="0.1" units="cm"/>
      <inkml:brushProperty name="color" value="#E71224"/>
    </inkml:brush>
  </inkml:definitions>
  <inkml:trace contextRef="#ctx0" brushRef="#br0">0 120 8192,'47'3'1905,"23"7"5320,-2 1-177,-21-8-5204,-38-3-1844,4 0 0,-1 0 0,1 0 0,0-2 0,22-4 0,-33 6 0,0-1 0,0 1 0,0-1 0,0 1 0,-1-1 0,1 0 0,0 0 0,-1 0 0,1 0 0,-1 0 0,1 0 0,-1 0 0,1 0 0,-1-1 0,0 1 0,0 0 0,1-1 0,-1 1 0,0-1 0,0 0 0,0 1 0,-1-1 0,1 0 0,0 0 0,-1 1 0,1-1 0,-1 0 0,0 0 0,1 0 0,-1 0 0,0 1 0,0-1 0,0 0 0,0 0 0,-1 0 0,1 0 0,0 0 0,-1 1 0,1-1 0,-1 0 0,-1-2 0,-1-2 0,-1-1 0,0 1 0,-1 0 0,0 1 0,1-1 0,-2 1 0,1 0 0,-1 0 0,1 0 0,-1 1 0,-7-4 0,-1-1 0</inkml:trace>
</inkml:ink>
</file>

<file path=ppt/ink/ink6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0T14:07:41.876"/>
    </inkml:context>
    <inkml:brush xml:id="br0">
      <inkml:brushProperty name="width" value="0.1" units="cm"/>
      <inkml:brushProperty name="height" value="0.1" units="cm"/>
      <inkml:brushProperty name="color" value="#E71224"/>
    </inkml:brush>
  </inkml:definitions>
  <inkml:trace contextRef="#ctx0" brushRef="#br0">3 0 8192,'-2'98'4366,"1"27"6019,4-43-7114,-3-78-3271,0 0 0,1-1 0,-1 1 0,1 0 0,0 0 0,0-1 0,0 1 0,0 0 0,1-1 0,0 0 0,-1 1 0,1-1 0,0 0 0,0 0 0,1 0 0,-1 0 0,1 0 0,0 0 0,4 3 0,-3-4 0,0 0 0,1 0 0,-1 0 0,1 0 0,-1-1 0,1 1 0,0-1 0,0-1 0,0 1 0,0-1 0,-1 1 0,1-2 0,6 1 0,9-3 0,0-1 0,-1-1 0,0 0 0,0-2 0,0 0 0,21-11 0,6-6 0,-21 10 0,0 1 0,1 1 0,0 2 0,33-9 0,-45 17 0</inkml:trace>
</inkml:ink>
</file>

<file path=ppt/ink/ink6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0T14:07:42.515"/>
    </inkml:context>
    <inkml:brush xml:id="br0">
      <inkml:brushProperty name="width" value="0.1" units="cm"/>
      <inkml:brushProperty name="height" value="0.1" units="cm"/>
      <inkml:brushProperty name="color" value="#E71224"/>
    </inkml:brush>
  </inkml:definitions>
  <inkml:trace contextRef="#ctx0" brushRef="#br0">1 1 8192,'0'46'1783,"7"80"11319,1-72-10274,19 117-2519,-21-141-309,-4-19 0,-1-1 0,2 1 0,0-1 0,0 0 0,10 20 0,-13-30 0,1 1 0,-1-1 0,1 0 0,0 1 0,-1-1 0,1 0 0,-1 1 0,1-1 0,0 0 0,-1 0 0,1 0 0,0 1 0,-1-1 0,1 0 0,0 0 0,0 0 0,-1 0 0,1 0 0,0 0 0,-1-1 0,1 1 0,0 0 0,-1 0 0,1 0 0,0-1 0,-1 1 0,1 0 0,-1-1 0,1 1 0,0 0 0,-1-1 0,1 1 0,-1-1 0,1 1 0,-1-1 0,1 1 0,-1-1 0,0 1 0,1-1 0,-1 0 0,0 1 0,1-1 0,-1-1 0,26-33 0,-22 30 0,8-14 0,1 0 0,0 2 0,2-1 0,0 2 0,1 0 0,0 1 0,2 0 0,0 1 0,24-14 0,0 5-160,202-104-4628,-214 115 4232,1 1 0,0 1 0,1 2 0,0 1 0,0 2 0,47-3 0,-53 7-41,3 0-1498,-1 0 0,0 2-1,31 5 1,-56-5 2086,0 0 0,0 0 0,0 0 0,-1 1 0,1-1 0,0 1 0,-1 0 0,1 0 0,0 0 0,-1 0 0,0 0 0,0 0 0,0 1 0,0-1 0,0 1 0,0 0 0,0-1 0,-1 1 0,0 0 0,1 0 0,-1 0 0,0 0 0,0 0 0,-1 0 0,1 0 0,-1 0 0,1 4 0,1 13 19,-1 0-1,0 0 0,-4 26 0,2-18 2,-44 488-11,40-448 0,5-51 0,0 0 0,-2 0 0,0 0 0,-7 26 0,9-42 12,0 0 0,-1-1 0,1 1 0,0 0 0,0 0 1,-1 0-1,1-1 0,-1 1 0,1 0 0,0 0 0,-1-1 0,1 1 0,-1 0 1,0-1-1,1 1 0,-1-1 0,0 1 0,1 0 0,-1-1 0,0 1 0,1-1 1,-1 0-1,0 1 0,0-1 0,0 0 0,1 1 0,-1-1 0,0 0 0,0 0 1,-1 0-1,0 0 54,0-1 1,0 0-1,0 1 1,0-1 0,0 0-1,0 0 1,0 0 0,0-1-1,1 1 1,-1 0-1,1-1 1,-3-2 0,-8-9 476,1-1 0,-14-22 0,18 25-443,-71-109 3095,-54-75 5583,94 150-7553</inkml:trace>
</inkml:ink>
</file>

<file path=ppt/ink/ink6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0T14:07:42.732"/>
    </inkml:context>
    <inkml:brush xml:id="br0">
      <inkml:brushProperty name="width" value="0.1" units="cm"/>
      <inkml:brushProperty name="height" value="0.1" units="cm"/>
      <inkml:brushProperty name="color" value="#E71224"/>
    </inkml:brush>
  </inkml:definitions>
  <inkml:trace contextRef="#ctx0" brushRef="#br0">0 0 8192,'0'15'18022,"0"5"-18022,0 6 0,5 3 0,0 1 0,5-1 0,0 0 0,3-1 0,0-1 0,1-1 0,3-4 0,3-7 0,2-5 0,-2-4 0</inkml:trace>
</inkml:ink>
</file>

<file path=ppt/ink/ink6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0T14:07:42.889"/>
    </inkml:context>
    <inkml:brush xml:id="br0">
      <inkml:brushProperty name="width" value="0.1" units="cm"/>
      <inkml:brushProperty name="height" value="0.1" units="cm"/>
      <inkml:brushProperty name="color" value="#E71224"/>
    </inkml:brush>
  </inkml:definitions>
  <inkml:trace contextRef="#ctx0" brushRef="#br0">1 1 8192,'4'0'18022,"6"0"-18022,6 0 0,4 0 0,-1 0 0</inkml:trace>
</inkml:ink>
</file>

<file path=ppt/ink/ink6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0T14:07:43.573"/>
    </inkml:context>
    <inkml:brush xml:id="br0">
      <inkml:brushProperty name="width" value="0.1" units="cm"/>
      <inkml:brushProperty name="height" value="0.1" units="cm"/>
      <inkml:brushProperty name="color" value="#E71224"/>
    </inkml:brush>
  </inkml:definitions>
  <inkml:trace contextRef="#ctx0" brushRef="#br0">0 207 8192,'96'-8'11302,"0"-10"-6132,-10 1-4642,103-18 40,58-9-3470,-25 10-2982,-92 12 1594,179-6 0,202 29 4088,-465 1 2076,-36-1-447,0 0 1,0 1-1,-1 0 0,15 5 1,-19-5-715,0 0 1,0 0 0,-1 1-1,1 0 1,-1-1 0,0 2-1,0-1 1,0 0 0,7 8-1,-8-6-445,0-1 0,1 1 0,-2 0-1,1 0 1,0 0 0,1 7 0,12 43-268,-2 1 0,9 88 0,4 17 0,-13-85-1806,-3 0 1,2 93 0,-15 158-6210,-1-119 7220,3-184 5351,0-2-3556</inkml:trace>
</inkml:ink>
</file>

<file path=ppt/ink/ink6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0T14:07:44.303"/>
    </inkml:context>
    <inkml:brush xml:id="br0">
      <inkml:brushProperty name="width" value="0.1" units="cm"/>
      <inkml:brushProperty name="height" value="0.1" units="cm"/>
      <inkml:brushProperty name="color" value="#E71224"/>
    </inkml:brush>
  </inkml:definitions>
  <inkml:trace contextRef="#ctx0" brushRef="#br0">1 1 8192,'6'88'13350,"6"-27"-9768,10 2-3501,5 13 145,-17-46-120,0 0 0,2-1 0,2 0 1,20 32-1,-29-53-94,0-1 1,0 0-1,1-1 1,0 1 0,1-1-1,-1 0 1,1-1-1,1 1 1,-1-1 0,1-1-1,-1 0 1,1 0-1,0 0 1,1-1 0,-1 0-1,1-1 1,-1 1-1,1-2 1,15 2 0,-19-3-208,1 0 0,-1-1 1,0 0-1,0 0 0,1 0 1,-1 0-1,0-1 0,0 0 0,0 0 1,-1 0-1,1-1 0,0 0 1,-1 1-1,0-2 0,1 1 1,4-6-1,8-8-1421,0-1 0,19-27 0,-12 15 954,29-35-457,145-164-6964,-186 216 8083,-2 0 0</inkml:trace>
</inkml:ink>
</file>

<file path=ppt/ink/ink6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0T14:07:53.943"/>
    </inkml:context>
    <inkml:brush xml:id="br0">
      <inkml:brushProperty name="width" value="0.1" units="cm"/>
      <inkml:brushProperty name="height" value="0.1" units="cm"/>
      <inkml:brushProperty name="color" value="#E71224"/>
    </inkml:brush>
  </inkml:definitions>
  <inkml:trace contextRef="#ctx0" brushRef="#br0">2 663 8192,'0'164'14450,"0"-93"-10878,0 214-3572,-1-378 0,3-114 0,-1 190-44,2 1 1,0-1 0,1 1-1,1 0 1,0 1 0,1-1-1,1 1 1,0 0 0,2 0-1,-1 1 1,1 0 0,1 1-1,1 0 1,0 0 0,0 1-1,1 1 1,1 0 0,0 1-1,20-13 1,3 1-187,1 1 0,1 2 0,0 2 1,2 1-1,0 3 0,61-14 0,-4 4-692,45-10-4270,-47 17 8908,-92 15-3550,0 0 1,0 1 0,0 0 0,1-1-1,-1 1 1,0 0 0,0 1 0,0-1-1,0 0 1,1 1 0,-1 0 0,0 0-1,0 0 1,0 0 0,0 0-1,0 0 1,-1 1 0,6 3 0,-7-3-82,1 1 0,-1-1 1,1 1-1,-1 0 0,0-1 0,0 1 1,0 0-1,0 0 0,0 0 1,-1 0-1,1 0 0,-1 0 1,0 0-1,0 0 0,0 0 0,0 0 1,-1 0-1,1 0 0,-2 5 1,-8 41-86,-20 54 0,-2 11 0,-2 20-2176,-71 172-9075,21-127 10697,84-178 724,-1 0 1,0 1-1,1-1 0,-1 0 0,0 1 0,0-1 0,0 0 0,1 0 0,-1 0 0,0 0 1,-1 0-1,1 0 0,0 0 0,0 0 0,0 0 0,-1 0 0,1-1 0,0 1 1,-1-1-1,1 1 0,0-1 0,-1 1 0,1-1 0,-1 0 0,1 1 0,-1-1 0,1 0 1,0 0-1,-1 0 0,1 0 0,-1-1 0,1 1 0,-1 0 0,1 0 0,-1-1 1,1 1-1,0-1 0,-1 0 0,1 1 0,0-1 0,-1 0 0,1 0 0,0 0 1,-2-1-1,-8-7 968,1 0 1,1-1-1,0 0 1,-10-13-1,2 2-505,1 4-633,5 6 0,1 0 0,0-1 0,0 0 0,1-1 0,-7-14 0,14 25 0,1-1 0,0 0 0,0 1 0,0-1 0,0 0 0,0 1 0,1-1 0,-1 0 0,1 0 0,0 0 0,0 1 0,0-1 0,0 0 0,0 0 0,1 0 0,-1 0 0,1 1 0,0-1 0,0 0 0,0 1 0,0-1 0,0 0 0,0 1 0,1-1 0,-1 1 0,1 0 0,0-1 0,0 1 0,0 0 0,0 0 0,0 0 0,0 1 0,4-4 0,16-7 0,-1 0 0,2 1 0,-1 1 0,1 2 0,1 0 0,43-8 0,26-10 0,619-261-8537,-625 249 8234,129-67-4288,-190 90 3826,1-2 0,-2-1-1,0-1 1,-1-1 0,34-39 0,-55 57 784,-1 0 0,0 0 0,-1 0 0,1 0 0,0-1 0,-1 1 0,1-1 0,-1 0 0,0 1 0,0-1 0,0 0 0,0 1 0,0-1 0,-1 0 0,1 0 0,-1 0 0,0-4 0,0 5 26,-1 1 0,1-1 0,-1 0 0,0 0 0,1 0 0,-1 1 0,0-1 0,0 0 0,-1 1 0,1-1 0,0 1 0,0-1 0,-1 1 0,1 0 0,-1 0 0,1-1 0,-1 1 0,1 0 0,-4-1 0,-4-2 255,0 0 0,-1 1 1,1 1-1,-1-1 1,0 1-1,0 1 1,0 0-1,-13 0 0,-35 4 4189,43-1-2926,-1-1 0,1 0 1,-1-2-1,0 0 1,-27-5-1,43 6-1558,-1 0-1,1 0 1,0 0-1,-1 0 1,1 0 0,0 0-1,-1 0 1,1 0 0,0 0-1,-1 0 1,1 0-1,0 0 1,-1-1 0,1 1-1,0 0 1,-1 0-1,1 0 1,0-1 0,0 1-1,-1 0 1,1 0 0,0-1-1,0 1 1,-1 0-1,1-1 1,0 1 0,0 0-1,0 0 1,0-1-1,-1 1 1,1 0 0,0-1-1,0 1 1,0-1-1,0 1 1,0 0 0,0-1-1,0 1 1,0 0 0,0-1-1,0 1 1,0 0-1,0-1 1,0 1 0,16-14 47,26-7-104,-7 7 52,-6 3 0,1-1 0,-2-2 0,42-25 0,-63 34 0,0-1 0,0 1 0,-1-1 0,1 0 0,-1 0 0,-1-1 0,1 0 0,-1 0 0,0 0 0,-1 0 0,0-1 0,0 0 0,-1 0 0,1 0 0,-2 0 0,1 0 0,1-16 0,-1 2 0</inkml:trace>
</inkml:ink>
</file>

<file path=ppt/ink/ink6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0T14:07:54.317"/>
    </inkml:context>
    <inkml:brush xml:id="br0">
      <inkml:brushProperty name="width" value="0.1" units="cm"/>
      <inkml:brushProperty name="height" value="0.1" units="cm"/>
      <inkml:brushProperty name="color" value="#E71224"/>
    </inkml:brush>
  </inkml:definitions>
  <inkml:trace contextRef="#ctx0" brushRef="#br0">104 0 8192,'-55'769'0,"12"-311"0,38-90 5790,6-232 2187,-1-122-3722,0-15-4255</inkml:trace>
</inkml:ink>
</file>

<file path=ppt/ink/ink6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0T14:07:54.581"/>
    </inkml:context>
    <inkml:brush xml:id="br0">
      <inkml:brushProperty name="width" value="0.1" units="cm"/>
      <inkml:brushProperty name="height" value="0.1" units="cm"/>
      <inkml:brushProperty name="color" value="#E71224"/>
    </inkml:brush>
  </inkml:definitions>
  <inkml:trace contextRef="#ctx0" brushRef="#br0">0 27 8192,'5'0'3356,"5"-5"-3356,6-1 5996,4 1-5996,3 0 8670,2 2-8670,-3 1 0</inkml:trace>
</inkml:ink>
</file>

<file path=ppt/ink/ink6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0T14:07:55.532"/>
    </inkml:context>
    <inkml:brush xml:id="br0">
      <inkml:brushProperty name="width" value="0.1" units="cm"/>
      <inkml:brushProperty name="height" value="0.1" units="cm"/>
      <inkml:brushProperty name="color" value="#E71224"/>
    </inkml:brush>
  </inkml:definitions>
  <inkml:trace contextRef="#ctx0" brushRef="#br0">34 0 8192,'16'325'16776,"-9"-197"-19716,-5 1 0,-21 192 0,14-210-4111,6-1 4688,1-3 5175,-7-2 5631,-1-79-2497,6-26-5904,-1 0 0,1 1 0,0-1 0,-1 0 1,1 0-1,0 1 0,0-1 0,-1 0 0,1 0 1,-1 1-1,1-1 0,0 0 0,-1 0 0,1 0 1,0 0-1,-1 0 0,1 1 0,-1-1 0,1 0 1,0 0-1,-1 0 0,1 0 0,-1 0 1,1 0-1,0 0 0,-1 0 0,1-1 0,-1 1 1,1 0-1,0 0 0,-1 0 0,1 0 0,-1 0 1,1-1-1,0 1 0,-1 0 0,1 0 0,0-1 1,-1 1-1,1 0 0,0-1 0,0 1 0,-1 0 1,1 0-1,0-1 0,0 1 0,0-1 0,-1 1 1,1 0-1,0-1 0,0 1 0,0 0 0,0-1 1,-9-12-43</inkml:trace>
</inkml:ink>
</file>

<file path=ppt/ink/ink6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0T14:07:56.155"/>
    </inkml:context>
    <inkml:brush xml:id="br0">
      <inkml:brushProperty name="width" value="0.1" units="cm"/>
      <inkml:brushProperty name="height" value="0.1" units="cm"/>
      <inkml:brushProperty name="color" value="#E71224"/>
    </inkml:brush>
  </inkml:definitions>
  <inkml:trace contextRef="#ctx0" brushRef="#br0">132 4 8192,'126'-2'4320,"32"0"5800,-54 7-6743,-102-5-3366,0 0-1,0 0 0,0 0 0,1 0 0,-1 1 1,0-1-1,0 1 0,0-1 0,0 1 0,0 0 1,0 0-1,-1 0 0,1 0 0,0 0 1,0 0-1,0 0 0,-1 1 0,1-1 0,2 4 1,-4-4-9,1 0 0,-1 1 1,1-1-1,-1 1 1,0-1-1,0 1 1,0-1-1,0 1 1,0-1-1,0 1 0,0-1 1,0 1-1,0-1 1,-1 1-1,1-1 1,-1 1-1,1-1 0,-1 1 1,0-1-1,-1 3 1,-3 3-10,0 1 1,-1-1 0,0 0-1,-1 0 1,1-1-1,-1 1 1,-13 7 0,-198 125-2965,125-79-1157,49-33-562,-62 50 1,103-74 4558,0 1-1,0-1 1,0 1 0,0 0 0,0 0-1,1 0 1,0 0 0,0 0 0,0 0 0,0 1-1,1-1 1,0 0 0,-1 1 0,1 8-1,1 37 5541,0-49-5257,0 0 1,0 0-1,0 0 1,0 0-1,0 0 0,1 0 1,-1 0-1,0 0 0,0-1 1,1 1-1,-1 0 1,1 0-1,-1 0 0,1 0 1,-1-1-1,1 1 0,-1 0 1,1 0-1,0-1 1,-1 1-1,1-1 0,0 1 1,0 0-1,0-1 1,-1 1-1,1-1 0,0 0 1,0 1-1,1-1 0,1 1 172,-1-2-1,0 1 0,0 0 0,1 0 0,-1-1 0,0 1 0,0-1 0,0 0 0,0 1 0,0-1 0,0 0 0,3-2 1,49-39 3942,292-254-4762,-295 251 992</inkml:trace>
</inkml:ink>
</file>

<file path=ppt/ink/ink6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0T14:07:56.625"/>
    </inkml:context>
    <inkml:brush xml:id="br0">
      <inkml:brushProperty name="width" value="0.1" units="cm"/>
      <inkml:brushProperty name="height" value="0.1" units="cm"/>
      <inkml:brushProperty name="color" value="#E71224"/>
    </inkml:brush>
  </inkml:definitions>
  <inkml:trace contextRef="#ctx0" brushRef="#br0">54 0 8192,'-5'192'11646,"-6"0"-6496,-2 174-13659,0-7 241,2-118 10670,11 121 6140,1-157-3928,3-236-3197,15-55-1,-7 35-1804,-5 18 388</inkml:trace>
</inkml:ink>
</file>

<file path=ppt/ink/ink7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0T14:07:56.951"/>
    </inkml:context>
    <inkml:brush xml:id="br0">
      <inkml:brushProperty name="width" value="0.1" units="cm"/>
      <inkml:brushProperty name="height" value="0.1" units="cm"/>
      <inkml:brushProperty name="color" value="#E71224"/>
    </inkml:brush>
  </inkml:definitions>
  <inkml:trace contextRef="#ctx0" brushRef="#br0">1 103 8192,'4'0'11332,"6"-4"-11332,6-2 6690,4 0-6690,3 2 0,-2-4 0,4 1 0,2-4 0,1 0 0,0 2 0,-1-1 0,0 0 0,0 2 0,-1 3 0,-5 2 0</inkml:trace>
</inkml:ink>
</file>

<file path=ppt/ink/ink7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0T14:07:57.213"/>
    </inkml:context>
    <inkml:brush xml:id="br0">
      <inkml:brushProperty name="width" value="0.1" units="cm"/>
      <inkml:brushProperty name="height" value="0.1" units="cm"/>
      <inkml:brushProperty name="color" value="#E71224"/>
    </inkml:brush>
  </inkml:definitions>
  <inkml:trace contextRef="#ctx0" brushRef="#br0">1 155 8192,'36'-31'2616,"-11"13"4149,50-28 1,-40 29-4891,-14 8-1875,-1 2 0,1 0 0,0 2 0,1 0 0,35-3 0,-35 6 0</inkml:trace>
</inkml:ink>
</file>

<file path=ppt/ink/ink7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0T14:07:57.463"/>
    </inkml:context>
    <inkml:brush xml:id="br0">
      <inkml:brushProperty name="width" value="0.1" units="cm"/>
      <inkml:brushProperty name="height" value="0.1" units="cm"/>
      <inkml:brushProperty name="color" value="#E71224"/>
    </inkml:brush>
  </inkml:definitions>
  <inkml:trace contextRef="#ctx0" brushRef="#br0">0 131 8192,'14'-1'2683,"-1"-1"0,1-1 1,-1 0-1,0 0 0,23-11 1,7-1-762,52-25-1922,-79 32 0,-1 1 0,1 0 0,1 1 0,-1 0 0,1 2 0,0 0 0,0 1 0,23-2 0,10 6 0,-27-1 0</inkml:trace>
</inkml:ink>
</file>

<file path=ppt/ink/ink7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0T14:02:42.313"/>
    </inkml:context>
    <inkml:brush xml:id="br0">
      <inkml:brushProperty name="width" value="0.1" units="cm"/>
      <inkml:brushProperty name="height" value="0.1" units="cm"/>
      <inkml:brushProperty name="color" value="#E71224"/>
    </inkml:brush>
  </inkml:definitions>
  <inkml:trace contextRef="#ctx0" brushRef="#br0">0 1 8192,'0'14'8839,"5"18"-882,0-15-7957,5-1 0,1 0 1226,2 2-1226,-1 2 0,2 3 0,3 1 0,-1 1 0,0 0 0,-1 1 0,0-4 0,-2-1 0,-4-5 0</inkml:trace>
</inkml:ink>
</file>

<file path=ppt/ink/ink7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0T14:02:43.513"/>
    </inkml:context>
    <inkml:brush xml:id="br0">
      <inkml:brushProperty name="width" value="0.1" units="cm"/>
      <inkml:brushProperty name="height" value="0.1" units="cm"/>
      <inkml:brushProperty name="color" value="#E71224"/>
    </inkml:brush>
  </inkml:definitions>
  <inkml:trace contextRef="#ctx0" brushRef="#br0">1 1 8192,'0'147'2616,"0"197"10915,0-222-11656,0-97-1875</inkml:trace>
</inkml:ink>
</file>

<file path=ppt/ink/ink7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0T14:02:43.748"/>
    </inkml:context>
    <inkml:brush xml:id="br0">
      <inkml:brushProperty name="width" value="0.1" units="cm"/>
      <inkml:brushProperty name="height" value="0.1" units="cm"/>
      <inkml:brushProperty name="color" value="#E71224"/>
    </inkml:brush>
  </inkml:definitions>
  <inkml:trace contextRef="#ctx0" brushRef="#br0">1 182 8192,'0'0'0,"10"-5"2971,0-1-2971,0-3 0,3-2 0,4-2 5848,3-3-5848,2 0 7350,7-1-7350,-2-2 0,3 3 1853,1-2-1853,0 4 0,-10 3 0,-13 4 0,-8 3 0</inkml:trace>
</inkml:ink>
</file>

<file path=ppt/ink/ink7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0T14:02:44.232"/>
    </inkml:context>
    <inkml:brush xml:id="br0">
      <inkml:brushProperty name="width" value="0.1" units="cm"/>
      <inkml:brushProperty name="height" value="0.1" units="cm"/>
      <inkml:brushProperty name="color" value="#E71224"/>
    </inkml:brush>
  </inkml:definitions>
  <inkml:trace contextRef="#ctx0" brushRef="#br0">2 0 8192,'0'149'16085,"0"-96"-14148,0-29-1937,-1-15 0,1 0 0,0 0 0,0 0 0,1 0 0,4 16 0,-5-23 0,1 0 0,0 1 0,0-1 0,1 0 0,-1 0 0,0 0 0,1 0 0,-1 0 0,1 0 0,0 0 0,-1 0 0,1-1 0,0 1 0,0-1 0,0 1 0,0-1 0,1 0 0,-1 0 0,0 0 0,0 0 0,1 0 0,-1-1 0,0 1 0,1-1 0,-1 1 0,3-1 0,46 4-1622,0-2 1,59-6-1,-1 0-1358,237 4-7197,-323 0 10177</inkml:trace>
</inkml:ink>
</file>

<file path=ppt/ink/ink7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0T14:02:44.592"/>
    </inkml:context>
    <inkml:brush xml:id="br0">
      <inkml:brushProperty name="width" value="0.1" units="cm"/>
      <inkml:brushProperty name="height" value="0.1" units="cm"/>
      <inkml:brushProperty name="color" value="#E71224"/>
    </inkml:brush>
  </inkml:definitions>
  <inkml:trace contextRef="#ctx0" brushRef="#br0">91 0 8192,'-1'46'1643,"-10"77"10593,4-70-9389,6-46-2797,-2 11-40,-26 302 1226,25-302-1236,-4-23 0,-10-27 0,10 11 0</inkml:trace>
</inkml:ink>
</file>

<file path=ppt/ink/ink7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0T14:02:45.227"/>
    </inkml:context>
    <inkml:brush xml:id="br0">
      <inkml:brushProperty name="width" value="0.1" units="cm"/>
      <inkml:brushProperty name="height" value="0.1" units="cm"/>
      <inkml:brushProperty name="color" value="#E71224"/>
    </inkml:brush>
  </inkml:definitions>
  <inkml:trace contextRef="#ctx0" brushRef="#br0">120 0 8192,'-2'0'172,"1"1"-1,0-1 1,0 1 0,0 0 0,0-1 0,0 1 0,0 0 0,0-1 0,0 1-1,0 0 1,0 0 0,0 0 0,1 0 0,-1 0 0,0 0 0,1 0 0,-1 0-1,0 0 1,1 0 0,-1 0 0,1 1 0,-1 0 0,-11 36 3865,7-23-3188,-1 0 218,-2-1 0,0 0 1,-10 14-1,10-16 110,0 1 1,0 0-1,-8 20 0,16-32-1168,-1-1-1,1 1 1,0 0-1,-1 0 1,1 0 0,0 0-1,0 0 1,-1 0-1,1-1 1,0 1-1,0 0 1,0 0-1,0 0 1,0 0 0,0 0-1,1 0 1,-1 0-1,0 0 1,0-1-1,1 1 1,-1 1-1,1-1-5,0-1 0,-1 0 0,1 1 0,0-1 0,-1 0 0,1 1 0,-1-1 0,1 0 0,0 0 0,0 0 0,-1 0 0,1 1 0,0-1-1,-1 0 1,1 0 0,0-1 0,-1 1 0,1 0 0,0 0 0,0 0 0,0-1 0,45-18-43,-37 14 32,66-29-2094,1 2 1,1 5-1,2 2 1,0 4 0,1 4-1,1 3 1,158-7-1,-234 21 2049,0 0 0,0 0 0,1 1 0,-1 0 0,0 0 0,0 0 0,1 0 0,-1 1 0,0 0 0,-1 0 0,7 3 0,-10-4 119,1 0-1,-1 0 0,0 1 1,0-1-1,0 1 0,1-1 1,-1 1-1,0-1 0,-1 1 0,1 0 1,0-1-1,0 1 0,-1 0 1,1 0-1,-1 0 0,0-1 1,1 1-1,-1 0 0,0 0 1,0 0-1,0 0 0,0 0 1,-1 0-1,1-1 0,0 1 1,-1 0-1,1 0 0,-1 0 1,0-1-1,1 1 0,-1 0 1,0-1-1,0 1 0,-2 2 1,-15 23-449,-1-1 0,-1-1 0,-1-1 0,-1-1 0,-2-1 0,-30 23 1,10-7 201,-54 47 181,-191 128 0,273-202 0,0 2 0,0 0 0,-18 21 0,22-22 0,5-12 0,4-11 0,2-18 0,1 27 0,2-24 839,1 0 0,1 0 0,10-35 0,-3 24-839</inkml:trace>
</inkml:ink>
</file>

<file path=ppt/ink/ink7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0T14:02:46.652"/>
    </inkml:context>
    <inkml:brush xml:id="br0">
      <inkml:brushProperty name="width" value="0.1" units="cm"/>
      <inkml:brushProperty name="height" value="0.1" units="cm"/>
      <inkml:brushProperty name="color" value="#E71224"/>
    </inkml:brush>
  </inkml:definitions>
  <inkml:trace contextRef="#ctx0" brushRef="#br0">55 102 8192,'36'-3'12097,"0"-5"-7600,23-3-3271,-17 7-1176,1-1 1,-1-2-1,72-23 1,-84 14-51,-27 7 0,-21 2 0,10 6 0,0 1 0,1-1 0,-1 2 0,0-1 0,0 1 0,1 0 0,-1 1 0,1 0 0,-1 0 0,1 0 0,0 1 0,0 0 0,0 1 0,0 0 0,0 0 0,-8 7 0,-8 8 0,1 1 0,1 1 0,-21 27 0,26-27 0,-2-2 0,0 0 0,-32 25 0,35-34-68,5-4-341,1 1 1,0 0-1,-17 17 0,23-20 212,0 0-1,0 0 1,1 0-1,-1 1 1,1-1-1,0 1 1,0-1-1,0 1 1,1 0-1,0-1 1,0 1-1,-1 8 1,1 35-2583,1 0 0,2 0 0,12 62 1,-1-2 146,16 56 2633,-20-125 0,6 65 0,-18-214 0,5-232 0,-1 333 301,0 0 0,1 0 1,0 0-1,1 1 0,0-1 0,0 1 1,1-1-1,0 1 0,0 0 1,12-14-1,1 1 1604,1 1 0,28-24 1,-23 22-771,-6 9-480,0 0-1,0 2 1,1 0 0,0 1 0,1 1-1,0 1 1,1 0 0,0 2-1,0 0 1,0 1 0,21-2 0,-39 7-702,0 0 1,0 0 0,0 1 0,0-1-1,0 0 1,0 1 0,-1-1 0,1 1-1,0 0 1,0 0 0,0-1 0,-1 1-1,1 0 1,-1 1 0,1-1 0,0 0 0,-1 0-1,0 1 1,1-1 0,-1 1 0,0-1-1,0 1 1,0-1 0,0 1 0,0 0-1,0 0 1,0-1 0,-1 1 0,1 0-1,-1 0 1,1 2 0,3 11-560,0-1 1,3 30-1,-6-34 547,9 210-6764,-10-147 3412,12 88 0,-1-58 2390,-11-92 1021</inkml:trace>
</inkml:ink>
</file>

<file path=ppt/ink/ink7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0T14:02:47.225"/>
    </inkml:context>
    <inkml:brush xml:id="br0">
      <inkml:brushProperty name="width" value="0.1" units="cm"/>
      <inkml:brushProperty name="height" value="0.1" units="cm"/>
      <inkml:brushProperty name="color" value="#E71224"/>
    </inkml:brush>
  </inkml:definitions>
  <inkml:trace contextRef="#ctx0" brushRef="#br0">307 0 8192,'-2'1'376,"0"-1"0,1 1 0,-1 0 1,0-1-1,1 1 0,-1 0 0,1 0 0,-1 0 1,1 0-1,0 0 0,-1 1 0,1-1 0,0 0 1,0 0-1,0 1 0,0-1 0,0 1 0,0-1 1,0 1-1,-1 2 0,-16 38 8054,15-35-7984,-129 331 800,111-266-1246,2 1 0,-11 93 0,26-110 0,-2 19 0,5-70 0,0 0 0,0 0 0,-1 1 0,0-1 0,0-1 0,0 1 0,0 0 0,-1 0 0,0-1 0,-6 9 0,9-13 0,0 0 0,0 1 0,-1-1 0,1 0 0,0 0 0,0 1 0,0-1 0,-1 0 0,1 0 0,0 0 0,0 1 0,-1-1 0,1 0 0,0 0 0,0 0 0,-1 0 0,1 0 0,0 0 0,-1 0 0,1 0 0,0 0 0,0 0 0,-1 1 0,1-1 0,0 0 0,-1-1 0,1 1 0,0 0 0,-1 0 0,1 0 0,0 0 0,0 0 0,-1 0 0,1 0 0,0 0 0,0 0 0,-1-1 0,1 1 0,0 0 0,0 0 0,-1 0 0,1-1 0,0 1 0,0 0 0,0 0 0,-1 0 0,1-1 0,0 1 0,0 0 0,0 0 0,0-1 0,0 1 0,0 0 0,0-1 0,-1 1 0,-2-10 0</inkml:trace>
</inkml:ink>
</file>

<file path=ppt/ink/ink7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0T14:02:47.990"/>
    </inkml:context>
    <inkml:brush xml:id="br0">
      <inkml:brushProperty name="width" value="0.1" units="cm"/>
      <inkml:brushProperty name="height" value="0.1" units="cm"/>
      <inkml:brushProperty name="color" value="#E71224"/>
    </inkml:brush>
  </inkml:definitions>
  <inkml:trace contextRef="#ctx0" brushRef="#br0">0 28 8192,'24'-15'1874,"25"4"5263,2 9-1,-22 4-5261,-6 1-1875,0 2 0,-1 1 0,1 0 0,-1 2 0,-1 1 0,38 20 0,-28-14 0,66 24 0,-70-30 0,42 21 0,-49-20 0,0-1 0,0-1 0,1-1 0,24 5 0,48 11-2598,-62-15 599,0 0-1,1-2 1,35 2 0,-28-7-3193,51-2 3354,-87 1 1643,27 0-7</inkml:trace>
</inkml:ink>
</file>

<file path=ppt/ink/ink7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0T14:08:10.290"/>
    </inkml:context>
    <inkml:brush xml:id="br0">
      <inkml:brushProperty name="width" value="0.1" units="cm"/>
      <inkml:brushProperty name="height" value="0.1" units="cm"/>
      <inkml:brushProperty name="color" value="#E71224"/>
    </inkml:brush>
  </inkml:definitions>
  <inkml:trace contextRef="#ctx0" brushRef="#br0">1 398 8192,'14'0'6649,"8"0"2344,-7-1-6613,-1-2-2380,0 0 0,0-1 0,-1 0 0,1-1 0,16-9 0,35-12 0,33-1 0,97-33 0,-164 49 0,-2-1 0,1-2 0,-2-1 0,32-23 0,-55 35 0,0 0 0,0-1 0,-1 0 0,0 0 0,1 0 0,-2-1 0,1 1 0,0-1 0,-1 0 0,0 0 0,0 0 0,-1 0 0,1-1 0,-1 1 0,0-1 0,0 1 0,-1-1 0,0 0 0,0 0 0,0 0 0,-1 1 0,0-1 0,0 0 0,0 0 0,-1 0 0,-1-7 0,-5-4 0</inkml:trace>
</inkml:ink>
</file>

<file path=ppt/ink/ink7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0T14:08:10.901"/>
    </inkml:context>
    <inkml:brush xml:id="br0">
      <inkml:brushProperty name="width" value="0.1" units="cm"/>
      <inkml:brushProperty name="height" value="0.1" units="cm"/>
      <inkml:brushProperty name="color" value="#E71224"/>
    </inkml:brush>
  </inkml:definitions>
  <inkml:trace contextRef="#ctx0" brushRef="#br0">156 0 8192,'-4'1'305,"0"-1"1,0 1-1,0 0 1,0 0-1,0 0 1,0 1-1,1-1 1,-1 1-1,1 0 1,-1 0-1,1 0 0,0 1 1,0-1-1,0 1 1,0 0-1,0 0 1,0 0-1,1 0 1,-1 0-1,1 0 1,0 1-1,0-1 1,0 1-1,-1 4 1,-6 12 1811,2 0-1,0 0 1,-4 26 0,9-39-2052,-12 66 398,3 1 0,3 0 0,1 99 1,7-152-464,-1-12 0,1 1 0,0-1 0,1 0 0,0 0 0,3 12 0,-3-19 0,-1 1 0,1-1 0,0 0 0,0 0 0,1 0 0,-1 0 0,0 0 0,1 0 0,-1 0 0,1 0 0,0-1 0,-1 1 0,1 0 0,0-1 0,0 1 0,0-1 0,0 0 0,0 0 0,0 0 0,1 0 0,-1 0 0,0 0 0,0-1 0,1 1 0,2 0 0,30 2-392,-1-1 0,1-1 1,44-5-1,13 0-838,-52 2 1095,-28 0 345,0 1-1,-1 1 1,1 0 0,0 0 0,0 1 0,-1 1 0,1 0 0,0 0-1,-1 1 1,15 6 0,-25-8-220,0 0 1,0-1-1,0 1 0,0 0 1,0 0-1,0-1 0,-1 1 0,1 0 1,0 0-1,-1 0 0,1 0 1,0 0-1,-1 0 0,0 0 1,1 1-1,-1-1 0,0 0 0,1 0 1,-1 0-1,0 0 0,0 0 1,0 1-1,0-1 0,0 0 1,0 0-1,0 0 0,0 0 0,-1 1 1,1-1-1,0 0 0,-1 0 1,1 0-1,-1 0 0,1 0 1,-1 0-1,1 0 0,-1 0 0,0 0 1,1 0-1,-1 0 0,0-1 1,0 1-1,0 0 0,-1 1 1,-44 37-2404,42-37 2530,-33 22-4270,-66 32 0,62-36 1484,-54 36-1,61-26 2006,33-30 657,1 1-1,0-1 0,0 0 0,0 1 1,-1-1-1,1 1 0,0-1 0,0 0 1,0 1-1,0-1 0,0 1 0,0-1 1,0 0-1,0 1 0,0-1 0,0 1 1,0-1-1,0 0 0,0 1 1,0-1-1,0 1 0,0-1 0,0 0 1,0 1-1,0-1 0,1 0 0,-1 1 1,0-1-1,0 0 0,0 1 0,1-1 1,-1 1-1,26 7-94,-5-8 102,1 0 0,-1-1 0,0-1 0,0-1 0,1-1 0,-2 0 0,1-2 0,-1 0 0,24-12 0,-5 0 0,0-1 0,-2-3 0,56-40 0,-77 50 0,-1 0 0,0-1 0,-1-1 0,16-19 0,-25 27 0,-1-1 0,1 0 0,-1 0 0,0-1 0,-1 1 0,0-1 0,0 0 0,0 0 0,-1 0 0,0 0 0,-1 0 0,1-15 0,-2-5 0,-1 1 0</inkml:trace>
</inkml:ink>
</file>

<file path=ppt/ink/ink7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0T14:08:11.199"/>
    </inkml:context>
    <inkml:brush xml:id="br0">
      <inkml:brushProperty name="width" value="0.1" units="cm"/>
      <inkml:brushProperty name="height" value="0.1" units="cm"/>
      <inkml:brushProperty name="color" value="#E71224"/>
    </inkml:brush>
  </inkml:definitions>
  <inkml:trace contextRef="#ctx0" brushRef="#br0">166 0 8192,'-1'17'2456,"-1"-1"1,0 1-1,-6 15 1,-4 43 3886,7 5-5726,-4 0 1,-28 119 0,26-145-2063,2 0 0,-3 91 0,14 114-6420,2-103 4614,-4-151 2966,0-1 0,0 0 0,1 1 0,-1-1 0,1 0 0,0 0 0,3 7 0,-4-11 280,0 0 1,0 0 0,0 1-1,0-1 1,0 0-1,0 0 1,0 0-1,1 0 1,-1 0-1,0 1 1,0-1 0,0 0-1,0 0 1,0 0-1,0 0 1,0 0-1,0 0 1,1 0-1,-1 0 1,0 0 0,0 0-1,0 1 1,0-1-1,0 0 1,0 0-1,1 0 1,-1 0-1,0 0 1,0 0 0,0 0-1,0 0 1,0 0-1,1 0 1,-1 0-1,0 0 1,0 0-1,0 0 1,0 0 0,0 0-1,1 0 1,-1-1-1,0 1 1,0 0-1,0 0 1,0 0-1,0 0 1,0 0-1,1 0 1,-1 0 0,0 0-1,0 0 1,0-1-1,0 1 1,0 0-1,0 0 1,0 0-1,0 0 1,0-1 0,7-22-25,-5 3 228,-1 0 1,-1 1-1,-1-1 1,0 0-1,-7-30 1,-30-99 1435,26 107-1496,-3-9-139,3 8 0</inkml:trace>
</inkml:ink>
</file>

<file path=ppt/ink/ink7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0T14:08:11.713"/>
    </inkml:context>
    <inkml:brush xml:id="br0">
      <inkml:brushProperty name="width" value="0.1" units="cm"/>
      <inkml:brushProperty name="height" value="0.1" units="cm"/>
      <inkml:brushProperty name="color" value="#E71224"/>
    </inkml:brush>
  </inkml:definitions>
  <inkml:trace contextRef="#ctx0" brushRef="#br0">285 0 8192,'7'1'692,"0"-1"0,-1 1 0,1 0-1,0 0 1,-1 1 0,1-1 0,-1 2 0,0-1 0,1 1 0,-1 0 0,0 0 0,-1 0 0,1 1 0,-1 0 0,1 0 0,-1 1 0,0-1 0,-1 1 0,7 8-1,-7-7-342,0 0 0,0 0-1,-1 1 1,0-1-1,0 1 1,0-1 0,-1 1-1,0 0 1,-1 0-1,1 0 1,-1 10 0,-1 9-349,-2 0 0,-1-1 0,-1 0 0,-1 0 0,-1 0 0,-2 0 0,0-1 0,-13 27 0,-18 54 0,35-91 0,-2 6 0,0 0 0,1 1 0,-2 22 0,7-34 0,0-1 0,0 1 0,1 0 0,0 0 0,0 0 0,1-1 0,0 1 0,1-1 0,0 1 0,5 10 0,6 6-163,0-1 0,1 0 0,1-2 0,2 1 0,0-2 0,28 26 0,139 106-2331,-135-115 1773,44 29-4138,29 24 3775,-105-75-1423,0 0 0,16 21 0,-31-34 2497,-1-1 1,0 1 0,0 0 0,0-1 0,0 1-1,-1 0 1,1 0 0,-1 0 0,1 0 0,-1 0 0,0 1-1,0-1 1,-1 0 0,1 1 0,-1-1 0,1 0 0,-1 1-1,0-1 1,0 0 0,-1 1 0,0 5 0,-1-5 5,0 0 1,0 0-1,-1 0 0,1 0 1,-1 0-1,0 0 1,0 0-1,0-1 0,0 0 1,-1 1-1,1-1 1,-1-1-1,-7 6 0,-3-1 10,0 1 0,-1-2-1,1 0 1,-1 0-1,0-2 1,-1 0 0,1 0-1,-22 1 1,-21-2 833,1-1 0,-1-4 0,-56-8 0,33-9 3641,1-2 0,-125-53 0,172 59-5599,0-1 0,-45-29 1,54 29 1118</inkml:trace>
</inkml:ink>
</file>

<file path=ppt/ink/ink7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0T14:08:11.978"/>
    </inkml:context>
    <inkml:brush xml:id="br0">
      <inkml:brushProperty name="width" value="0.1" units="cm"/>
      <inkml:brushProperty name="height" value="0.1" units="cm"/>
      <inkml:brushProperty name="color" value="#E71224"/>
    </inkml:brush>
  </inkml:definitions>
  <inkml:trace contextRef="#ctx0" brushRef="#br0">1 0 8192,'803'364'910,"-479"-233"-2015,167 71 1300,-444-182-133,0-3 0,2-1 0,0-3 0,0-2 0,1-2 1,0-2-1,0-2 0,81-3 0,-117-3 404,1-1 0,-1 0 0,0-1 0,0-1 1,13-5-1,-3-1-466</inkml:trace>
</inkml:ink>
</file>

<file path=ppt/ink/ink7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0T14:08:12.856"/>
    </inkml:context>
    <inkml:brush xml:id="br0">
      <inkml:brushProperty name="width" value="0.1" units="cm"/>
      <inkml:brushProperty name="height" value="0.1" units="cm"/>
      <inkml:brushProperty name="color" value="#E71224"/>
    </inkml:brush>
  </inkml:definitions>
  <inkml:trace contextRef="#ctx0" brushRef="#br0">312 0 8192,'-47'59'12171,"5"7"-7207,4-5-5099,-24 22 632,35-48-235,-45 75 1,68-102-263,0 0 0,1 1 0,0-1 0,0 1 0,1-1 0,1 1 0,-1 0 0,1-1 0,1 1 0,-1 0 0,2 0 0,-1 0 0,1 0 0,0-1 0,1 1 0,0 0 0,1-1 0,0 1 0,0-1 0,0 0 0,1 0 0,8 12 0,9 11 0,1-2 0,2 0 0,1-2 0,32 29 0,-8-8 0,4 2-1764,-30-29-712,-1 0-1,20 26 0,-36-40 1956,-1 1 0,0-1-1,0 1 1,-1 0-1,0 0 1,0 1-1,-1-1 1,0 1 0,-1-1-1,1 1 1,0 12-1,-2-2 236,-1 0 0,0 0 0,-1-1-1,-1 1 1,-1 0 0,-11 35 0,-3-7 13,-28 57 0,2-9 251,43-95 22,-29 80 3059,28-74-2378,-1 1 1,0-1 0,1 1 0,0 0-1,1-1 1,0 1 0,0 0 0,0 0 0,1-1-1,1 9 1,-1-13-555,-1-1 1,0 1-1,1-1 0,-1 0 1,1 1-1,-1-1 0,1 1 1,0-1-1,-1 0 0,1 1 1,0-1-1,0 0 0,0 0 1,0 0-1,0 0 0,0 0 1,0 0-1,1 0 0,-1 0 1,0 0-1,0-1 0,1 1 1,-1 0-1,1-1 0,-1 1 1,0-1-1,1 1 0,-1-1 1,1 0-1,-1 0 0,1 0 1,-1 1-1,1-1 0,-1-1 1,1 1-1,-1 0 0,1 0 1,-1-1-1,1 1 0,-1 0 1,1-1-1,-1 0 0,0 1 1,1-1-1,-1 0 0,3-1 1,2-2 56,1-1 1,-1 1 0,0-1 0,0-1 0,0 1 0,-1-1 0,9-10 0,23-46-325,-3-1 0,-2-2 0,26-79 0,0-43-2674,-50 159 2832,10-41-18</inkml:trace>
</inkml:ink>
</file>

<file path=ppt/ink/ink7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0T14:08:13.106"/>
    </inkml:context>
    <inkml:brush xml:id="br0">
      <inkml:brushProperty name="width" value="0.1" units="cm"/>
      <inkml:brushProperty name="height" value="0.1" units="cm"/>
      <inkml:brushProperty name="color" value="#E71224"/>
    </inkml:brush>
  </inkml:definitions>
  <inkml:trace contextRef="#ctx0" brushRef="#br0">1 458 8192,'-1'-6'1487,"2"0"1,-1 0-1,1 0 1,0 0-1,0 0 1,0 0-1,1 0 1,0 0-1,0 0 1,3-5-1,6-6 173,2 3-1660,0 0 0,1 1 0,1 0 0,0 1 0,0 1 0,1 0 0,24-11 0,36-26 0,-48 27 0,42-42 0,-62 55 0,-1 0 0,0-1 0,0 0 0,0 0 0,-1-1 0,-1 0 0,0 0 0,0 0 0,3-13 0,-2 2 0</inkml:trace>
</inkml:ink>
</file>

<file path=ppt/ink/ink7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0T14:08:13.670"/>
    </inkml:context>
    <inkml:brush xml:id="br0">
      <inkml:brushProperty name="width" value="0.1" units="cm"/>
      <inkml:brushProperty name="height" value="0.1" units="cm"/>
      <inkml:brushProperty name="color" value="#E71224"/>
    </inkml:brush>
  </inkml:definitions>
  <inkml:trace contextRef="#ctx0" brushRef="#br0">597 0 8192,'-1'24'584,"-2"0"0,-6 28 0,-1 13 1609,4-28-744,-1 0-1,-12 39 0,-31 72-3001,-9 31-4209,-20 94 4787,79-272 977,-6 20 1970,-11 20 5161,15-37-6250,0 0 0,0 0 0,0 0 1,-1-1-1,1 1 0,-1-1 0,-4 4 0,6-6-774,0 0 0,0 0-1,0-1 1,0 1 0,0-1 0,0 1 0,0-1-1,0 1 1,0-1 0,0 0 0,0 0 0,0 1-1,0-1 1,0 0 0,0 0 0,-2 0 0,2 0-109,0 0 0,1 0 0,-1 0 0,0 0 0,1-1 0,-1 1 0,0 0 0,1 0 0,-1-1 0,1 1 0,-1 0 0,0-1 0,1 1 0,-1 0 0,1-1 0,-1 1 0,1-1 0,-1 1 0,1-1 0,0 1 0,-1-1 0,1 0 0,-1 1 0,1-1 0,0 1 0,0-1 0,-1 0 0,1 1 0,0-1 0,0 0 0,0 1 0,0-1 0,0 0 0,0 1 0,0-1 0,0 0 0,0 1 0,0-1 0,0 0 0,0 1 0,0-1 0,0 0 0,1 1 0,-1-1 0,0 0 0,0 1 0,1-1 0,0-2 0,0 1 0,1-1 0,-1 1 0,0-1 0,1 1 0,-1 0 0,1 0 0,0 0 0,0 0 0,0 0 0,2-2 0,9-2 12,0-1 1,0 2 0,1 0 0,-1 0 0,1 2 0,0-1 0,0 2-1,19-2 1,121 2-262,-102 3-113,2-1 257,0 3 0,58 10-1,-97-11 142,1 2-1,-1 0 1,1 0-1,-1 2 1,-1 0-1,1 0 1,-1 2-1,0-1 1,-1 2-1,1 0 1,19 18 0,-30-24-31,0-1 1,-1 1 0,1 0 0,-1 0 0,0 0 0,0 0-1,0 1 1,0-1 0,0 0 0,-1 1 0,1 0 0,-1-1-1,0 1 1,0 0 0,0-1 0,-1 1 0,1 0 0,-1 0-1,0 0 1,0-1 0,-1 1 0,1 0 0,-1 0 0,1 0-1,-1-1 1,0 1 0,-1 0 0,1-1 0,-1 1 0,1-1-1,-1 0 1,-4 6 0,2-3 7,-2 0 0,1 0 0,0 0-1,-1-1 1,0 1 0,-1-1 0,1-1 0,-1 1 0,0-1-1,0-1 1,0 1 0,0-1 0,-1 0 0,-13 3 0,-107 13-3589,-241 6 0,178-18 1908,-24 2-6289,157-8 7957</inkml:trace>
</inkml:ink>
</file>

<file path=ppt/ink/ink7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0T14:08:14.305"/>
    </inkml:context>
    <inkml:brush xml:id="br0">
      <inkml:brushProperty name="width" value="0.1" units="cm"/>
      <inkml:brushProperty name="height" value="0.1" units="cm"/>
      <inkml:brushProperty name="color" value="#E71224"/>
    </inkml:brush>
  </inkml:definitions>
  <inkml:trace contextRef="#ctx0" brushRef="#br0">67 1 8192,'3'5'1485,"1"0"0,-1 0 0,0 1 0,0 0 0,0-1 0,-1 1 0,3 9 0,6 27 3403,-7-27-3943,-1-7-916,-1 0 1,-1 1 0,1-1 0,-2 0-1,1 1 1,-1-1 0,0 1-1,0-1 1,-1 0 0,-1 1-1,1-1 1,-5 13 0,1-11-39,0 1 1,0-1-1,-1 0 0,-1 0 1,0-1-1,0 0 1,-1 0-1,-13 11 1,16-15 8,1-1 0,-1 0 0,1 1 0,0 0 0,1 0 0,-6 8 0,9-12 0,0 0 0,-1 1 0,1-1 0,0 0 0,-1 0 0,1 1 0,0-1 0,0 0 0,0 0 0,0 1 0,0-1 0,1 0 0,-1 0 0,0 1 0,0-1 0,1 0 0,-1 0 0,1 1 0,-1-1 0,1 0 0,0 0 0,-1 0 0,1 0 0,0 0 0,0 0 0,0 0 0,0 0 0,0 0 0,-1-1 0,2 1 0,-1 0 0,0 0 0,0-1 0,0 1 0,0-1 0,0 1 0,0-1 0,3 1 0,5 2-1299,0 0 1,1 0-1,0-1 1,12 1 0,34 9-7661,-27 5 6388,-28-15 2571,0-1 0,0 0 0,-1 1 0,1-1 0,0 1 0,-1-1 0,1 1 0,-1-1 0,1 1 0,-1-1 0,1 1 0,-1-1 0,0 1 0,0 0 0,0-1 0,0 1 0,0-1 0,0 1 0,-1-1 0,1 1 0,-1 0 0,1-1 0,-1 1 0,1-1 0,-1 1 0,0-1 0,1 0 0,-1 1 0,0-1 0,0 0 0,0 0 0,-2 2 0,-43 45 0,31-34 0,-13 8 416,23-20-408,1 1 0,0 0 0,0 0 0,0 1 0,0-1-1,1 1 1,-1 0 0,1-1 0,-4 8 0,7-11-25,0 1 1,0 0-1,1 0 0,-1 0 0,0-1 1,1 1-1,-1 0 0,0-1 1,1 1-1,-1 0 0,1-1 1,-1 1-1,1 0 0,0-1 0,-1 1 1,1-1-1,0 1 0,-1-1 1,1 1-1,0-1 0,-1 1 1,1-1-1,0 0 0,0 1 1,-1-1-1,1 0 0,0 0 0,0 0 1,0 0-1,0 0 0,-1 0 1,1 0-1,0 0 0,0 0 1,0 0-1,1 0 0,39 2 136,-39-1-115,46-3-4,0-1 0,-1-2 0,0-3 0,0-1 0,49-17 0,222-92 0,-312 115 0,81-37 0,-54 21 0</inkml:trace>
</inkml:ink>
</file>

<file path=ppt/ink/ink7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0T14:08:14.647"/>
    </inkml:context>
    <inkml:brush xml:id="br0">
      <inkml:brushProperty name="width" value="0.1" units="cm"/>
      <inkml:brushProperty name="height" value="0.1" units="cm"/>
      <inkml:brushProperty name="color" value="#E71224"/>
    </inkml:brush>
  </inkml:definitions>
  <inkml:trace contextRef="#ctx0" brushRef="#br0">685 1 8192,'-1'0'65,"-1"1"0,1 0 0,-1 0 1,0-1-1,1 1 0,0 0 0,-1 0 0,1 0 1,-1 1-1,1-1 0,0 0 0,0 0 0,0 1 1,0-1-1,0 1 0,0-1 0,-1 2 0,-18 34 1572,15-28-1476,-9 17-187,-113 201-1555,93-173 1126,-2-2 0,-48 53 1,71-91 547,-116 120 7029,114-121-6066,0 0-1,-1-2 0,-1 0 0,0 0 1,0-2-1,-1 0 0,-24 8 1,41-16-996,0 0 1,0-1-1,0 1 1,0-1 0,0 1-1,0-1 1,-1 1 0,1-1-1,0 0 1,0 0-1,0 1 1,0-1 0,-1 0-1,1 0 1,0 0-1,0 0 1,-1-1 0,1 1-1,0 0 1,0 0 0,0-1-1,0 1 1,0-1-1,-1 1 1,1-1 0,0 1-1,0-1 1,0 0-1,0 1 1,0-1 0,1 0-1,-1 0 1,0 0 0,0 0-1,0 1 1,1-1-1,-1 0 1,0-2 0,0-10-61</inkml:trace>
</inkml:ink>
</file>

<file path=ppt/ink/ink7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0T14:08:14.929"/>
    </inkml:context>
    <inkml:brush xml:id="br0">
      <inkml:brushProperty name="width" value="0.1" units="cm"/>
      <inkml:brushProperty name="height" value="0.1" units="cm"/>
      <inkml:brushProperty name="color" value="#E71224"/>
    </inkml:brush>
  </inkml:definitions>
  <inkml:trace contextRef="#ctx0" brushRef="#br0">1 0 8192,'34'7'1874,"-26"-4"-447,-1 1 1,1 0-1,-1 0 0,13 10 1,23 27 5708,-21-14-5261,-12-12-1875,0-1 0,1 0 0,1-1 0,0 0 0,0-1 0,2 0 0,-1-1 0,2-1 0,-1 0 0,1 0 0,1-2 0,0 0 0,0-1 0,20 6 0,17-1 0,1-2 0,0-3 0,0-2 0,107-5 0,-139 0 0,2 0 0</inkml:trace>
</inkml:ink>
</file>

<file path=ppt/ink/ink7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0T14:08:16.805"/>
    </inkml:context>
    <inkml:brush xml:id="br0">
      <inkml:brushProperty name="width" value="0.1" units="cm"/>
      <inkml:brushProperty name="height" value="0.1" units="cm"/>
      <inkml:brushProperty name="color" value="#E71224"/>
    </inkml:brush>
  </inkml:definitions>
  <inkml:trace contextRef="#ctx0" brushRef="#br0">0 241 8192,'18'2'2515,"0"0"0,0 1 0,0 0 0,0 2 0,17 6 0,40 9 417,21-1-2897,12 4-233,1-5 0,162 7-1,243-26-11010,-146-1 4956,-282-3 6253,0-3 0,130-31 0,-120 20 0,97-15 0,0 9 0,2 8 0,257 10 0,-371 15 0,0 4 0,136 38 0,16 4 0,-76-29 0,2-7 0,164-3 0,511-37 0,-185 17 0,-595 8 80,-1 3 1,1 2 0,60 18-1,151 58 712,-176-52-371,2-3-1,0-5 1,97 13-1,-39-27 57,161-10-1,-131-3-484,172-23 3271,-11-1-145,-187 31 4372,198 31-11274,-320-31 4181,110 7-2169,195-10-8221,-164-3 7533,-135 1 2460,1-2 0,-1-2 0,69-17 0,107-47 0,-47 14 0,-163 54 0,55-18 0,2 2 0,0 3 0,0 3 0,105-6 0,27 21 5265,2-1 3625,-64-7-6249,-92 0-2267,0-2 0,0-2 0,63-21 0,109-52-1887,-139 51-600,15-7 3023,40-21-9601,-19 8 3102,-35 18 8300,-49 24-435,1 1 0,1 1-1,44-6 1,33-7 2636,-78 11-4912</inkml:trace>
</inkml:ink>
</file>

<file path=ppt/ink/ink7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0T14:02:16.380"/>
    </inkml:context>
    <inkml:brush xml:id="br0">
      <inkml:brushProperty name="width" value="0.1" units="cm"/>
      <inkml:brushProperty name="height" value="0.1" units="cm"/>
      <inkml:brushProperty name="color" value="#E71224"/>
    </inkml:brush>
  </inkml:definitions>
  <inkml:trace contextRef="#ctx0" brushRef="#br0">209 1 8192,'0'99'2616,"0"132"10915,0-149-11656,0-76-1875,-1 0 0,1-1 0,-1 1 0,0 0 0,0-1 0,-3 8 0,4-12 0,0 0 0,-1 0 0,1-1 0,0 1 0,-1 0 0,1-1 0,-1 1 0,1 0 0,-1-1 0,1 1 0,-1-1 0,0 1 0,1-1 0,-1 1 0,1-1 0,-1 1 0,0-1 0,0 0 0,1 1 0,-1-1 0,-1 1 0,1-1 0,-1-1 0,1 1 0,0 0 0,-1 0 0,1-1 0,0 1 0,0-1 0,-1 1 0,1-1 0,0 1 0,0-1 0,0 0 0,0 0 0,0 1 0,0-1 0,0 0 0,0 0 0,-1-1 0,-15-17 0,2-1 0,0 0 0,-23-42 0,22 34 0,-30-39 0,29 47 0</inkml:trace>
</inkml:ink>
</file>

<file path=ppt/ink/ink7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0T14:02:16.897"/>
    </inkml:context>
    <inkml:brush xml:id="br0">
      <inkml:brushProperty name="width" value="0.1" units="cm"/>
      <inkml:brushProperty name="height" value="0.1" units="cm"/>
      <inkml:brushProperty name="color" value="#E71224"/>
    </inkml:brush>
  </inkml:definitions>
  <inkml:trace contextRef="#ctx0" brushRef="#br0">57 1 8192,'-1'0'404,"0"0"0,0 1 0,-1-1 0,1 1 0,-6 5 2827,6-5-2827,0 0 0,1 0 0,-1 0 0,0 0 0,1 0 0,-1 1 0,1-1 0,0 0 0,-1 0 0,1 0 0,0 0 0,-1 1 0,1-1 0,0 2 0,-4 39 4868,3-37-4842,1-1-404,-1 7 66,0-1 0,1 1 0,0 0-1,1 0 1,0-1 0,4 15 0,-4-23-81,0 1 0,0-1-1,0 1 1,0-1 0,1 1 0,-1-1 0,1 0 0,0 0 0,0 0 0,0 0 0,-1 0 0,2 0 0,-1-1 0,0 1 0,0-1 0,1 1 0,-1-1 0,0 0 0,1 0 0,-1 0 0,1 0 0,0 0 0,-1 0 0,1-1 0,0 0 0,-1 1 0,1-1 0,0 0 0,0 0 0,3-1 0,28-2-1259,0-2 1,-1-1-1,60-19 1,-53 14-30,0 1 1,43-6-1,30 8-3324,213 12 0,-318-3 4787,0-1 1,0 1-1,-1 1 1,1 0-1,0 0 0,-1 0 1,1 1-1,8 5 1,-14-7-138,0 0 0,0 0 1,0 1-1,-1-1 0,1 1 1,0-1-1,-1 1 1,0-1-1,1 1 0,-1 0 1,0 0-1,1 0 0,-1 0 1,0 0-1,-1 0 0,1 0 1,0 0-1,0 0 0,-1 0 1,0 1-1,1-1 0,-1 0 1,0 0-1,0 0 1,0 1-1,0-1 0,0 0 1,-1 0-1,1 0 0,-1 1 1,1-1-1,-1 0 0,-2 3 1,-4 12-246,-1 0 0,-1 0 0,-1-1 0,-1-1 1,0 0-1,-23 25 0,-92 77-1423,77-74 1748,9-10 1637,-2-1 0,-1-2 0,-69 37 0,-17-4 82,-3-8-5232,117-49 2516,-1-1 0,1 0-1,-1-1 1,0-1 0,0 0 0,-27 1 0,39-4 886,0 0 1,0 0 0,0 0-1,1-1 1,-1 0-1,0 1 1,0-1 0,0-1-1,1 1 1,-1 0-1,1-1 1,-1 0-1,1 0 1,0 0 0,-1 0-1,1 0 1,0-1-1,0 1 1,1-1 0,-1 0-1,0 0 1,1 0-1,0 0 1,0 0-1,0-1 1,0 1 0,0-1-1,1 1 1,-1-1-1,1 0 1,0 0-1,-1-5 1,0-13 1084,0 0-1,1 0 0,3-26 1,-2 30 1853,1-5-2042</inkml:trace>
</inkml:ink>
</file>

<file path=ppt/ink/ink7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0T14:02:25.888"/>
    </inkml:context>
    <inkml:brush xml:id="br0">
      <inkml:brushProperty name="width" value="0.1" units="cm"/>
      <inkml:brushProperty name="height" value="0.1" units="cm"/>
      <inkml:brushProperty name="color" value="#E71224"/>
    </inkml:brush>
  </inkml:definitions>
  <inkml:trace contextRef="#ctx0" brushRef="#br0">1 362 8192,'18'-15'1564,"1"1"-1,0 0 1,1 2 0,0 0 0,35-13 0,-21 9-2128,18-10 786,209-97 4794,-190 94-3034,129-36 1,-190 62-1983,0 1 0,0 0 0,0 0 0,0 1 0,0 1 0,1-1 0,18 3 0,-26-1 0,0 0 0,0 0 0,0 0 0,0 0 0,0 1 0,0-1 0,0 1 0,-1 0 0,1-1 0,-1 1 0,1 0 0,-1 1 0,0-1 0,0 0 0,0 1 0,0-1 0,0 1 0,-1 0 0,1-1 0,-1 1 0,1 0 0,-1 0 0,0 0 0,0 0 0,-1 0 0,1 0 0,0 0 0,-1 0 0,0 5 0,5 61 0,-8 112 0,0-62 0,2 0-740,-7 287-8513,0-285 5844,-32 162-1,32-247 3354,-33 204-1098,34-197 505,-9-14 8624,16-29-7881,-9-11 3766,-4-15-89,-36-90-800,36 93-2971</inkml:trace>
</inkml:ink>
</file>

<file path=ppt/ink/ink7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0T14:02:26.309"/>
    </inkml:context>
    <inkml:brush xml:id="br0">
      <inkml:brushProperty name="width" value="0.1" units="cm"/>
      <inkml:brushProperty name="height" value="0.1" units="cm"/>
      <inkml:brushProperty name="color" value="#E71224"/>
    </inkml:brush>
  </inkml:definitions>
  <inkml:trace contextRef="#ctx0" brushRef="#br0">1 109 8192,'0'-4'18022,"4"-2"-18022,7-4 0,4 0 0,6 1 0,2 3 0,2 1 0,-3-1 0,-1-1 0,1 1 0,0-2 0,1-1 0,-4-2 0,-4 0 0</inkml:trace>
</inkml:ink>
</file>

<file path=ppt/ink/ink7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0T14:02:26.901"/>
    </inkml:context>
    <inkml:brush xml:id="br0">
      <inkml:brushProperty name="width" value="0.1" units="cm"/>
      <inkml:brushProperty name="height" value="0.1" units="cm"/>
      <inkml:brushProperty name="color" value="#E71224"/>
    </inkml:brush>
  </inkml:definitions>
  <inkml:trace contextRef="#ctx0" brushRef="#br0">273 0 8192,'-11'6'12079,"2"8"-7671,-4 17-3945,13-30-400,-6 22 56,1 0 0,1 1 0,1-1 1,2 1-1,0 0 0,2 24 0,-2 47 56,1-85-175,-2 0 0,1-1 0,-1 1 0,0-1 0,-1 1 0,0-1 0,0 0 0,-1 0 0,-1 0 0,1-1 0,-1 0 0,-1 1 0,1-2 0,-1 1 0,-1-1 0,1 0 0,-1 0 0,-1-1 0,1 1 0,-1-2 0,0 1 0,-1-1 0,-14 7 0,11-6 0,-25 12 0,36-18 0,0 1 0,0-1 0,-1 0 0,1 1 0,0-1 0,-1 0 0,1 0 0,0 0 0,-1 0 0,1 0 0,0 0 0,-1 0 0,1 0 0,0-1 0,-1 1 0,1 0 0,0-1 0,0 1 0,-1-1 0,1 0 0,0 1 0,0-1 0,0 0 0,-2-1 0,3 1 0,-1 0 0,1 0 0,-1 0 0,1 0 0,0 0 0,0 0 0,-1 0 0,1 0 0,0 0 0,0 0 0,0 0 0,0 0 0,0 0 0,0 0 0,0 0 0,0 0 0,1 0 0,-1 0 0,0 0 0,1 0 0,-1 0 0,0 0 0,1 0 0,-1 0 0,1 0 0,0 0 0,-1 0 0,1 1 0,0-1 0,-1 0 0,1 0 0,0 1 0,0-1 0,0 0 0,0 1 0,-1-1 0,1 1 0,0-1 0,2 0 0,39-22 0,-40 22 0,57-22-1729,-27 15-1430,-1 0 1,1 2-1,52-2 1,-7 6 520,-55 2 1617</inkml:trace>
</inkml:ink>
</file>

<file path=ppt/ink/ink7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0T14:02:27.306"/>
    </inkml:context>
    <inkml:brush xml:id="br0">
      <inkml:brushProperty name="width" value="0.1" units="cm"/>
      <inkml:brushProperty name="height" value="0.1" units="cm"/>
      <inkml:brushProperty name="color" value="#E71224"/>
    </inkml:brush>
  </inkml:definitions>
  <inkml:trace contextRef="#ctx0" brushRef="#br0">5 1 8192,'-2'47'2625,"0"36"6948,2-77-8991,0 0 1,1 0-1,0 0 1,0 0-1,1 0 0,0 0 1,0 0-1,0 0 0,6 10 1,-6-13-665,0-1 0,0 1 0,-1-1 0,2 1 0,-1-1 1,0 0-1,0 0 0,1 0 0,-1 0 0,1-1 1,0 1-1,-1-1 0,1 1 0,0-1 0,0 0 0,0 0 1,0 0-1,0-1 0,0 1 0,0-1 0,0 1 0,0-1 1,0 0-1,0 0 0,0-1 0,0 1 0,0 0 0,0-1 1,0 0-1,0 0 0,0 0 0,0 0 0,0 0 1,0-1-1,3-1 0,-1 0-250,0-1 0,0 1 0,-1-1 0,1 1 0,-1-1 1,0 0-1,0-1 0,-1 1 0,1-1 0,-1 0 0,0 0 0,0 0 0,-1 0 1,1 0-1,-1 0 0,0-1 0,-1 1 0,2-8 0,-2 6-426,0 0 0,-1 0 0,0 1 0,0-1-1,0 0 1,-1 1 0,-3-13 0,3 16 645,0 1 1,0 0-1,0-1 0,0 1 0,-1 0 1,1 0-1,-1 0 0,0 0 1,1 0-1,-1 0 0,0 1 0,0-1 1,0 0-1,0 1 0,0 0 0,0-1 1,-1 1-1,1 0 0,0 0 1,-1 0-1,1 0 0,-1 1 0,-4-1 1,-36-8 112,25 4 0</inkml:trace>
</inkml:ink>
</file>

<file path=ppt/ink/ink7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0T14:02:27.777"/>
    </inkml:context>
    <inkml:brush xml:id="br0">
      <inkml:brushProperty name="width" value="0.1" units="cm"/>
      <inkml:brushProperty name="height" value="0.1" units="cm"/>
      <inkml:brushProperty name="color" value="#E71224"/>
    </inkml:brush>
  </inkml:definitions>
  <inkml:trace contextRef="#ctx0" brushRef="#br0">0 303 8192,'36'-1'5570,"-1"-3"1,42-8 0,-46 6-4261,-18 4-1310,0 0 0,0-1 0,0-1 0,0 0 0,-1-1 0,0 0 0,0-1 0,0 0 0,-1-1 0,0 0 0,12-10 0,12-12 0,-23 20 0,-1 0 0,-1 0 0,17-19 0,-23 22 0,-1 1 0,1-1 0,-1 1 0,0-1 0,-1 0 0,1 0 0,-1 0 0,-1-1 0,1 1 0,-1 0 0,1-11 0,-1-7 0,0 3 0</inkml:trace>
</inkml:ink>
</file>

<file path=ppt/ink/ink7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0T14:02:28.073"/>
    </inkml:context>
    <inkml:brush xml:id="br0">
      <inkml:brushProperty name="width" value="0.1" units="cm"/>
      <inkml:brushProperty name="height" value="0.1" units="cm"/>
      <inkml:brushProperty name="color" value="#E71224"/>
    </inkml:brush>
  </inkml:definitions>
  <inkml:trace contextRef="#ctx0" brushRef="#br0">3 1 8192,'0'615'910,"-2"-471"-1945,5 155 1160,-3-295-125,0-1 0,0 0 0,1 1 0,0-1 0,-1 0 0,1 0 0,1 0 0,-1 0 0,3 5 0,-4-8 0,0 0 0,0 1 0,0-1 0,0 0 0,0 0 0,0 0 0,1 0 0,-1 0 0,0 0 0,0 0 0,0 1 0,0-1 0,0 0 0,1 0 0,-1 0 0,0 0 0,0 0 0,0 0 0,0 0 0,0 0 0,1 0 0,-1 0 0,0 0 0,0 0 0,0 0 0,0 0 0,1 0 0,-1 0 0,0 0 0,0 0 0,0 0 0,0 0 0,0 0 0,1 0 0,-1-1 0,0 1 0,0 0 0,0 0 0,0 0 0,0 0 0,1 0 0,-1 0 0,0 0 0,0-1 0,0 1 0,0 0 0,0 0 0,0 0 0,0 0 0,0 0 0,0-1 0,0 1 0,6-23 0,-3-157 2608,-3 132-2245,0-4-363</inkml:trace>
</inkml:ink>
</file>

<file path=ppt/ink/ink7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0T14:02:28.465"/>
    </inkml:context>
    <inkml:brush xml:id="br0">
      <inkml:brushProperty name="width" value="0.1" units="cm"/>
      <inkml:brushProperty name="height" value="0.1" units="cm"/>
      <inkml:brushProperty name="color" value="#E71224"/>
    </inkml:brush>
  </inkml:definitions>
  <inkml:trace contextRef="#ctx0" brushRef="#br0">0 0 8192,'1'7'551,"1"0"0,0 0 1,0-1-1,0 1 0,1-1 0,0 0 1,6 11-1,7 15 2964,7 34-1233,-4 1 0,13 77 0,-10-1-1471,-3-1-3833,-10-68-587,3 26 2701,3 52-6024,-5-41 5824,-7-86 2659,3 44 8321,-5-63-9212,-1-1-1,0 1 1,0-1-1,-1 1 1,0-1 0,0 0-1,0 1 1,-1-1-1,-2 6 1,4-11-660,-1 1 0,1-1 0,-1 1 0,0 0 0,1-1 0,-1 0 0,0 1 0,1-1 0,-1 1 0,0-1 0,0 0 0,0 1 0,1-1 0,-1 0 0,0 0 0,0 0 0,0 0 0,1 1 0,-1-1 0,0 0 0,0-1 0,0 1 0,0 0 0,1 0 0,-1 0 0,0 0 0,0-1 0,0 1 0,1 0 0,-1-1 0,0 1 0,0 0 0,1-1 0,-1 1 0,0-1 0,1 1 0,-1-1 0,1 0 0,-1 1 0,0-1 0,1 0 0,-1 1 0,0-2 0,-29-34 0,27 33 0,-14-19 0,1 1 0</inkml:trace>
</inkml:ink>
</file>

<file path=ppt/ink/ink7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0T14:02:29.151"/>
    </inkml:context>
    <inkml:brush xml:id="br0">
      <inkml:brushProperty name="width" value="0.1" units="cm"/>
      <inkml:brushProperty name="height" value="0.1" units="cm"/>
      <inkml:brushProperty name="color" value="#E71224"/>
    </inkml:brush>
  </inkml:definitions>
  <inkml:trace contextRef="#ctx0" brushRef="#br0">343 0 8192,'12'4'6012,"-12"-3"-5862,0-1 0,0 0 1,1 1-1,-1-1 0,0 0 1,0 1-1,0-1 0,0 0 0,0 1 1,0-1-1,0 1 0,0-1 1,-1 0-1,1 1 0,0 0 451,-1 0-450,-20 26 5585,17-23-5269,-1 0 0,2 0-1,-1 1 1,1 0 0,-1 0 0,-4 9 0,8-12-548,-1 0 0,1 0 1,0 0-1,-1 0 0,1 0 1,0 1-1,0-1 1,0 0-1,1 0 0,-1 0 1,0 0-1,1 0 1,-1 0-1,1 0 0,0 0 1,0 0-1,0 0 0,0 0 1,0 0-1,2 2 1,34 29-3944,-32-30 3385,-1 0 0,0 0 1,0 1-1,0-1 0,0 1 1,-1 0-1,1 0 0,5 8 1,-9-10 489,1 0 1,-1 1 0,1-1-1,-1 0 1,0 0 0,0 1-1,0-1 1,0 0 0,0 1-1,0-1 1,-1 0 0,1 0-1,-1 1 1,0-1 0,1 0-1,-1 0 1,0 0 0,0 0-1,0 0 1,-1 0 0,1 0-1,0 0 1,-1-1 0,1 1-1,-1 0 1,-2 1 0,-3 4-54,-1 0 0,0 0 0,0-1 0,-1 0 1,0 0-1,0-1 0,-1 0 0,1-1 0,-1 0 0,-15 4 0,-16 3 36,-51 6 0,79-15 167,-99 8-1,814-12 0,-387 3 0,-285-1 0</inkml:trace>
</inkml:ink>
</file>

<file path=ppt/ink/ink7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0T14:02:29.766"/>
    </inkml:context>
    <inkml:brush xml:id="br0">
      <inkml:brushProperty name="width" value="0.1" units="cm"/>
      <inkml:brushProperty name="height" value="0.1" units="cm"/>
      <inkml:brushProperty name="color" value="#E71224"/>
    </inkml:brush>
  </inkml:definitions>
  <inkml:trace contextRef="#ctx0" brushRef="#br0">175 1 8192,'-2'4'811,"0"0"1,0 0-1,0 0 1,-1 0-1,1-1 1,-1 1-1,0-1 1,0 0-1,-5 5 1,-3 5-108,-36 38 3898,43-47-4184,0-1 0,0 0 0,-1 0 1,1 0-1,0 0 0,-1 0 0,0-1 1,0 0-1,0 0 0,-10 2 1,15-3-417,-1-1 1,0 0 0,0 0 0,0 1 0,1-1 0,-1 0 0,0 0-1,0 0 1,0 0 0,0 0 0,1 0 0,-1 0 0,0 0 0,0-1-1,0 1 1,1 0 0,-1 0 0,0-1 0,0 1 0,1 0 0,-1-1-1,0 1 1,0-1 0,1 1 0,-1-1 0,1 1 0,-1-1-1,0 1 1,1-1 0,-1 0 0,1 1 0,-1-1 0,1 0 0,0 0-1,-1 1 1,1-1 0,0 0 0,-1 0 0,1 1 0,0-1 0,0 0-1,0 0 1,0 0 0,0 0 0,0 1 0,0-1 0,0 0 0,0-1-1,1-1-52,-1 0 1,1 1-1,0-1 0,0 0 0,0 1 0,0-1 0,0 1 0,1 0 0,-1-1 0,1 1 0,-1 0 0,1 0 0,3-3 0,2 0-603,0 1-1,-1 0 0,2 0 1,-1 1-1,0 0 1,1 1-1,-1-1 0,1 1 1,-1 1-1,1 0 0,0 0 1,0 0-1,15 1 1,-17 0 257,-1 1 0,0-1 0,1 1 0,-1 0 1,0 0-1,0 1 0,1-1 0,-1 1 0,-1 0 1,1 1-1,0-1 0,0 1 0,-1 0 0,1 0 1,-1 0-1,0 1 0,0-1 0,-1 1 0,1 0 1,5 8-1,-4-3 396,-1-1 0,-1 1 0,1 0 0,-2 0 0,3 11 0,-4-19 0,-1 0 0,0-1 0,0 1 0,0 0 0,0 0 0,0 0 0,1 0 0,-2-1 0,1 1 0,0 0 0,0 0 0,0 0 0,0 0 0,0-1 0,-1 1 0,1 0 0,0 0 0,-1-1 0,1 1 0,-1 0 0,1 0 0,-1-1 0,1 1 0,-1 0 0,0 0 0,-1-1 0,0 0 0,0 1 0,1-1 0,-1-1 0,0 1 0,1 0 0,-1 0 0,0-1 0,1 1 0,-1-1 0,0 1 0,1-1 0,-1 0 0,1 0 0,-1 0 0,1 1 0,-1-1 0,-1-3 0,-9-4 0,1-1 0,0 0 0,1 0 0,-17-20 0,9 6 0</inkml:trace>
</inkml:ink>
</file>

<file path=ppt/ink/ink7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0T14:02:30.141"/>
    </inkml:context>
    <inkml:brush xml:id="br0">
      <inkml:brushProperty name="width" value="0.1" units="cm"/>
      <inkml:brushProperty name="height" value="0.1" units="cm"/>
      <inkml:brushProperty name="color" value="#E71224"/>
    </inkml:brush>
  </inkml:definitions>
  <inkml:trace contextRef="#ctx0" brushRef="#br0">1 50 8192,'0'-4'18022,"4"-2"-18022,7 0 0,4 2 0,1-4 0,2 0 0,6 2 0,4 1 0,-3 2 0</inkml:trace>
</inkml:ink>
</file>

<file path=ppt/ink/ink7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0T14:02:30.368"/>
    </inkml:context>
    <inkml:brush xml:id="br0">
      <inkml:brushProperty name="width" value="0.1" units="cm"/>
      <inkml:brushProperty name="height" value="0.1" units="cm"/>
      <inkml:brushProperty name="color" value="#E71224"/>
    </inkml:brush>
  </inkml:definitions>
  <inkml:trace contextRef="#ctx0" brushRef="#br0">0 125 8192,'4'0'18022,"7"0"-18022,4-4 0,5-2 0,-1-4 0,5 0 0,-1-3 0,-1-4 0,5 2 0,6-2 0,2 3 0,0 3 0,-6 4 0</inkml:trace>
</inkml:ink>
</file>

<file path=ppt/ink/ink7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0T14:02:30.787"/>
    </inkml:context>
    <inkml:brush xml:id="br0">
      <inkml:brushProperty name="width" value="0.1" units="cm"/>
      <inkml:brushProperty name="height" value="0.1" units="cm"/>
      <inkml:brushProperty name="color" value="#E71224"/>
    </inkml:brush>
  </inkml:definitions>
  <inkml:trace contextRef="#ctx0" brushRef="#br0">42 0 8192,'4'55'7096,"12"30"-5121,-1-6 4404,7 229-7526,-25 3-4994,0-87-1515,3-110 22168,-2-134-13266,-1 1 0,-11-33 0,-6-34-1980,-24-193 734,35 233 0</inkml:trace>
</inkml:ink>
</file>

<file path=ppt/ink/ink7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0T14:02:31.506"/>
    </inkml:context>
    <inkml:brush xml:id="br0">
      <inkml:brushProperty name="width" value="0.1" units="cm"/>
      <inkml:brushProperty name="height" value="0.1" units="cm"/>
      <inkml:brushProperty name="color" value="#E71224"/>
    </inkml:brush>
  </inkml:definitions>
  <inkml:trace contextRef="#ctx0" brushRef="#br0">0 436 8192,'1'-8'637,"0"0"0,0 0 0,1-1 0,0 1 0,0 1 0,1-1 0,0 0 1,0 1-1,1-1 0,0 1 0,0 0 0,9-11 0,8-7 3901,46-43 0,-44 45-3874,3 2-664,0 1 0,1 1 0,1 1 0,0 1 0,2 2 0,54-21 0,-48 20 0,-7 0 0,16-8 0,-43 23 0,0 0 0,0 0 0,1 0 0,-1 1 0,0-1 0,1 0 0,-1 1 0,1 0 0,-1-1 0,0 1 0,1 0 0,-1 0 0,1 0 0,2 1 0,-4 0 0,0 0 0,1-1 0,-1 1 0,0 0 0,0 0 0,0 0 0,0 0 0,0 0 0,-1 0 0,1 0 0,0 0 0,0 0 0,-1 1 0,1-1 0,0 0 0,-1 0 0,0 1 0,1-1 0,0 3 0,4 33 0,-4-22 0,23 229-1628,-15-128 459,3 22 1049,10 251-13320,-20-222 11979,17 331 1257,-12-172 28,-9-202 3355,-1-108 907,-6-29 125,-11-44 1890,15 42-5480,-19-69-621,16 43 0</inkml:trace>
</inkml:ink>
</file>

<file path=ppt/ink/ink7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0T14:02:31.957"/>
    </inkml:context>
    <inkml:brush xml:id="br0">
      <inkml:brushProperty name="width" value="0.1" units="cm"/>
      <inkml:brushProperty name="height" value="0.1" units="cm"/>
      <inkml:brushProperty name="color" value="#E71224"/>
    </inkml:brush>
  </inkml:definitions>
  <inkml:trace contextRef="#ctx0" brushRef="#br0">1 52 8192,'4'0'18022,"6"-4"-18022,6-2 0,4 0 0,3 2 0,2-4 0,2 0 0,0 2 0,-1 1 0,1 2 0,-5 1 0</inkml:trace>
</inkml:ink>
</file>

<file path=ppt/ink/ink7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0T14:02:32.363"/>
    </inkml:context>
    <inkml:brush xml:id="br0">
      <inkml:brushProperty name="width" value="0.1" units="cm"/>
      <inkml:brushProperty name="height" value="0.1" units="cm"/>
      <inkml:brushProperty name="color" value="#E71224"/>
    </inkml:brush>
  </inkml:definitions>
  <inkml:trace contextRef="#ctx0" brushRef="#br0">1 99 8192,'27'-2'4115,"0"-1"0,0-2 0,35-9-1,-11 2-2551,132-28-1563,-98 22 0,-62 14 0</inkml:trace>
</inkml:ink>
</file>

<file path=ppt/ink/ink7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0T14:02:32.922"/>
    </inkml:context>
    <inkml:brush xml:id="br0">
      <inkml:brushProperty name="width" value="0.1" units="cm"/>
      <inkml:brushProperty name="height" value="0.1" units="cm"/>
      <inkml:brushProperty name="color" value="#E71224"/>
    </inkml:brush>
  </inkml:definitions>
  <inkml:trace contextRef="#ctx0" brushRef="#br0">1 26 8192,'4'0'18022,"6"0"-18022,6 0 0,4 0 0,4 0 0,1 0 0,1-5 0,1-1 0,0 1 0,-1 0 0,1 2 0,-6 1 0</inkml:trace>
</inkml:ink>
</file>

<file path=ppt/ink/ink7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0T14:02:33.278"/>
    </inkml:context>
    <inkml:brush xml:id="br0">
      <inkml:brushProperty name="width" value="0.1" units="cm"/>
      <inkml:brushProperty name="height" value="0.1" units="cm"/>
      <inkml:brushProperty name="color" value="#E71224"/>
    </inkml:brush>
  </inkml:definitions>
  <inkml:trace contextRef="#ctx0" brushRef="#br0">1 0 8192,'4'0'18022,"6"0"-18022,6 0 0,4 0 0,4 0 0,1 0 0,2 0 0,-1 0 0,1 0 0,0 0 0,-5 0 0</inkml:trace>
</inkml:ink>
</file>

<file path=ppt/ink/ink7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0T14:08:45.095"/>
    </inkml:context>
    <inkml:brush xml:id="br0">
      <inkml:brushProperty name="width" value="0.1" units="cm"/>
      <inkml:brushProperty name="height" value="0.1" units="cm"/>
      <inkml:brushProperty name="color" value="#E71224"/>
    </inkml:brush>
  </inkml:definitions>
  <inkml:trace contextRef="#ctx0" brushRef="#br0">192 0 8192,'1'33'8181,"8"56"0,-3-59-6521,20 179-1660,-17-142-904,-4 0 1,-6 132 0,-2-70 257,2-102-474,-7 47 1,-26 74-6501,0 6 2813,27-119 4807,-2-1 0,-2 0 0,0-1 0,-3 0 0,0 0 0,-30 45 0,42-74 0,0 0 0,0-1 0,0 0 0,-1 1 0,1-1 0,-1 0 0,0 0 0,0 0 0,0 0 0,0-1 0,-1 1 0,1-1 0,-6 3 0,-4-2 0</inkml:trace>
</inkml:ink>
</file>

<file path=ppt/ink/ink7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0T14:08:45.871"/>
    </inkml:context>
    <inkml:brush xml:id="br0">
      <inkml:brushProperty name="width" value="0.1" units="cm"/>
      <inkml:brushProperty name="height" value="0.1" units="cm"/>
      <inkml:brushProperty name="color" value="#E71224"/>
    </inkml:brush>
  </inkml:definitions>
  <inkml:trace contextRef="#ctx0" brushRef="#br0">1 79 8192,'4'0'18022,"6"-4"-18022,6-2 0,4 0 0,3 2 0,3-4 0,4 1 0,3 0 0,-1 2 0,-1 2 0,-1 1 0,-2-3 0,-6-5 0,-6-1 0</inkml:trace>
</inkml:ink>
</file>

<file path=ppt/ink/ink7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0T14:08:46.211"/>
    </inkml:context>
    <inkml:brush xml:id="br0">
      <inkml:brushProperty name="width" value="0.1" units="cm"/>
      <inkml:brushProperty name="height" value="0.1" units="cm"/>
      <inkml:brushProperty name="color" value="#E71224"/>
    </inkml:brush>
  </inkml:definitions>
  <inkml:trace contextRef="#ctx0" brushRef="#br0">161 0 8192,'-1'7'359,"-1"-1"-1,0 1 1,1-1 0,-2 1 0,-4 9-1,-1 4 1435,-39 162 6560,6-19-2629,31-122-5724,7-28 0,-1 0 0,1-1 0,-2 1 0,-8 16 0,3-13 0</inkml:trace>
</inkml:ink>
</file>

<file path=ppt/ink/ink7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0T14:08:46.676"/>
    </inkml:context>
    <inkml:brush xml:id="br0">
      <inkml:brushProperty name="width" value="0.1" units="cm"/>
      <inkml:brushProperty name="height" value="0.1" units="cm"/>
      <inkml:brushProperty name="color" value="#E71224"/>
    </inkml:brush>
  </inkml:definitions>
  <inkml:trace contextRef="#ctx0" brushRef="#br0">0 1 8192,'484'0'15754,"-246"0"-13486,-216 0-2268</inkml:trace>
</inkml:ink>
</file>

<file path=ppt/ink/ink7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0T14:08:47.803"/>
    </inkml:context>
    <inkml:brush xml:id="br0">
      <inkml:brushProperty name="width" value="0.1" units="cm"/>
      <inkml:brushProperty name="height" value="0.1" units="cm"/>
      <inkml:brushProperty name="color" value="#E71224"/>
    </inkml:brush>
  </inkml:definitions>
  <inkml:trace contextRef="#ctx0" brushRef="#br0">194 62 8192,'-17'17'10933,"16"-14"-10357,-13 31 5324,11-24-5287,0-2-613,0 1 0,0-1 0,1 1 0,0 0 0,1-1 0,0 1 0,0 16 0,1-23 0,0 1 0,0-1 0,1 1 0,-1-1 0,1 1 0,-1-1 0,1 1 0,0-1 0,0 0 0,0 1 0,0-1 0,1 0 0,-1 0 0,1 0 0,-1 0 0,1 0 0,0 0 0,-1 0 0,1-1 0,0 1 0,0-1 0,0 1 0,1-1 0,-1 0 0,0 1 0,0-1 0,1 0 0,-1-1 0,1 1 0,4 1 0,47 4-1814,-27-6-836,0-1 1,-1-1-1,1-1 1,30-8-1,6-8-106,-59 18 2712,-1-1 1,1 1-1,-1-1 0,0 0 0,1 0 1,-1-1-1,0 1 0,0-1 0,-1 1 0,1-1 1,0 0-1,-1 0 0,0 0 0,0 0 1,0-1-1,0 1 0,0-1 0,-1 1 1,1-1-1,-1 1 0,0-1 0,0 0 1,0-6-1,2-41 1464,-8 1 7449,5 47-8818,-1 0-1,0 0 1,0 0-1,0 0 1,0 0-1,-1 0 1,1 1-1,-1-1 1,1 0 0,-1 1-1,0-1 1,0 1-1,0 0 1,0 0-1,-1 0 1,1 0-1,-1 0 1,1 0-1,-1 1 1,1-1 0,-1 1-1,0-1 1,0 1-1,0 0 1,0 0-1,0 1 1,0-1-1,0 1 1,-6-1-1,-12-1-417,1 1-1,-1 1 0,-32 4 0,15-1 62,-12-1-533,-163-3-7504,188-3 8343,7-1 0</inkml:trace>
</inkml:ink>
</file>

<file path=ppt/ink/ink7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0T14:08:48.429"/>
    </inkml:context>
    <inkml:brush xml:id="br0">
      <inkml:brushProperty name="width" value="0.1" units="cm"/>
      <inkml:brushProperty name="height" value="0.1" units="cm"/>
      <inkml:brushProperty name="color" value="#E71224"/>
    </inkml:brush>
  </inkml:definitions>
  <inkml:trace contextRef="#ctx0" brushRef="#br0">126 1 8192,'-15'0'8819,"0"0"-8819,-5 0 7957,1 4-6711,-1 2-1246,4 4 0,4 4 0,4 1 0</inkml:trace>
</inkml:ink>
</file>

<file path=ppt/ink/ink7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0T14:08:49.114"/>
    </inkml:context>
    <inkml:brush xml:id="br0">
      <inkml:brushProperty name="width" value="0.1" units="cm"/>
      <inkml:brushProperty name="height" value="0.1" units="cm"/>
      <inkml:brushProperty name="color" value="#E71224"/>
    </inkml:brush>
  </inkml:definitions>
  <inkml:trace contextRef="#ctx0" brushRef="#br0">1 0 8192,'0'5'3356,"0"5"-3356,0 5 5996,0 6 1463,0 2-6248,0 2-1211,4-3 0,6-1 0,6-4 0,4-5 0,3-4-3356,-2-5 3356</inkml:trace>
</inkml:ink>
</file>

<file path=ppt/ink/ink7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0T14:09:33.438"/>
    </inkml:context>
    <inkml:brush xml:id="br0">
      <inkml:brushProperty name="width" value="0.1" units="cm"/>
      <inkml:brushProperty name="height" value="0.1" units="cm"/>
      <inkml:brushProperty name="color" value="#E71224"/>
    </inkml:brush>
  </inkml:definitions>
  <inkml:trace contextRef="#ctx0" brushRef="#br0">127 1 8192,'2'202'5351,"-1"55"4407,-5-87-6845,-2-105-2913,-4 0 0,-2 0 0,-28 84 0,39-145 0,0 1 0,-1 1 0,0-1 0,0 1 0,0-1 0,0 0 0,-1 0 0,0 0 0,-3 5 0,5-10 0,1 0 0,0 0 0,0 0 0,-1 0 0,1 0 0,0 1 0,0-1 0,-1 0 0,1 0 0,0 0 0,0 0 0,-1 0 0,1 0 0,0 0 0,0 0 0,-1-1 0,1 1 0,0 0 0,0 0 0,-1 0 0,1 0 0,0 0 0,0 0 0,0 0 0,-1-1 0,1 1 0,0 0 0,0 0 0,0 0 0,-1 0 0,1-1 0,0 1 0,0 0 0,0 0 0,0 0 0,0-1 0,-1 1 0,1 0 0,0 0 0,0-1 0,0 1 0,0 0 0,0 0 0,0-1 0,0 1 0,0 0 0,0 0 0,0-1 0,0 1 0,0 0 0,0 0 0,0-1 0,0 1 0,0 0 0,1-1 0,-4-17 0,0-67 0,-8-90 0,6 135-372,2 1 1,2-1 0,5-52-1,-1 69 160,1-1 0,2 0 0,0 1-1,1 0 1,1 0 0,19-36 0,-12 29 367,1 2 0,2 0 0,1 0 0,1 2 0,1 0 0,1 2 0,1 0 0,1 2 0,1 0 0,55-34 0,-78 54-129,0 1 0,0 0 0,0 0 0,0 0-1,0 0 1,0 1 0,0-1 0,1 0 0,-1 1-1,0 0 1,0-1 0,1 1 0,-1 0 0,0 0-1,1 0 1,-1 1 0,0-1 0,0 0 0,1 1-1,-1 0 1,4 1 0,-3 0 3,0 0 0,-1 0 0,1 0 0,0 1 1,-1-1-1,1 1 0,-1 0 0,0 0 0,0 0 0,0 0 0,0 0 0,2 6 0,3 10 49,-1 1 0,0 0 0,5 41 0,-8-43-70,74 344-4278,-60-279-3026,3 18 1799,-10 3 5559,-12 201-1083,-1-301 1485,-5-10 557,-6-12 465,4 2-1486</inkml:trace>
</inkml:ink>
</file>

<file path=ppt/ink/ink7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0T14:09:33.962"/>
    </inkml:context>
    <inkml:brush xml:id="br0">
      <inkml:brushProperty name="width" value="0.1" units="cm"/>
      <inkml:brushProperty name="height" value="0.1" units="cm"/>
      <inkml:brushProperty name="color" value="#E71224"/>
    </inkml:brush>
  </inkml:definitions>
  <inkml:trace contextRef="#ctx0" brushRef="#br0">147 93 8192,'9'-6'1037,"0"1"0,1 0-1,0 0 1,0 1 0,0 0 0,0 1 0,17-3 0,-12 2-513,11-3 277,3 0 3400,56-23 0,-84 29-4201,0 1 0,0-1 0,0 0 0,0 1 0,0-1 0,0 1 0,0-1 0,0 1 0,0 0 0,0-1 0,0 1 0,1 0 0,-1 0 0,0 0 0,0 0 0,0 0 0,1 0 0,-1 0 0,0 0 0,0 0 0,0 1 0,0-1 0,2 1 0,-3 0 0,0 0 0,0 0 0,1 0 0,-1 0 0,0 0 0,0 0 0,0 0 0,0 0 0,0 0 0,-1 0 0,1 0 0,0 0 0,0 0 0,-1 0 0,1 0 0,0 0 0,-1 0 0,1-1 0,-1 1 0,0 1 0,-36 51 0,-153 160 0,22-27 0,165-182 0,0-1 0,1 0 0,-1 1 0,1-1 0,0 1 0,0 0 0,0 0 0,1 0 0,-1 0 0,1 0 0,-2 6 0,3-9 0,0 1 0,0-1 0,0 0 0,1 0 0,-1 0 0,0 0 0,0 0 0,0 0 0,1-1 0,-1 1 0,0 0 0,1 0 0,-1 0 0,1 0 0,-1 0 0,1 0 0,0 0 0,-1-1 0,1 1 0,1 0 0,-1 1 0,1-1 0,0 0 0,0 0 0,0 0 0,0-1 0,0 1 0,0 0 0,1-1 0,-1 1 0,0-1 0,0 0 0,5 0 0,2-1 0,0 0 0,0-1 0,0 0 0,-1 0 0,1-1 0,0 0 0,-1-1 0,0 1 0,0-2 0,0 1 0,0-1 0,-1-1 0,0 1 0,11-11 0,12-12 0,45-57 0,-73 83 0,54-65 0,-30 38 0</inkml:trace>
</inkml:ink>
</file>

<file path=ppt/ink/ink7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0T14:09:34.243"/>
    </inkml:context>
    <inkml:brush xml:id="br0">
      <inkml:brushProperty name="width" value="0.1" units="cm"/>
      <inkml:brushProperty name="height" value="0.1" units="cm"/>
      <inkml:brushProperty name="color" value="#E71224"/>
    </inkml:brush>
  </inkml:definitions>
  <inkml:trace contextRef="#ctx0" brushRef="#br0">0 819 8192,'7'-7'1756,"57"-52"10113,8 8-8698,122-74-1853,-6-10-5815,-108 78 549,-62 43 4443,49-34-4972,64-59 0,-123 99 4587,0 0 0,0-1 0,0 0 0,-1 0 0,0-1 0,-1 0 0,7-14 1,-11 17-49,1 1 1,-1-1 0,-1 0 0,1 0 0,-1 1 0,0-1 0,-1 0-1,1 0 1,-1 0 0,-1 0 0,1 0 0,-1 0 0,-3-10 0,-2-5-63</inkml:trace>
</inkml:ink>
</file>

<file path=ppt/ink/ink7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0T14:09:34.664"/>
    </inkml:context>
    <inkml:brush xml:id="br0">
      <inkml:brushProperty name="width" value="0.1" units="cm"/>
      <inkml:brushProperty name="height" value="0.1" units="cm"/>
      <inkml:brushProperty name="color" value="#E71224"/>
    </inkml:brush>
  </inkml:definitions>
  <inkml:trace contextRef="#ctx0" brushRef="#br0">304 0 8192,'-1'1'142,"0"-1"0,0 0 0,0 0 0,0 1 0,0-1 0,1 1 0,-1-1 0,0 1 0,0-1 0,0 1 0,1-1 0,-1 1 0,0 0 0,1 0 0,-1-1 0,0 1 0,1 0 0,-1 0 0,1-1 0,-1 1 0,1 0 0,0 0 0,-1 0 0,1 0 0,0 0 0,0 0 0,-1 1-1,-4 31 4609,5-29-4636,0 23 840,1 1 0,2-1 1,0 0-1,2 0 0,1 0 1,14 37-1,7 39 1344,-12-15-2804,8 168 0,-22 92-3093,-3-211 570,-1-44 52,-4 0-1,-31 148 1,26-185 2949,-14 77-377,-6-2-1,-66 174 0,60-187 3908,30-85-1070,-3-1-1,-21 50 1,32-82-2373,0 1 0,-1-1 0,1 0 0,0 1 0,0-1 0,0 1 0,-1-1 0,1 1 0,0-1 0,-1 1 0,1-1 0,0 0 0,-1 1 0,1-1 0,0 0 0,-1 1 0,1-1 0,0 0 0,-1 1 0,1-1 0,-1 0 0,1 0 0,-1 0 0,1 1 0,-1-1 0,1 0 0,-1 0 0,1 0 0,-1 0 0,1 0 0,-1 0 0,1 0 0,-1 0 0,1 0 0,-2 0 0,-12-17 2107,-7-36 664,19 47-2725,-17-58-105,13 35 0</inkml:trace>
</inkml:ink>
</file>

<file path=ppt/ink/ink7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0T14:09:34.961"/>
    </inkml:context>
    <inkml:brush xml:id="br0">
      <inkml:brushProperty name="width" value="0.1" units="cm"/>
      <inkml:brushProperty name="height" value="0.1" units="cm"/>
      <inkml:brushProperty name="color" value="#E71224"/>
    </inkml:brush>
  </inkml:definitions>
  <inkml:trace contextRef="#ctx0" brushRef="#br0">0 0 8192,'15'0'18022,"0"0"-18022,5 0 0,-1 5 0,1 0 0,-4 1 0</inkml:trace>
</inkml:ink>
</file>

<file path=ppt/ink/ink7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0T14:46:12.589"/>
    </inkml:context>
    <inkml:brush xml:id="br0">
      <inkml:brushProperty name="width" value="0.1" units="cm"/>
      <inkml:brushProperty name="height" value="0.1" units="cm"/>
      <inkml:brushProperty name="color" value="#E71224"/>
    </inkml:brush>
  </inkml:definitions>
  <inkml:trace contextRef="#ctx0" brushRef="#br0">0 1 8192,'2'0'491,"0"0"0,1 1 0,-1 0 0,0-1 0,0 1 0,0 0 1,0 0-1,0 0 0,0 0 0,0 0 0,-1 0 0,3 2 0,37 38 2646,-30-29-2493,6 6 587,0 0-1,-1 1 1,26 43 0,-36-51-938,-1 0 1,0 1-1,0 0 0,-2 0 1,1 0-1,-1 1 0,-1-1 1,0 1-1,-1 21 1,0-17-294,-1 5 0,0 0 0,-5 29 0,4-44 0,0 0 0,-1 0 0,0-1 0,-1 1 0,1 0 0,-1-1 0,-1 0 0,1 1 0,-1-1 0,0-1 0,-6 8 0,7-9 0,-2 0 0,0 1 0,1 1 0,-1-1 0,1 0 0,1 1 0,-1 0 0,-4 11 0,8-17 0,0 1 0,1 0 0,-1 0 0,0-1 0,1 1 0,-1 0 0,0-1 0,1 1 0,-1 0 0,1-1 0,-1 1 0,1 0 0,-1-1 0,1 1 0,-1-1 0,1 1 0,0-1 0,-1 1 0,1-1 0,0 0 0,-1 1 0,1-1 0,0 0 0,0 1 0,0-1 0,-1 0 0,1 0 0,0 0 0,0 0 0,-1 0 0,1 0 0,0 0 0,0 0 0,0 0 0,0 0 0,32 0 0,-13-1 0,-1-2 0,1 0 0,-1-1 0,0 0 0,0-2 0,-1 0 0,0-1 0,0-1 0,0-1 0,26-18 0,-42 25 0,1-1 0,-1 1 0,1-1 0,-1 0 0,0 0 0,0 0 0,0 0 0,-1 0 0,1 0 0,-1-1 0,1 1 0,-1-1 0,0 1 0,-1-1 0,2-4 0,0-11 0</inkml:trace>
</inkml:ink>
</file>

<file path=ppt/ink/ink7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0T14:46:12.837"/>
    </inkml:context>
    <inkml:brush xml:id="br0">
      <inkml:brushProperty name="width" value="0.1" units="cm"/>
      <inkml:brushProperty name="height" value="0.1" units="cm"/>
      <inkml:brushProperty name="color" value="#E71224"/>
    </inkml:brush>
  </inkml:definitions>
  <inkml:trace contextRef="#ctx0" brushRef="#br0">1 76 8192,'96'0'14366,"29"1"-8873,165-12-9806,-214 3 5289,99-22-7039,-122 20 6922,-1-1 3472,-41 9-2869,10-3-551</inkml:trace>
</inkml:ink>
</file>

<file path=ppt/ink/ink7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0T14:46:13.092"/>
    </inkml:context>
    <inkml:brush xml:id="br0">
      <inkml:brushProperty name="width" value="0.1" units="cm"/>
      <inkml:brushProperty name="height" value="0.1" units="cm"/>
      <inkml:brushProperty name="color" value="#E71224"/>
    </inkml:brush>
  </inkml:definitions>
  <inkml:trace contextRef="#ctx0" brushRef="#br0">177 0 8192,'0'5'0,"-4"5"3356,-6 10-3356,-1 6 5996,-4 3-5996,2 0 0,2 1 7459,0-1-7459,-4-1 0,1-1 0,-1-1 1211,2 0-1211,2-1 0,0-4 0,1-1 0,3-9 0,2-6 0</inkml:trace>
</inkml:ink>
</file>

<file path=ppt/ink/ink7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0T14:46:13.367"/>
    </inkml:context>
    <inkml:brush xml:id="br0">
      <inkml:brushProperty name="width" value="0.1" units="cm"/>
      <inkml:brushProperty name="height" value="0.1" units="cm"/>
      <inkml:brushProperty name="color" value="#E71224"/>
    </inkml:brush>
  </inkml:definitions>
  <inkml:trace contextRef="#ctx0" brushRef="#br0">0 0 8192,'3'4'1050,"0"0"0,-1-1 0,1 1-1,-1 0 1,0 0 0,0 0 0,-1 1 0,1-1 0,-1 0 0,0 1 0,0-1 0,0 7 0,2 61 2726,-3-51-4188,0-5 497,0 15 221,6 52-1,-4-74-276,-1 0-1,2 0 0,-1 0 1,1 0-1,1 0 1,-1-1-1,1 1 0,1-1 1,0 0-1,7 9 1,-12-17-29,0 1 0,1 0 0,-1-1 0,1 1 0,-1-1 0,1 1 0,-1-1 0,1 1 0,0-1 0,-1 1 0,1-1 0,0 1 0,-1-1 0,1 0 0,0 1 0,-1-1 0,1 0 0,0 0 0,0 0 0,-1 1 0,1-1 0,0 0 0,0 0 0,0 0 0,-1 0 0,1 0 0,0-1 0,1 1 0,15-18 0,5-39 0,-20 50 0,39-97 0,-29 72 0</inkml:trace>
</inkml:ink>
</file>

<file path=ppt/ink/ink7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0T14:46:13.849"/>
    </inkml:context>
    <inkml:brush xml:id="br0">
      <inkml:brushProperty name="width" value="0.1" units="cm"/>
      <inkml:brushProperty name="height" value="0.1" units="cm"/>
      <inkml:brushProperty name="color" value="#E71224"/>
    </inkml:brush>
  </inkml:definitions>
  <inkml:trace contextRef="#ctx0" brushRef="#br0">314 0 8192,'0'4'270,"-1"1"0,0-1 0,0 1 0,0-1 0,-1 0 0,0 0 0,0 0 0,-3 6 0,-6 12 656,-227 543 13740,228-544-14666,2 0 0,1 1 0,0 0 0,2 0 0,1 1 0,0-1 0,2 1 0,0 0 0,2 0 0,0 0 0,5 27 0,-5-46-116,1 0 0,0-1-1,0 1 1,0-1 0,1 1 0,-1-1 0,1 1 0,-1-1 0,1 0 0,0 1 0,1-1 0,-1 0 0,0 0 0,1-1 0,0 1 0,0-1 0,0 1 0,0-1 0,0 0 0,0 0 0,0 0 0,1 0 0,-1-1 0,1 1 0,-1-1-1,1 0 1,-1 0 0,1 0 0,4 0 0,14 2-856,0-1 0,0-1 0,0-1 1,22-3-1,-7 1 493,-2 1-2173,0-2-1,44-10 1,-30 2 2652</inkml:trace>
</inkml:ink>
</file>

<file path=ppt/ink/ink7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0T14:46:16.086"/>
    </inkml:context>
    <inkml:brush xml:id="br0">
      <inkml:brushProperty name="width" value="0.1" units="cm"/>
      <inkml:brushProperty name="height" value="0.1" units="cm"/>
      <inkml:brushProperty name="color" value="#E71224"/>
    </inkml:brush>
  </inkml:definitions>
  <inkml:trace contextRef="#ctx0" brushRef="#br0">589 68 8192,'-6'-4'1492,"-1"0"0,0 1-1,1-1 1,-1 1 0,-1 1 0,1-1 0,0 1 0,-1 1 0,1-1 0,-14 0 0,-13-4 119,-13-5-4471,-64-9-10050,110 20 12842,-1-1-1,0 1 1,0 0 0,0 0-1,0 0 1,0 0 0,0 0-1,0 1 1,0-1 0,0 1-1,1-1 1,-1 1 0,0-1 0,0 1-1,0 0 1,1 0 0,-1 0-1,1 0 1,-1 0 0,0 0-1,1 1 1,-3 1 0,3 0 19,-1 0-1,0 0 1,1 0 0,0 0 0,-1 0 0,1 1 0,1-1 0,-1 0 0,0 0-1,1 1 1,-1-1 0,1 4 0,1 6 42,-1 0 0,2 0 0,0 0 0,0 0 0,8 21 0,23 54 7,15 45 0,-42-106 0,-2 1 0,-1-1 0,-1 1 0,-1 0 0,-4 41 0,0 4 0,2-42 910,-11 53 1,7-52-424,-3 52 1,10-14-2289,17 91 3492,-18-155-645,3 24 1124,-5 15-3358,1-42 1105,-1-1-1,0 1 1,1-1 0,-1 0-1,0 0 1,0 1 0,0-1-1,0 0 1,-1 0 0,1 0-1,-1 0 1,1 0 0,-1 0-1,-2 2 1,-26 8 2144,22-10-695,-1-1-1,0-1 1,1 0 0,-1 0-1,0 0 1,1-1-1,-15-4 1,12 2-809,1 0-1,-1-1 1,1-1 0,0 1-1,-14-10 1,11 5-1315,-1-1 0,2 0 0,-15-15 0,-26-39-7434,49 58 8000,1 1 0,-1 0 0,1-1 0,1 0 0,-1 1 1,1-1-1,0 0 0,0 0 0,1-1 0,0 1 0,0 0 0,0 0 0,1-1 0,0 1 1,0 0-1,1-1 0,-1 1 0,1 0 0,1 0 0,-1-1 0,1 1 0,0 0 0,0 1 0,1-1 1,0 0-1,0 1 0,5-7 0,10-12-397,1 1 0,0 2 0,2 0 0,39-32 1,-11 11 339,-33 29 496,-1-1 1,0-1-1,-1 0 1,-1-1 0,0-1-1,-1 0 1,-1 0-1,0-1 1,11-29 0,-2-8 6095,-16 38-6343</inkml:trace>
</inkml:ink>
</file>

<file path=ppt/ink/ink7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0T14:46:17.101"/>
    </inkml:context>
    <inkml:brush xml:id="br0">
      <inkml:brushProperty name="width" value="0.1" units="cm"/>
      <inkml:brushProperty name="height" value="0.1" units="cm"/>
      <inkml:brushProperty name="color" value="#E71224"/>
    </inkml:brush>
  </inkml:definitions>
  <inkml:trace contextRef="#ctx0" brushRef="#br0">594 26 8192,'-45'0'13838,"15"0"-9654,-8-2-4184,-57-10 0,19 2 0,73 9 0,0 1 0,0 0 0,1-1 0,-1 1 0,0 0 0,0 0 0,0 1 0,1-1 0,-1 0 0,0 1 0,1 0 0,-1 0 0,0-1 0,1 2 0,-1-1 0,1 0 0,-1 0 0,1 1 0,0-1 0,-1 1 0,1 0 0,0 0 0,0 0 0,-2 3 0,1 0 0,1 1 0,0-1 0,0 1 0,0-1 0,1 1 0,0 0 0,0-1 0,0 1 0,1 0 0,0 0 0,0 6 0,2 15-1180,2 1 0,0 0 1,2-1-1,1 0 0,12 30 1,-9-30-519,-2 2 0,0-1 0,-2 1 0,4 44 0,-10-60 1481,3 59-768,-8 73 1,3-123 954,-1-1 0,0-1 1,-2 1-1,0 0 0,-2-1 0,0 0 0,-1-1 1,-12 22-1,-1-5 30,3 1 0,-29 78 0,34-84 1874,10-25-685,0 0 1,-1 0-1,0 0 1,0-1-1,-9 10 1,12-14-866,0 1 0,-1-1 1,1 0-1,-1 0 1,1 0-1,-1 0 0,1 0 1,-1 0-1,0 0 1,0-1-1,1 1 0,-1 0 1,0-1-1,0 0 1,0 1-1,1-1 0,-1 0 1,0 0-1,0 0 1,0 0-1,-3-1 0,2 0-180,1 0 1,-1 0-1,1 0 0,0 0 0,-1-1 0,1 1 1,0-1-1,0 0 0,0 0 0,0 1 0,0-1 0,-2-3 1,-2-5-215,0 1 0,0-1 0,1 0 0,0 0 0,1 0 0,0-1 0,1 0 0,0 1 0,0-1 0,1 0 1,1-1-1,0 1 0,0-15 0,2 0-294,1 1 1,1 0-1,1 0 1,13-44-1,-8 40-195</inkml:trace>
</inkml:ink>
</file>

<file path=ppt/ink/ink7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0T14:46:18.061"/>
    </inkml:context>
    <inkml:brush xml:id="br0">
      <inkml:brushProperty name="width" value="0.1" units="cm"/>
      <inkml:brushProperty name="height" value="0.1" units="cm"/>
      <inkml:brushProperty name="color" value="#E71224"/>
    </inkml:brush>
  </inkml:definitions>
  <inkml:trace contextRef="#ctx0" brushRef="#br0">104 1 8192,'-1'13'791,"-1"-1"1,-1 1-1,0 0 0,0-1 1,-1 0-1,-1 1 1,-8 14-1,-13 42 2230,13-18-1576,2 0 0,2 0 0,3 0 0,2 1 0,4 71 0,0-114-1445,2 0 0,-1 0 0,1-1 0,1 1 0,0-1 0,0 1 0,0-1 0,1 0 0,0-1 0,1 1 0,9 12 0,-5-9 0,1 0 0,1-1 0,-1-1 0,1 0 0,1 0 0,20 11 0,2-3 0,0-2 0,0-2 0,1 0 0,63 12 0,-69-19 0</inkml:trace>
</inkml:ink>
</file>

<file path=ppt/ink/ink7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0T14:46:19.802"/>
    </inkml:context>
    <inkml:brush xml:id="br0">
      <inkml:brushProperty name="width" value="0.1" units="cm"/>
      <inkml:brushProperty name="height" value="0.1" units="cm"/>
      <inkml:brushProperty name="color" value="#E71224"/>
    </inkml:brush>
  </inkml:definitions>
  <inkml:trace contextRef="#ctx0" brushRef="#br0">3 0 8192,'-1'107'4031,"-1"31"5657,6-48-6631,-4-80-2979,2-1 0,-1 1 0,1-1 0,1 1-1,-1-1 1,2 0 0,5 13 0,-8-20-64,0-1 0,0 1-1,0 0 1,0-1 0,0 1 0,0-1 0,0 1 0,0-1-1,1 0 1,-1 1 0,0-1 0,1 0 0,-1 0 0,1 0-1,0 0 1,-1 0 0,1 0 0,0-1 0,-1 1 0,1 0-1,0-1 1,0 0 0,0 1 0,-1-1 0,1 0 0,0 0-1,0 0 1,0 0 0,0 0 0,0 0 0,-1-1 0,1 1 0,0 0-1,0-1 1,0 0 0,-1 1 0,1-1 0,0 0 0,-1 0-1,1 0 1,-1 0 0,1 0 0,-1 0 0,2-2 0,7-7-14,-1 1 0,-1-2 0,0 1 0,0-1 0,-1 0 0,9-18 0,14-20 0,-1 3 0,-21 33 0,0 0 0,0 0 0,1 1 0,1 0 0,0 1 0,20-19 0,-29 30 0,0-1 0,-1 1 0,1-1 0,-1 1 0,1 0 0,0 0 0,0-1 0,-1 1 0,1 0 0,0 0 0,-1 0 0,1 0 0,0 0 0,0 0 0,-1 0 0,1 0 0,0 0 0,-1 0 0,1 0 0,0 0 0,0 0 0,-1 1 0,1-1 0,0 0 0,-1 1 0,1-1 0,1 1 0,15 20 0,7 33 0,-23-50 0,13 35-1661,-11-25 3,2 1 1,0-1 0,1 0-1,0-1 1,1 1 0,0-1-1,1-1 1,12 15 0,-19-26 1616,-1 0 0,1 0 0,0 0 0,0 0 0,0 0 0,0 0 0,0-1 0,0 1-1,0 0 1,0-1 0,0 1 0,0-1 0,0 1 0,0-1 0,1 1 0,-1-1 0,0 0 0,0 0 0,1 1 0,-1-1 0,0 0 0,0 0 0,1 0 0,-1 0 0,0-1 0,0 1 0,0 0 0,1 0 0,-1-1 0,0 1 0,0-1 0,0 1 0,0-1 0,0 0 0,1 1 0,-1-1 0,0 0 0,-1 0 0,1 1 0,0-1-1,0 0 1,1-2 0,4-5 83,-1 0-1,1 0 1,-2-1-1,7-15 0,0 1 72,41-75-113,43-74 0,-80 148 0</inkml:trace>
</inkml:ink>
</file>

<file path=ppt/ink/ink7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0T14:46:20.101"/>
    </inkml:context>
    <inkml:brush xml:id="br0">
      <inkml:brushProperty name="width" value="0.1" units="cm"/>
      <inkml:brushProperty name="height" value="0.1" units="cm"/>
      <inkml:brushProperty name="color" value="#E71224"/>
    </inkml:brush>
  </inkml:definitions>
  <inkml:trace contextRef="#ctx0" brushRef="#br0">0 140 8192,'9'0'3356,"28"0"11310,-12 0-14666,-3-5 0,-1-1 0,1-3 0,1-2 0,-4-2 0,0 1 0,0 2 0,-2-1 0,-5-4 0,-3-3 0,0 2 0,-2 3 0</inkml:trace>
</inkml:ink>
</file>

<file path=ppt/ink/ink7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0T14:46:20.506"/>
    </inkml:context>
    <inkml:brush xml:id="br0">
      <inkml:brushProperty name="width" value="0.1" units="cm"/>
      <inkml:brushProperty name="height" value="0.1" units="cm"/>
      <inkml:brushProperty name="color" value="#E71224"/>
    </inkml:brush>
  </inkml:definitions>
  <inkml:trace contextRef="#ctx0" brushRef="#br0">55 1 8192,'18'21'15141,"-16"-12"-12276,-2-8-2849,3 21-16,-2 0 0,-1 1 0,0-1 0,-2 1 0,0-1 0,-8 32 0,0 5 0,5-33 0,-15 47 0,-6 23 0,25-88 0,0 1 0,0-1 0,1 1 0,-1-1 0,2 1 0,0-1 0,0 1 0,4 15 0,-4-21 0,1 1 0,0-1 0,0 0 0,0 0 0,0 0 0,1 0 0,-1 0 0,1-1 0,-1 1 0,1-1 0,0 1 0,0-1 0,0 0 0,1 0 0,-1 0 0,0-1 0,1 1 0,-1-1 0,1 0 0,0 0 0,-1 0 0,1 0 0,5 0 0,14 1 0,-1 0 0,40-2 0,-37 0 0,18-1-75,147 2-4960,316-40-1,-473 35 3469,37-7-582,-66 10 2099,-1 0 0,1 0-1,-1 0 1,0 0 0,1-1 0,-1 0-1,0 0 1,0 1 0,0-2-1,0 1 1,-1 0 0,1-1 0,0 1-1,-1-1 1,4-5 0,1-8 50</inkml:trace>
</inkml:ink>
</file>

<file path=ppt/ink/ink7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0T14:46:20.826"/>
    </inkml:context>
    <inkml:brush xml:id="br0">
      <inkml:brushProperty name="width" value="0.1" units="cm"/>
      <inkml:brushProperty name="height" value="0.1" units="cm"/>
      <inkml:brushProperty name="color" value="#E71224"/>
    </inkml:brush>
  </inkml:definitions>
  <inkml:trace contextRef="#ctx0" brushRef="#br0">0 77 8192,'99'-6'1939,"47"-14"5256,72-6 467,89 3-6436,-281 22-1226</inkml:trace>
</inkml:ink>
</file>

<file path=ppt/ink/ink7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0T14:46:21.235"/>
    </inkml:context>
    <inkml:brush xml:id="br0">
      <inkml:brushProperty name="width" value="0.1" units="cm"/>
      <inkml:brushProperty name="height" value="0.1" units="cm"/>
      <inkml:brushProperty name="color" value="#E71224"/>
    </inkml:brush>
  </inkml:definitions>
  <inkml:trace contextRef="#ctx0" brushRef="#br0">155 0 8192,'0'16'2406,"-2"-1"1,0 0-1,-7 28 1,-20 46 2805,12-36-3254,-10 36-1639,-30 86 588,57-174-907,0-1 0,0 0 0,1 1 0,-1-1 0,0 0 0,0 1 0,0-1 0,-1 0 0,1 1 0,0-1 0,0 0 0,0 1 0,0-1 0,0 0 0,0 1 0,0-1 0,0 0 0,-1 0 0,1 1 0,0-1 0,0 0 0,0 1 0,-1-1 0,1 0 0,0 0 0,0 0 0,-1 1 0,1-1 0,0 0 0,-1 0 0,1 0 0,0 0 0,0 1 0,-1-1 0,1 0 0,0 0 0,-1 0 0,1 0 0,0 0 0,-1 0 0,1 0 0,0 0 0,-1 0 0,1 0 0,0 0 0,-1 0 0,1 0 0,-3-8 0</inkml:trace>
</inkml:ink>
</file>

<file path=ppt/ink/ink7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0T14:46:21.551"/>
    </inkml:context>
    <inkml:brush xml:id="br0">
      <inkml:brushProperty name="width" value="0.1" units="cm"/>
      <inkml:brushProperty name="height" value="0.1" units="cm"/>
      <inkml:brushProperty name="color" value="#E71224"/>
    </inkml:brush>
  </inkml:definitions>
  <inkml:trace contextRef="#ctx0" brushRef="#br0">1 39 8192,'4'6'581,"0"0"0,0 0 0,0 1-1,-1 0 1,0 0 0,-1-1 0,4 14 0,2 4 2617,13 49 292,-18-56-2655,1-1 1,1-1 0,0 1 0,1-1 0,1 0 0,0 0 0,14 21 0,-20-35-836,0 0 0,-1 0 0,1 0 0,0-1 0,0 1 0,-1 0 0,1-1 0,0 1 0,0 0 0,0-1 0,0 1 0,0-1 0,0 0 0,0 1 0,0-1 0,0 0 0,0 0 0,0 1 0,0-1 0,0 0 0,0 0 0,0 0 0,0 0 0,0 0 0,1 0 0,-1-1 0,0 1 0,0 0 0,0-1 0,0 1 0,0 0 0,0-1 0,-1 1 0,1-1 0,0 1 0,0-1 0,0 0 0,0 1 0,0-1 0,-1 0 0,1 0 0,0 1 0,-1-1 0,1 0 0,-1 0 0,2-2 0,4-6 0,0 0 0,-1-1 0,7-16 0,-7 15 0,29-59-4676,73-108 0,-87 149 4676</inkml:trace>
</inkml:ink>
</file>

<file path=ppt/ink/ink7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0T14:46:21.926"/>
    </inkml:context>
    <inkml:brush xml:id="br0">
      <inkml:brushProperty name="width" value="0.1" units="cm"/>
      <inkml:brushProperty name="height" value="0.1" units="cm"/>
      <inkml:brushProperty name="color" value="#E71224"/>
    </inkml:brush>
  </inkml:definitions>
  <inkml:trace contextRef="#ctx0" brushRef="#br0">78 0 8192,'-3'134'11121,"-4"-1"-5676,-8 25-4051,-16 80-3808,10 3-13132,25-265 15546,2-2 0</inkml:trace>
</inkml:ink>
</file>

<file path=ppt/ink/ink7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0T14:46:22.456"/>
    </inkml:context>
    <inkml:brush xml:id="br0">
      <inkml:brushProperty name="width" value="0.1" units="cm"/>
      <inkml:brushProperty name="height" value="0.1" units="cm"/>
      <inkml:brushProperty name="color" value="#E71224"/>
    </inkml:brush>
  </inkml:definitions>
  <inkml:trace contextRef="#ctx0" brushRef="#br0">133 0 8192,'1'21'1540,"-5"46"8409,4-63-9513,-1 0-1,0 0 1,-1 0-1,1-1 1,-1 1-1,1 0 1,-1-1-1,0 1 1,-1-1-1,1 1 1,0-1-1,-1 0 1,0 0-1,-3 3 1,-8 5-591,4-3-640,0 0-1,0 1 0,0 0 1,1 1-1,-14 20 1,21-27 645,0 0 0,1 1 1,-1-1-1,1 1 0,0 0 1,0-1-1,0 1 0,0 0 1,1 0-1,-1 0 0,1-1 1,0 1-1,0 0 0,1 0 0,-1 0 1,1 0-1,0-1 0,0 1 1,0 0-1,0-1 0,1 1 1,-1-1-1,1 1 0,0-1 1,3 5-1,2 1-275,0 0 0,0-1-1,1 0 1,1 0 0,-1 0 0,1-1 0,0 0 0,13 6-1,85 42-4625,-82-44 4727,3 1 324,0-2 0,1-1 0,0-1 0,0-2 0,36 4 0,-63-10 0,-1 0 0,1 1 0,0-1 0,0 0 0,-1 0 0,1 0 0,0 0 0,0-1 0,0 1 0,-1 0 0,1-1 0,0 1 0,-1-1 0,1 0 0,0 1 0,-1-1 0,1 0 0,-1 0 0,1 0 0,-1 0 0,1 0 0,-1 0 0,0-1 0,0 1 0,1 0 0,-1-1 0,0 1 0,0-1 0,-1 1 0,1-1 0,0 0 0,0 1 0,-1-1 0,1 0 0,-1 1 0,1-1 0,-1 0 0,0-2 0,3-14 0</inkml:trace>
</inkml:ink>
</file>

<file path=ppt/ink/ink7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0T14:46:22.756"/>
    </inkml:context>
    <inkml:brush xml:id="br0">
      <inkml:brushProperty name="width" value="0.1" units="cm"/>
      <inkml:brushProperty name="height" value="0.1" units="cm"/>
      <inkml:brushProperty name="color" value="#E71224"/>
    </inkml:brush>
  </inkml:definitions>
  <inkml:trace contextRef="#ctx0" brushRef="#br0">0 0 8192,'8'11'412,"0"0"1,0 1 0,-1 0 0,-1 0-1,8 23 1,1-3 82,32 64-559,-9-23-602,-4 2 1,25 81-1,-53-132 736,-1 0-1,-1 0 1,-1 0-1,0 28 1,-3-39 101,0 0 0,-1 1 0,0-1 1,-1 0-1,-1 0 0,0-1 1,-1 1-1,0 0 0,-7 13 1,9-22 132,-1 0 1,0 0 0,0 0-1,-1-1 1,1 1-1,0-1 1,-1 0 0,0 0-1,0 0 1,0 0 0,0-1-1,-1 0 1,1 0-1,0 0 1,-7 2 0,-15 3 669</inkml:trace>
</inkml:ink>
</file>

<file path=ppt/ink/ink7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0T14:46:23.932"/>
    </inkml:context>
    <inkml:brush xml:id="br0">
      <inkml:brushProperty name="width" value="0.1" units="cm"/>
      <inkml:brushProperty name="height" value="0.1" units="cm"/>
      <inkml:brushProperty name="color" value="#E71224"/>
    </inkml:brush>
  </inkml:definitions>
  <inkml:trace contextRef="#ctx0" brushRef="#br0">262 25 8192,'-7'0'530,"-1"1"0,0 0 0,1 1 0,-1-1 0,1 1 0,0 1 0,-1 0 0,1 0 0,1 0 0,-11 7 0,-7 6 3698,-34 29 0,-10 8-492,66-53-3736,1 1 0,0-1 0,0 1 0,-1 0 0,1-1 0,0 1 0,0 0 0,0 0 0,0 0 0,0 0 0,0 0 0,0 0 0,0 0 0,1 0 0,-1 0 0,0 0 0,0 0 0,1 0 0,-1 1 0,1-1 0,-1 0 0,1 2 0,0-2 0,1 0 0,-1 0 0,1 0 0,0 0 0,0-1 0,-1 1 0,1 0 0,0-1 0,0 1 0,0 0 0,0-1 0,0 1 0,0-1 0,0 0 0,0 1 0,0-1 0,0 0 0,0 1 0,0-1 0,0 0 0,1 0 0,74 3 0,-70-3 0,26 0 0,-17 2 0,1-2 0,-1 0 0,0-1 0,0 0 0,0-1 0,0-1 0,-1 0 0,1-1 0,25-11 0,-37 13 0,-1 0 0,1 1 0,-1-1 0,0 0 0,1-1 0,-1 1 0,0 0 0,0 0 0,-1-1 0,1 1 0,0-1 0,-1 0 0,0 1 0,0-1 0,0 0 0,0 0 0,0 0 0,0 0 0,-1 0 0,1 0 0,-1 0 0,0 0 0,0 0 0,0 0 0,0 0 0,0 0 0,-2-3 0,0-6 0,-1 0 0,-1 0 0,0 0 0,-1 1 0,-7-13 0,2 5 0</inkml:trace>
</inkml:ink>
</file>

<file path=ppt/ink/ink7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0T14:46:26.702"/>
    </inkml:context>
    <inkml:brush xml:id="br0">
      <inkml:brushProperty name="width" value="0.1" units="cm"/>
      <inkml:brushProperty name="height" value="0.1" units="cm"/>
      <inkml:brushProperty name="color" value="#E71224"/>
    </inkml:brush>
  </inkml:definitions>
  <inkml:trace contextRef="#ctx0" brushRef="#br0">0 27 8192,'910'2'880,"944"-5"-1760,-1370-9 880,171-1 0,2810 14 0,-3188 12 3382,4 0 1588,-254-13-3970</inkml:trace>
</inkml:ink>
</file>

<file path=ppt/ink/ink7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0T14:46:28.184"/>
    </inkml:context>
    <inkml:brush xml:id="br0">
      <inkml:brushProperty name="width" value="0.1" units="cm"/>
      <inkml:brushProperty name="height" value="0.1" units="cm"/>
      <inkml:brushProperty name="color" value="#E71224"/>
    </inkml:brush>
  </inkml:definitions>
  <inkml:trace contextRef="#ctx0" brushRef="#br0">342 0 8192,'-7'18'4774,"-35"24"705,25-27-788,-139 123-2030,43-42-2244,113-96-417,-1 0 0,1 0 0,0 0 0,-1 1 0,1-1 0,-1 0 0,1 1 0,0-1 0,-1 0 0,1 1 0,0-1 0,0 0 0,-1 1 0,1-1 0,0 1 0,0-1 0,-1 0 0,1 1 0,0-1 0,0 1 0,0-1 0,0 1 0,0-1 0,0 1 0,0-1 0,0 0 0,0 1 0,0-1 0,0 1 0,0-1 0,0 1 0,0-1 0,0 1 0,0-1 0,0 1 0,1-1 0,-1 0 0,0 1 0,0-1 0,1 1 0,22 7 0,36-5 0,-56-3 0,121 1-3045,158-5-10399,-280 4 13381,1 0-1,-1 0 0,0 0 0,1 0 0,-1-1 0,0 1 0,0-1 0,1 1 0,-1-1 0,0 0 1,0 0-1,0 0 0,0 0 0,0 0 0,0 0 0,0-1 0,-1 1 0,1-1 0,0 1 0,-1-1 0,1 0 1,-1 1-1,2-4 0,-2 3 41,0-1 1,-1 0-1,1 1 1,-1-1-1,0 0 0,0 1 1,0-1-1,0 0 1,-1 0-1,1 1 1,-1-1-1,1 1 1,-1-1-1,0 0 0,0 1 1,-2-4-1,-5-9 100,-1 1 0,0-1-1,-1 2 1,-22-24 0,2 8-77,-2 2 0,-1 1 0,-42-26 0,58 41 0,-13-9 0</inkml:trace>
</inkml:ink>
</file>

<file path=ppt/ink/ink7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0T14:46:29.432"/>
    </inkml:context>
    <inkml:brush xml:id="br0">
      <inkml:brushProperty name="width" value="0.1" units="cm"/>
      <inkml:brushProperty name="height" value="0.1" units="cm"/>
      <inkml:brushProperty name="color" value="#E71224"/>
    </inkml:brush>
  </inkml:definitions>
  <inkml:trace contextRef="#ctx0" brushRef="#br0">1 0 8192,'8'1'1143,"0"0"0,0 0 0,1 1 0,-1-1 0,0 2 0,0-1 1,0 1-1,11 7 0,62 40 4876,-21-13-4304,-35-23-1715,2 0 0,-1 1 0,48 37 0,-60-41 0</inkml:trace>
</inkml:ink>
</file>

<file path=ppt/ink/ink7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0T14:46:30.237"/>
    </inkml:context>
    <inkml:brush xml:id="br0">
      <inkml:brushProperty name="width" value="0.1" units="cm"/>
      <inkml:brushProperty name="height" value="0.1" units="cm"/>
      <inkml:brushProperty name="color" value="#E71224"/>
    </inkml:brush>
  </inkml:definitions>
  <inkml:trace contextRef="#ctx0" brushRef="#br0">0 0 8192,'15'0'18022,"1"0"-18022,4 0 0,3 0 0,3 0 0,0 0 0,1 0 0,-1 0 0,1 0 0,-1 0 0,-4 0 0</inkml:trace>
</inkml:ink>
</file>

<file path=ppt/ink/ink7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0T14:46:33.592"/>
    </inkml:context>
    <inkml:brush xml:id="br0">
      <inkml:brushProperty name="width" value="0.1" units="cm"/>
      <inkml:brushProperty name="height" value="0.1" units="cm"/>
      <inkml:brushProperty name="color" value="#E71224"/>
    </inkml:brush>
  </inkml:definitions>
  <inkml:trace contextRef="#ctx0" brushRef="#br0">1 1 8192,'7'2'2215,"0"1"0,0-1 0,-1 1 1,1 1-1,-1-1 0,1 1 0,7 6 0,-10-7-1914,28 20-301,-26-18 0,0 0 0,0 0 0,0-1 0,1 1 0,0-2 0,0 1 0,0-1 0,0 0 0,0-1 0,1 1 0,-1-1 0,1-1 0,11 2 0,-9-2 0,1-1 0,-1 0 0,0 0 0,0-1 0,0-1 0,0 1 0,0-2 0,0 1 0,0-1 0,0-1 0,-1 0 0,0 0 0,0-1 0,14-9 0,-9 4 0,1 2 0,0-1 0,1 2 0,-1 0 0,1 1 0,24-6 0,-33 10 0,0 1 0,0 0 0,0 1 0,0 0 0,0 0 0,0 0 0,0 1 0,0 0 0,0 0 0,0 1 0,0-1 0,0 2 0,-1-1 0,1 1 0,-1 0 0,0 0 0,0 1 0,8 5 0,10 10 0,-19-13 0,1-1 0,1 0 0,-1 0 0,1-1 0,-1 0 0,1 0 0,1 0 0,-1-1 0,0 0 0,1-1 0,0 1 0,-1-1 0,1-1 0,9 1 0,-5 0 0,0-1 0,1-1 0,-1 0 0,0-1 0,1 0 0,-1-1 0,0 0 0,0-1 0,0-1 0,0 0 0,0 0 0,17-10 0,-25 12-58,-1 0 0,1 0 0,0 1 1,-1-1-1,1 1 0,0 0 0,0 0 1,0 0-1,0 1 0,0-1 1,0 1-1,0 0 0,0 0 0,-1 0 1,1 1-1,0 0 0,0-1 0,0 1 1,0 1-1,5 1 0,4 4-421,1 0-1,-1 1 0,-1 1 1,15 11-1,-19-12 277,0-2-1,1 1 0,0-1 0,0 0 0,1-1 1,-1 0-1,1-1 0,19 7 0,-25-11 661,-1 0-1,1 0 0,0 0 1,-1 0-1,1-1 1,-1 1-1,1-1 0,-1 0 1,1 0-1,-1 0 1,4-2-1,39-23-1556,-37 20-577,0 1-1,0 0 0,0 0 1,11-3-1,-10 5 913,1 1 1,-1 0-1,1 0 1,-1 1-1,1 0 1,0 1-1,17 2 1,-15 0 355,0 1 1,0 1 0,0 0-1,-1 0 1,21 11 0,-25-11 416,1-1 1,-1 0 0,1 0-1,-1-1 1,1 0-1,0 0 1,0-1 0,0 0-1,0 0 1,0-1-1,11-2 1,4-1 706,0-2 0,40-14 0,-2 1 2278,-46 15-1607,1 1 1,0 0-1,1 1 1,-1 1-1,0 1 0,0 0 1,0 1-1,30 8 1,-19-5-1084,-17-3-303,0-1 0,0-1 0,1 0 0,-1-1 0,0 0 0,0 0 0,1-1 0,-1-1 0,0 0 0,-1 0 0,1-1 0,-1 0 0,1-1 0,-1 0 0,-1-1 0,12-9 0,-15 13-45,-1-1 0,0 1-1,0-1 1,1 1 0,0 1 0,-1-1 0,1 1 0,0 0 0,0 0 0,-1 1 0,11 0 0,69 12-934,-12-1 518,-34-13-1455,19-9-5127,25-2-39,-4 12 7082,-33 1 0,0-1 0,66-12 0,-36 3 0,-54 9 0</inkml:trace>
</inkml:ink>
</file>

<file path=ppt/ink/ink7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0T14:46:35.401"/>
    </inkml:context>
    <inkml:brush xml:id="br0">
      <inkml:brushProperty name="width" value="0.1" units="cm"/>
      <inkml:brushProperty name="height" value="0.1" units="cm"/>
      <inkml:brushProperty name="color" value="#E71224"/>
    </inkml:brush>
  </inkml:definitions>
  <inkml:trace contextRef="#ctx0" brushRef="#br0">0 109 8192,'29'10'10241,"-4"0"-2460,12-6-7781,-1-2 0,0-1 0,0-1 0,1-2 0,-1-2 0,0-1 0,-1-2 0,60-20 0,-81 23-27,-4 0-132,0 1-1,1 0 0,-1 1 0,1 0 1,11-1-1,-18 3 61,1 1-1,0-1 1,-1 1-1,1 0 1,-1 0 0,1 1-1,-1-1 1,0 1-1,1 0 1,-1 0 0,0 1-1,0-1 1,0 1-1,6 5 1,-3-3 56,0 0 1,0-1-1,1 0 1,0 0-1,0-1 1,0 1-1,0-2 0,0 1 1,1-1-1,-1-1 1,15 2-1,11-2 131,57-4 1,-28 1-6631,87-6-1650,-86 0 7916,-2 0 225,0 3 1,1 3-1,80 8 1,-130-4 273,1 1 0,-1 0 1,0 1-1,21 9 0,-22-8 121,0 0 1,0-1-1,0 0 0,0-1 0,21 2 0,-16-5-555,-1-1-1,1-1 0,0 0 0,-1-1 0,1-1 0,26-10 0,-23 7-212,1 1-1,-1 1 0,34-4 1,32-1 1683,-67 6-927,-1 1 0,0 1 0,1 0 0,0 2 1,-1 0-1,1 1 0,-1 1 0,29 7 0,19 11-1662,-39-10 843,1-2 1,1 0 0,-1-2-1,1-1 1,37 1 0,7-6 486,-1-3 0,1-3 0,-1-3 0,120-32 0,-157 30 0,1 1 0,0 2 0,0 1 0,1 2 0,0 2 0,44 1 0,-13 15 1198,-50-9-174,0 0 0,30 1 0,-35-4-560,7 0 2104,0-1 0,33-4 0,-46 3-2138,-1-1-1,1 0 1,-1 0-1,0 0 1,0 0-1,0-1 1,0 0-1,0-1 1,-1 1-1,1-1 1,-1 0-1,6-5 1,-6 4-518,2 1 1,-1 0-1,0 0 1,1 0 0,0 1-1,0 0 1,0 0 0,0 1-1,0 0 1,0 0-1,1 1 1,-1 0 0,1 0-1,-1 1 1,1-1 0,11 3-1,12 1-407,1 1 0,45 12 0,1 3-2957,0-4 1,1-3 0,133 3-1,-65-19 3117,139 5-575,-151 25 910,-94-24 0,-1-2 0,1-1 0,0-2 0,-1-2 0,55-14 0,213-48 0,-285 61 0</inkml:trace>
</inkml:ink>
</file>

<file path=ppt/ink/ink7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0T14:46:37.543"/>
    </inkml:context>
    <inkml:brush xml:id="br0">
      <inkml:brushProperty name="width" value="0.1" units="cm"/>
      <inkml:brushProperty name="height" value="0.1" units="cm"/>
      <inkml:brushProperty name="color" value="#E71224"/>
    </inkml:brush>
  </inkml:definitions>
  <inkml:trace contextRef="#ctx0" brushRef="#br0">0 0 8192,'0'3'438,"1"0"0,-1 0 0,0 0 0,1-1 0,0 1 0,0 0 0,0-1 0,0 1 0,0-1 0,0 1 0,0-1 0,1 1 0,-1-1 0,1 0 0,0 0 0,0 0 0,2 2 0,1 1 308,1-1 0,-1 0 0,1 0 0,0-1 0,0 1 1,12 3-1,-1-1 237,1-1 0,0 0 0,0-2 0,27 3 0,58-1-983,146-11 0,-201 0 0,49-13 0,-60 11 0,0 1 0,0 1 0,40 0 0,-62 7 0,0 1 0,0 0 0,0 1 0,0 1 0,0 0 0,14 6 0,-9-2 0,1-2 0,23 4 0,12-4-140,0-3 0,0-3 0,56-6 0,8-7-3802,-12 2-530,-34 8-2024,-51 3 5454,58 1 71,-56 0 1852,1 2 0,43 9-1,-46-7 1079,0-1 0,30 1 0,103-6-6376,-66-2 693,737 3 2807,-799 2 2582,55 9 0,-52-6 592,45 3 1,-41-9 702,0-2 0,38-7-1,-66 9-2907,24-4-52</inkml:trace>
</inkml:ink>
</file>

<file path=ppt/ink/ink7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0T14:47:12.622"/>
    </inkml:context>
    <inkml:brush xml:id="br0">
      <inkml:brushProperty name="width" value="0.1" units="cm"/>
      <inkml:brushProperty name="height" value="0.1" units="cm"/>
      <inkml:brushProperty name="color" value="#E71224"/>
    </inkml:brush>
  </inkml:definitions>
  <inkml:trace contextRef="#ctx0" brushRef="#br0">0 0 8192,'35'8'16853,"-29"-5"-15684,210 68-1169,-163-55 0,-41-11 0,1 0 0,0-1 0,0 0 0,0-1 0,0-1 0,1 0 0,-1-1 0,1 0 0,-1-1 0,1-1 0,15-2 0,9-5-326,333-69-14799,-351 73 14555,0 1 0,-1 1 0,37 0 0,-49 3 549,0-1 0,0 1 1,0 1-1,0-1 0,0 1 0,0 0 0,-1 1 1,1 0-1,0 0 0,-1 0 0,0 1 0,0 0 1,10 8-1,-6-2 43,2-1 1,-1 0 0,1-1-1,0 0 1,1-1 0,0 0-1,0-1 1,0-1 0,1 0-1,-1-1 1,1 0 0,0-1-1,1 0 1,-1-1-1,0-1 1,28-1 0,41-6 2403,-45-1-3048,-1 0-1,0-3 0,36-14 1,-14 7 522,0 2 0,90-10 0,-81 14 79,-42 7 217,1 1-1,0 1 1,-1 1 0,49 4 0,-60 0-15,0 0 1,0 0 0,-1 1 0,0 1-1,0 1 1,0 0 0,0 0 0,-1 2 0,24 16-1,-29-19-223,0 1 0,1-2 0,0 0 0,0 0 0,0 0 0,1-1-1,-1 0 1,1-1 0,-1 0 0,1-1 0,0 0 0,0 0 0,-1-1-1,15-1 1,2-2 1634,1-2-1,-1 0 1,1-1-1,24-11 1,-3 4-3243,1 2 0,0 1 0,0 3 0,1 2 1,65 3-1,-94 2 1620,1 1 0,-1 1 0,0 1 0,0 1 0,0 1 0,32 11 0,-16-4 31,0-2 0,0-1 0,1-2 0,-1-2 0,2-1 0,69-3 0,262 18 0,-263-13 0,-79-5 0</inkml:trace>
</inkml:ink>
</file>

<file path=ppt/ink/ink7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0T14:47:20.532"/>
    </inkml:context>
    <inkml:brush xml:id="br0">
      <inkml:brushProperty name="width" value="0.1" units="cm"/>
      <inkml:brushProperty name="height" value="0.1" units="cm"/>
      <inkml:brushProperty name="color" value="#E71224"/>
    </inkml:brush>
  </inkml:definitions>
  <inkml:trace contextRef="#ctx0" brushRef="#br0">813 377 8192,'-5'7'575,"0"0"0,1 1 0,-1-1 0,2 1 0,-1-1 0,1 1 1,-3 13-1,-11 22 2669,-1-11-2001,0-1 0,-3-2 0,0 0 0,-27 28 0,-111 102 1770,65-68-6281,28-24 3810,2 1-4176,-70 71-6372,43-51 9858,89-86 729,0-1 0,0 1 0,0-1 0,0 1 0,0 0 0,1 0 0,-1 0 0,1 0 0,-1 0 0,1 0 0,0 0 0,0 0 0,0 0 0,0 1 0,0-1 0,1 1 0,-1-1 1,1 0-1,-1 1 0,1-1 0,0 1 0,0 3 0,1-4-280,-1-1 0,1 1 0,-1-1 0,1 1 0,0-1 0,0 0 0,0 1 0,0-1 0,0 0 0,0 0 0,0 0 0,0 0 0,0 0 0,2 1 0,30 12-922,74 7 689,0-5 0,179 3 1,646-15-3040,-900-5 2653,110-8-5319,-130 7 5035,0 0 0,0 0 0,0-1 0,-1-1 1,1 0-1,-1 0 0,0-1 0,0-1 0,11-7 1,-19 10 515,0 1 0,0-1 1,0 0-1,0 0 0,0 0 1,-1 0-1,1-1 0,-1 1 1,0-1-1,0 1 0,0-1 1,-1 0-1,1 1 1,-1-1-1,0 0 0,0 0 1,0 0-1,-1 0 0,1 0 1,-1 0-1,0 0 0,0-1 1,-1 1-1,1 0 1,-2-4-1,-2-9-75,-1-1 0,-1 2 0,-1-1 1,-13-24-1,4 7 114,-25-50 47,-80-120 0,-69-68 0,179 256 0,-28-34 0,-2 2 0,-3 1 0,-1 3 0,-84-64 0,28 35 0,-154-81 0,218 135 0,5 5 0</inkml:trace>
</inkml:ink>
</file>

<file path=ppt/ink/ink7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2:36:32.817"/>
    </inkml:context>
    <inkml:brush xml:id="br0">
      <inkml:brushProperty name="width" value="0.1" units="cm"/>
      <inkml:brushProperty name="height" value="0.1" units="cm"/>
      <inkml:brushProperty name="color" value="#E71224"/>
    </inkml:brush>
  </inkml:definitions>
  <inkml:trace contextRef="#ctx0" brushRef="#br0">1 54 8192,'25'-1'4481,"-1"-1"0,33-8 0,-30 5-2192,45-4 1,177 6-4542,124 5-5616,-52 0 2537,63-22 2760,44 12 2571,-246 11 0,1192-3 9993,-1352 0-7995</inkml:trace>
</inkml:ink>
</file>

<file path=ppt/ink/ink7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2:36:33.455"/>
    </inkml:context>
    <inkml:brush xml:id="br0">
      <inkml:brushProperty name="width" value="0.1" units="cm"/>
      <inkml:brushProperty name="height" value="0.1" units="cm"/>
      <inkml:brushProperty name="color" value="#E71224"/>
    </inkml:brush>
  </inkml:definitions>
  <inkml:trace contextRef="#ctx0" brushRef="#br0">0 0 8192,'54'0'15335,"-29"0"-12648,406 0-5383,577 0-9812,-967 0 12261,366 0-2324,-379 0 2571</inkml:trace>
</inkml:ink>
</file>

<file path=ppt/ink/ink7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2:36:33.814"/>
    </inkml:context>
    <inkml:brush xml:id="br0">
      <inkml:brushProperty name="width" value="0.1" units="cm"/>
      <inkml:brushProperty name="height" value="0.1" units="cm"/>
      <inkml:brushProperty name="color" value="#E71224"/>
    </inkml:brush>
  </inkml:definitions>
  <inkml:trace contextRef="#ctx0" brushRef="#br0">1 27 8192,'316'-13'3482,"-5"-1"-1558,701 15-7330,-985-1 5406</inkml:trace>
</inkml:ink>
</file>

<file path=ppt/ink/ink7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2:36:34.110"/>
    </inkml:context>
    <inkml:brush xml:id="br0">
      <inkml:brushProperty name="width" value="0.1" units="cm"/>
      <inkml:brushProperty name="height" value="0.1" units="cm"/>
      <inkml:brushProperty name="color" value="#E71224"/>
    </inkml:brush>
  </inkml:definitions>
  <inkml:trace contextRef="#ctx0" brushRef="#br0">1 27 8192,'363'-13'0,"4"0"0,268 14 0,-611-1 0</inkml:trace>
</inkml:ink>
</file>

<file path=ppt/ink/ink7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2:36:34.751"/>
    </inkml:context>
    <inkml:brush xml:id="br0">
      <inkml:brushProperty name="width" value="0.1" units="cm"/>
      <inkml:brushProperty name="height" value="0.1" units="cm"/>
      <inkml:brushProperty name="color" value="#E71224"/>
    </inkml:brush>
  </inkml:definitions>
  <inkml:trace contextRef="#ctx0" brushRef="#br0">1 0 8192,'151'0'3247,"75"0"6977,-39 0-6169,441 0-9590,-630 0 5535</inkml:trace>
</inkml:ink>
</file>

<file path=ppt/ink/ink7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2:36:35.046"/>
    </inkml:context>
    <inkml:brush xml:id="br0">
      <inkml:brushProperty name="width" value="0.1" units="cm"/>
      <inkml:brushProperty name="height" value="0.1" units="cm"/>
      <inkml:brushProperty name="color" value="#E71224"/>
    </inkml:brush>
  </inkml:definitions>
  <inkml:trace contextRef="#ctx0" brushRef="#br0">0 0 8192,'2460'0'0,"-2409"1"0,85 13 0,-110-9 0</inkml:trace>
</inkml:ink>
</file>

<file path=ppt/ink/ink7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2:36:35.308"/>
    </inkml:context>
    <inkml:brush xml:id="br0">
      <inkml:brushProperty name="width" value="0.1" units="cm"/>
      <inkml:brushProperty name="height" value="0.1" units="cm"/>
      <inkml:brushProperty name="color" value="#E71224"/>
    </inkml:brush>
  </inkml:definitions>
  <inkml:trace contextRef="#ctx0" brushRef="#br0">0 54 8192,'115'-6'7302,"1"-7"-5119,19-3-4792,851-3-3279,-645 22 4900,-168-5 988,180 5 0,-310 1 0,-11 1 0</inkml:trace>
</inkml:ink>
</file>

<file path=ppt/ink/ink7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2:36:35.571"/>
    </inkml:context>
    <inkml:brush xml:id="br0">
      <inkml:brushProperty name="width" value="0.1" units="cm"/>
      <inkml:brushProperty name="height" value="0.1" units="cm"/>
      <inkml:brushProperty name="color" value="#E71224"/>
    </inkml:brush>
  </inkml:definitions>
  <inkml:trace contextRef="#ctx0" brushRef="#br0">1 28 8192,'111'-3'1906,"56"-7"5144,-12 0-936,-52 6-4903,613 4-13085,-327 1 7467,-352-1 4407</inkml:trace>
</inkml:ink>
</file>

<file path=ppt/ink/ink7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2:36:35.837"/>
    </inkml:context>
    <inkml:brush xml:id="br0">
      <inkml:brushProperty name="width" value="0.1" units="cm"/>
      <inkml:brushProperty name="height" value="0.1" units="cm"/>
      <inkml:brushProperty name="color" value="#E71224"/>
    </inkml:brush>
  </inkml:definitions>
  <inkml:trace contextRef="#ctx0" brushRef="#br0">0 26 8192,'89'0'569,"647"-15"-1138,-171 4 569,-518 12 0</inkml:trace>
</inkml:ink>
</file>

<file path=ppt/ink/ink7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2:36:37.149"/>
    </inkml:context>
    <inkml:brush xml:id="br0">
      <inkml:brushProperty name="width" value="0.1" units="cm"/>
      <inkml:brushProperty name="height" value="0.1" units="cm"/>
      <inkml:brushProperty name="color" value="#E71224"/>
    </inkml:brush>
  </inkml:definitions>
  <inkml:trace contextRef="#ctx0" brushRef="#br0">128 0 8192,'-35'38'2616,"27"-27"-683,0 0 0,1 0 0,0 1 0,1 0 0,0 0 0,-6 18 0,1 13-58,1-8-1875,6-23 0,1 0 0,0-1 0,0 1 0,1 0 0,1 1 0,0-1 0,1 0 0,0 0 0,3 20 0,-2-30 0,0 1 0,0-1 0,0 0 0,1 1 0,-1-1 0,1 0 0,0 0 0,0 0 0,-1 0 0,1 0 0,0-1 0,1 1 0,-1-1 0,0 1 0,0-1 0,1 0 0,-1 0 0,1 0 0,-1 0 0,1 0 0,-1 0 0,1-1 0,-1 1 0,1-1 0,0 0 0,-1 0 0,1 0 0,0 0 0,2 0 0,13-2 0,0 0 0,0 0 0,22-8 0,-16 5 0,12 0-3072,70-1 1,-24 2 374,-9-6-1894,-68 10 4208,0-1 1,0-1-1,-1 1 1,1-1-1,0 1 0,0-1 1,-1-1-1,1 1 1,-1-1-1,0 1 0,7-7 1,-10 8 382,-1 0 0,1 0 0,0 0 0,-1 1 0,0-1 0,1 0 0,-1 0 0,1 0 0,-1 0 0,0 0 0,0 0 0,0 0 0,1 0 0,-1 0 0,0 0 0,0 0 0,0 0 0,-1 0 0,1 0 0,0 0 0,0 0 0,0 0 0,-1 0 0,1 0 0,-1-1 0,-22-24 0,-34-9 0,17 19 0,-1 1 0,0 1 0,0 3 0,-1 1 0,-62-5 0,87 13 0,0 0 0,1-1 0,-1 0 0,-26-10 0,27 5 0</inkml:trace>
</inkml:ink>
</file>

<file path=ppt/ink/ink7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2:24:37.466"/>
    </inkml:context>
    <inkml:brush xml:id="br0">
      <inkml:brushProperty name="width" value="0.1" units="cm"/>
      <inkml:brushProperty name="height" value="0.1" units="cm"/>
      <inkml:brushProperty name="color" value="#E71224"/>
    </inkml:brush>
  </inkml:definitions>
  <inkml:trace contextRef="#ctx0" brushRef="#br0">0 1 8192,'75'0'2616,"98"0"10915,-111 0-11656,1364 0-1875,-1220 13-3347,-4 0-1232,-150-13 3347,30 0-3200,122 15 0,-60-2 7079,76-14 5950,-87-1-4897,-82 2-931,-30 0-2460</inkml:trace>
</inkml:ink>
</file>

<file path=ppt/ink/ink7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2:24:38.744"/>
    </inkml:context>
    <inkml:brush xml:id="br0">
      <inkml:brushProperty name="width" value="0.1" units="cm"/>
      <inkml:brushProperty name="height" value="0.1" units="cm"/>
      <inkml:brushProperty name="color" value="#E71224"/>
    </inkml:brush>
  </inkml:definitions>
  <inkml:trace contextRef="#ctx0" brushRef="#br0">396 49 8192,'-1'2'928,"1"1"1,-1-1-1,1 0 1,-1 1-1,0-1 1,0 0-1,-3 7 2786,0-4-2785,-21 24 3792,12-15-3600,-15 18-931,-2-2 0,-1-1 0,-1-2 0,-38 25 0,8-6-102,48-35-88,1 0 0,0 1 0,1 0 0,0 1 0,-11 17 0,22-30 0,1 1 0,-1 0 0,1 0 0,-1-1 0,1 1 0,0 0 0,0 0 0,-1 0 0,1-1 0,0 1 0,0 0 0,0 0 0,0 0 0,0 0 0,0 0 0,0-1 0,0 1 0,0 0 0,0 0 0,0 0 0,1 0 0,-1-1 0,0 1 0,1 0 0,-1 0 0,0-1 0,1 1 0,-1 0 0,1-1 0,-1 1 0,1 0 0,0-1 0,-1 1 0,1 0 0,-1-1 0,1 1 0,0-1 0,0 0 0,-1 1 0,1-1 0,0 1 0,0-1 0,-1 0 0,1 0 0,0 1 0,0-1 0,0 0 0,0 0 0,-1 0 0,1 0 0,2 0 0,51 4 0,-49-4 0,273-2-8350,-36 1 3033,-178 3 10305,2 0-6728,-50-2-139,0 0 1,0-2-1,31-5 0,-45 6 1874,0 1-1,1-1 0,-1 0 0,0 0 0,0 0 0,0 0 0,0 0 0,0 0 0,0 0 0,0-1 0,0 1 0,0-1 1,-1 1-1,4-4 0,-4 4 5,-1 0 0,1-1-1,-1 1 1,1 0 0,-1 0 0,0-1 0,0 1 0,1 0 0,-1 0 0,0-1 0,0 1-1,0 0 1,0 0 0,0-1 0,-1 1 0,1 0 0,0 0 0,0-1 0,-2-1 0,0-2 2,-1 1 1,0-1 0,0 1 0,0 0 0,0 0 0,-1 0 0,0 0-1,0 1 1,0-1 0,0 1 0,-6-4 0,-85-61-2,66 45 0,-57-34 0,-11 1 0,-99-76 0,168 112 0</inkml:trace>
</inkml:ink>
</file>

<file path=ppt/ink/ink7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2:24:42.122"/>
    </inkml:context>
    <inkml:brush xml:id="br0">
      <inkml:brushProperty name="width" value="0.1" units="cm"/>
      <inkml:brushProperty name="height" value="0.1" units="cm"/>
      <inkml:brushProperty name="color" value="#E71224"/>
    </inkml:brush>
  </inkml:definitions>
  <inkml:trace contextRef="#ctx0" brushRef="#br0">0 2 8192,'91'-2'3215,"99"4"9040,-187-2-12183,-1 1 0,1-1 0,-1 1 1,1-1-1,-1 1 0,0 0 0,1 0 1,-1 0-1,0 0 0,0 0 1,1 0-1,-1 0 0,0 1 0,0 0 1,-1-1-1,1 1 0,0 0 0,0 0 1,-1-1-1,2 4 0,0 0 3,-1-1 1,0 1-1,0 0 0,0 0 1,-1 0-1,0 0 0,0 0 1,0 1-1,0 5 0,-1 9-19,0 0 1,-2-1-1,0 1 0,-6 23 1,-9 7-57,13-40 0,1-1 0,-1 1 0,2 0 0,-1-1 0,1 1 0,1 0 0,0 0 0,0 12 0,1-20 0,1 0 0,0-1 0,-1 1 0,1 0 0,0 0 0,0-1 0,0 1 0,0-1 0,0 1 0,1-1 0,-1 1 0,0-1 0,1 0 0,-1 1 0,1-1 0,-1 0 0,1 0 0,0 0 0,-1 0 0,1-1 0,0 1 0,0 0 0,0-1 0,-1 1 0,1-1 0,0 1 0,0-1 0,0 0 0,0 0 0,0 0 0,0 0 0,0 0 0,2-1 0,11 0 0,-1-1 0,1 0 0,16-6 0,-23 6 0,192-42 0,-143 27 0,-37 7 0</inkml:trace>
</inkml:ink>
</file>

<file path=ppt/ink/ink7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2:24:42.416"/>
    </inkml:context>
    <inkml:brush xml:id="br0">
      <inkml:brushProperty name="width" value="0.1" units="cm"/>
      <inkml:brushProperty name="height" value="0.1" units="cm"/>
      <inkml:brushProperty name="color" value="#E71224"/>
    </inkml:brush>
  </inkml:definitions>
  <inkml:trace contextRef="#ctx0" brushRef="#br0">1 53 8192,'183'-13'8528,"-5"0"-72,-147 11-8086,51-9-1,9-1-70,-69 11-299</inkml:trace>
</inkml:ink>
</file>

<file path=ppt/ink/ink7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2:24:42.759"/>
    </inkml:context>
    <inkml:brush xml:id="br0">
      <inkml:brushProperty name="width" value="0.1" units="cm"/>
      <inkml:brushProperty name="height" value="0.1" units="cm"/>
      <inkml:brushProperty name="color" value="#E71224"/>
    </inkml:brush>
  </inkml:definitions>
  <inkml:trace contextRef="#ctx0" brushRef="#br0">151 1 8192,'-4'2'422,"1"0"0,-1 0 1,1 0-1,-1 0 0,1 1 0,0-1 1,0 1-1,0 0 0,1 0 0,-1 0 1,1 0-1,-1 1 0,-2 6 0,0-4 1592,-9 14-892,1 0 0,0 1 0,2 0-1,1 0 1,0 2 0,1-1 0,2 1 0,-7 29 0,15-52-1122,-1 0 0,0 0 0,0 0 0,0 0 0,1 0 0,-1-1 0,0 1 0,0 0 0,1 0 0,-1 0 0,0 0 0,0 0 0,1 0 0,-1 0 0,0 0 0,0 0 0,1 0 0,-1 0 0,0 0 0,0 0 0,1 0 0,-1 0 0,0 0 0,0 0 0,1 0 0,-1 0 0,0 0 0,0 0 0,1 1 0,-1-1 0,0 0 0,0 0 0,0 0 0,1 0 0,-1 0 0,0 1 0,0-1 0,0 0 0,0 0 0,1 0 0,-1 1 0,0-1 0,0 0 0,0 0 0,0 1 0,0-1 0,0 0 0,0 0 0,0 1 0,1-1 0,-1 0 0,0 0 0,0 1 0,0-1 0,0 0 0,0 0 0,-1 1 0,1-1 0,0 0 0,0 1 0,18-20 0,-16 17 0,12-16 0</inkml:trace>
</inkml:ink>
</file>

<file path=ppt/ink/ink7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2:24:43.070"/>
    </inkml:context>
    <inkml:brush xml:id="br0">
      <inkml:brushProperty name="width" value="0.1" units="cm"/>
      <inkml:brushProperty name="height" value="0.1" units="cm"/>
      <inkml:brushProperty name="color" value="#E71224"/>
    </inkml:brush>
  </inkml:definitions>
  <inkml:trace contextRef="#ctx0" brushRef="#br0">0 0 8192,'1'1'196,"0"-1"0,0 0 0,0 1 0,0-1 0,0 0 0,0 1 0,0-1 0,-1 1 0,1 0 0,0-1 0,0 1 0,-1 0 0,1-1 0,0 1 0,-1 0 0,1 0 0,-1-1 0,1 1 0,-1 0 0,1 0 0,-1 0 0,1 0 0,-1 0 0,0 0 0,0 0 0,1 0 0,-1 1 0,5 33 8184,-5-29-7304,3 30-300,-3-15-471,2 0 0,0 0 0,2 0 0,0 0 0,11 31 0,-13-48-281,-1-1 1,1 1-1,0 0 0,0-1 1,1 0-1,-1 1 1,1-1-1,0 0 1,0 0-1,0-1 1,0 1-1,0 0 1,0-1-1,6 3 1,-5-3-19,1-1 1,-1 0-1,1 0 1,-1 0-1,1 0 1,0-1-1,-1 0 1,1 0 0,-1 0-1,1 0 1,0-1-1,-1 1 1,1-1-1,-1-1 1,8-2 0,7-4-7,1-1 0,-2-1 0,1-1 0,-1-1 0,28-24 0,-3 3 0,-21 19 0</inkml:trace>
</inkml:ink>
</file>

<file path=ppt/ink/ink7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2:24:43.896"/>
    </inkml:context>
    <inkml:brush xml:id="br0">
      <inkml:brushProperty name="width" value="0.1" units="cm"/>
      <inkml:brushProperty name="height" value="0.1" units="cm"/>
      <inkml:brushProperty name="color" value="#E71224"/>
    </inkml:brush>
  </inkml:definitions>
  <inkml:trace contextRef="#ctx0" brushRef="#br0">4 0 8192,'0'0'31,"0"1"1,-1-1-1,1 0 1,0 0 0,0 1-1,-1-1 1,1 0-1,0 1 1,0-1-1,0 0 1,-1 0-1,1 1 1,0-1 0,0 0-1,0 1 1,0-1-1,0 1 1,0-1-1,0 0 1,0 1 0,0-1-1,0 0 1,0 1-1,0-1 1,0 0-1,0 1 1,0-1-1,0 0 1,0 1 0,0-1-1,1 0 1,-1 1-1,0-1 1,0 0-1,0 0 1,1 1-1,14 9 2636,26 2 2142,-37-11-4613,45 8 1029,0-2 1,0-3-1,0-1 1,69-6-1,81 4 1831,4 12-5897,272-5-9788,-387-5 11353,118 19 0,-143-10 6367,3 0 4535,-19-9-6523,207-4-2901,-230 1-202</inkml:trace>
</inkml:ink>
</file>

<file path=ppt/ink/ink7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2:24:44.862"/>
    </inkml:context>
    <inkml:brush xml:id="br0">
      <inkml:brushProperty name="width" value="0.1" units="cm"/>
      <inkml:brushProperty name="height" value="0.1" units="cm"/>
      <inkml:brushProperty name="color" value="#E71224"/>
    </inkml:brush>
  </inkml:definitions>
  <inkml:trace contextRef="#ctx0" brushRef="#br0">234 0 8192,'-1'15'889,"0"0"1,-1 0-1,0 0 1,-2-1-1,0 1 1,0-1-1,-12 24 1,-6 6 3610,-28 42 0,8-17-2594,-37 75-1906,74-160 0,4-9 0,1 3 0,2 0 0,8-40 0,-4 38 0</inkml:trace>
</inkml:ink>
</file>

<file path=ppt/ink/ink8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2:24:45.265"/>
    </inkml:context>
    <inkml:brush xml:id="br0">
      <inkml:brushProperty name="width" value="0.1" units="cm"/>
      <inkml:brushProperty name="height" value="0.1" units="cm"/>
      <inkml:brushProperty name="color" value="#E71224"/>
    </inkml:brush>
  </inkml:definitions>
  <inkml:trace contextRef="#ctx0" brushRef="#br0">1 0 8192,'4'1'434,"-1"-1"0,1 1 0,0 0 1,0 0-1,0 1 0,-1-1 0,1 1 0,-1-1 1,1 1-1,-1 1 0,0-1 0,0 0 0,1 1 1,-2-1-1,1 1 0,4 5 0,42 59 8742,-31-41-7711,18 25-1465,82 85 0,-97-112 0,-18-18 0,1-1 0,0 0 0,1 0 0,-1 0 0,1 0 0,0-1 0,0 0 0,1 0 0,-1 0 0,11 5 0,-15-9 0,0 0 0,-1 0 0,1 0 0,0 0 0,-1 0 0,1 0 0,0-1 0,-1 1 0,1 0 0,-1 0 0,1-1 0,0 1 0,-1 0 0,1-1 0,-1 1 0,1-1 0,-1 1 0,1 0 0,-1-1 0,1 1 0,-1-1 0,1 1 0,-1-1 0,0 0 0,1 1 0,-1-1 0,0 1 0,0-1 0,1 0 0,-1 1 0,0-2 0,4-12 0</inkml:trace>
</inkml:ink>
</file>

<file path=ppt/ink/ink8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2:24:45.653"/>
    </inkml:context>
    <inkml:brush xml:id="br0">
      <inkml:brushProperty name="width" value="0.1" units="cm"/>
      <inkml:brushProperty name="height" value="0.1" units="cm"/>
      <inkml:brushProperty name="color" value="#E71224"/>
    </inkml:brush>
  </inkml:definitions>
  <inkml:trace contextRef="#ctx0" brushRef="#br0">105 0 8192,'0'9'59,"0"43"2826,-1-32 172,0-1 1,-1 1-1,-9 36 0,-4-14-1419,-1-6-1396,2 1 0,2 1 0,2 0 0,-10 61 1,18-56-243,2-43 0</inkml:trace>
</inkml:ink>
</file>

<file path=ppt/ink/ink8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2:24:46.245"/>
    </inkml:context>
    <inkml:brush xml:id="br0">
      <inkml:brushProperty name="width" value="0.1" units="cm"/>
      <inkml:brushProperty name="height" value="0.1" units="cm"/>
      <inkml:brushProperty name="color" value="#E71224"/>
    </inkml:brush>
  </inkml:definitions>
  <inkml:trace contextRef="#ctx0" brushRef="#br0">1 0 8192,'696'0'15463,"-319"0"-12904,-351 0-2559</inkml:trace>
</inkml:ink>
</file>

<file path=ppt/ink/ink8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2:24:46.928"/>
    </inkml:context>
    <inkml:brush xml:id="br0">
      <inkml:brushProperty name="width" value="0.1" units="cm"/>
      <inkml:brushProperty name="height" value="0.1" units="cm"/>
      <inkml:brushProperty name="color" value="#E71224"/>
    </inkml:brush>
  </inkml:definitions>
  <inkml:trace contextRef="#ctx0" brushRef="#br0">45 0 8192,'2'6'300,"1"-1"0,0 0 0,0 0 0,0 0 0,1 0 0,0-1 0,0 1 0,0-1 0,8 7 0,0 0 1055,252 232 9635,-144-140-8313,-67-64-2677,-42-33 0,-1 1 0,0 1 0,0-1 0,-1 2 0,0-1 0,0 1 0,8 12 0,-17-21 0,1 1 0,-1 0 0,1 0 0,-1 0 0,1 0 0,-1 0 0,0 0 0,1 0 0,-1 0 0,0 0 0,0 0 0,0 0 0,0 0 0,1 0 0,-2 0 0,1 0 0,0 0 0,0 0 0,0 0 0,0-1 0,-1 1 0,1 0 0,0 0 0,-1 0 0,1 0 0,-1 1 0,-1 0 0,0 0 0,0 0 0,0 0 0,0-1 0,0 1 0,0-1 0,0 1 0,0-1 0,-1 0 0,-3 2 0,-8 1 0,0 0 0,-29 5 0,35-8 0,-58 11-70,-9 3-531,-1-3-1,-1-3 0,-145-3 1,308 5-4123,3 1 3104,797 58-7582,-616-37 9202,-245-31 0</inkml:trace>
</inkml:ink>
</file>

<file path=ppt/ink/ink8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2:24:47.513"/>
    </inkml:context>
    <inkml:brush xml:id="br0">
      <inkml:brushProperty name="width" value="0.1" units="cm"/>
      <inkml:brushProperty name="height" value="0.1" units="cm"/>
      <inkml:brushProperty name="color" value="#E71224"/>
    </inkml:brush>
  </inkml:definitions>
  <inkml:trace contextRef="#ctx0" brushRef="#br0">98 1 8192,'0'30'7045,"1"14"1667,-3-14-6447,-4 28-2265,-16 65 0,-1 6 0,12-56-2441,2-17-4128,-17 58 1,32-129 7938,0 1-1,1-1 1,0 1-1,11-14 1,13-13-4620,5-3 2691,-19 23 559</inkml:trace>
</inkml:ink>
</file>

<file path=ppt/ink/ink8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2:24:48.058"/>
    </inkml:context>
    <inkml:brush xml:id="br0">
      <inkml:brushProperty name="width" value="0.1" units="cm"/>
      <inkml:brushProperty name="height" value="0.1" units="cm"/>
      <inkml:brushProperty name="color" value="#E71224"/>
    </inkml:brush>
  </inkml:definitions>
  <inkml:trace contextRef="#ctx0" brushRef="#br0">452 0 8192,'0'4'732,"-1"0"0,1 1 0,-1-1 0,0 0 0,0 0 0,0 0 0,0-1 0,-1 1 0,0 0 0,0 0 0,0-1 1,0 1-1,0-1 0,-1 0 0,-4 5 0,-2 1 845,0-1 0,-1 0 0,-18 11 1,9-8-1578,-1-1 0,-1-2 0,1 0 0,-1-1 0,-33 7 0,-22 7 0,26-12 0,44-9 0,-1 1 0,1-1 0,-1 1 0,1 1 0,0-1 0,-1 1 0,1 0 0,0 1 0,0-1 0,0 1 0,-8 5 0,14-7 0,-1 0 0,1-1 0,0 1 0,-1 0 0,1 0 0,0-1 0,-1 1 0,1 0 0,0 0 0,0-1 0,-1 1 0,1 0 0,0 0 0,0 0 0,0 0 0,0-1 0,0 1 0,0 0 0,0 0 0,1 0 0,-1-1 0,0 1 0,0 0 0,1 0 0,-1 0 0,0-1 0,1 1 0,-1 0 0,1-1 0,-1 1 0,1 0 0,-1-1 0,1 1 0,-1-1 0,1 1 0,0-1 0,-1 1 0,1-1 0,0 1 0,-1-1 0,1 1 0,0-1 0,1 1 0,38 18 0,-35-18 0,12 6 0,3 0 0,-1 1 0,-1 0 0,1 2 0,-1 0 0,-1 1 0,18 14 0,-27-18 0,32 23 0,-39-29 0,1-1 0,0 1 0,0 0 0,0 0 0,0-1 0,0 1 0,0-1 0,0 0 0,0 1 0,0-1 0,0 0 0,0 0 0,0 0 0,0-1 0,0 1 0,0 0 0,0-1 0,0 1 0,0-1 0,0 0 0,2-1 0,10-7 0</inkml:trace>
</inkml:ink>
</file>

<file path=ppt/ink/ink8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2:24:48.325"/>
    </inkml:context>
    <inkml:brush xml:id="br0">
      <inkml:brushProperty name="width" value="0.1" units="cm"/>
      <inkml:brushProperty name="height" value="0.1" units="cm"/>
      <inkml:brushProperty name="color" value="#E71224"/>
    </inkml:brush>
  </inkml:definitions>
  <inkml:trace contextRef="#ctx0" brushRef="#br0">1 0 8192,'15'0'9352,"0"0"-9352,6 0 7459,6 0-7459,4 0 1211,1 0-1211,0 0 0,-3 0 0,0 0 0,-2 0 0,0 0 0,-1 0 0,-1 0 0,1 0 0,-5 0 0</inkml:trace>
</inkml:ink>
</file>

<file path=ppt/ink/ink8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2:24:48.605"/>
    </inkml:context>
    <inkml:brush xml:id="br0">
      <inkml:brushProperty name="width" value="0.1" units="cm"/>
      <inkml:brushProperty name="height" value="0.1" units="cm"/>
      <inkml:brushProperty name="color" value="#E71224"/>
    </inkml:brush>
  </inkml:definitions>
  <inkml:trace contextRef="#ctx0" brushRef="#br0">1 1 8192,'0'4'11332,"4"2"-11332,6 0 0,6-2 6690,4-1-6690,3-1 0,2 0 0,2-2 0,0 0 0,-1 0 0,1 0 0,-1-1 0,-4 1 0</inkml:trace>
</inkml:ink>
</file>

<file path=ppt/ink/ink8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2:24:49.419"/>
    </inkml:context>
    <inkml:brush xml:id="br0">
      <inkml:brushProperty name="width" value="0.1" units="cm"/>
      <inkml:brushProperty name="height" value="0.1" units="cm"/>
      <inkml:brushProperty name="color" value="#E71224"/>
    </inkml:brush>
  </inkml:definitions>
  <inkml:trace contextRef="#ctx0" brushRef="#br0">0 0 8192,'0'5'3356,"0"5"-3356,0 6 0,5 4 5996,1 3 1463,-1 2-7459,4 2 1211,0-1-1211,3-3 0,0-7 0</inkml:trace>
</inkml:ink>
</file>

<file path=ppt/ink/ink8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2:24:49.778"/>
    </inkml:context>
    <inkml:brush xml:id="br0">
      <inkml:brushProperty name="width" value="0.1" units="cm"/>
      <inkml:brushProperty name="height" value="0.1" units="cm"/>
      <inkml:brushProperty name="color" value="#E71224"/>
    </inkml:brush>
  </inkml:definitions>
  <inkml:trace contextRef="#ctx0" brushRef="#br0">0 54 8192,'0'-5'18022,"4"0"-18022,2-5 0,4-1 0,4 3 0,5 1 0,3 3 0,3 2 0,0 0 0,-3 2 0</inkml:trace>
</inkml:ink>
</file>

<file path=ppt/ink/ink8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2:24:50.474"/>
    </inkml:context>
    <inkml:brush xml:id="br0">
      <inkml:brushProperty name="width" value="0.1" units="cm"/>
      <inkml:brushProperty name="height" value="0.1" units="cm"/>
      <inkml:brushProperty name="color" value="#E71224"/>
    </inkml:brush>
  </inkml:definitions>
  <inkml:trace contextRef="#ctx0" brushRef="#br0">1 218 8192,'5'0'1258,"0"0"1,0 1 0,1 0-1,-1 0 1,0 0 0,0 1-1,0-1 1,0 1 0,-1 0-1,1 1 1,0-1-1,5 5 1,4 5 401,0 4-1660,-12-14 0,0 0 0,0 0 0,-1 0 0,1 0 0,0 0 0,1 0 0,-1 0 0,0-1 0,4 3 0,-5-4 0,0 0 0,1 0 0,-1 0 0,0 0 0,0 0 0,0 0 0,0-1 0,1 1 0,-1 0 0,0 0 0,0-1 0,0 1 0,0-1 0,0 1 0,0-1 0,0 0 0,0 1 0,0-1 0,0 0 0,0 1 0,0-1 0,0 0 0,-1 0 0,1 0 0,0 0 0,0 0 0,0-1 0,19-26-2756,25-44 1,-30 46 319,0 2 1,1 0-1,20-22 1,-34 44 2342,0 0 1,0 0-1,1 0 1,-1 0-1,0 0 1,1 0-1,-1 1 1,1-1-1,-1 1 1,1 0-1,0 0 1,4-2-1,-6 3 111,0 0-1,1 0 0,-1 0 0,0 0 1,1 0-1,-1 0 0,1 0 1,-1 1-1,0-1 0,1 0 0,-1 1 1,0-1-1,0 1 0,1-1 1,-1 1-1,0 0 0,0-1 0,0 1 1,2 1-1,0 2 79,0-1 0,-1 1 1,1 0-1,-1 0 0,0 0 0,0 0 1,0 0-1,0 0 0,-1 0 0,0 1 1,0-1-1,0 1 0,0-1 0,0 8 1,-1 2-307,1 0 0,-2 0 0,0 0 1,-1 0-1,0 0 0,-1 0 0,-6 18 1,8-29 166,0 0 0,0 0 0,0 0 0,-1 0 0,1 0 0,-1-1 0,1 1 0,-1 0 0,0-1-1,0 1 1,0-1 0,0 0 0,0 0 0,-1 0 0,1 0 0,-1 0 0,1 0 0,-1 0 0,0-1 0,0 0 0,0 1 0,0-1 0,0 0 0,0 0 0,0-1 0,0 1 0,0-1 0,0 1 0,0-1 0,0 0 0,0 0 0,-1 0 0,1-1 0,0 1 0,0-1 0,0 0 0,0 0 0,-5-2 0,0 0 43,1-1 0,0 0 0,0 0 0,0-1 0,1 1 0,0-2 0,-1 1 0,2-1 0,-1 1 0,-8-13 0,-4-8 0,-22-43 0,-1-1 0,18 39 0,-1 3 0</inkml:trace>
</inkml:ink>
</file>

<file path=ppt/ink/ink8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2:24:51.142"/>
    </inkml:context>
    <inkml:brush xml:id="br0">
      <inkml:brushProperty name="width" value="0.1" units="cm"/>
      <inkml:brushProperty name="height" value="0.1" units="cm"/>
      <inkml:brushProperty name="color" value="#E71224"/>
    </inkml:brush>
  </inkml:definitions>
  <inkml:trace contextRef="#ctx0" brushRef="#br0">0 42 8192,'5'0'18022,"5"0"-18022,5 0 0,5 0 0,4-4 0,1-2 0,1 1 0,1 0 0,0 2 0,-1 1 0,1 1 0,-1 1 0,0-5 0,0 0 0,-5 0 0</inkml:trace>
</inkml:ink>
</file>

<file path=ppt/ink/ink8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2:24:51.483"/>
    </inkml:context>
    <inkml:brush xml:id="br0">
      <inkml:brushProperty name="width" value="0.1" units="cm"/>
      <inkml:brushProperty name="height" value="0.1" units="cm"/>
      <inkml:brushProperty name="color" value="#E71224"/>
    </inkml:brush>
  </inkml:definitions>
  <inkml:trace contextRef="#ctx0" brushRef="#br0">1 1 8192,'0'298'13302,"0"-132"-8582,0-162-4720,0-1 0,0 0 0,0 0 0,0 0 0,1 0 0,-1 0 0,1 1 0,0-1 0,0 0 0,0 0 0,0 0 0,0-1 0,1 1 0,3 5 0,-4-7 0,-1-1 0,1 0 0,-1 1 0,1-1 0,-1 0 0,1 1 0,-1-1 0,1 0 0,-1 0 0,1 0 0,0 1 0,-1-1 0,1 0 0,0 0 0,-1 0 0,1 0 0,-1 0 0,1 0 0,0 0 0,-1 0 0,1 0 0,-1-1 0,1 1 0,0 0 0,-1 0 0,1 0 0,0-1 0,21-23 0,-10 6 0</inkml:trace>
</inkml:ink>
</file>

<file path=ppt/ink/ink8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2:24:52.169"/>
    </inkml:context>
    <inkml:brush xml:id="br0">
      <inkml:brushProperty name="width" value="0.1" units="cm"/>
      <inkml:brushProperty name="height" value="0.1" units="cm"/>
      <inkml:brushProperty name="color" value="#E71224"/>
    </inkml:brush>
  </inkml:definitions>
  <inkml:trace contextRef="#ctx0" brushRef="#br0">0 87 8192,'3'0'427,"-1"1"0,-1-1 0,1 1 0,0 0-1,0-1 1,0 1 0,0 0 0,0 0 0,0 0 0,-1 0 0,1 1 0,-1-1 0,1 0 0,-1 1 0,1-1 0,-1 1 0,1-1 0,-1 1 0,1 2 0,23 42 6430,-14-25-5457,81 152-174,-89-166-1226,1 0 0,1 0 0,-1 0 0,1 0 0,0 0 0,1-1 0,0 0 0,7 6 0,-12-11 0,0 0 0,1 0 0,-1 0 0,1 0 0,-1-1 0,0 1 0,1 0 0,-1-1 0,1 1 0,0-1 0,-1 0 0,1 1 0,-1-1 0,1 0 0,0 0 0,-1 0 0,1 0 0,0 0 0,1-1 0,-1 0 0,0 0 0,0 0 0,0-1 0,0 1 0,0 0 0,0-1 0,0 1 0,-1-1 0,1 0 0,-1 0 0,1 0 0,-1 0 0,1 1 0,-1-2 0,0 1 0,0 0 0,1-3 0,23-48-2210,2 1 0,2 1 0,37-48 0,33-19-6972,-99 117 9203,1-1 0,0 1 0,0 0 0,0 0 0,0-1 0,0 1 0,0 0 0,0 0 0,1 0 0,-1 0-1,0 1 1,0-1 0,1 0 0,-1 0 0,1 1 0,-1-1 0,1 1 0,-1-1 0,1 1 0,-1 0 0,1 0 0,-1-1 0,1 1 0,1 0 0,-1 1 43,-1 0 0,1 0 0,-1 0 0,1 0 1,-1 0-1,0 0 0,1 0 0,-1 0 0,0 1 0,0-1 0,0 0 0,0 1 0,0-1 0,0 1 0,0-1 1,-1 1-1,2 2 0,2 8 271,-1-1 1,0 1 0,-1 0-1,2 23 1,-3-6-494,1 79-1690,-2-99 1713,-1 0 0,0 0 0,-1 0 0,0-1 0,0 1 0,-1 0 0,0-1 0,0 0 0,-6 11 0,8-18 135,0 0 0,0 1 0,0-1 0,0 0 0,0 0 0,0 0 0,0 0 0,0 0 0,-1 0 0,1 0 0,0 0 0,-1 0 0,1-1 0,0 1 0,-1 0 0,1-1 0,-1 1 0,1-1 0,-1 0 0,1 1 0,-1-1 0,0 0 0,1 0 0,-1 0 0,1 0 0,-1 0 0,1-1 0,-1 1 0,1 0 0,-1-1 0,1 1 0,-1-1 0,1 1 0,-1-1 0,1 0 0,-1 0 0,1 0 0,0 1 0,0-1 0,-1 0 0,1-1 0,0 1 0,0 0 0,-1-1 0,-9-10 0,-1 0 0,2 0 0,-15-22 0,11 14 0,-7-4 0,-44-40 0,36 40 0</inkml:trace>
</inkml:ink>
</file>

<file path=ppt/ink/ink8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2:24:53.892"/>
    </inkml:context>
    <inkml:brush xml:id="br0">
      <inkml:brushProperty name="width" value="0.1" units="cm"/>
      <inkml:brushProperty name="height" value="0.1" units="cm"/>
      <inkml:brushProperty name="color" value="#E71224"/>
    </inkml:brush>
  </inkml:definitions>
  <inkml:trace contextRef="#ctx0" brushRef="#br0">0 0 8192,'3'1'181,"0"1"0,-1 0 1,1-1-1,0 1 0,-1 0 1,0 0-1,1 0 1,-1 0-1,0 1 0,0-1 1,0 1-1,0-1 0,0 1 1,-1 0-1,1-1 0,1 6 1,2 2 91,284 407 8087,-40-62-2614,-162-195-12781,-24-38 1125,2-29 15506,-64-93-9496,-1 1 1,1-1-1,-1 1 0,0-1 0,1 0 0,-1 0 1,1 1-1,-1-1 0,1 0 0,-1 0 0,1 1 1,-1-1-1,1 0 0,-1 0 0,1 0 1,-1 0-1,1 0 0,-1 0 0,1 0 0,-1 0 1,1 0-1,-1 0 0,1 0 0,-1 0 1,1 0-1,-1-1 0,1 1 0,-1 0 0,1 0 1,-1 0-1,1-1 0,-1 1 0,1 0 0,-1-1 1,1 1-1,-1 0 0,0-1 0,1 0 1,5-8-101</inkml:trace>
</inkml:ink>
</file>

<file path=ppt/ink/ink8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2:24:54.344"/>
    </inkml:context>
    <inkml:brush xml:id="br0">
      <inkml:brushProperty name="width" value="0.1" units="cm"/>
      <inkml:brushProperty name="height" value="0.1" units="cm"/>
      <inkml:brushProperty name="color" value="#E71224"/>
    </inkml:brush>
  </inkml:definitions>
  <inkml:trace contextRef="#ctx0" brushRef="#br0">695 1 8192,'-5'27'7309,"-8"1"-5160,1 1-2255,-15 54 1530,-45 96 1,54-142-855,-2-1 0,-1-1 0,-2-1 0,-50 56 0,-187 232-12665,156-178 12142,79-117 9715,13-26-6007,4-19-2253,6 1-1502</inkml:trace>
</inkml:ink>
</file>

<file path=ppt/ink/ink8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2:25:40.118"/>
    </inkml:context>
    <inkml:brush xml:id="br0">
      <inkml:brushProperty name="width" value="0.1" units="cm"/>
      <inkml:brushProperty name="height" value="0.1" units="cm"/>
      <inkml:brushProperty name="color" value="#E71224"/>
    </inkml:brush>
  </inkml:definitions>
  <inkml:trace contextRef="#ctx0" brushRef="#br0">166 119 8192,'-1'10'1963,"-1"1"-1,0-1 1,0 0 0,-1 0 0,0-1-1,-5 13 1,-16 31 2067,17-40-3777,-56 112-253,15-21 0,47-104 0,1 1 0,0 0 0,-1 0 0,1 0 0,0 0 0,0 0 0,-1-1 0,1 1 0,0 0 0,0 0 0,0 0 0,0 0 0,0 0 0,1 0 0,-1 0 0,0-1 0,0 1 0,0 0 0,1 0 0,-1 0 0,0 0 0,1-1 0,-1 1 0,1 0 0,-1 0 0,2 1 0,24 9 0,41-9 0,-56-3 0,9 0-1810,1-2 0,30-7 0,-30 5-1221,0 1 0,30-1 0,-4 4 2674,1 3 3950,34-1 5030,-29-3-5959,-51 2-2689,0 0 0,0 0 0,0-1 1,0 1-1,0 0 0,0-1 0,0 1 1,0-1-1,0 1 0,-1-1 0,1 0 1,0 0-1,0 0 0,-1 0 0,1 0 1,0 0-1,-1-1 0,1 1 0,1-3 1,-2 3-29,-1-1 0,1 1 1,-1-1-1,0 1 1,0 0-1,1-1 1,-1 1-1,0-1 1,0 1-1,-1-1 0,1 1 1,0 0-1,0-1 1,-1 1-1,1-1 1,-1 1-1,1 0 0,-1-1 1,1 1-1,-2-2 1,-6-7-298,1-1 1,-1 1-1,-1 1 1,-14-14-1,20 21 341,-32-35-2557,1-1 0,-29-45 0,31 39-918,-58-60 0,64 77 2889,-36-31 19212</inkml:trace>
</inkml:ink>
</file>

<file path=ppt/ink/ink8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0T14:11:46.915"/>
    </inkml:context>
    <inkml:brush xml:id="br0">
      <inkml:brushProperty name="width" value="0.1" units="cm"/>
      <inkml:brushProperty name="height" value="0.1" units="cm"/>
      <inkml:brushProperty name="color" value="#E71224"/>
    </inkml:brush>
  </inkml:definitions>
  <inkml:trace contextRef="#ctx0" brushRef="#br0">1 1 8192,'13'0'3181,"0"2"0,0 0-1,18 5 1,30 4 2118,397-6-5299,-251-7 0,-75 0-1502,146 4-4841,-170 11 1630,-63-6 1981,61 0 0,-7-7 3149,575-17 7490,-254 4-15672,-139 14 7165,-37 1 8566,400-2 2131,-623 0-10097</inkml:trace>
</inkml:ink>
</file>

<file path=ppt/ink/ink8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0T14:11:48.246"/>
    </inkml:context>
    <inkml:brush xml:id="br0">
      <inkml:brushProperty name="width" value="0.1" units="cm"/>
      <inkml:brushProperty name="height" value="0.1" units="cm"/>
      <inkml:brushProperty name="color" value="#E71224"/>
    </inkml:brush>
  </inkml:definitions>
  <inkml:trace contextRef="#ctx0" brushRef="#br0">1 27 8192,'35'0'15355,"-19"0"-12688,414-13-5911,6-1-1438,-78 15-1448,-44-1 1075,-104 0 5846,-35 0 4345,-1 1 5476,708-1-8040,-852 1-2572,55 11 0,-54-7 0,53 3 0,43-9 0,-105 1 0</inkml:trace>
</inkml:ink>
</file>

<file path=ppt/ink/ink8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0T14:11:49.497"/>
    </inkml:context>
    <inkml:brush xml:id="br0">
      <inkml:brushProperty name="width" value="0.1" units="cm"/>
      <inkml:brushProperty name="height" value="0.1" units="cm"/>
      <inkml:brushProperty name="color" value="#E71224"/>
    </inkml:brush>
  </inkml:definitions>
  <inkml:trace contextRef="#ctx0" brushRef="#br0">1 54 8192,'4'-3'611,"-1"1"1,1-1 0,0 1 0,0 0-1,0 0 1,0 0 0,1 0-1,-1 1 1,1-1 0,-1 1-1,1 1 1,6-2 0,63 0 8501,-53 2-8156,28 0-957,0-2 0,58-10 0,-42 4 0,1 3 0,122 5 0,-67 3 0,2-3 0,-99 0 0</inkml:trace>
</inkml:ink>
</file>

<file path=ppt/ink/ink8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0T14:11:51.134"/>
    </inkml:context>
    <inkml:brush xml:id="br0">
      <inkml:brushProperty name="width" value="0.1" units="cm"/>
      <inkml:brushProperty name="height" value="0.1" units="cm"/>
      <inkml:brushProperty name="color" value="#E71224"/>
    </inkml:brush>
  </inkml:definitions>
  <inkml:trace contextRef="#ctx0" brushRef="#br0">1 1 8192,'187'0'11662,"1"0"-6018,37 0-3221,112 0-4028,148 0-973,-112 0-8079,0 0 4555,76 0 7774,-225 0 3930,1 0 3787,1507 0-6817,-1712 1-2572,0 1 0,33 8 0,-32-6 0,0 0 0,24 1 0,110-3-2278,79-3-5659,-31-1 2584,104 2 2775,-155 0 5498,-130 0-2360</inkml:trace>
</inkml:ink>
</file>

<file path=ppt/ink/ink8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2:25:47.447"/>
    </inkml:context>
    <inkml:brush xml:id="br0">
      <inkml:brushProperty name="width" value="0.1" units="cm"/>
      <inkml:brushProperty name="height" value="0.1" units="cm"/>
      <inkml:brushProperty name="color" value="#E71224"/>
    </inkml:brush>
  </inkml:definitions>
  <inkml:trace contextRef="#ctx0" brushRef="#br0">0 123 8192,'22'0'14814,"-13"0"-11606,392-15-3208,-239 3-1948,222 11-9220,-174 4 8115,158-17 2163,19 1-73,1531 14 963,-1718-14 0,5-1 0,-70 17 1573,145-5 4779,-178-11-3695,-59 7 961,53-2-1,45 11-3376,109-5-277,-189-13 36,-44 10 0</inkml:trace>
</inkml:ink>
</file>

<file path=ppt/ink/ink8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2:26:04.440"/>
    </inkml:context>
    <inkml:brush xml:id="br0">
      <inkml:brushProperty name="width" value="0.1" units="cm"/>
      <inkml:brushProperty name="height" value="0.1" units="cm"/>
      <inkml:brushProperty name="color" value="#E71224"/>
    </inkml:brush>
  </inkml:definitions>
  <inkml:trace contextRef="#ctx0" brushRef="#br0">0 1 8192,'3'1'412,"-1"0"1,0 1-1,1 0 1,-1-1 0,0 1-1,0 0 1,0 0-1,0 0 1,0 0-1,0 0 1,-1 0 0,1 1-1,-1-1 1,2 5-1,12 13 2239,172 137 6532,-182-153-9234,0 0 0,1 0 0,-1 0 0,1-1 0,0 0 0,0 0 0,0 0 0,0-1 0,0 0 0,1 0 0,-1-1 0,1 0 0,-1 0 0,1 0 0,-1-1 0,8 0 0,-4-1-95,0-1 0,0-1-1,-1 1 1,1-1 0,-1-1-1,0 0 1,0 0 0,0-1-1,0 0 1,8-7 0,5-4-2240,-10 7 22,-1 1 0,2 0 0,-1 1 0,27-12 0,-35 18 2262,0 0-1,0 0 0,1 0 1,-1 1-1,1-1 1,-1 1-1,1 0 1,6 1-1,-7 0 854,0 0 0,1 0-1,-1 0 1,1 1 0,-1-1 0,0 1 0,0 1-1,0-1 1,6 5 0,5 4 2533,33 23 2469,1-9-6155,-43-23-70,0-1-1,0 1 1,0-1 0,0 0-1,0-1 1,0 0 0,0 0-1,0 0 1,1 0 0,-1-1-1,0 0 1,0-1 0,0 1-1,-1-1 1,1 0 0,0 0-1,6-4 1,7-6-879,0 1 0,-1-2 1,18-16-1,35-23-1304,-53 41 2655,0 1 0,1 1 0,0 0 0,0 2 0,24-7 0,-34 12 0,-1 0 0,1 1 0,0 0 0,0 1 0,0-1 0,0 2 0,0-1 0,0 1 0,0 1 0,-1-1 0,1 2 0,0-1 0,-1 1 0,11 5 0,-8-1 133,-1 0 0,0 0 0,0 1 1,-1 0-1,0 1 0,-1 0 0,0 0 1,7 11-1,-10-12-23,1 0 1,0-1 0,0 0 0,0 0-1,0-1 1,1 1 0,1-1 0,-1-1-1,1 1 1,-1-1 0,2-1 0,-1 0-1,0 0 1,1 0 0,11 2 0,-11-4-176,-1-1 1,1-1 0,0 0 0,-1 0-1,1-1 1,0 0 0,-1 0 0,1-1 0,-1 0-1,12-4 1,7-5-584,45-26 0,14-6 1,-42 30 601,0 2 0,1 1 0,1 3 0,-1 1 0,1 3 1,53 2-1,-88 1 435,0 1 1,-1 0 0,1 1-1,-1 0 1,1 0 0,-1 1-1,0 0 1,18 9-1,-6 0 1235,0 2-1,26 20 1,-17-10-1162,-26-21-358,1 0 0,0 0 0,0 0 0,0-1 0,0 0 0,0 0 0,0 0 0,0-1 0,1 0 0,-1 0 0,1-1 0,-1 0 0,0 0 0,1 0 0,-1-1 0,10-1 0,12-5 905,0 0-1,40-17 0,14-4 26,-18 14-475,2 3 0,0 3 1,0 2-1,0 3 0,84 8 1,-142-4-800,-1 0 1,0 1 0,0 0 0,0 0 0,0 0-1,0 1 1,7 3 0,1 4-1561,1 0 0,-1 1 0,17 16 1,-18-15 60,0 0 0,1-1 1,21 12-1,-29-19 1540,0-1 0,0 0-1,0-1 1,0 0 0,0 0-1,15 2 1,-9-3 381,-1-1 1,0 0-1,1-1 0,-1 0 0,0-1 1,0 0-1,21-8 0,-2-2 270,45-24-1,-46 21-400,-18 9-174,2 1 0,-1 0 0,0 1 0,1 1 0,0 0 0,0 1 0,16-1 0,104 5-1468,-58 1 1195,-63-2 396,1 1 0,-1 0 0,0 1 0,0 1 0,0 0 0,0 1 0,0 0 0,12 8 0,-12-7 0,0 1 0,0-2 0,1 0 0,0-1 0,0 0 0,0-1 0,16 2 0,-11-6 0,-1 0 0,0-1 0,-1-1 0,1 0 0,0-2 0,16-6 0,-13 4 0,0 2 0,0 0 0,41-4 0,227 9 0,28-1 0,-276-2 0,-1-3 0,1-1 0,-1-2 0,0-2 0,-1-2 0,-1-1 0,60-32 0,-78 37 0,-4 3 0</inkml:trace>
</inkml:ink>
</file>

<file path=ppt/ink/ink8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2:26:13.826"/>
    </inkml:context>
    <inkml:brush xml:id="br0">
      <inkml:brushProperty name="width" value="0.1" units="cm"/>
      <inkml:brushProperty name="height" value="0.1" units="cm"/>
      <inkml:brushProperty name="color" value="#E71224"/>
    </inkml:brush>
  </inkml:definitions>
  <inkml:trace contextRef="#ctx0" brushRef="#br0">1 232 8192,'87'0'15404,"-49"0"-12786,1235 0-2618,-1230-2 0,53-9 0,-52 5 0,51-1 0,-38 4 0,107-20 0,-40 4 0,5 9 0,40-6 0,-158 14-27,55-10-2748,2 3 0,68 0-1,-65 9-1554,100-14 0,112-12 3321,-174 16 1796,194 7 1,-144 6 113,-91-4-1258,117-9 13874,-104 1-12675,-29 5-899,76 4 1,26-2 1648,-68-10-1513,-56 6-86,58-2 0,116 9 7,-182-1 0</inkml:trace>
</inkml:ink>
</file>

<file path=ppt/ink/ink8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2:26:17.934"/>
    </inkml:context>
    <inkml:brush xml:id="br0">
      <inkml:brushProperty name="width" value="0.1" units="cm"/>
      <inkml:brushProperty name="height" value="0.1" units="cm"/>
      <inkml:brushProperty name="color" value="#E71224"/>
    </inkml:brush>
  </inkml:definitions>
  <inkml:trace contextRef="#ctx0" brushRef="#br0">618 1367 8192,'46'2'6521,"53"9"0,-53-5-4031,56 1 0,1272-8-2490,-1354 0 0,-1 0 0,1-2 0,-1 0 0,0-2 0,36-12 0,88-47 0,-130 57-107,0-1 1,0-1 0,0 0 0,-1 0 0,-1-1 0,0-1 0,0 0 0,-1 0 0,0-1 0,-1 0-1,-1-1 1,0 0 0,10-20 0,-6 4-141,-1-1-1,-1 0 0,-2 0 1,-1-1-1,5-46 1,-7 52-1834,0 0-1,10-26 1,-9 31 320,0 0-1,-1-1 1,-1 1-1,1-29 1,-4 37 2157,0 0 0,-1 0 1,-1 0-1,0 0 0,-1-1 0,0 2 1,-1-1-1,0 0 0,-1 1 0,-1-1 1,1 1-1,-2 0 0,1 0 0,-2 1 1,1 0-1,-1 0 0,-1 0 1,0 1-1,-15-14 0,-47-33 7203,-1 3-7234,24 22-5219,-1 1-1,-88-38 1,46 29 4191,-170-46 0,137 62 663,-18-4 0,92 18 0,0 2 0,-1 2 0,1 2 0,-93 7 0,26 0 0,75-4 0,-325 15 0,70 15 0,233-18 392,0 2 1,-61 24 0,-7 2-627,118-36 503,1 0 1,-1 1-1,1 0 0,-17 11 1,18-9 603,-1 1 1,1 1 0,1 0-1,-1 0 1,2 1 0,-1 0-1,1 1 1,1 0 0,0 1-1,0 0 1,2 0 0,-1 0-1,1 1 1,-6 20 0,8-18-349,0-1 0,1 1 0,1 0 0,-1 26 1,9 140-4946,-3-156 3683,1-1 1,1 0-1,1 0 1,2-1-1,13 33 0,-6-22-181,2-1 0,1 0 0,1-1-1,2-1 1,1-1 0,1-1 0,2-1-1,0-1 1,59 46 0,707 416 918,-716-448 0</inkml:trace>
</inkml:ink>
</file>

<file path=ppt/ink/ink8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2:26:22.920"/>
    </inkml:context>
    <inkml:brush xml:id="br0">
      <inkml:brushProperty name="width" value="0.1" units="cm"/>
      <inkml:brushProperty name="height" value="0.1" units="cm"/>
      <inkml:brushProperty name="color" value="#E71224"/>
    </inkml:brush>
  </inkml:definitions>
  <inkml:trace contextRef="#ctx0" brushRef="#br0">0 106 8192,'504'1'15743,"-255"-2"-13464,-207 0-2279,55-11 0,-54 6 0,50-2 0,1710 7 0,-844 3 0,-926-3 0,54-11 0,-53 7 0,53-3 0,8 9 0,-31 0 0,1-2 0,97-15 0,-126 11 0,68 0 0,-67 5 0,66-10 0,24-6-2239,177 14-10405,-148 5 9505,47-3 5487,102 0 6065,-121 0-3597,-132 0-1762,3 0-3663,-34 0 609</inkml:trace>
</inkml:ink>
</file>

<file path=ppt/ink/ink8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2:26:32.286"/>
    </inkml:context>
    <inkml:brush xml:id="br0">
      <inkml:brushProperty name="width" value="0.1" units="cm"/>
      <inkml:brushProperty name="height" value="0.1" units="cm"/>
      <inkml:brushProperty name="color" value="#E71224"/>
    </inkml:brush>
  </inkml:definitions>
  <inkml:trace contextRef="#ctx0" brushRef="#br0">1 28 8192,'80'0'2962,"39"0"6845,-8 0-4554,-81-2-5253,56-9 0,-55 5 0,52-2 0,90 8-2031,87 1-5299,3-1 1221,687 0 3557,-783 14 2552,-2-1 0,95-1 0,23 1 0,671-14 0,-762 15 0,-4-1 0,906-14 0,-879 14 0,-17 0 0,581-12 0,-369-3 0,-249 16 0,-19-1 0,-109-12 0</inkml:trace>
</inkml:ink>
</file>

<file path=ppt/ink/ink8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2:26:34.134"/>
    </inkml:context>
    <inkml:brush xml:id="br0">
      <inkml:brushProperty name="width" value="0.1" units="cm"/>
      <inkml:brushProperty name="height" value="0.1" units="cm"/>
      <inkml:brushProperty name="color" value="#E71224"/>
    </inkml:brush>
  </inkml:definitions>
  <inkml:trace contextRef="#ctx0" brushRef="#br0">1 105 8192,'47'-2'4284,"1"-3"0,-1-1 0,88-26 0,-88 21-3398,6 1-1957,1 3 0,1 2 1,81 2-1,61-4-2491,506-10-5183,-454 20 7313,2343-3 1432,-2340 13 0,-8 0 0,75 2 0,-153-3-15,189-11 0,-155-4 540,32 3 3098,115 0 6277,-76 0-5896,-194 0-4004,-55 0 0</inkml:trace>
</inkml:ink>
</file>

<file path=ppt/ink/ink8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2:26:57.734"/>
    </inkml:context>
    <inkml:brush xml:id="br0">
      <inkml:brushProperty name="width" value="0.1" units="cm"/>
      <inkml:brushProperty name="height" value="0.1" units="cm"/>
      <inkml:brushProperty name="color" value="#E71224"/>
    </inkml:brush>
  </inkml:definitions>
  <inkml:trace contextRef="#ctx0" brushRef="#br0">0 130 8192,'103'0'14057,"-54"0"-10092,1161 0-3965,-1169-2-442,53-9 1,-52 4-355,48 0-1,-26 6-2988,83-12 1,102-13-4193,-186 19 7977,71 3 0,56-5 0,-24-12 0,195 0 0,1425 23 0,-969-3 0,-544 14 0,-18 0 0,-63-12 0,388 13 0,334-1 0,-562-16 0,25 3 559,-355 0 2238</inkml:trace>
</inkml:ink>
</file>

<file path=ppt/ink/ink8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2:26:47.250"/>
    </inkml:context>
    <inkml:brush xml:id="br0">
      <inkml:brushProperty name="width" value="0.1" units="cm"/>
      <inkml:brushProperty name="height" value="0.1" units="cm"/>
      <inkml:brushProperty name="color" value="#E71224"/>
    </inkml:brush>
  </inkml:definitions>
  <inkml:trace contextRef="#ctx0" brushRef="#br0">330 85 8192,'-7'18'10517,"-7"0"-5089,-3 7-3556,-16 65-1319,-9 24-6408,35-97 3560,-2 0-1,0-1 1,-1 0-1,-15 19 1,16-22 2082,0 1 0,1 0 0,-10 21 0,-2 5 27,1-5-152,-19 31 349,3-11 15568,36-54-15318,24 2 2986,32-12-6461,12-4 5871,36 10-5014,-14 0 1215,-31-5 4395,33-5-5843,46 11-6544,14 0 2901,-150 2 6233,0 0 0,-1 0 0,1 0 0,0-1 0,0 1 0,0-1 0,0 1 0,-1-1 0,1 0 0,0 0 0,-1-1 0,1 1 0,-1 0 0,1-1 0,-1 0 0,0 1 0,0-1 0,1 0 0,-1 0 0,-1 0 0,1-1 0,0 1 0,0 0 0,-1-1 0,1 1 0,-1-1 0,0 1 0,0-1 0,0 0 0,1-3 0,-2 2 0,0-1 0,0 1 0,0 0 0,0-1 0,-1 1 0,0 0 0,0-1 0,0 1 0,-1 0 0,1 0 0,-1 0 0,0 0 0,0 0 0,0 0 0,-1 0 0,1 1 0,-1-1 0,0 1 0,-4-4 0,-63-59 0,45 44 0,1-1 0,0-1 0,-31-44 0,35 42 1377,-1 1-1,-35-33 1,34 37 239,1-1 0,1-1 1,-20-29-1,30 37-378,0 0-1,-1 1 1,-1 0 0,-1 1 0,-25-21 0,37 33-1238,1 1 0,-1 0 0,1-1 0,-1 1 0,0 0 0,1-1 0,-1 1 0,0 0 0,1 0 0,-1-1 0,0 1 0,1 0 0,-1 0 0,0 0 0,1 0 0,-1 0 0,0 0 0,0 0 0,1 0 0,-1 1 0,0-1 0,1 0 0,-1 0 0,0 0 0,1 1 0,-1-1 0,-1 1 0,-15 20 0,-8 40 0,20-46 0,-4 8-11,-1 0 0,-1-1 1,-1 0-1,-1-1 0,-27 33 0,15-14 833,0 28-6451,22-56 3895,-1 0-1,0 0 1,-1 0-1,-1 0 1,0 0-1,-13 18 1,8-18 725</inkml:trace>
</inkml:ink>
</file>

<file path=ppt/ink/ink8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2:26:48.544"/>
    </inkml:context>
    <inkml:brush xml:id="br0">
      <inkml:brushProperty name="width" value="0.1" units="cm"/>
      <inkml:brushProperty name="height" value="0.1" units="cm"/>
      <inkml:brushProperty name="color" value="#E71224"/>
    </inkml:brush>
  </inkml:definitions>
  <inkml:trace contextRef="#ctx0" brushRef="#br0">119 0 8192,'-10'15'18022,"0"-4"-18022,-5-1 0,1 2 0,2 3 0,-1 0 0,1 0 0,0-1 0,0 1 0,4-2 0</inkml:trace>
</inkml:ink>
</file>

<file path=ppt/ink/ink8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3:23:02.266"/>
    </inkml:context>
    <inkml:brush xml:id="br0">
      <inkml:brushProperty name="width" value="0.1" units="cm"/>
      <inkml:brushProperty name="height" value="0.1" units="cm"/>
      <inkml:brushProperty name="color" value="#E71224"/>
    </inkml:brush>
  </inkml:definitions>
  <inkml:trace contextRef="#ctx0" brushRef="#br0">595 3005 8192,'18'0'3763,"98"-4"7728,-40-12-8723,148-44-2768,40-13 0,-37-26 0,5-1 0,-75 34 0,-33 12 0,288-89 0,-292 108-1729,218-55-10905,-193 53 9996,-82 22 2640,121-33 1286,-152 37-1027,-1-1 0,0-1 0,48-29 1,-60 32 1204,1 1 1,0 1-1,1 1 1,0 1 0,0 1-1,0 0 1,1 2-1,-1 0 1,30 1 0,213-3-4357,134 8-6545,-62 0 4776,-161-1 4255,242-9-230,-368 1 923,-1-2-1,90-28 1,89-48 1321,-216 80-1257,0 0 1,0-1-1,0-1 1,0 1-1,-1-2 1,0 1-1,0-2 1,-1 1-1,0-1 1,0-1-1,-1 1 1,0-2-1,-1 1 1,0-1-1,0 0 1,-1 0-1,8-17 1,69-131 8829,-69 126-9183,-1 0 0,-1-1 0,-2 0 0,-1-1 0,-2 0 0,-1 0 0,-2 0 0,0-38 0,-4 34 0,-3-58 0,1 88 0,1 1 0,-1-1 0,0 0 0,0 1 0,-1-1 0,0 1 0,-1 0 0,1 0 0,-10-12 0,-27-33-1453,-2 2 1,-2 1 0,-2 3 0,-2 2 0,-2 2 0,-61-39-1,-210-101-4922,154 93 4894,106 60 1481,-1 3 0,-1 3 0,-112-26 0,78 23 0,-142-32 0,-7 7 0,145 28 0,-1 4 0,-1 5 0,-162-2 0,-130-13 0,287 17 0,-466 0 0,347 15 0,14-5 0,-229 5 0,182 23 0,223-21 1048,-63 16 0,1 2 212,42-12-1132,0 2 0,-70 27 1,92-24-826,1 2 0,0 1 0,-50 38 0,-4 2-256,50-33 1017,1 1 0,1 1 0,2 2 0,1 2 1,-43 52-1,39-37 32,1 3 0,3 1 1,-43 89-1,36-44-380,-51 197 0,33-95 82,41-140 202,2 0 0,2 0 0,3 1 0,2 1 0,1 80 0,15 149 0,-4-236 0,4 0 0,1-1 0,24 72 0,-12-67 0,2-2 0,3 0 0,2-2 0,40 57 0,156 185 0,-179-242 0,3-2 0,1-2 0,3-2 0,100 69 0,-105-86 0</inkml:trace>
</inkml:ink>
</file>

<file path=ppt/ink/ink8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3:23:03.359"/>
    </inkml:context>
    <inkml:brush xml:id="br0">
      <inkml:brushProperty name="width" value="0.1" units="cm"/>
      <inkml:brushProperty name="height" value="0.1" units="cm"/>
      <inkml:brushProperty name="color" value="#E71224"/>
    </inkml:brush>
  </inkml:definitions>
  <inkml:trace contextRef="#ctx0" brushRef="#br0">311 0 8192,'0'5'326,"-1"0"0,0 0 1,0-1-1,-1 1 0,1-1 1,-1 1-1,0-1 0,0 0 1,0 1-1,-1-1 1,-3 5-1,-40 46 5631,28-35-360,-62 82-3566,45-55-1771,-57 59 1,91-105-261,-1-1 0,1 1 0,0 0 0,0 0 0,0 0 0,0 0 0,0 0 0,0 0 0,0 1 0,0-1 0,1 0 0,-1 0 0,0 0 0,1 1 0,-1-1 0,1 0 0,-1 1 0,1-1 0,0 1 0,-1-1 0,1 1 0,0-1 0,0 0 0,0 1 0,0-1 0,0 1 0,1 1 0,0-2 0,1 0 0,-1 1 0,0-1 0,1 0 0,-1 0 0,1 0 0,0 0 0,-1 0 0,1 0 0,0 0 0,0-1 0,-1 1 0,1-1 0,0 1 0,0-1 0,0 0 0,2 0 0,17 2 0,-1-2 0,36-3 0,-53 3 0,112-14-1967,-84 8 146,1-1 0,-1-1-1,44-19 1,-72 26 1269,0-1 1,1 0-1,-1 0 0,0 0 0,0 0 0,0-1 0,0 1 0,-1-1 1,1 0-1,-1 0 0,1 0 0,-1 0 0,0 0 0,2-4 1,-2 2 416,0-1 1,0 1 0,0-1-1,-1 0 1,1 1-1,-2-1 1,1 0 0,0-9-1,-1 7 794,-1-1 0,0 1-1,0-1 1,0 1-1,-1-1 1,-1 1-1,1 0 1,-1 0-1,-1 0 1,0 0 0,0 1-1,-7-11 1,-6-3 1037,-1 1 0,-1 0 0,0 1 0,-2 2 0,-42-30 1,43 37-1697</inkml:trace>
</inkml:ink>
</file>

<file path=ppt/ink/ink8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3:23:07.413"/>
    </inkml:context>
    <inkml:brush xml:id="br0">
      <inkml:brushProperty name="width" value="0.1" units="cm"/>
      <inkml:brushProperty name="height" value="0.1" units="cm"/>
      <inkml:brushProperty name="color" value="#E71224"/>
    </inkml:brush>
  </inkml:definitions>
  <inkml:trace contextRef="#ctx0" brushRef="#br0">229 0 8192,'-4'2'658,"0"0"1,0 1 0,1-1-1,0 1 1,-1 0-1,1 0 1,0 0 0,0 0-1,1 0 1,-1 1 0,1-1-1,-1 1 1,-2 6-1,-6 6 287,-159 197 6912,170-213-7857,0 0 0,0 0 0,0 1 0,-1-1 0,1 0 0,0 0 0,0 0 0,0 0 0,0 0 0,0 0 0,0 1 0,0-1 0,0 0 0,0 0 0,0 0 0,-1 0 0,1 0 0,0 1 0,0-1 0,0 0 0,0 0 0,0 0 0,0 0 0,0 1 0,0-1 0,0 0 0,0 0 0,0 0 0,0 0 0,1 1 0,-1-1 0,0 0 0,0 0 0,0 0 0,0 0 0,0 1 0,0-1 0,0 0 0,0 0 0,0 0 0,0 0 0,1 0 0,-1 0 0,0 0 0,0 1 0,0-1 0,0 0 0,0 0 0,1 0 0,-1 0 0,13 1 0,14-4 0,5-7-2594,-1-1 0,46-25 0,5-1 1949,12-4 7304,-29 12-4891,-50 22-1768</inkml:trace>
</inkml:ink>
</file>

<file path=ppt/ink/ink8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3:23:28.550"/>
    </inkml:context>
    <inkml:brush xml:id="br0">
      <inkml:brushProperty name="width" value="0.1" units="cm"/>
      <inkml:brushProperty name="height" value="0.1" units="cm"/>
      <inkml:brushProperty name="color" value="#E71224"/>
    </inkml:brush>
  </inkml:definitions>
  <inkml:trace contextRef="#ctx0" brushRef="#br0">1 29 8192,'49'1'6215,"60"-2"2188,-82-1-7268,-1-1-1,31-7 1,-18 4-1135,1 1 0,0 2 0,80 5 0,-37 0 0,-61-2 0</inkml:trace>
</inkml:ink>
</file>

<file path=ppt/ink/ink8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3:23:29.794"/>
    </inkml:context>
    <inkml:brush xml:id="br0">
      <inkml:brushProperty name="width" value="0.1" units="cm"/>
      <inkml:brushProperty name="height" value="0.1" units="cm"/>
      <inkml:brushProperty name="color" value="#E71224"/>
    </inkml:brush>
  </inkml:definitions>
  <inkml:trace contextRef="#ctx0" brushRef="#br0">1 86 8192,'683'0'13292,"-306"0"-8562,627 0-4730,-957-2 0,50-9 0,37-1 0,358 7-3114,246 8-6985,-107-1 5290,141-2 21620,-753 0-16690,-1-1 0,0 0 0,1-2 0,-1 0 0,0-1 0,-1-1 0,1-1 0,-1 0 1,31-16-1,-36 13-121</inkml:trace>
</inkml:ink>
</file>

<file path=ppt/ink/ink8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3:33:49.208"/>
    </inkml:context>
    <inkml:brush xml:id="br0">
      <inkml:brushProperty name="width" value="0.1" units="cm"/>
      <inkml:brushProperty name="height" value="0.1" units="cm"/>
      <inkml:brushProperty name="color" value="#E71224"/>
    </inkml:brush>
  </inkml:definitions>
  <inkml:trace contextRef="#ctx0" brushRef="#br0">0 1 8192,'4'3'902,"-1"0"0,1-1 0,0 0 0,0 1 1,0-1-1,0 0 0,0-1 0,0 1 0,1-1 0,-1 0 1,0 0-1,10 1 0,60 0 4926,-53-2-5362,207 13-466,14-1 0,-65 1-1002,-3 1-793,45-17-3365,7 1-2638,-76 6 5531,-15 8 2267,49 2 0,3-2 0,0 1 0,216 2 0,173-4 0,-170-11 0,-82 25 0,88 2 0,-108-30 0,284 5 0,-389 10 0,84 2 0,445-15 4270,-687 3-311,54 9 0,27 2 1670,-98-12-5424</inkml:trace>
</inkml:ink>
</file>

<file path=ppt/ink/ink8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3:33:50.996"/>
    </inkml:context>
    <inkml:brush xml:id="br0">
      <inkml:brushProperty name="width" value="0.1" units="cm"/>
      <inkml:brushProperty name="height" value="0.1" units="cm"/>
      <inkml:brushProperty name="color" value="#E71224"/>
    </inkml:brush>
  </inkml:definitions>
  <inkml:trace contextRef="#ctx0" brushRef="#br0">851 1420 8192,'51'4'13838,"-18"2"-9654,46 6-4184,103 0 0,-48-4 0,572 48-8820,-428-47 4775,49 3-1112,211-1 5157,-356-12 0,-151 0 0,-1-2 0,0-1 0,0-1 0,37-11 0,117-48 0,-67 21 0,257-109 0,-359 145 0,-1-1 0,0-1 0,0 0 0,-1-1 0,0-1 0,-1 1 0,0-2 0,-1 0 0,0 0 0,-1-1 0,9-16 0,-13 21 0,-2-1 0,1 0 0,-1 0 0,0-1 0,-1 1 0,0-1 0,-1 0 0,0 0 0,0 0 0,-1 0 0,0 0 0,-1 0 0,0 0 0,-1 0 0,0 0 0,0 0 0,-1 0 0,-1 0 0,-3-10 0,-10-15 17,-1 0 1,-1 1-1,-3 0 1,0 2-1,-2 1 1,-1 1-1,-2 0 1,-1 2-1,-1 1 1,-62-45-1,9 16 31,-3 3 1,-1 4-1,-107-43 0,84 48-112,-1 5-1,-141-32 1,-237-17-128,332 69 192,0 8 0,-1 6 0,0 7 0,1 7 0,0 7 0,1 6 0,-236 66 0,251-42 0,2 6 0,2 6 0,-126 75 0,191-90 0,3 2 0,1 3 0,3 3 0,-68 70 0,111-101-28,1 1 0,1 1 0,1 1 0,-17 29 0,27-40 86,1-1 0,1 1 1,-1 0-1,2 1 0,0-1 0,0 1 1,2 0-1,-1 0 0,2 0 1,-1 0-1,2 17 0,1-23 393,0 1-1,1-1 1,0 1 0,0-1-1,1 0 1,0 0 0,0 0 0,0 0-1,1 0 1,0-1 0,1 1-1,-1-1 1,1-1 0,0 1-1,1 0 1,8 5 0,10 8 2607,1-1 0,48 25 1,-43-26-2433,8 4-626,-18-13 0</inkml:trace>
</inkml:ink>
</file>

<file path=ppt/ink/ink8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3:33:51.992"/>
    </inkml:context>
    <inkml:brush xml:id="br0">
      <inkml:brushProperty name="width" value="0.1" units="cm"/>
      <inkml:brushProperty name="height" value="0.1" units="cm"/>
      <inkml:brushProperty name="color" value="#E71224"/>
    </inkml:brush>
  </inkml:definitions>
  <inkml:trace contextRef="#ctx0" brushRef="#br0">0 0 8192,'261'13'0,"-33"0"0,412 13 0,122 1 0,80-27-610,-294-1 19242</inkml:trace>
</inkml:ink>
</file>

<file path=ppt/ink/ink8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3:33:52.429"/>
    </inkml:context>
    <inkml:brush xml:id="br0">
      <inkml:brushProperty name="width" value="0.1" units="cm"/>
      <inkml:brushProperty name="height" value="0.1" units="cm"/>
      <inkml:brushProperty name="color" value="#E71224"/>
    </inkml:brush>
  </inkml:definitions>
  <inkml:trace contextRef="#ctx0" brushRef="#br0">1 0 8192,'9'4'2971,"11"2"-2971,15 0 0,7-2 5848,0 3-5848,-3 1 0,-3-1 0,-4-3 7957,-2-1-7957,-7-1 1246</inkml:trace>
</inkml:ink>
</file>

<file path=ppt/ink/ink8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3:33:52.741"/>
    </inkml:context>
    <inkml:brush xml:id="br0">
      <inkml:brushProperty name="width" value="0.1" units="cm"/>
      <inkml:brushProperty name="height" value="0.1" units="cm"/>
      <inkml:brushProperty name="color" value="#E71224"/>
    </inkml:brush>
  </inkml:definitions>
  <inkml:trace contextRef="#ctx0" brushRef="#br0">1 1 8192,'2484'0'1888,"-2452"0"7556</inkml:trace>
</inkml:ink>
</file>

<file path=ppt/ink/ink8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3:33:53.064"/>
    </inkml:context>
    <inkml:brush xml:id="br0">
      <inkml:brushProperty name="width" value="0.1" units="cm"/>
      <inkml:brushProperty name="height" value="0.1" units="cm"/>
      <inkml:brushProperty name="color" value="#E71224"/>
    </inkml:brush>
  </inkml:definitions>
  <inkml:trace contextRef="#ctx0" brushRef="#br0">1 0 8192,'154'0'6868,"0"1"-5331,348 7-10619,-287-1 10202,565 1-1444,-194-5 205,-315 9 119,69 1 0,-311-13 0</inkml:trace>
</inkml:ink>
</file>

<file path=ppt/ink/ink8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3:33:53.399"/>
    </inkml:context>
    <inkml:brush xml:id="br0">
      <inkml:brushProperty name="width" value="0.1" units="cm"/>
      <inkml:brushProperty name="height" value="0.1" units="cm"/>
      <inkml:brushProperty name="color" value="#E71224"/>
    </inkml:brush>
  </inkml:definitions>
  <inkml:trace contextRef="#ctx0" brushRef="#br0">0 0 8192,'1273'16'0,"175"-5"0,-959-12 0,244 58 0,-643-47 0,111 2 0,-164-12 0</inkml:trace>
</inkml:ink>
</file>

<file path=ppt/ink/ink8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3:33:53.817"/>
    </inkml:context>
    <inkml:brush xml:id="br0">
      <inkml:brushProperty name="width" value="0.1" units="cm"/>
      <inkml:brushProperty name="height" value="0.1" units="cm"/>
      <inkml:brushProperty name="color" value="#E71224"/>
    </inkml:brush>
  </inkml:definitions>
  <inkml:trace contextRef="#ctx0" brushRef="#br0">1 2 8192,'509'-2'0,"569"5"0,-609 9 0,193 2 0,-64-15 0,-575 1 0</inkml:trace>
</inkml:ink>
</file>

<file path=ppt/ink/ink8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3:33:54.154"/>
    </inkml:context>
    <inkml:brush xml:id="br0">
      <inkml:brushProperty name="width" value="0.1" units="cm"/>
      <inkml:brushProperty name="height" value="0.1" units="cm"/>
      <inkml:brushProperty name="color" value="#E71224"/>
    </inkml:brush>
  </inkml:definitions>
  <inkml:trace contextRef="#ctx0" brushRef="#br0">0 1 8192,'2742'0'0,"-2469"13"-120,-52 0 735,-194-13 1861</inkml:trace>
</inkml:ink>
</file>

<file path=ppt/ink/ink8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3:33:54.482"/>
    </inkml:context>
    <inkml:brush xml:id="br0">
      <inkml:brushProperty name="width" value="0.1" units="cm"/>
      <inkml:brushProperty name="height" value="0.1" units="cm"/>
      <inkml:brushProperty name="color" value="#E71224"/>
    </inkml:brush>
  </inkml:definitions>
  <inkml:trace contextRef="#ctx0" brushRef="#br0">0 77 8192,'1826'-62'0,"-1082"47"0,-713 18 0,44 10 0,-52-8 0</inkml:trace>
</inkml:ink>
</file>

<file path=ppt/ink/ink8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3:33:55.306"/>
    </inkml:context>
    <inkml:brush xml:id="br0">
      <inkml:brushProperty name="width" value="0.1" units="cm"/>
      <inkml:brushProperty name="height" value="0.1" units="cm"/>
      <inkml:brushProperty name="color" value="#E71224"/>
    </inkml:brush>
  </inkml:definitions>
  <inkml:trace contextRef="#ctx0" brushRef="#br0">1 0 8192,'575'0'13868,"-288"0"-9714,-48 0-4154,-213 0 0</inkml:trace>
</inkml:ink>
</file>

<file path=ppt/ink/ink8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3:33:55.617"/>
    </inkml:context>
    <inkml:brush xml:id="br0">
      <inkml:brushProperty name="width" value="0.1" units="cm"/>
      <inkml:brushProperty name="height" value="0.1" units="cm"/>
      <inkml:brushProperty name="color" value="#E71224"/>
    </inkml:brush>
  </inkml:definitions>
  <inkml:trace contextRef="#ctx0" brushRef="#br0">1 1 8192,'235'5'13112,"-59"5"-10132,1 2-3518,234 11-2475,979 5-9528,-823-7 12541,-543-20 0,17 1 0,-9-1 0</inkml:trace>
</inkml:ink>
</file>

<file path=ppt/ink/ink8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3:33:55.914"/>
    </inkml:context>
    <inkml:brush xml:id="br0">
      <inkml:brushProperty name="width" value="0.1" units="cm"/>
      <inkml:brushProperty name="height" value="0.1" units="cm"/>
      <inkml:brushProperty name="color" value="#E71224"/>
    </inkml:brush>
  </inkml:definitions>
  <inkml:trace contextRef="#ctx0" brushRef="#br0">1 26 8192,'270'0'11782,"-1"0"-7781,-18 0-5232,452 0-11368,-403 0 10646,158-13 1953,18 0 0,-433 14 0</inkml:trace>
</inkml:ink>
</file>

<file path=ppt/ink/ink8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2:53:28.883"/>
    </inkml:context>
    <inkml:brush xml:id="br0">
      <inkml:brushProperty name="width" value="0.1" units="cm"/>
      <inkml:brushProperty name="height" value="0.1" units="cm"/>
      <inkml:brushProperty name="color" value="#E71224"/>
    </inkml:brush>
  </inkml:definitions>
  <inkml:trace contextRef="#ctx0" brushRef="#br0">1 309 8192,'105'0'2179,"142"0"8615,-158 0-9768,2729 0-15025,-921 0 13999,-1272-26 0,-64 1 0,-228 22 0,403-10 0,-261 1 0,41-2 0,102-24 0,111-6 0,-102 36 0,89-4 0,-369-16 0,240-8 0,-226 37 4825,148 0 5294,-329-16-7279,-94 5-2602,3-1-238,80-4 0,-146 15 0</inkml:trace>
</inkml:ink>
</file>

<file path=ppt/ink/ink8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2:53:29.643"/>
    </inkml:context>
    <inkml:brush xml:id="br0">
      <inkml:brushProperty name="width" value="0.1" units="cm"/>
      <inkml:brushProperty name="height" value="0.1" units="cm"/>
      <inkml:brushProperty name="color" value="#E71224"/>
    </inkml:brush>
  </inkml:definitions>
  <inkml:trace contextRef="#ctx0" brushRef="#br0">316 1 8192,'-1'13'1046,"0"-1"0,-1 1 1,-1 0-1,0-1 0,-1 0 1,0 0-1,-1 0 0,-12 23 0,-62 86 7506,74-114-8498,-21 26-54,-2-1 0,-58 50 0,51-49 0,33-32 0,1-1 0,0 1 0,0 0 0,0 0 0,0 0 0,0 0 0,0 1 0,0-1 0,0 0 0,0 0 0,1 0 0,-1 1 0,0-1 0,1 0 0,-1 1 0,1-1 0,0 1 0,-1-1 0,1 1 0,0-1 0,0 3 0,0-3 0,1 0 0,-1 0 0,1 0 0,0 0 0,0 0 0,-1 0 0,1-1 0,0 1 0,0 0 0,0 0 0,0-1 0,0 1 0,0-1 0,0 1 0,0-1 0,0 1 0,0-1 0,0 0 0,0 1 0,1-1 0,0 0 0,12 2 0,0 0 0,0-1 0,20-2 0,-26 1 0,72 1 0,52-2 0,-115 0 0,-1-1 0,1 0 0,-1-2 0,0 0 0,26-10 0,18-22 0,-12 4 0,-45 31-46,1-1 1,-1 0-1,0 0 1,0-1 0,0 1-1,-1-1 1,1 1-1,-1-1 1,1 0 0,-1 0-1,0 0 1,0 0 0,0 0-1,0-1 1,-1 1-1,0-1 1,1 1 0,-1-1-1,0 1 1,0-1-1,-1 0 1,1 1 0,-1-1-1,0 0 1,0 1-1,0-1 1,-1 0 0,1 1-1,-1-1 1,0 0 0,0 1-1,-2-7 1,-5-12-317,-1 1 0,-1 0 0,0 0 1,-17-21-1,18 27 313,-12-20 49,1 3 0</inkml:trace>
</inkml:ink>
</file>

<file path=ppt/ink/ink8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3:04:59.634"/>
    </inkml:context>
    <inkml:brush xml:id="br0">
      <inkml:brushProperty name="width" value="0.1" units="cm"/>
      <inkml:brushProperty name="height" value="0.1" units="cm"/>
      <inkml:brushProperty name="color" value="#E71224"/>
    </inkml:brush>
  </inkml:definitions>
  <inkml:trace contextRef="#ctx0" brushRef="#br0">233 2516 8192,'0'3'980,"1"0"0,0 0 0,0-1 0,0 1 0,0-1 0,1 1 0,6 8 3921,-2-5-3921,18 17 3436,-13-13-3551,4 6-1722,1-1 1,1-1-1,0-1 1,1-1-1,0 0 1,1-1-1,28 12 1,-36-18 311,1-2 0,-1 1 1,1-1-1,-1-1 0,1 0 0,0-1 1,0 0-1,0-1 0,0 0 0,0-1 0,0 0 1,-1-1-1,1 0 0,0-1 0,11-4 1,34-19-1236,-46 20 1696,1 0 0,0 1-1,0 1 1,0 0 0,0 0-1,1 1 1,15-2 0,-14 4 84,1 1 0,-1 0 0,1 1 0,-1 1 0,0 0 0,0 1 0,0 1 0,0 0 0,0 0 0,-1 2 0,1-1 0,-1 2 0,-1 0 0,1 0 0,-1 1 0,21 19 0,-16-13 0,0-1 0,1-1 0,0-1 0,0 0 0,28 10 0,-38-18 0,-1 0 0,1-1 0,0 0 0,0-1 0,0 0 0,0 0 0,0 0 0,0-1 0,0-1 0,0 1 0,1-1 0,-1 0 0,-1-1 0,1 0 0,0 0 0,0-1 0,10-5 0,35-21 272,-41 21-244,0 0 1,1 1 0,0 1 0,0 0-1,0 1 1,1 1 0,0 0 0,0 0-1,21-1 1,-27 4 139,1 0-1,0 1 1,-1 0 0,1 1-1,0 0 1,-1 0-1,1 1 1,-1 0 0,1 0-1,-1 1 1,10 5-1,12 14 4179,-1 10 4306,-18-19-8030,-6-6-392,0 0 1,0 0-1,1 0 0,0-1 1,1 0-1,10 7 1,-14-11-221,0-1 0,0 1 0,0-1 0,0 0-1,0 0 1,1-1 0,-1 1 0,0-1 0,1 1 0,-1-1 0,0 0 0,1 0 0,-1-1 0,0 1 0,1-1 0,-1 1 0,0-1 0,0 0 0,0 0 0,0-1 0,4-1 0,26-13-1384,58-38 1,-57 32-796,40-19 1,-60 35 1844,-1 1 0,1 0 0,0 1 0,1 0 0,-1 1 0,27-2 0,-25 3-543,1 2 0,-1 0 0,1 1 0,18 3 0,-29-2 557,0-1 0,0 1 1,0 1-1,0-1 1,-1 1-1,1 0 0,-1 0 1,1 0-1,-1 1 0,0 0 1,-1 0-1,1 0 0,7 9 1,-10-10 311,9 11 462,1-1-1,0 0 0,27 23 1,-33-32-392,0-1 1,1 1-1,-1-1 0,1 0 1,0-1-1,0 1 0,0-1 1,0-1-1,0 1 0,0-1 1,0 0-1,13-1 0,13-2-542,-1-1-1,1-2 0,45-13 1,-42 9 165,0 2 0,57-5 1,-35 9 304,0 3 0,-1 3 0,1 2 0,108 24 0,-151-24 0,1-1 0,0-1 0,0 0 0,0-1 0,1-1 0,-1 0 0,0-2 0,1 0 0,-1 0 0,0-1 0,0-1 0,0-1 0,0 0 0,-1-1 0,1-1 0,-1-1 0,26-14 0,44-33 0,-31 19 0,71-34 0,-106 60 0,0 1 0,1 1 0,-1 1 0,1 1 0,1 0 0,-1 2 0,41-2 0,-8 5 194,93-4 1655,-125 1-1630,-1 0-1,0-1 1,1-1 0,-2-1 0,24-10 0,6-9-952,-1-3 0,-1-2 0,81-67 0,-55 40 309,-26 20 424,-1-1 0,-2-3 0,-2-2 0,-2-1 0,-1-2 0,-3-2 0,-2-1 0,-2-2 0,-2-1 0,25-62 0,-31 57 0,1 0 0,30-99 0,-53 147 0,14-54 0,14-104 0,-25 122 159,14-254 3038,-20 283-2433,0 0 0,-1 0 0,-1 0 0,-1 0 1,0 0-1,-1 0 0,-1 1 0,-10-21 0,1 9 1008,-2 0 0,0 0 0,-30-33 0,14 26-1552,-1 1 1,-75-54-1,68 55-180,-182-124-1526,186 134 1189,0 1 0,-2 2 0,0 2 0,-55-16 0,5 13 468,-93-9 0,43 9-724,-19 0-6100,-203 1 0,224 15 5119,-50-8 1534,-85-1 0,-437 14 0,662 2 0,0 1 0,-71 17 0,-23 4 0,94-18 0,-54 17 0,10-2 0,-35 9 0,-42 7 0,-114 21 0,20-7 0,-38 25 0,257-68 279,1 2 1,0 2 0,1 1-1,0 3 1,1 1 0,1 2-1,1 1 1,1 2 0,-55 45-1,80-58-996,-19 17 2259,-8 13 5883,34-33-6157,0 0 0,0 0 0,1 1 0,-6 12 0,-1 21-1654,-31 239 1673,34-91-4028,8-170 2651,14 394-8224,-8-346 6886,4 0-1,2 0 1,4-2-1,25 71 1,-41-135 1428,18 46 0,1 1 0,45 78 0,-54-110 46,103 153 4607,-91-140-3618,1-2 0,2 0 0,45 38 0,-46-46 1617,0-1 0,31 17 1,-33-24-2653</inkml:trace>
</inkml:ink>
</file>

<file path=ppt/ink/ink8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3:34:24.367"/>
    </inkml:context>
    <inkml:brush xml:id="br0">
      <inkml:brushProperty name="width" value="0.1" units="cm"/>
      <inkml:brushProperty name="height" value="0.1" units="cm"/>
      <inkml:brushProperty name="color" value="#E71224"/>
    </inkml:brush>
  </inkml:definitions>
  <inkml:trace contextRef="#ctx0" brushRef="#br0">1 29 8192,'19'33'15818,"-13"-28"-14500,-1 1-432,2 0-886,1 1 0,-1-1 0,1-1 0,0 0 0,0 0 0,1 0 0,0-1 0,-1 0 0,1-1 0,1 0 0,-1 0 0,0-1 0,11 1 0,-4-1 0,-1 0 0,1-2 0,1 1 0,-1-2 0,0 0 0,-1-1 0,19-5 0,5-5 0,57-27 0,-42 16 0,-23 10 0,-9 4 0,0 0 0,42-10 0,-56 18 0,-1 0 0,0 0 0,1 0 0,-1 1 0,1 0 0,-1 1 0,1 0 0,-1 0 0,0 0 0,1 1 0,-1 0 0,0 0 0,9 6 0,-3-1-252,-1 1 0,-1 0 1,0 1-1,0 0 0,0 1 1,-2 0-1,1 1 0,-1 0 1,-1 0-1,1 1 0,6 15 0,17 21-2528,-30-46 2542,0 0 0,0 1-1,0-1 1,0 0 0,0-1-1,0 1 1,0 0-1,1-1 1,-1 1 0,1-1-1,-1 1 1,1-1 0,0 0-1,-1 0 1,1-1-1,0 1 1,0 0 0,-1-1-1,1 0 1,0 0 0,0 1-1,0-2 1,3 1-1,8-2-745,-1-1-1,0 0 0,-1-1 0,13-6 0,33-7-591,-7 12 1576,-28 4 0</inkml:trace>
</inkml:ink>
</file>

<file path=ppt/ink/ink8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3:34:25.195"/>
    </inkml:context>
    <inkml:brush xml:id="br0">
      <inkml:brushProperty name="width" value="0.1" units="cm"/>
      <inkml:brushProperty name="height" value="0.1" units="cm"/>
      <inkml:brushProperty name="color" value="#E71224"/>
    </inkml:brush>
  </inkml:definitions>
  <inkml:trace contextRef="#ctx0" brushRef="#br0">0 50 8192,'1'2'624,"0"-1"0,0 1 0,0 0 0,7 8 3745,-6-9-3745,-1 0 0,1 0 1,-1 0-1,1 0 0,0 0 0,-1 0 0,1 0 0,0-1 0,3 2 1,37 12 4290,-26-10-4915,0-1 0,1 0 0,-1-1 0,1-1 0,-1 0 0,1-1 0,-1-1 0,1-1 0,-1 0 0,0-1 0,0-1 0,0-1 0,0 0 0,-1-1 0,25-13 0,-33 16 0,11-8 0,0 2 0,1 0 0,31-10 0,-46 17 0,0 1 0,0 0 0,0 0 0,0 0 0,1 1 0,-1 0 0,0-1 0,0 1 0,1 1 0,-1-1 0,0 1 0,0-1 0,0 1 0,0 0 0,0 1 0,0-1 0,0 1 0,0 0 0,0 0 0,0 0 0,-1 0 0,1 0 0,5 6 0,-4-3 0,1 0 0,-1 0 0,1 0 0,0-1 0,0 0 0,1 0 0,-1-1 0,1 0 0,0 0 0,0 0 0,0-1 0,0 0 0,0 0 0,0-1 0,1 0 0,-1 0 0,1-1 0,-1 0 0,0 0 0,1-1 0,-1 0 0,13-3 0,-3-2 0</inkml:trace>
</inkml:ink>
</file>

<file path=ppt/ink/ink8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09T07:37:23.753"/>
    </inkml:context>
    <inkml:brush xml:id="br0">
      <inkml:brushProperty name="width" value="0.1" units="cm"/>
      <inkml:brushProperty name="height" value="0.1" units="cm"/>
      <inkml:brushProperty name="color" value="#E71224"/>
    </inkml:brush>
  </inkml:definitions>
  <inkml:trace contextRef="#ctx0" brushRef="#br0">0 80 8192,'878'-28'0,"-351"5"0,887-5 0,-1154 28 0,1096 17 0,-1086-7 0,214 11 0,-213-16 2476,-244-5-1981</inkml:trace>
</inkml:ink>
</file>

<file path=ppt/ink/ink8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09T07:37:27.027"/>
    </inkml:context>
    <inkml:brush xml:id="br0">
      <inkml:brushProperty name="width" value="0.1" units="cm"/>
      <inkml:brushProperty name="height" value="0.1" units="cm"/>
      <inkml:brushProperty name="color" value="#E71224"/>
    </inkml:brush>
  </inkml:definitions>
  <inkml:trace contextRef="#ctx0" brushRef="#br0">0 78 8192,'83'0'2892,"-22"2"3446,68 11 0,225 19-3902,-263-26-2418,-63-3-18,0 2 0,42 12 0,-39-9 0,49 7 0,13-9 0,107-8 0,-61-1 0,810 3-16796,-749 14 16173,-3 0 20,1076-15 603,-1197-3 0,133-24 0,-135 19 0,147 1 0,-51 4 0,85-22 385,-152 15-488,96-3-179,-119 15 282,-16 1 0,0-3 0,113-16 0,-130 11 0,0 1 0,94 5 0,-92 2 0,1-3 0,74-9 0,-22-2 0,1 5 0,149 8 0,-88 1 0,-57 0 3323,117-4 8922,-141-11-10222,-54 8-1808,49-3 1,119 9-716,70-2 504,-152-11-1294,47-2 2131,307 14-12579,-175 1 6399,-33-1 4690,-64 0 19320</inkml:trace>
</inkml:ink>
</file>

<file path=ppt/ink/ink8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09T07:37:30.095"/>
    </inkml:context>
    <inkml:brush xml:id="br0">
      <inkml:brushProperty name="width" value="0.1" units="cm"/>
      <inkml:brushProperty name="height" value="0.1" units="cm"/>
      <inkml:brushProperty name="color" value="#E71224"/>
    </inkml:brush>
  </inkml:definitions>
  <inkml:trace contextRef="#ctx0" brushRef="#br0">0 0 8192,'123'5'14771,"-41"6"-11520,-38-5-3251,77 0 0,-79-6 0,1 3 0,42 7 0,-24-2-1382,1-2 0,-1-3 1,72-7-1,-13 2-936,-95 2-227,-1 1 1,0 1 0,41 10 0,-22-5 2544,1-2 0,-1-2 0,1-2 0,47-4 0,8 0 0,-40 6 1790,27 7 5082,-40-4-2296,56 1 0,-73-7-5239,1-1-1,-1-2 1,47-9 0,-14 2-952,87 8-9651,-84 4 8986,69-2 2280,-105 0 0</inkml:trace>
</inkml:ink>
</file>

<file path=ppt/ink/ink8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09T07:37:31.322"/>
    </inkml:context>
    <inkml:brush xml:id="br0">
      <inkml:brushProperty name="width" value="0.1" units="cm"/>
      <inkml:brushProperty name="height" value="0.1" units="cm"/>
      <inkml:brushProperty name="color" value="#E71224"/>
    </inkml:brush>
  </inkml:definitions>
  <inkml:trace contextRef="#ctx0" brushRef="#br0">0 0 8192,'69'0'6052,"93"1"2463,0 14-5060,-2-2-3455,-5 0 0,-53-3 0,204-8 0,-148-4 0,1310 2-10166,-1399 0 4802,-1 0 5005,15 0 4508,40 0 6264,-3 0-9086,-96 0-1327</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页眉占位符 3073"/>
          <p:cNvSpPr>
            <a:spLocks noGrp="1"/>
          </p:cNvSpPr>
          <p:nvPr>
            <p:ph type="hdr" sz="quarter"/>
          </p:nvPr>
        </p:nvSpPr>
        <p:spPr>
          <a:xfrm>
            <a:off x="0" y="0"/>
            <a:ext cx="2971800" cy="457200"/>
          </a:xfrm>
          <a:prstGeom prst="rect">
            <a:avLst/>
          </a:prstGeom>
          <a:noFill/>
          <a:ln w="9525">
            <a:noFill/>
          </a:ln>
        </p:spPr>
        <p:txBody>
          <a:bodyPr/>
          <a:lstStyle/>
          <a:p>
            <a:pPr lvl="0" fontAlgn="base"/>
            <a:endParaRPr lang="zh-CN" altLang="en-US" sz="1200" strike="noStrike" noProof="1"/>
          </a:p>
        </p:txBody>
      </p:sp>
      <p:sp>
        <p:nvSpPr>
          <p:cNvPr id="3075" name="日期占位符 3074"/>
          <p:cNvSpPr>
            <a:spLocks noGrp="1"/>
          </p:cNvSpPr>
          <p:nvPr>
            <p:ph type="dt" idx="1"/>
          </p:nvPr>
        </p:nvSpPr>
        <p:spPr>
          <a:xfrm>
            <a:off x="3886200" y="0"/>
            <a:ext cx="2971800" cy="457200"/>
          </a:xfrm>
          <a:prstGeom prst="rect">
            <a:avLst/>
          </a:prstGeom>
          <a:noFill/>
          <a:ln w="9525">
            <a:noFill/>
          </a:ln>
        </p:spPr>
        <p:txBody>
          <a:bodyPr/>
          <a:lstStyle/>
          <a:p>
            <a:pPr lvl="0" algn="r" fontAlgn="base"/>
            <a:endParaRPr lang="zh-CN" altLang="en-US" sz="1200" strike="noStrike" noProof="1"/>
          </a:p>
        </p:txBody>
      </p:sp>
      <p:sp>
        <p:nvSpPr>
          <p:cNvPr id="7172" name="幻灯片图像占位符 3075"/>
          <p:cNvSpPr>
            <a:spLocks noGrp="1" noRot="1" noChangeAspect="1"/>
          </p:cNvSpPr>
          <p:nvPr>
            <p:ph type="sldImg"/>
          </p:nvPr>
        </p:nvSpPr>
        <p:spPr>
          <a:xfrm>
            <a:off x="1143000" y="685800"/>
            <a:ext cx="4572000" cy="3429000"/>
          </a:xfrm>
          <a:prstGeom prst="rect">
            <a:avLst/>
          </a:prstGeom>
          <a:noFill/>
          <a:ln w="9525">
            <a:noFill/>
          </a:ln>
        </p:spPr>
      </p:sp>
      <p:sp>
        <p:nvSpPr>
          <p:cNvPr id="7173" name="文本占位符 3076"/>
          <p:cNvSpPr>
            <a:spLocks noGrp="1"/>
          </p:cNvSpPr>
          <p:nvPr>
            <p:ph type="body" sz="quarter"/>
          </p:nvPr>
        </p:nvSpPr>
        <p:spPr>
          <a:xfrm>
            <a:off x="914400" y="4343400"/>
            <a:ext cx="5029200" cy="4114800"/>
          </a:xfrm>
          <a:prstGeom prst="rect">
            <a:avLst/>
          </a:prstGeom>
          <a:noFill/>
          <a:ln w="9525">
            <a:noFill/>
          </a:ln>
        </p:spPr>
        <p:txBody>
          <a:bodyPr anchor="ctr" anchorCtr="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3078" name="页脚占位符 3077"/>
          <p:cNvSpPr>
            <a:spLocks noGrp="1"/>
          </p:cNvSpPr>
          <p:nvPr>
            <p:ph type="ftr" sz="quarter" idx="4"/>
          </p:nvPr>
        </p:nvSpPr>
        <p:spPr>
          <a:xfrm>
            <a:off x="0" y="8686800"/>
            <a:ext cx="2971800" cy="457200"/>
          </a:xfrm>
          <a:prstGeom prst="rect">
            <a:avLst/>
          </a:prstGeom>
          <a:noFill/>
          <a:ln w="9525">
            <a:noFill/>
          </a:ln>
        </p:spPr>
        <p:txBody>
          <a:bodyPr anchor="b"/>
          <a:lstStyle/>
          <a:p>
            <a:pPr lvl="0" fontAlgn="base"/>
            <a:endParaRPr lang="zh-CN" altLang="en-US" sz="1200" strike="noStrike" noProof="1"/>
          </a:p>
        </p:txBody>
      </p:sp>
      <p:sp>
        <p:nvSpPr>
          <p:cNvPr id="3079" name="灯片编号占位符 3078"/>
          <p:cNvSpPr>
            <a:spLocks noGrp="1"/>
          </p:cNvSpPr>
          <p:nvPr>
            <p:ph type="sldNum" sz="quarter" idx="5"/>
          </p:nvPr>
        </p:nvSpPr>
        <p:spPr>
          <a:xfrm>
            <a:off x="3886200" y="8686800"/>
            <a:ext cx="2971800" cy="457200"/>
          </a:xfrm>
          <a:prstGeom prst="rect">
            <a:avLst/>
          </a:prstGeom>
          <a:noFill/>
          <a:ln w="9525">
            <a:noFill/>
          </a:ln>
        </p:spPr>
        <p:txBody>
          <a:bodyPr anchor="b"/>
          <a:lstStyle/>
          <a:p>
            <a:pPr lvl="0" algn="r" fontAlgn="base"/>
            <a:fld id="{9A0DB2DC-4C9A-4742-B13C-FB6460FD3503}" type="slidenum">
              <a:rPr lang="zh-CN" altLang="en-US" sz="1200" strike="noStrike" noProof="1">
                <a:latin typeface="Times New Roman" panose="02020603050405020304" pitchFamily="2" charset="0"/>
                <a:ea typeface="宋体" panose="02010600030101010101" pitchFamily="2" charset="-122"/>
                <a:cs typeface="+mn-cs"/>
              </a:rPr>
              <a:t>‹#›</a:t>
            </a:fld>
            <a:endParaRPr lang="zh-CN" altLang="en-US" sz="1200" strike="noStrike" noProof="1"/>
          </a:p>
        </p:txBody>
      </p:sp>
    </p:spTree>
  </p:cSld>
  <p:clrMap bg1="lt1" tx1="dk1" bg2="lt2" tx2="dk2" accent1="accent1" accent2="accent2" accent3="accent3" accent4="accent4" accent5="accent5" accent6="accent6" hlink="hlink" folHlink="folHlink"/>
  <p:hf sldNum="0" hdr="0" ftr="0" dt="0"/>
  <p:notesStyle>
    <a:lvl1pPr marL="0" lvl="0" indent="0" algn="l" defTabSz="914400" eaLnBrk="1" fontAlgn="base" latinLnBrk="0" hangingPunct="1">
      <a:lnSpc>
        <a:spcPct val="100000"/>
      </a:lnSpc>
      <a:spcBef>
        <a:spcPct val="30000"/>
      </a:spcBef>
      <a:spcAft>
        <a:spcPct val="0"/>
      </a:spcAft>
      <a:buNone/>
      <a:defRPr sz="1200" b="0" i="0" u="none" kern="1200" baseline="0">
        <a:solidFill>
          <a:schemeClr val="tx1"/>
        </a:solidFill>
        <a:latin typeface="Times New Roman" panose="02020603050405020304" pitchFamily="2" charset="0"/>
        <a:ea typeface="宋体" panose="02010600030101010101" pitchFamily="2" charset="-122"/>
      </a:defRPr>
    </a:lvl1pPr>
    <a:lvl2pPr marL="457200" lvl="1" indent="0" algn="l" defTabSz="914400" eaLnBrk="1" fontAlgn="base" latinLnBrk="0" hangingPunct="1">
      <a:lnSpc>
        <a:spcPct val="100000"/>
      </a:lnSpc>
      <a:spcBef>
        <a:spcPct val="30000"/>
      </a:spcBef>
      <a:spcAft>
        <a:spcPct val="0"/>
      </a:spcAft>
      <a:buNone/>
      <a:defRPr sz="1200" b="0" i="0" u="none" kern="1200" baseline="0">
        <a:solidFill>
          <a:schemeClr val="tx1"/>
        </a:solidFill>
        <a:latin typeface="Times New Roman" panose="02020603050405020304" pitchFamily="2" charset="0"/>
        <a:ea typeface="宋体" panose="02010600030101010101" pitchFamily="2" charset="-122"/>
      </a:defRPr>
    </a:lvl2pPr>
    <a:lvl3pPr marL="914400" lvl="2" indent="0" algn="l" defTabSz="914400" eaLnBrk="1" fontAlgn="base" latinLnBrk="0" hangingPunct="1">
      <a:lnSpc>
        <a:spcPct val="100000"/>
      </a:lnSpc>
      <a:spcBef>
        <a:spcPct val="30000"/>
      </a:spcBef>
      <a:spcAft>
        <a:spcPct val="0"/>
      </a:spcAft>
      <a:buNone/>
      <a:defRPr sz="1200" b="0" i="0" u="none" kern="1200" baseline="0">
        <a:solidFill>
          <a:schemeClr val="tx1"/>
        </a:solidFill>
        <a:latin typeface="Times New Roman" panose="02020603050405020304" pitchFamily="2" charset="0"/>
        <a:ea typeface="宋体" panose="02010600030101010101" pitchFamily="2" charset="-122"/>
      </a:defRPr>
    </a:lvl3pPr>
    <a:lvl4pPr marL="1371600" lvl="3" indent="0" algn="l" defTabSz="914400" eaLnBrk="1" fontAlgn="base" latinLnBrk="0" hangingPunct="1">
      <a:lnSpc>
        <a:spcPct val="100000"/>
      </a:lnSpc>
      <a:spcBef>
        <a:spcPct val="30000"/>
      </a:spcBef>
      <a:spcAft>
        <a:spcPct val="0"/>
      </a:spcAft>
      <a:buNone/>
      <a:defRPr sz="1200" b="0" i="0" u="none" kern="1200" baseline="0">
        <a:solidFill>
          <a:schemeClr val="tx1"/>
        </a:solidFill>
        <a:latin typeface="Times New Roman" panose="02020603050405020304" pitchFamily="2" charset="0"/>
        <a:ea typeface="宋体" panose="02010600030101010101" pitchFamily="2" charset="-122"/>
      </a:defRPr>
    </a:lvl4pPr>
    <a:lvl5pPr marL="1828800" lvl="4" indent="0" algn="l" defTabSz="914400" eaLnBrk="1" fontAlgn="base" latinLnBrk="0" hangingPunct="1">
      <a:lnSpc>
        <a:spcPct val="100000"/>
      </a:lnSpc>
      <a:spcBef>
        <a:spcPct val="30000"/>
      </a:spcBef>
      <a:spcAft>
        <a:spcPct val="0"/>
      </a:spcAft>
      <a:buNone/>
      <a:defRPr sz="1200" b="0" i="0" u="none" kern="1200" baseline="0">
        <a:solidFill>
          <a:schemeClr val="tx1"/>
        </a:solidFill>
        <a:latin typeface="Times New Roman" panose="02020603050405020304" pitchFamily="2" charset="0"/>
        <a:ea typeface="宋体" panose="02010600030101010101" pitchFamily="2" charset="-122"/>
      </a:defRPr>
    </a:lvl5pPr>
    <a:lvl6pPr marL="2286000" lvl="5" indent="0" algn="l" defTabSz="914400" eaLnBrk="1" fontAlgn="base" latinLnBrk="0" hangingPunct="1">
      <a:lnSpc>
        <a:spcPct val="100000"/>
      </a:lnSpc>
      <a:spcBef>
        <a:spcPct val="30000"/>
      </a:spcBef>
      <a:spcAft>
        <a:spcPct val="0"/>
      </a:spcAft>
      <a:buNone/>
      <a:defRPr sz="1200" b="0" i="0" u="none" kern="1200" baseline="0">
        <a:solidFill>
          <a:schemeClr val="tx1"/>
        </a:solidFill>
        <a:latin typeface="Times New Roman" panose="02020603050405020304" pitchFamily="2" charset="0"/>
        <a:ea typeface="宋体" panose="02010600030101010101" pitchFamily="2" charset="-122"/>
      </a:defRPr>
    </a:lvl6pPr>
    <a:lvl7pPr marL="2743200" lvl="6" indent="0" algn="l" defTabSz="914400" eaLnBrk="1" fontAlgn="base" latinLnBrk="0" hangingPunct="1">
      <a:lnSpc>
        <a:spcPct val="100000"/>
      </a:lnSpc>
      <a:spcBef>
        <a:spcPct val="30000"/>
      </a:spcBef>
      <a:spcAft>
        <a:spcPct val="0"/>
      </a:spcAft>
      <a:buNone/>
      <a:defRPr sz="1200" b="0" i="0" u="none" kern="1200" baseline="0">
        <a:solidFill>
          <a:schemeClr val="tx1"/>
        </a:solidFill>
        <a:latin typeface="Times New Roman" panose="02020603050405020304" pitchFamily="2" charset="0"/>
        <a:ea typeface="宋体" panose="02010600030101010101" pitchFamily="2" charset="-122"/>
      </a:defRPr>
    </a:lvl7pPr>
    <a:lvl8pPr marL="3200400" lvl="7" indent="0" algn="l" defTabSz="914400" eaLnBrk="1" fontAlgn="base" latinLnBrk="0" hangingPunct="1">
      <a:lnSpc>
        <a:spcPct val="100000"/>
      </a:lnSpc>
      <a:spcBef>
        <a:spcPct val="30000"/>
      </a:spcBef>
      <a:spcAft>
        <a:spcPct val="0"/>
      </a:spcAft>
      <a:buNone/>
      <a:defRPr sz="1200" b="0" i="0" u="none" kern="1200" baseline="0">
        <a:solidFill>
          <a:schemeClr val="tx1"/>
        </a:solidFill>
        <a:latin typeface="Times New Roman" panose="02020603050405020304" pitchFamily="2" charset="0"/>
        <a:ea typeface="宋体" panose="02010600030101010101" pitchFamily="2" charset="-122"/>
      </a:defRPr>
    </a:lvl8pPr>
    <a:lvl9pPr marL="3657600" lvl="8" indent="0" algn="l" defTabSz="914400" eaLnBrk="1" fontAlgn="base" latinLnBrk="0" hangingPunct="1">
      <a:lnSpc>
        <a:spcPct val="100000"/>
      </a:lnSpc>
      <a:spcBef>
        <a:spcPct val="30000"/>
      </a:spcBef>
      <a:spcAft>
        <a:spcPct val="0"/>
      </a:spcAft>
      <a:buNone/>
      <a:defRPr sz="1200" b="0" i="0" u="none" kern="1200" baseline="0">
        <a:solidFill>
          <a:schemeClr val="tx1"/>
        </a:solidFill>
        <a:latin typeface="Times New Roman" panose="02020603050405020304" pitchFamily="2" charset="0"/>
        <a:ea typeface="宋体" panose="02010600030101010101" pitchFamily="2" charset="-122"/>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3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13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13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13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14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14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14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14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15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153.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15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16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16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16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幻灯片图像占位符 1"/>
          <p:cNvSpPr>
            <a:spLocks noGrp="1" noRot="1" noChangeAspect="1"/>
          </p:cNvSpPr>
          <p:nvPr>
            <p:ph type="sldImg"/>
          </p:nvPr>
        </p:nvSpPr>
        <p:spPr>
          <a:ln/>
        </p:spPr>
      </p:sp>
      <p:sp>
        <p:nvSpPr>
          <p:cNvPr id="15362" name="文本占位符 2"/>
          <p:cNvSpPr>
            <a:spLocks noGrp="1"/>
          </p:cNvSpPr>
          <p:nvPr>
            <p:ph type="body"/>
          </p:nvPr>
        </p:nvSpPr>
        <p:spPr>
          <a:ln/>
        </p:spPr>
        <p:txBody>
          <a:bodyPr anchor="ctr" anchorCtr="0"/>
          <a:lstStyle/>
          <a:p>
            <a:pPr lvl="0"/>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18434" name="Rectangle 7"/>
          <p:cNvSpPr txBox="1">
            <a:spLocks noGrp="1"/>
          </p:cNvSpPr>
          <p:nvPr/>
        </p:nvSpPr>
        <p:spPr>
          <a:xfrm>
            <a:off x="3884613" y="8685213"/>
            <a:ext cx="2973387" cy="457200"/>
          </a:xfrm>
          <a:prstGeom prst="rect">
            <a:avLst/>
          </a:prstGeom>
          <a:noFill/>
          <a:ln w="9525">
            <a:noFill/>
          </a:ln>
        </p:spPr>
        <p:txBody>
          <a:bodyPr anchor="b" anchorCtr="0"/>
          <a:lstStyle/>
          <a:p>
            <a:pPr lvl="0" algn="r"/>
            <a:fld id="{9A0DB2DC-4C9A-4742-B13C-FB6460FD3503}" type="slidenum">
              <a:rPr lang="zh-CN" altLang="en-US" sz="1200" dirty="0">
                <a:latin typeface="Times New Roman" panose="02020603050405020304" pitchFamily="2" charset="0"/>
                <a:ea typeface="宋体" panose="02010600030101010101" pitchFamily="2" charset="-122"/>
              </a:rPr>
              <a:t>9</a:t>
            </a:fld>
            <a:endParaRPr lang="zh-CN" altLang="en-US" sz="1200" dirty="0">
              <a:latin typeface="Times New Roman" panose="02020603050405020304" pitchFamily="2" charset="0"/>
              <a:ea typeface="宋体" panose="02010600030101010101" pitchFamily="2" charset="-122"/>
            </a:endParaRPr>
          </a:p>
        </p:txBody>
      </p:sp>
      <p:sp>
        <p:nvSpPr>
          <p:cNvPr id="18435" name="Rectangle 2"/>
          <p:cNvSpPr>
            <a:spLocks noGrp="1" noRot="1" noChangeAspect="1" noTextEdit="1"/>
          </p:cNvSpPr>
          <p:nvPr>
            <p:ph type="sldImg"/>
          </p:nvPr>
        </p:nvSpPr>
        <p:spPr>
          <a:xfrm>
            <a:off x="1141413" y="684213"/>
            <a:ext cx="4572000" cy="3429000"/>
          </a:xfrm>
          <a:ln/>
        </p:spPr>
      </p:sp>
      <p:sp>
        <p:nvSpPr>
          <p:cNvPr id="18436" name="Rectangle 3"/>
          <p:cNvSpPr>
            <a:spLocks noGrp="1"/>
          </p:cNvSpPr>
          <p:nvPr>
            <p:ph type="body"/>
          </p:nvPr>
        </p:nvSpPr>
        <p:spPr>
          <a:xfrm>
            <a:off x="912813" y="4341813"/>
            <a:ext cx="5029200" cy="4114800"/>
          </a:xfrm>
          <a:ln/>
        </p:spPr>
        <p:txBody>
          <a:bodyPr wrap="square" anchor="t" anchorCtr="0"/>
          <a:lstStyle/>
          <a:p>
            <a:pPr lvl="0" algn="just">
              <a:spcBef>
                <a:spcPct val="0"/>
              </a:spcBef>
            </a:pPr>
            <a:r>
              <a:rPr lang="zh-CN" altLang="en-US" dirty="0"/>
              <a:t>已知序列的</a:t>
            </a:r>
            <a:r>
              <a:rPr lang="en-US" altLang="zh-CN" dirty="0"/>
              <a:t>z</a:t>
            </a:r>
            <a:r>
              <a:rPr lang="zh-CN" altLang="en-US" dirty="0"/>
              <a:t>变换</a:t>
            </a:r>
            <a:r>
              <a:rPr lang="en-US" altLang="zh-CN" dirty="0"/>
              <a:t>X(z)</a:t>
            </a:r>
            <a:r>
              <a:rPr lang="zh-CN" altLang="en-US" dirty="0"/>
              <a:t>及其收敛域</a:t>
            </a:r>
            <a:r>
              <a:rPr lang="en-US" altLang="zh-CN" dirty="0"/>
              <a:t>,</a:t>
            </a:r>
            <a:r>
              <a:rPr lang="zh-CN" altLang="en-US" dirty="0"/>
              <a:t>反过来求序列的变换称为逆</a:t>
            </a:r>
            <a:r>
              <a:rPr lang="en-US" altLang="zh-CN" dirty="0"/>
              <a:t>z</a:t>
            </a:r>
            <a:r>
              <a:rPr lang="zh-CN" altLang="en-US" dirty="0"/>
              <a:t>变换</a:t>
            </a:r>
            <a:r>
              <a:rPr lang="en-US" altLang="zh-CN" dirty="0"/>
              <a:t>,</a:t>
            </a:r>
            <a:r>
              <a:rPr lang="zh-CN" altLang="en-US" dirty="0"/>
              <a:t>逆</a:t>
            </a:r>
            <a:r>
              <a:rPr lang="en-US" altLang="zh-CN" dirty="0"/>
              <a:t>z</a:t>
            </a:r>
            <a:r>
              <a:rPr lang="zh-CN" altLang="en-US" dirty="0"/>
              <a:t>变换关系式可以用柯西积分定理推导出来</a:t>
            </a:r>
          </a:p>
          <a:p>
            <a:pPr lvl="0" algn="just">
              <a:spcBef>
                <a:spcPct val="0"/>
              </a:spcBef>
            </a:pPr>
            <a:endParaRPr lang="zh-CN" altLang="en-US" dirty="0"/>
          </a:p>
          <a:p>
            <a:pPr lvl="0" algn="just">
              <a:spcBef>
                <a:spcPct val="0"/>
              </a:spcBef>
            </a:pPr>
            <a:r>
              <a:rPr lang="zh-CN" altLang="en-US" dirty="0">
                <a:solidFill>
                  <a:srgbClr val="000000"/>
                </a:solidFill>
              </a:rPr>
              <a:t>直接计算围线积分比较麻烦，一般不采用此法求</a:t>
            </a:r>
            <a:r>
              <a:rPr lang="en-US" altLang="zh-CN" dirty="0">
                <a:solidFill>
                  <a:srgbClr val="000000"/>
                </a:solidFill>
              </a:rPr>
              <a:t>z</a:t>
            </a:r>
            <a:r>
              <a:rPr lang="zh-CN" altLang="en-US" dirty="0">
                <a:solidFill>
                  <a:srgbClr val="000000"/>
                </a:solidFill>
              </a:rPr>
              <a:t>反变换，求解逆</a:t>
            </a:r>
            <a:r>
              <a:rPr lang="en-US" altLang="zh-CN" dirty="0">
                <a:solidFill>
                  <a:srgbClr val="000000"/>
                </a:solidFill>
              </a:rPr>
              <a:t>z</a:t>
            </a:r>
            <a:r>
              <a:rPr lang="zh-CN" altLang="en-US" dirty="0">
                <a:solidFill>
                  <a:srgbClr val="000000"/>
                </a:solidFill>
              </a:rPr>
              <a:t>变换的常用方法有：</a:t>
            </a:r>
          </a:p>
          <a:p>
            <a:pPr lvl="0"/>
            <a:r>
              <a:rPr lang="zh-CN" altLang="en-US" dirty="0">
                <a:solidFill>
                  <a:srgbClr val="000000"/>
                </a:solidFill>
              </a:rPr>
              <a:t>长除法</a:t>
            </a:r>
          </a:p>
          <a:p>
            <a:pPr lvl="0"/>
            <a:r>
              <a:rPr lang="en-US" altLang="zh-CN" dirty="0">
                <a:solidFill>
                  <a:srgbClr val="000000"/>
                </a:solidFill>
                <a:latin typeface="Arial" panose="020B0604020202020204" pitchFamily="34" charset="0"/>
              </a:rPr>
              <a:t> </a:t>
            </a:r>
            <a:r>
              <a:rPr lang="en-US" altLang="zh-CN" dirty="0">
                <a:solidFill>
                  <a:srgbClr val="000000"/>
                </a:solidFill>
              </a:rPr>
              <a:t> </a:t>
            </a:r>
            <a:r>
              <a:rPr lang="zh-CN" altLang="en-US" dirty="0">
                <a:solidFill>
                  <a:srgbClr val="000000"/>
                </a:solidFill>
              </a:rPr>
              <a:t>留数法</a:t>
            </a:r>
          </a:p>
          <a:p>
            <a:pPr lvl="0"/>
            <a:r>
              <a:rPr lang="en-US" altLang="zh-CN" dirty="0">
                <a:solidFill>
                  <a:srgbClr val="000000"/>
                </a:solidFill>
                <a:latin typeface="Arial" panose="020B0604020202020204" pitchFamily="34" charset="0"/>
              </a:rPr>
              <a:t> </a:t>
            </a:r>
            <a:r>
              <a:rPr lang="en-US" altLang="zh-CN" dirty="0">
                <a:solidFill>
                  <a:srgbClr val="000000"/>
                </a:solidFill>
              </a:rPr>
              <a:t> </a:t>
            </a:r>
            <a:r>
              <a:rPr lang="zh-CN" altLang="en-US" dirty="0">
                <a:solidFill>
                  <a:srgbClr val="000000"/>
                </a:solidFill>
              </a:rPr>
              <a:t>部分分式法</a:t>
            </a:r>
          </a:p>
          <a:p>
            <a:pPr lvl="0"/>
            <a:r>
              <a:rPr lang="zh-CN" altLang="en-US" dirty="0">
                <a:solidFill>
                  <a:srgbClr val="000000"/>
                </a:solidFill>
              </a:rPr>
              <a:t>在信号与系统课程中我们已经学过，我们在此不再讲述。</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幻灯片图像占位符 1"/>
          <p:cNvSpPr>
            <a:spLocks noGrp="1" noRot="1" noChangeAspect="1"/>
          </p:cNvSpPr>
          <p:nvPr>
            <p:ph type="sldImg"/>
          </p:nvPr>
        </p:nvSpPr>
        <p:spPr>
          <a:ln/>
        </p:spPr>
      </p:sp>
      <p:sp>
        <p:nvSpPr>
          <p:cNvPr id="21506" name="文本占位符 2"/>
          <p:cNvSpPr>
            <a:spLocks noGrp="1"/>
          </p:cNvSpPr>
          <p:nvPr>
            <p:ph type="body"/>
          </p:nvPr>
        </p:nvSpPr>
        <p:spPr>
          <a:ln/>
        </p:spPr>
        <p:txBody>
          <a:bodyPr anchor="ctr" anchorCtr="0"/>
          <a:lstStyle/>
          <a:p>
            <a:pPr lvl="0" algn="just">
              <a:spcBef>
                <a:spcPct val="0"/>
              </a:spcBef>
            </a:pPr>
            <a:r>
              <a:rPr lang="zh-CN" altLang="en-US" dirty="0">
                <a:sym typeface="宋体" panose="02010600030101010101" pitchFamily="2" charset="-122"/>
              </a:rPr>
              <a:t>对于所有的序列或所有的</a:t>
            </a:r>
            <a:r>
              <a:rPr lang="en-US" altLang="zh-CN" dirty="0"/>
              <a:t>z</a:t>
            </a:r>
            <a:r>
              <a:rPr lang="zh-CN" altLang="en-US" dirty="0">
                <a:sym typeface="宋体" panose="02010600030101010101" pitchFamily="2" charset="-122"/>
              </a:rPr>
              <a:t>值，</a:t>
            </a:r>
            <a:r>
              <a:rPr lang="en-US" altLang="zh-CN" dirty="0"/>
              <a:t>z</a:t>
            </a:r>
            <a:r>
              <a:rPr lang="zh-CN" altLang="en-US" dirty="0">
                <a:sym typeface="宋体" panose="02010600030101010101" pitchFamily="2" charset="-122"/>
              </a:rPr>
              <a:t>变换并不总是收敛的，对于任意给定的序列</a:t>
            </a:r>
            <a:r>
              <a:rPr lang="en-US" altLang="zh-CN" dirty="0">
                <a:solidFill>
                  <a:srgbClr val="000000"/>
                </a:solidFill>
              </a:rPr>
              <a:t>z</a:t>
            </a:r>
            <a:r>
              <a:rPr lang="zh-CN" altLang="en-US" dirty="0">
                <a:solidFill>
                  <a:srgbClr val="000000"/>
                </a:solidFill>
                <a:sym typeface="宋体" panose="02010600030101010101" pitchFamily="2" charset="-122"/>
              </a:rPr>
              <a:t>平面上使上述级数收敛的区域称为</a:t>
            </a:r>
            <a:r>
              <a:rPr lang="zh-CN" altLang="en-US" dirty="0">
                <a:solidFill>
                  <a:srgbClr val="000000"/>
                </a:solidFill>
                <a:latin typeface="Arial" panose="020B0604020202020204" pitchFamily="34" charset="0"/>
                <a:sym typeface="宋体" panose="02010600030101010101" pitchFamily="2" charset="-122"/>
              </a:rPr>
              <a:t>“</a:t>
            </a:r>
            <a:r>
              <a:rPr lang="zh-CN" altLang="en-US" dirty="0">
                <a:solidFill>
                  <a:srgbClr val="000000"/>
                </a:solidFill>
                <a:sym typeface="宋体" panose="02010600030101010101" pitchFamily="2" charset="-122"/>
              </a:rPr>
              <a:t>收敛域</a:t>
            </a:r>
            <a:r>
              <a:rPr lang="zh-CN" altLang="en-US" dirty="0">
                <a:solidFill>
                  <a:srgbClr val="000000"/>
                </a:solidFill>
                <a:latin typeface="Arial" panose="020B0604020202020204" pitchFamily="34" charset="0"/>
                <a:sym typeface="宋体" panose="02010600030101010101" pitchFamily="2" charset="-122"/>
              </a:rPr>
              <a:t>”</a:t>
            </a:r>
            <a:r>
              <a:rPr lang="zh-CN" altLang="en-US" dirty="0">
                <a:solidFill>
                  <a:srgbClr val="000000"/>
                </a:solidFill>
                <a:sym typeface="宋体" panose="02010600030101010101" pitchFamily="2" charset="-122"/>
              </a:rPr>
              <a:t>。我们知道，级数一致收敛的条件是绝对值可和，因此</a:t>
            </a:r>
            <a:r>
              <a:rPr lang="en-US" altLang="zh-CN" dirty="0">
                <a:solidFill>
                  <a:srgbClr val="000000"/>
                </a:solidFill>
              </a:rPr>
              <a:t>z</a:t>
            </a:r>
            <a:r>
              <a:rPr lang="zh-CN" altLang="en-US" dirty="0">
                <a:solidFill>
                  <a:srgbClr val="000000"/>
                </a:solidFill>
                <a:sym typeface="宋体" panose="02010600030101010101" pitchFamily="2" charset="-122"/>
              </a:rPr>
              <a:t>平面的收敛域应满足</a:t>
            </a:r>
            <a:endParaRPr lang="zh-CN" altLang="en-US" dirty="0">
              <a:solidFill>
                <a:srgbClr val="000000"/>
              </a:solidFill>
            </a:endParaRPr>
          </a:p>
          <a:p>
            <a:pPr lvl="0" algn="just">
              <a:spcBef>
                <a:spcPct val="0"/>
              </a:spcBef>
            </a:pPr>
            <a:r>
              <a:rPr lang="zh-CN" altLang="en-US" dirty="0">
                <a:solidFill>
                  <a:srgbClr val="000000"/>
                </a:solidFill>
                <a:sym typeface="宋体" panose="02010600030101010101" pitchFamily="2" charset="-122"/>
              </a:rPr>
              <a:t>这就是收敛域，一个以</a:t>
            </a:r>
            <a:r>
              <a:rPr lang="en-US" altLang="zh-CN" dirty="0">
                <a:solidFill>
                  <a:srgbClr val="000000"/>
                </a:solidFill>
              </a:rPr>
              <a:t>Rx-</a:t>
            </a:r>
            <a:r>
              <a:rPr lang="zh-CN" altLang="en-US" dirty="0">
                <a:solidFill>
                  <a:srgbClr val="000000"/>
                </a:solidFill>
                <a:sym typeface="宋体" panose="02010600030101010101" pitchFamily="2" charset="-122"/>
              </a:rPr>
              <a:t>和</a:t>
            </a:r>
            <a:r>
              <a:rPr lang="en-US" altLang="zh-CN" dirty="0">
                <a:solidFill>
                  <a:srgbClr val="000000"/>
                </a:solidFill>
              </a:rPr>
              <a:t>Rx+</a:t>
            </a:r>
            <a:r>
              <a:rPr lang="zh-CN" altLang="en-US" dirty="0">
                <a:solidFill>
                  <a:srgbClr val="000000"/>
                </a:solidFill>
                <a:sym typeface="宋体" panose="02010600030101010101" pitchFamily="2" charset="-122"/>
              </a:rPr>
              <a:t>为半径的两个圆所围成的环形区域，</a:t>
            </a:r>
            <a:r>
              <a:rPr lang="en-US" altLang="zh-CN" dirty="0">
                <a:solidFill>
                  <a:srgbClr val="000000"/>
                </a:solidFill>
              </a:rPr>
              <a:t>Rx-</a:t>
            </a:r>
            <a:r>
              <a:rPr lang="zh-CN" altLang="en-US" dirty="0">
                <a:solidFill>
                  <a:srgbClr val="000000"/>
                </a:solidFill>
                <a:sym typeface="宋体" panose="02010600030101010101" pitchFamily="2" charset="-122"/>
              </a:rPr>
              <a:t>和</a:t>
            </a:r>
            <a:r>
              <a:rPr lang="en-US" altLang="zh-CN" dirty="0">
                <a:solidFill>
                  <a:srgbClr val="000000"/>
                </a:solidFill>
              </a:rPr>
              <a:t>Rx+</a:t>
            </a:r>
            <a:r>
              <a:rPr lang="zh-CN" altLang="en-US" dirty="0">
                <a:solidFill>
                  <a:srgbClr val="000000"/>
                </a:solidFill>
                <a:sym typeface="宋体" panose="02010600030101010101" pitchFamily="2" charset="-122"/>
              </a:rPr>
              <a:t>称为收敛半径，</a:t>
            </a:r>
            <a:r>
              <a:rPr lang="en-US" altLang="zh-CN" dirty="0">
                <a:solidFill>
                  <a:srgbClr val="000000"/>
                </a:solidFill>
              </a:rPr>
              <a:t>Rx-</a:t>
            </a:r>
            <a:r>
              <a:rPr lang="zh-CN" altLang="en-US" dirty="0">
                <a:solidFill>
                  <a:srgbClr val="000000"/>
                </a:solidFill>
                <a:sym typeface="宋体" panose="02010600030101010101" pitchFamily="2" charset="-122"/>
              </a:rPr>
              <a:t>和</a:t>
            </a:r>
            <a:r>
              <a:rPr lang="en-US" altLang="zh-CN" dirty="0">
                <a:solidFill>
                  <a:srgbClr val="000000"/>
                </a:solidFill>
              </a:rPr>
              <a:t>Rx+</a:t>
            </a:r>
            <a:r>
              <a:rPr lang="zh-CN" altLang="en-US" dirty="0">
                <a:solidFill>
                  <a:srgbClr val="000000"/>
                </a:solidFill>
                <a:sym typeface="宋体" panose="02010600030101010101" pitchFamily="2" charset="-122"/>
              </a:rPr>
              <a:t>的大小，即收敛域的位置与具体序列有关，特殊情况为</a:t>
            </a:r>
            <a:r>
              <a:rPr lang="en-US" altLang="zh-CN" dirty="0">
                <a:solidFill>
                  <a:srgbClr val="000000"/>
                </a:solidFill>
              </a:rPr>
              <a:t>Rx-</a:t>
            </a:r>
            <a:r>
              <a:rPr lang="zh-CN" altLang="en-US" dirty="0">
                <a:solidFill>
                  <a:srgbClr val="000000"/>
                </a:solidFill>
                <a:sym typeface="宋体" panose="02010600030101010101" pitchFamily="2" charset="-122"/>
              </a:rPr>
              <a:t>等于</a:t>
            </a:r>
            <a:r>
              <a:rPr lang="en-US" altLang="zh-CN" dirty="0">
                <a:solidFill>
                  <a:srgbClr val="000000"/>
                </a:solidFill>
              </a:rPr>
              <a:t>0</a:t>
            </a:r>
            <a:r>
              <a:rPr lang="zh-CN" altLang="en-US" dirty="0">
                <a:solidFill>
                  <a:srgbClr val="000000"/>
                </a:solidFill>
                <a:sym typeface="宋体" panose="02010600030101010101" pitchFamily="2" charset="-122"/>
              </a:rPr>
              <a:t>，</a:t>
            </a:r>
            <a:r>
              <a:rPr lang="en-US" altLang="zh-CN" dirty="0">
                <a:solidFill>
                  <a:srgbClr val="000000"/>
                </a:solidFill>
              </a:rPr>
              <a:t>Rx+</a:t>
            </a:r>
            <a:r>
              <a:rPr lang="zh-CN" altLang="en-US" dirty="0">
                <a:solidFill>
                  <a:srgbClr val="000000"/>
                </a:solidFill>
                <a:sym typeface="宋体" panose="02010600030101010101" pitchFamily="2" charset="-122"/>
              </a:rPr>
              <a:t>为无穷大，这时圆环变成圆或空心圆。</a:t>
            </a:r>
            <a:endParaRPr lang="zh-CN" altLang="en-US" dirty="0">
              <a:solidFill>
                <a:srgbClr val="000000"/>
              </a:solidFill>
            </a:endParaRPr>
          </a:p>
          <a:p>
            <a:pPr lvl="0" algn="just">
              <a:spcBef>
                <a:spcPct val="0"/>
              </a:spcBef>
            </a:pPr>
            <a:r>
              <a:rPr lang="en-US" altLang="zh-CN" dirty="0"/>
              <a:t>Z</a:t>
            </a:r>
            <a:r>
              <a:rPr lang="zh-CN" altLang="en-US" dirty="0">
                <a:sym typeface="宋体" panose="02010600030101010101" pitchFamily="2" charset="-122"/>
              </a:rPr>
              <a:t>变换收敛域的概念很重要</a:t>
            </a:r>
            <a:r>
              <a:rPr lang="en-US" altLang="zh-CN" dirty="0"/>
              <a:t>,</a:t>
            </a:r>
            <a:r>
              <a:rPr lang="zh-CN" altLang="en-US" dirty="0">
                <a:sym typeface="宋体" panose="02010600030101010101" pitchFamily="2" charset="-122"/>
              </a:rPr>
              <a:t>不同序列可能有相同的</a:t>
            </a:r>
            <a:r>
              <a:rPr lang="en-US" altLang="zh-CN" dirty="0"/>
              <a:t>z</a:t>
            </a:r>
            <a:r>
              <a:rPr lang="zh-CN" altLang="en-US" dirty="0">
                <a:sym typeface="宋体" panose="02010600030101010101" pitchFamily="2" charset="-122"/>
              </a:rPr>
              <a:t>变换表达式，但收敛域却不同。只有当</a:t>
            </a:r>
            <a:r>
              <a:rPr lang="en-US" altLang="zh-CN" dirty="0"/>
              <a:t>z</a:t>
            </a:r>
            <a:r>
              <a:rPr lang="zh-CN" altLang="en-US" dirty="0">
                <a:sym typeface="宋体" panose="02010600030101010101" pitchFamily="2" charset="-122"/>
              </a:rPr>
              <a:t>变换的表达式与收敛域都相同时，才能判断两个序列相同。教材</a:t>
            </a:r>
            <a:r>
              <a:rPr lang="en-US" altLang="zh-CN" dirty="0"/>
              <a:t>18</a:t>
            </a:r>
            <a:r>
              <a:rPr lang="zh-CN" altLang="en-US" dirty="0">
                <a:sym typeface="宋体" panose="02010600030101010101" pitchFamily="2" charset="-122"/>
              </a:rPr>
              <a:t>页例一给出了一个具有相同的</a:t>
            </a:r>
            <a:r>
              <a:rPr lang="en-US" altLang="zh-CN" dirty="0"/>
              <a:t>z</a:t>
            </a:r>
            <a:r>
              <a:rPr lang="zh-CN" altLang="en-US" dirty="0">
                <a:sym typeface="宋体" panose="02010600030101010101" pitchFamily="2" charset="-122"/>
              </a:rPr>
              <a:t>变换表达式，但收敛域不同的例子。</a:t>
            </a:r>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幻灯片图像占位符 1"/>
          <p:cNvSpPr>
            <a:spLocks noGrp="1" noRot="1" noChangeAspect="1"/>
          </p:cNvSpPr>
          <p:nvPr>
            <p:ph type="sldImg"/>
          </p:nvPr>
        </p:nvSpPr>
        <p:spPr>
          <a:ln/>
        </p:spPr>
      </p:sp>
      <p:sp>
        <p:nvSpPr>
          <p:cNvPr id="36866" name="文本占位符 2"/>
          <p:cNvSpPr>
            <a:spLocks noGrp="1"/>
          </p:cNvSpPr>
          <p:nvPr>
            <p:ph type="body"/>
          </p:nvPr>
        </p:nvSpPr>
        <p:spPr>
          <a:ln/>
        </p:spPr>
        <p:txBody>
          <a:bodyPr anchor="ctr" anchorCtr="0"/>
          <a:lstStyle/>
          <a:p>
            <a:pPr lvl="0"/>
            <a:r>
              <a:rPr lang="zh-CN" altLang="en-US"/>
              <a:t>收敛域为极点所在圆</a:t>
            </a:r>
            <a:r>
              <a:rPr lang="en-US" altLang="zh-CN"/>
              <a:t>z</a:t>
            </a:r>
            <a:r>
              <a:rPr lang="zh-CN" altLang="en-US"/>
              <a:t>绝对值</a:t>
            </a:r>
            <a:r>
              <a:rPr lang="en-US" altLang="zh-CN"/>
              <a:t>=a</a:t>
            </a:r>
            <a:r>
              <a:rPr lang="zh-CN" altLang="en-US"/>
              <a:t>绝对值的圆的外部，在收敛域内</a:t>
            </a:r>
            <a:r>
              <a:rPr lang="en-US" altLang="zh-CN"/>
              <a:t>X</a:t>
            </a:r>
            <a:r>
              <a:rPr lang="zh-CN" altLang="en-US"/>
              <a:t>（</a:t>
            </a:r>
            <a:r>
              <a:rPr lang="en-US" altLang="zh-CN"/>
              <a:t>z)</a:t>
            </a:r>
            <a:r>
              <a:rPr lang="zh-CN" altLang="en-US"/>
              <a:t>为解析函数，不能有极点</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4034" name="Rectangle 7"/>
          <p:cNvSpPr txBox="1">
            <a:spLocks noGrp="1"/>
          </p:cNvSpPr>
          <p:nvPr/>
        </p:nvSpPr>
        <p:spPr>
          <a:xfrm>
            <a:off x="3884613" y="8685213"/>
            <a:ext cx="2973387" cy="457200"/>
          </a:xfrm>
          <a:prstGeom prst="rect">
            <a:avLst/>
          </a:prstGeom>
          <a:noFill/>
          <a:ln w="9525">
            <a:noFill/>
          </a:ln>
        </p:spPr>
        <p:txBody>
          <a:bodyPr anchor="b" anchorCtr="0"/>
          <a:lstStyle/>
          <a:p>
            <a:pPr lvl="0" algn="r"/>
            <a:fld id="{9A0DB2DC-4C9A-4742-B13C-FB6460FD3503}" type="slidenum">
              <a:rPr lang="zh-CN" altLang="en-US" sz="1200" dirty="0"/>
              <a:t>31</a:t>
            </a:fld>
            <a:endParaRPr lang="zh-CN" altLang="en-US" sz="1200" dirty="0"/>
          </a:p>
        </p:txBody>
      </p:sp>
      <p:sp>
        <p:nvSpPr>
          <p:cNvPr id="44035" name="Rectangle 2"/>
          <p:cNvSpPr>
            <a:spLocks noGrp="1" noRot="1" noChangeAspect="1" noTextEdit="1"/>
          </p:cNvSpPr>
          <p:nvPr>
            <p:ph type="sldImg"/>
          </p:nvPr>
        </p:nvSpPr>
        <p:spPr>
          <a:xfrm>
            <a:off x="1141413" y="684213"/>
            <a:ext cx="4572000" cy="3429000"/>
          </a:xfrm>
          <a:ln/>
        </p:spPr>
      </p:sp>
      <p:sp>
        <p:nvSpPr>
          <p:cNvPr id="44036" name="Rectangle 3"/>
          <p:cNvSpPr>
            <a:spLocks noGrp="1"/>
          </p:cNvSpPr>
          <p:nvPr>
            <p:ph type="body"/>
          </p:nvPr>
        </p:nvSpPr>
        <p:spPr>
          <a:xfrm>
            <a:off x="912813" y="4341813"/>
            <a:ext cx="5029200" cy="4114800"/>
          </a:xfrm>
          <a:ln/>
        </p:spPr>
        <p:txBody>
          <a:bodyPr wrap="square" anchor="t" anchorCtr="0"/>
          <a:lstStyle/>
          <a:p>
            <a:pPr lvl="0" algn="just">
              <a:spcBef>
                <a:spcPct val="0"/>
              </a:spcBef>
            </a:pPr>
            <a:r>
              <a:rPr lang="zh-CN" altLang="en-US" dirty="0"/>
              <a:t>已知序列的</a:t>
            </a:r>
            <a:r>
              <a:rPr lang="en-US" altLang="zh-CN" dirty="0"/>
              <a:t>z</a:t>
            </a:r>
            <a:r>
              <a:rPr lang="zh-CN" altLang="en-US" dirty="0"/>
              <a:t>变换</a:t>
            </a:r>
            <a:r>
              <a:rPr lang="en-US" altLang="zh-CN" dirty="0"/>
              <a:t>X(z)</a:t>
            </a:r>
            <a:r>
              <a:rPr lang="zh-CN" altLang="en-US" dirty="0"/>
              <a:t>及其收敛域</a:t>
            </a:r>
            <a:r>
              <a:rPr lang="en-US" altLang="zh-CN" dirty="0"/>
              <a:t>,</a:t>
            </a:r>
            <a:r>
              <a:rPr lang="zh-CN" altLang="en-US" dirty="0"/>
              <a:t>反过来求序列的变换称为逆</a:t>
            </a:r>
            <a:r>
              <a:rPr lang="en-US" altLang="zh-CN" dirty="0"/>
              <a:t>z</a:t>
            </a:r>
            <a:r>
              <a:rPr lang="zh-CN" altLang="en-US" dirty="0"/>
              <a:t>变换</a:t>
            </a:r>
            <a:r>
              <a:rPr lang="en-US" altLang="zh-CN" dirty="0"/>
              <a:t>,</a:t>
            </a:r>
            <a:r>
              <a:rPr lang="zh-CN" altLang="en-US" dirty="0"/>
              <a:t>逆</a:t>
            </a:r>
            <a:r>
              <a:rPr lang="en-US" altLang="zh-CN" dirty="0"/>
              <a:t>z</a:t>
            </a:r>
            <a:r>
              <a:rPr lang="zh-CN" altLang="en-US" dirty="0"/>
              <a:t>变换关系式可以用柯西积分定理推导出来</a:t>
            </a:r>
          </a:p>
          <a:p>
            <a:pPr lvl="0" algn="just">
              <a:spcBef>
                <a:spcPct val="0"/>
              </a:spcBef>
            </a:pPr>
            <a:endParaRPr lang="zh-CN" altLang="en-US" dirty="0"/>
          </a:p>
          <a:p>
            <a:pPr lvl="0" algn="just">
              <a:spcBef>
                <a:spcPct val="0"/>
              </a:spcBef>
            </a:pPr>
            <a:r>
              <a:rPr lang="zh-CN" altLang="en-US" dirty="0">
                <a:solidFill>
                  <a:srgbClr val="000000"/>
                </a:solidFill>
              </a:rPr>
              <a:t>直接计算围线积分比较麻烦，一般不采用此法求</a:t>
            </a:r>
            <a:r>
              <a:rPr lang="en-US" altLang="zh-CN" dirty="0">
                <a:solidFill>
                  <a:srgbClr val="000000"/>
                </a:solidFill>
              </a:rPr>
              <a:t>z</a:t>
            </a:r>
            <a:r>
              <a:rPr lang="zh-CN" altLang="en-US" dirty="0">
                <a:solidFill>
                  <a:srgbClr val="000000"/>
                </a:solidFill>
              </a:rPr>
              <a:t>反变换，求解逆</a:t>
            </a:r>
            <a:r>
              <a:rPr lang="en-US" altLang="zh-CN" dirty="0">
                <a:solidFill>
                  <a:srgbClr val="000000"/>
                </a:solidFill>
              </a:rPr>
              <a:t>z</a:t>
            </a:r>
            <a:r>
              <a:rPr lang="zh-CN" altLang="en-US" dirty="0">
                <a:solidFill>
                  <a:srgbClr val="000000"/>
                </a:solidFill>
              </a:rPr>
              <a:t>变换的常用方法有：</a:t>
            </a:r>
          </a:p>
          <a:p>
            <a:pPr lvl="0"/>
            <a:r>
              <a:rPr lang="zh-CN" altLang="en-US" dirty="0">
                <a:solidFill>
                  <a:srgbClr val="000000"/>
                </a:solidFill>
              </a:rPr>
              <a:t>长除法</a:t>
            </a:r>
          </a:p>
          <a:p>
            <a:pPr lvl="0"/>
            <a:r>
              <a:rPr lang="en-US" altLang="zh-CN" dirty="0">
                <a:solidFill>
                  <a:srgbClr val="000000"/>
                </a:solidFill>
                <a:latin typeface="Arial" panose="020B0604020202020204" pitchFamily="34" charset="0"/>
              </a:rPr>
              <a:t> </a:t>
            </a:r>
            <a:r>
              <a:rPr lang="en-US" altLang="zh-CN" dirty="0">
                <a:solidFill>
                  <a:srgbClr val="000000"/>
                </a:solidFill>
              </a:rPr>
              <a:t> </a:t>
            </a:r>
            <a:r>
              <a:rPr lang="zh-CN" altLang="en-US" dirty="0">
                <a:solidFill>
                  <a:srgbClr val="000000"/>
                </a:solidFill>
              </a:rPr>
              <a:t>留数法</a:t>
            </a:r>
          </a:p>
          <a:p>
            <a:pPr lvl="0"/>
            <a:r>
              <a:rPr lang="en-US" altLang="zh-CN" dirty="0">
                <a:solidFill>
                  <a:srgbClr val="000000"/>
                </a:solidFill>
                <a:latin typeface="Arial" panose="020B0604020202020204" pitchFamily="34" charset="0"/>
              </a:rPr>
              <a:t> </a:t>
            </a:r>
            <a:r>
              <a:rPr lang="en-US" altLang="zh-CN" dirty="0">
                <a:solidFill>
                  <a:srgbClr val="000000"/>
                </a:solidFill>
              </a:rPr>
              <a:t> </a:t>
            </a:r>
            <a:r>
              <a:rPr lang="zh-CN" altLang="en-US" dirty="0">
                <a:solidFill>
                  <a:srgbClr val="000000"/>
                </a:solidFill>
              </a:rPr>
              <a:t>部分分式法</a:t>
            </a:r>
          </a:p>
          <a:p>
            <a:pPr lvl="0"/>
            <a:r>
              <a:rPr lang="zh-CN" altLang="en-US" dirty="0">
                <a:solidFill>
                  <a:srgbClr val="000000"/>
                </a:solidFill>
              </a:rPr>
              <a:t>在信号与系统课程中我们已经学过，我们在此不再讲述。</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6082" name="Rectangle 7"/>
          <p:cNvSpPr txBox="1">
            <a:spLocks noGrp="1"/>
          </p:cNvSpPr>
          <p:nvPr/>
        </p:nvSpPr>
        <p:spPr>
          <a:xfrm>
            <a:off x="3886200" y="8686800"/>
            <a:ext cx="2971800" cy="457200"/>
          </a:xfrm>
          <a:prstGeom prst="rect">
            <a:avLst/>
          </a:prstGeom>
          <a:noFill/>
          <a:ln w="9525">
            <a:noFill/>
          </a:ln>
        </p:spPr>
        <p:txBody>
          <a:bodyPr anchor="b" anchorCtr="0"/>
          <a:lstStyle/>
          <a:p>
            <a:pPr lvl="0" algn="r"/>
            <a:fld id="{9A0DB2DC-4C9A-4742-B13C-FB6460FD3503}" type="slidenum">
              <a:rPr lang="zh-CN" altLang="en-US" sz="1200" dirty="0"/>
              <a:t>32</a:t>
            </a:fld>
            <a:endParaRPr lang="zh-CN" altLang="en-US" sz="1200" dirty="0"/>
          </a:p>
        </p:txBody>
      </p:sp>
      <p:sp>
        <p:nvSpPr>
          <p:cNvPr id="46083" name="Rectangle 2"/>
          <p:cNvSpPr>
            <a:spLocks noGrp="1" noRot="1" noChangeAspect="1" noTextEdit="1"/>
          </p:cNvSpPr>
          <p:nvPr>
            <p:ph type="sldImg"/>
          </p:nvPr>
        </p:nvSpPr>
        <p:spPr>
          <a:ln/>
        </p:spPr>
      </p:sp>
      <p:sp>
        <p:nvSpPr>
          <p:cNvPr id="46084" name="Rectangle 3"/>
          <p:cNvSpPr>
            <a:spLocks noGrp="1"/>
          </p:cNvSpPr>
          <p:nvPr>
            <p:ph type="body"/>
          </p:nvPr>
        </p:nvSpPr>
        <p:spPr>
          <a:ln/>
        </p:spPr>
        <p:txBody>
          <a:bodyPr wrap="square" anchor="t" anchorCtr="0"/>
          <a:lstStyle/>
          <a:p>
            <a:pPr lvl="0" algn="just">
              <a:spcBef>
                <a:spcPct val="0"/>
              </a:spcBef>
            </a:pPr>
            <a:r>
              <a:rPr lang="zh-CN" altLang="en-US" dirty="0"/>
              <a:t>已知序列的</a:t>
            </a:r>
            <a:r>
              <a:rPr lang="en-US" altLang="zh-CN" dirty="0"/>
              <a:t>z</a:t>
            </a:r>
            <a:r>
              <a:rPr lang="zh-CN" altLang="en-US" dirty="0"/>
              <a:t>变换</a:t>
            </a:r>
            <a:r>
              <a:rPr lang="en-US" altLang="zh-CN" dirty="0"/>
              <a:t>X(z)</a:t>
            </a:r>
            <a:r>
              <a:rPr lang="zh-CN" altLang="en-US" dirty="0"/>
              <a:t>及其收敛域</a:t>
            </a:r>
            <a:r>
              <a:rPr lang="en-US" altLang="zh-CN" dirty="0"/>
              <a:t>,</a:t>
            </a:r>
            <a:r>
              <a:rPr lang="zh-CN" altLang="en-US" dirty="0"/>
              <a:t>反过来求序列的变换称为逆</a:t>
            </a:r>
            <a:r>
              <a:rPr lang="en-US" altLang="zh-CN" dirty="0"/>
              <a:t>z</a:t>
            </a:r>
            <a:r>
              <a:rPr lang="zh-CN" altLang="en-US" dirty="0"/>
              <a:t>变换</a:t>
            </a:r>
            <a:r>
              <a:rPr lang="en-US" altLang="zh-CN" dirty="0"/>
              <a:t>,</a:t>
            </a:r>
            <a:r>
              <a:rPr lang="zh-CN" altLang="en-US" dirty="0"/>
              <a:t>逆</a:t>
            </a:r>
            <a:r>
              <a:rPr lang="en-US" altLang="zh-CN" dirty="0"/>
              <a:t>z</a:t>
            </a:r>
            <a:r>
              <a:rPr lang="zh-CN" altLang="en-US" dirty="0"/>
              <a:t>变换关系式可以用柯西积分定理推导出来</a:t>
            </a:r>
          </a:p>
          <a:p>
            <a:pPr lvl="0" algn="just">
              <a:spcBef>
                <a:spcPct val="0"/>
              </a:spcBef>
            </a:pPr>
            <a:endParaRPr lang="zh-CN" altLang="en-US" dirty="0"/>
          </a:p>
          <a:p>
            <a:pPr lvl="0" algn="just">
              <a:spcBef>
                <a:spcPct val="0"/>
              </a:spcBef>
            </a:pPr>
            <a:r>
              <a:rPr lang="zh-CN" altLang="en-US" dirty="0">
                <a:solidFill>
                  <a:srgbClr val="000000"/>
                </a:solidFill>
              </a:rPr>
              <a:t>直接计算围线积分比较麻烦，一般不采用此法求</a:t>
            </a:r>
            <a:r>
              <a:rPr lang="en-US" altLang="zh-CN" dirty="0">
                <a:solidFill>
                  <a:srgbClr val="000000"/>
                </a:solidFill>
              </a:rPr>
              <a:t>z</a:t>
            </a:r>
            <a:r>
              <a:rPr lang="zh-CN" altLang="en-US" dirty="0">
                <a:solidFill>
                  <a:srgbClr val="000000"/>
                </a:solidFill>
              </a:rPr>
              <a:t>反变换，求解逆</a:t>
            </a:r>
            <a:r>
              <a:rPr lang="en-US" altLang="zh-CN" dirty="0">
                <a:solidFill>
                  <a:srgbClr val="000000"/>
                </a:solidFill>
              </a:rPr>
              <a:t>z</a:t>
            </a:r>
            <a:r>
              <a:rPr lang="zh-CN" altLang="en-US" dirty="0">
                <a:solidFill>
                  <a:srgbClr val="000000"/>
                </a:solidFill>
              </a:rPr>
              <a:t>变换的常用方法有：</a:t>
            </a:r>
          </a:p>
          <a:p>
            <a:pPr lvl="0"/>
            <a:r>
              <a:rPr lang="zh-CN" altLang="en-US" dirty="0">
                <a:solidFill>
                  <a:srgbClr val="000000"/>
                </a:solidFill>
              </a:rPr>
              <a:t>长除法</a:t>
            </a:r>
          </a:p>
          <a:p>
            <a:pPr lvl="0"/>
            <a:r>
              <a:rPr lang="en-US" altLang="zh-CN" dirty="0">
                <a:solidFill>
                  <a:srgbClr val="000000"/>
                </a:solidFill>
                <a:latin typeface="Arial" panose="020B0604020202020204" pitchFamily="34" charset="0"/>
              </a:rPr>
              <a:t> </a:t>
            </a:r>
            <a:r>
              <a:rPr lang="en-US" altLang="zh-CN" dirty="0">
                <a:solidFill>
                  <a:srgbClr val="000000"/>
                </a:solidFill>
              </a:rPr>
              <a:t> </a:t>
            </a:r>
            <a:r>
              <a:rPr lang="zh-CN" altLang="en-US" dirty="0">
                <a:solidFill>
                  <a:srgbClr val="000000"/>
                </a:solidFill>
              </a:rPr>
              <a:t>留数法</a:t>
            </a:r>
          </a:p>
          <a:p>
            <a:pPr lvl="0"/>
            <a:r>
              <a:rPr lang="en-US" altLang="zh-CN" dirty="0">
                <a:solidFill>
                  <a:srgbClr val="000000"/>
                </a:solidFill>
                <a:latin typeface="Arial" panose="020B0604020202020204" pitchFamily="34" charset="0"/>
              </a:rPr>
              <a:t> </a:t>
            </a:r>
            <a:r>
              <a:rPr lang="en-US" altLang="zh-CN" dirty="0">
                <a:solidFill>
                  <a:srgbClr val="000000"/>
                </a:solidFill>
              </a:rPr>
              <a:t> </a:t>
            </a:r>
            <a:r>
              <a:rPr lang="zh-CN" altLang="en-US" dirty="0">
                <a:solidFill>
                  <a:srgbClr val="000000"/>
                </a:solidFill>
              </a:rPr>
              <a:t>部分分式法</a:t>
            </a:r>
          </a:p>
          <a:p>
            <a:pPr lvl="0"/>
            <a:r>
              <a:rPr lang="zh-CN" altLang="en-US" dirty="0">
                <a:solidFill>
                  <a:srgbClr val="000000"/>
                </a:solidFill>
              </a:rPr>
              <a:t>在信号与系统课程中我们已经学过，我们在此不再讲述。</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8130" name="Rectangle 7"/>
          <p:cNvSpPr txBox="1">
            <a:spLocks noGrp="1"/>
          </p:cNvSpPr>
          <p:nvPr/>
        </p:nvSpPr>
        <p:spPr>
          <a:xfrm>
            <a:off x="3884613" y="8685213"/>
            <a:ext cx="2973387" cy="457200"/>
          </a:xfrm>
          <a:prstGeom prst="rect">
            <a:avLst/>
          </a:prstGeom>
          <a:noFill/>
          <a:ln w="9525">
            <a:noFill/>
          </a:ln>
        </p:spPr>
        <p:txBody>
          <a:bodyPr anchor="b" anchorCtr="0"/>
          <a:lstStyle/>
          <a:p>
            <a:pPr lvl="0" algn="r"/>
            <a:fld id="{9A0DB2DC-4C9A-4742-B13C-FB6460FD3503}" type="slidenum">
              <a:rPr lang="zh-CN" altLang="en-US" sz="1200" dirty="0"/>
              <a:t>33</a:t>
            </a:fld>
            <a:endParaRPr lang="zh-CN" altLang="en-US" sz="1200" dirty="0"/>
          </a:p>
        </p:txBody>
      </p:sp>
      <p:sp>
        <p:nvSpPr>
          <p:cNvPr id="48131" name="Rectangle 2"/>
          <p:cNvSpPr>
            <a:spLocks noGrp="1" noRot="1" noChangeAspect="1" noTextEdit="1"/>
          </p:cNvSpPr>
          <p:nvPr>
            <p:ph type="sldImg"/>
          </p:nvPr>
        </p:nvSpPr>
        <p:spPr>
          <a:xfrm>
            <a:off x="1141413" y="684213"/>
            <a:ext cx="4572000" cy="3429000"/>
          </a:xfrm>
          <a:ln/>
        </p:spPr>
      </p:sp>
      <p:sp>
        <p:nvSpPr>
          <p:cNvPr id="48132" name="Rectangle 3"/>
          <p:cNvSpPr>
            <a:spLocks noGrp="1"/>
          </p:cNvSpPr>
          <p:nvPr>
            <p:ph type="body"/>
          </p:nvPr>
        </p:nvSpPr>
        <p:spPr>
          <a:xfrm>
            <a:off x="912813" y="4341813"/>
            <a:ext cx="5029200" cy="4114800"/>
          </a:xfrm>
          <a:ln/>
        </p:spPr>
        <p:txBody>
          <a:bodyPr wrap="square" anchor="t" anchorCtr="0"/>
          <a:lstStyle/>
          <a:p>
            <a:pPr lvl="0" algn="just">
              <a:spcBef>
                <a:spcPct val="0"/>
              </a:spcBef>
            </a:pPr>
            <a:r>
              <a:rPr lang="zh-CN" altLang="en-US" dirty="0"/>
              <a:t>已知序列的</a:t>
            </a:r>
            <a:r>
              <a:rPr lang="en-US" altLang="zh-CN" dirty="0"/>
              <a:t>z</a:t>
            </a:r>
            <a:r>
              <a:rPr lang="zh-CN" altLang="en-US" dirty="0"/>
              <a:t>变换</a:t>
            </a:r>
            <a:r>
              <a:rPr lang="en-US" altLang="zh-CN" dirty="0"/>
              <a:t>X(z)</a:t>
            </a:r>
            <a:r>
              <a:rPr lang="zh-CN" altLang="en-US" dirty="0"/>
              <a:t>及其收敛域</a:t>
            </a:r>
            <a:r>
              <a:rPr lang="en-US" altLang="zh-CN" dirty="0"/>
              <a:t>,</a:t>
            </a:r>
            <a:r>
              <a:rPr lang="zh-CN" altLang="en-US" dirty="0"/>
              <a:t>反过来求序列的变换称为逆</a:t>
            </a:r>
            <a:r>
              <a:rPr lang="en-US" altLang="zh-CN" dirty="0"/>
              <a:t>z</a:t>
            </a:r>
            <a:r>
              <a:rPr lang="zh-CN" altLang="en-US" dirty="0"/>
              <a:t>变换</a:t>
            </a:r>
            <a:r>
              <a:rPr lang="en-US" altLang="zh-CN" dirty="0"/>
              <a:t>,</a:t>
            </a:r>
            <a:r>
              <a:rPr lang="zh-CN" altLang="en-US" dirty="0"/>
              <a:t>逆</a:t>
            </a:r>
            <a:r>
              <a:rPr lang="en-US" altLang="zh-CN" dirty="0"/>
              <a:t>z</a:t>
            </a:r>
            <a:r>
              <a:rPr lang="zh-CN" altLang="en-US" dirty="0"/>
              <a:t>变换关系式可以用柯西积分定理推导出来</a:t>
            </a:r>
          </a:p>
          <a:p>
            <a:pPr lvl="0" algn="just">
              <a:spcBef>
                <a:spcPct val="0"/>
              </a:spcBef>
            </a:pPr>
            <a:endParaRPr lang="zh-CN" altLang="en-US" dirty="0"/>
          </a:p>
          <a:p>
            <a:pPr lvl="0" algn="just">
              <a:spcBef>
                <a:spcPct val="0"/>
              </a:spcBef>
            </a:pPr>
            <a:r>
              <a:rPr lang="zh-CN" altLang="en-US" dirty="0">
                <a:solidFill>
                  <a:srgbClr val="000000"/>
                </a:solidFill>
              </a:rPr>
              <a:t>直接计算围线积分比较麻烦，一般不采用此法求</a:t>
            </a:r>
            <a:r>
              <a:rPr lang="en-US" altLang="zh-CN" dirty="0">
                <a:solidFill>
                  <a:srgbClr val="000000"/>
                </a:solidFill>
              </a:rPr>
              <a:t>z</a:t>
            </a:r>
            <a:r>
              <a:rPr lang="zh-CN" altLang="en-US" dirty="0">
                <a:solidFill>
                  <a:srgbClr val="000000"/>
                </a:solidFill>
              </a:rPr>
              <a:t>反变换，求解逆</a:t>
            </a:r>
            <a:r>
              <a:rPr lang="en-US" altLang="zh-CN" dirty="0">
                <a:solidFill>
                  <a:srgbClr val="000000"/>
                </a:solidFill>
              </a:rPr>
              <a:t>z</a:t>
            </a:r>
            <a:r>
              <a:rPr lang="zh-CN" altLang="en-US" dirty="0">
                <a:solidFill>
                  <a:srgbClr val="000000"/>
                </a:solidFill>
              </a:rPr>
              <a:t>变换的常用方法有：</a:t>
            </a:r>
          </a:p>
          <a:p>
            <a:pPr lvl="0"/>
            <a:r>
              <a:rPr lang="zh-CN" altLang="en-US" dirty="0">
                <a:solidFill>
                  <a:srgbClr val="000000"/>
                </a:solidFill>
              </a:rPr>
              <a:t>长除法</a:t>
            </a:r>
          </a:p>
          <a:p>
            <a:pPr lvl="0"/>
            <a:r>
              <a:rPr lang="en-US" altLang="zh-CN" dirty="0">
                <a:solidFill>
                  <a:srgbClr val="000000"/>
                </a:solidFill>
                <a:latin typeface="Arial" panose="020B0604020202020204" pitchFamily="34" charset="0"/>
              </a:rPr>
              <a:t> </a:t>
            </a:r>
            <a:r>
              <a:rPr lang="en-US" altLang="zh-CN" dirty="0">
                <a:solidFill>
                  <a:srgbClr val="000000"/>
                </a:solidFill>
              </a:rPr>
              <a:t> </a:t>
            </a:r>
            <a:r>
              <a:rPr lang="zh-CN" altLang="en-US" dirty="0">
                <a:solidFill>
                  <a:srgbClr val="000000"/>
                </a:solidFill>
              </a:rPr>
              <a:t>留数法</a:t>
            </a:r>
          </a:p>
          <a:p>
            <a:pPr lvl="0"/>
            <a:r>
              <a:rPr lang="en-US" altLang="zh-CN" dirty="0">
                <a:solidFill>
                  <a:srgbClr val="000000"/>
                </a:solidFill>
                <a:latin typeface="Arial" panose="020B0604020202020204" pitchFamily="34" charset="0"/>
              </a:rPr>
              <a:t> </a:t>
            </a:r>
            <a:r>
              <a:rPr lang="en-US" altLang="zh-CN" dirty="0">
                <a:solidFill>
                  <a:srgbClr val="000000"/>
                </a:solidFill>
              </a:rPr>
              <a:t> </a:t>
            </a:r>
            <a:r>
              <a:rPr lang="zh-CN" altLang="en-US" dirty="0">
                <a:solidFill>
                  <a:srgbClr val="000000"/>
                </a:solidFill>
              </a:rPr>
              <a:t>部分分式法</a:t>
            </a:r>
          </a:p>
          <a:p>
            <a:pPr lvl="0"/>
            <a:r>
              <a:rPr lang="zh-CN" altLang="en-US" dirty="0">
                <a:solidFill>
                  <a:srgbClr val="000000"/>
                </a:solidFill>
              </a:rPr>
              <a:t>在信号与系统课程中我们已经学过，我们在此不再讲述。</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50178" name="Rectangle 7"/>
          <p:cNvSpPr txBox="1">
            <a:spLocks noGrp="1"/>
          </p:cNvSpPr>
          <p:nvPr/>
        </p:nvSpPr>
        <p:spPr>
          <a:xfrm>
            <a:off x="3883025" y="8683625"/>
            <a:ext cx="2974975" cy="457200"/>
          </a:xfrm>
          <a:prstGeom prst="rect">
            <a:avLst/>
          </a:prstGeom>
          <a:noFill/>
          <a:ln w="9525">
            <a:noFill/>
          </a:ln>
        </p:spPr>
        <p:txBody>
          <a:bodyPr anchor="b" anchorCtr="0"/>
          <a:lstStyle/>
          <a:p>
            <a:pPr lvl="0" algn="r"/>
            <a:fld id="{9A0DB2DC-4C9A-4742-B13C-FB6460FD3503}" type="slidenum">
              <a:rPr lang="zh-CN" altLang="en-US" sz="1200" dirty="0"/>
              <a:t>34</a:t>
            </a:fld>
            <a:endParaRPr lang="zh-CN" altLang="en-US" sz="1200" dirty="0"/>
          </a:p>
        </p:txBody>
      </p:sp>
      <p:sp>
        <p:nvSpPr>
          <p:cNvPr id="50179" name="Rectangle 2"/>
          <p:cNvSpPr>
            <a:spLocks noGrp="1" noRot="1" noChangeAspect="1" noTextEdit="1"/>
          </p:cNvSpPr>
          <p:nvPr>
            <p:ph type="sldImg"/>
          </p:nvPr>
        </p:nvSpPr>
        <p:spPr>
          <a:xfrm>
            <a:off x="1139825" y="682625"/>
            <a:ext cx="4572000" cy="3429000"/>
          </a:xfrm>
          <a:ln/>
        </p:spPr>
      </p:sp>
      <p:sp>
        <p:nvSpPr>
          <p:cNvPr id="50180" name="Rectangle 3"/>
          <p:cNvSpPr>
            <a:spLocks noGrp="1"/>
          </p:cNvSpPr>
          <p:nvPr>
            <p:ph type="body"/>
          </p:nvPr>
        </p:nvSpPr>
        <p:spPr>
          <a:xfrm>
            <a:off x="911225" y="4340225"/>
            <a:ext cx="5029200" cy="4114800"/>
          </a:xfrm>
          <a:ln/>
        </p:spPr>
        <p:txBody>
          <a:bodyPr wrap="square" anchor="t" anchorCtr="0"/>
          <a:lstStyle/>
          <a:p>
            <a:pPr lvl="0" algn="just">
              <a:spcBef>
                <a:spcPct val="0"/>
              </a:spcBef>
            </a:pPr>
            <a:r>
              <a:rPr lang="zh-CN" altLang="en-US" dirty="0"/>
              <a:t>已知序列的</a:t>
            </a:r>
            <a:r>
              <a:rPr lang="en-US" altLang="zh-CN" dirty="0"/>
              <a:t>z</a:t>
            </a:r>
            <a:r>
              <a:rPr lang="zh-CN" altLang="en-US" dirty="0"/>
              <a:t>变换</a:t>
            </a:r>
            <a:r>
              <a:rPr lang="en-US" altLang="zh-CN" dirty="0"/>
              <a:t>X(z)</a:t>
            </a:r>
            <a:r>
              <a:rPr lang="zh-CN" altLang="en-US" dirty="0"/>
              <a:t>及其收敛域</a:t>
            </a:r>
            <a:r>
              <a:rPr lang="en-US" altLang="zh-CN" dirty="0"/>
              <a:t>,</a:t>
            </a:r>
            <a:r>
              <a:rPr lang="zh-CN" altLang="en-US" dirty="0"/>
              <a:t>反过来求序列的变换称为逆</a:t>
            </a:r>
            <a:r>
              <a:rPr lang="en-US" altLang="zh-CN" dirty="0"/>
              <a:t>z</a:t>
            </a:r>
            <a:r>
              <a:rPr lang="zh-CN" altLang="en-US" dirty="0"/>
              <a:t>变换</a:t>
            </a:r>
            <a:r>
              <a:rPr lang="en-US" altLang="zh-CN" dirty="0"/>
              <a:t>,</a:t>
            </a:r>
            <a:r>
              <a:rPr lang="zh-CN" altLang="en-US" dirty="0"/>
              <a:t>逆</a:t>
            </a:r>
            <a:r>
              <a:rPr lang="en-US" altLang="zh-CN" dirty="0"/>
              <a:t>z</a:t>
            </a:r>
            <a:r>
              <a:rPr lang="zh-CN" altLang="en-US" dirty="0"/>
              <a:t>变换关系式可以用柯西积分定理推导出来</a:t>
            </a:r>
          </a:p>
          <a:p>
            <a:pPr lvl="0" algn="just">
              <a:spcBef>
                <a:spcPct val="0"/>
              </a:spcBef>
            </a:pPr>
            <a:endParaRPr lang="zh-CN" altLang="en-US" dirty="0"/>
          </a:p>
          <a:p>
            <a:pPr lvl="0" algn="just">
              <a:spcBef>
                <a:spcPct val="0"/>
              </a:spcBef>
            </a:pPr>
            <a:r>
              <a:rPr lang="zh-CN" altLang="en-US" dirty="0">
                <a:solidFill>
                  <a:srgbClr val="000000"/>
                </a:solidFill>
              </a:rPr>
              <a:t>直接计算围线积分比较麻烦，一般不采用此法求</a:t>
            </a:r>
            <a:r>
              <a:rPr lang="en-US" altLang="zh-CN" dirty="0">
                <a:solidFill>
                  <a:srgbClr val="000000"/>
                </a:solidFill>
              </a:rPr>
              <a:t>z</a:t>
            </a:r>
            <a:r>
              <a:rPr lang="zh-CN" altLang="en-US" dirty="0">
                <a:solidFill>
                  <a:srgbClr val="000000"/>
                </a:solidFill>
              </a:rPr>
              <a:t>反变换，求解逆</a:t>
            </a:r>
            <a:r>
              <a:rPr lang="en-US" altLang="zh-CN" dirty="0">
                <a:solidFill>
                  <a:srgbClr val="000000"/>
                </a:solidFill>
              </a:rPr>
              <a:t>z</a:t>
            </a:r>
            <a:r>
              <a:rPr lang="zh-CN" altLang="en-US" dirty="0">
                <a:solidFill>
                  <a:srgbClr val="000000"/>
                </a:solidFill>
              </a:rPr>
              <a:t>变换的常用方法有：</a:t>
            </a:r>
          </a:p>
          <a:p>
            <a:pPr lvl="0"/>
            <a:r>
              <a:rPr lang="zh-CN" altLang="en-US" dirty="0">
                <a:solidFill>
                  <a:srgbClr val="000000"/>
                </a:solidFill>
              </a:rPr>
              <a:t>长除法</a:t>
            </a:r>
          </a:p>
          <a:p>
            <a:pPr lvl="0"/>
            <a:r>
              <a:rPr lang="en-US" altLang="zh-CN" dirty="0">
                <a:solidFill>
                  <a:srgbClr val="000000"/>
                </a:solidFill>
                <a:latin typeface="Arial" panose="020B0604020202020204" pitchFamily="34" charset="0"/>
              </a:rPr>
              <a:t> </a:t>
            </a:r>
            <a:r>
              <a:rPr lang="en-US" altLang="zh-CN" dirty="0">
                <a:solidFill>
                  <a:srgbClr val="000000"/>
                </a:solidFill>
              </a:rPr>
              <a:t> </a:t>
            </a:r>
            <a:r>
              <a:rPr lang="zh-CN" altLang="en-US" dirty="0">
                <a:solidFill>
                  <a:srgbClr val="000000"/>
                </a:solidFill>
              </a:rPr>
              <a:t>留数法</a:t>
            </a:r>
          </a:p>
          <a:p>
            <a:pPr lvl="0"/>
            <a:r>
              <a:rPr lang="en-US" altLang="zh-CN" dirty="0">
                <a:solidFill>
                  <a:srgbClr val="000000"/>
                </a:solidFill>
                <a:latin typeface="Arial" panose="020B0604020202020204" pitchFamily="34" charset="0"/>
              </a:rPr>
              <a:t> </a:t>
            </a:r>
            <a:r>
              <a:rPr lang="en-US" altLang="zh-CN" dirty="0">
                <a:solidFill>
                  <a:srgbClr val="000000"/>
                </a:solidFill>
              </a:rPr>
              <a:t> </a:t>
            </a:r>
            <a:r>
              <a:rPr lang="zh-CN" altLang="en-US" dirty="0">
                <a:solidFill>
                  <a:srgbClr val="000000"/>
                </a:solidFill>
              </a:rPr>
              <a:t>部分分式法</a:t>
            </a:r>
          </a:p>
          <a:p>
            <a:pPr lvl="0"/>
            <a:r>
              <a:rPr lang="zh-CN" altLang="en-US" dirty="0">
                <a:solidFill>
                  <a:srgbClr val="000000"/>
                </a:solidFill>
              </a:rPr>
              <a:t>在信号与系统课程中我们已经学过，我们在此不再讲述。</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52226" name="Rectangle 7"/>
          <p:cNvSpPr txBox="1">
            <a:spLocks noGrp="1"/>
          </p:cNvSpPr>
          <p:nvPr/>
        </p:nvSpPr>
        <p:spPr>
          <a:xfrm>
            <a:off x="3883025" y="8683625"/>
            <a:ext cx="2974975" cy="457200"/>
          </a:xfrm>
          <a:prstGeom prst="rect">
            <a:avLst/>
          </a:prstGeom>
          <a:noFill/>
          <a:ln w="9525">
            <a:noFill/>
          </a:ln>
        </p:spPr>
        <p:txBody>
          <a:bodyPr anchor="b" anchorCtr="0"/>
          <a:lstStyle/>
          <a:p>
            <a:pPr lvl="0" algn="r"/>
            <a:fld id="{9A0DB2DC-4C9A-4742-B13C-FB6460FD3503}" type="slidenum">
              <a:rPr lang="zh-CN" altLang="en-US" sz="1200" dirty="0"/>
              <a:t>35</a:t>
            </a:fld>
            <a:endParaRPr lang="zh-CN" altLang="en-US" sz="1200" dirty="0"/>
          </a:p>
        </p:txBody>
      </p:sp>
      <p:sp>
        <p:nvSpPr>
          <p:cNvPr id="52227" name="Rectangle 2"/>
          <p:cNvSpPr>
            <a:spLocks noGrp="1" noRot="1" noChangeAspect="1" noTextEdit="1"/>
          </p:cNvSpPr>
          <p:nvPr>
            <p:ph type="sldImg"/>
          </p:nvPr>
        </p:nvSpPr>
        <p:spPr>
          <a:xfrm>
            <a:off x="1139825" y="682625"/>
            <a:ext cx="4572000" cy="3429000"/>
          </a:xfrm>
          <a:ln/>
        </p:spPr>
      </p:sp>
      <p:sp>
        <p:nvSpPr>
          <p:cNvPr id="52228" name="Rectangle 3"/>
          <p:cNvSpPr>
            <a:spLocks noGrp="1"/>
          </p:cNvSpPr>
          <p:nvPr>
            <p:ph type="body"/>
          </p:nvPr>
        </p:nvSpPr>
        <p:spPr>
          <a:xfrm>
            <a:off x="911225" y="4340225"/>
            <a:ext cx="5029200" cy="4114800"/>
          </a:xfrm>
          <a:ln/>
        </p:spPr>
        <p:txBody>
          <a:bodyPr wrap="square" anchor="t" anchorCtr="0"/>
          <a:lstStyle/>
          <a:p>
            <a:pPr lvl="0" algn="just">
              <a:spcBef>
                <a:spcPct val="0"/>
              </a:spcBef>
            </a:pPr>
            <a:r>
              <a:rPr lang="zh-CN" altLang="en-US" dirty="0"/>
              <a:t>已知序列的</a:t>
            </a:r>
            <a:r>
              <a:rPr lang="en-US" altLang="zh-CN" dirty="0"/>
              <a:t>z</a:t>
            </a:r>
            <a:r>
              <a:rPr lang="zh-CN" altLang="en-US" dirty="0"/>
              <a:t>变换</a:t>
            </a:r>
            <a:r>
              <a:rPr lang="en-US" altLang="zh-CN" dirty="0"/>
              <a:t>X(z)</a:t>
            </a:r>
            <a:r>
              <a:rPr lang="zh-CN" altLang="en-US" dirty="0"/>
              <a:t>及其收敛域</a:t>
            </a:r>
            <a:r>
              <a:rPr lang="en-US" altLang="zh-CN" dirty="0"/>
              <a:t>,</a:t>
            </a:r>
            <a:r>
              <a:rPr lang="zh-CN" altLang="en-US" dirty="0"/>
              <a:t>反过来求序列的变换称为逆</a:t>
            </a:r>
            <a:r>
              <a:rPr lang="en-US" altLang="zh-CN" dirty="0"/>
              <a:t>z</a:t>
            </a:r>
            <a:r>
              <a:rPr lang="zh-CN" altLang="en-US" dirty="0"/>
              <a:t>变换</a:t>
            </a:r>
            <a:r>
              <a:rPr lang="en-US" altLang="zh-CN" dirty="0"/>
              <a:t>,</a:t>
            </a:r>
            <a:r>
              <a:rPr lang="zh-CN" altLang="en-US" dirty="0"/>
              <a:t>逆</a:t>
            </a:r>
            <a:r>
              <a:rPr lang="en-US" altLang="zh-CN" dirty="0"/>
              <a:t>z</a:t>
            </a:r>
            <a:r>
              <a:rPr lang="zh-CN" altLang="en-US" dirty="0"/>
              <a:t>变换关系式可以用柯西积分定理推导出来</a:t>
            </a:r>
          </a:p>
          <a:p>
            <a:pPr lvl="0" algn="just">
              <a:spcBef>
                <a:spcPct val="0"/>
              </a:spcBef>
            </a:pPr>
            <a:endParaRPr lang="zh-CN" altLang="en-US" dirty="0"/>
          </a:p>
          <a:p>
            <a:pPr lvl="0" algn="just">
              <a:spcBef>
                <a:spcPct val="0"/>
              </a:spcBef>
            </a:pPr>
            <a:r>
              <a:rPr lang="zh-CN" altLang="en-US" dirty="0">
                <a:solidFill>
                  <a:srgbClr val="000000"/>
                </a:solidFill>
              </a:rPr>
              <a:t>直接计算围线积分比较麻烦，一般不采用此法求</a:t>
            </a:r>
            <a:r>
              <a:rPr lang="en-US" altLang="zh-CN" dirty="0">
                <a:solidFill>
                  <a:srgbClr val="000000"/>
                </a:solidFill>
              </a:rPr>
              <a:t>z</a:t>
            </a:r>
            <a:r>
              <a:rPr lang="zh-CN" altLang="en-US" dirty="0">
                <a:solidFill>
                  <a:srgbClr val="000000"/>
                </a:solidFill>
              </a:rPr>
              <a:t>反变换，求解逆</a:t>
            </a:r>
            <a:r>
              <a:rPr lang="en-US" altLang="zh-CN" dirty="0">
                <a:solidFill>
                  <a:srgbClr val="000000"/>
                </a:solidFill>
              </a:rPr>
              <a:t>z</a:t>
            </a:r>
            <a:r>
              <a:rPr lang="zh-CN" altLang="en-US" dirty="0">
                <a:solidFill>
                  <a:srgbClr val="000000"/>
                </a:solidFill>
              </a:rPr>
              <a:t>变换的常用方法有：</a:t>
            </a:r>
          </a:p>
          <a:p>
            <a:pPr lvl="0"/>
            <a:r>
              <a:rPr lang="zh-CN" altLang="en-US" dirty="0">
                <a:solidFill>
                  <a:srgbClr val="000000"/>
                </a:solidFill>
              </a:rPr>
              <a:t>长除法</a:t>
            </a:r>
          </a:p>
          <a:p>
            <a:pPr lvl="0"/>
            <a:r>
              <a:rPr lang="en-US" altLang="zh-CN" dirty="0">
                <a:solidFill>
                  <a:srgbClr val="000000"/>
                </a:solidFill>
                <a:latin typeface="Arial" panose="020B0604020202020204" pitchFamily="34" charset="0"/>
              </a:rPr>
              <a:t> </a:t>
            </a:r>
            <a:r>
              <a:rPr lang="en-US" altLang="zh-CN" dirty="0">
                <a:solidFill>
                  <a:srgbClr val="000000"/>
                </a:solidFill>
              </a:rPr>
              <a:t> </a:t>
            </a:r>
            <a:r>
              <a:rPr lang="zh-CN" altLang="en-US" dirty="0">
                <a:solidFill>
                  <a:srgbClr val="000000"/>
                </a:solidFill>
              </a:rPr>
              <a:t>留数法</a:t>
            </a:r>
          </a:p>
          <a:p>
            <a:pPr lvl="0"/>
            <a:r>
              <a:rPr lang="en-US" altLang="zh-CN" dirty="0">
                <a:solidFill>
                  <a:srgbClr val="000000"/>
                </a:solidFill>
                <a:latin typeface="Arial" panose="020B0604020202020204" pitchFamily="34" charset="0"/>
              </a:rPr>
              <a:t> </a:t>
            </a:r>
            <a:r>
              <a:rPr lang="en-US" altLang="zh-CN" dirty="0">
                <a:solidFill>
                  <a:srgbClr val="000000"/>
                </a:solidFill>
              </a:rPr>
              <a:t> </a:t>
            </a:r>
            <a:r>
              <a:rPr lang="zh-CN" altLang="en-US" dirty="0">
                <a:solidFill>
                  <a:srgbClr val="000000"/>
                </a:solidFill>
              </a:rPr>
              <a:t>部分分式法</a:t>
            </a:r>
          </a:p>
          <a:p>
            <a:pPr lvl="0"/>
            <a:r>
              <a:rPr lang="zh-CN" altLang="en-US" dirty="0">
                <a:solidFill>
                  <a:srgbClr val="000000"/>
                </a:solidFill>
              </a:rPr>
              <a:t>在信号与系统课程中我们已经学过，我们在此不再讲述。</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54274" name="Rectangle 7"/>
          <p:cNvSpPr txBox="1">
            <a:spLocks noGrp="1"/>
          </p:cNvSpPr>
          <p:nvPr/>
        </p:nvSpPr>
        <p:spPr>
          <a:xfrm>
            <a:off x="3883025" y="8683625"/>
            <a:ext cx="2974975" cy="457200"/>
          </a:xfrm>
          <a:prstGeom prst="rect">
            <a:avLst/>
          </a:prstGeom>
          <a:noFill/>
          <a:ln w="9525">
            <a:noFill/>
          </a:ln>
        </p:spPr>
        <p:txBody>
          <a:bodyPr anchor="b" anchorCtr="0"/>
          <a:lstStyle/>
          <a:p>
            <a:pPr lvl="0" algn="r"/>
            <a:fld id="{9A0DB2DC-4C9A-4742-B13C-FB6460FD3503}" type="slidenum">
              <a:rPr lang="zh-CN" altLang="en-US" sz="1200" dirty="0"/>
              <a:t>36</a:t>
            </a:fld>
            <a:endParaRPr lang="zh-CN" altLang="en-US" sz="1200" dirty="0"/>
          </a:p>
        </p:txBody>
      </p:sp>
      <p:sp>
        <p:nvSpPr>
          <p:cNvPr id="54275" name="Rectangle 2"/>
          <p:cNvSpPr>
            <a:spLocks noGrp="1" noRot="1" noChangeAspect="1" noTextEdit="1"/>
          </p:cNvSpPr>
          <p:nvPr>
            <p:ph type="sldImg"/>
          </p:nvPr>
        </p:nvSpPr>
        <p:spPr>
          <a:xfrm>
            <a:off x="1139825" y="682625"/>
            <a:ext cx="4572000" cy="3429000"/>
          </a:xfrm>
          <a:ln/>
        </p:spPr>
      </p:sp>
      <p:sp>
        <p:nvSpPr>
          <p:cNvPr id="54276" name="Rectangle 3"/>
          <p:cNvSpPr>
            <a:spLocks noGrp="1"/>
          </p:cNvSpPr>
          <p:nvPr>
            <p:ph type="body"/>
          </p:nvPr>
        </p:nvSpPr>
        <p:spPr>
          <a:xfrm>
            <a:off x="911225" y="4340225"/>
            <a:ext cx="5029200" cy="4114800"/>
          </a:xfrm>
          <a:ln/>
        </p:spPr>
        <p:txBody>
          <a:bodyPr wrap="square" anchor="t" anchorCtr="0"/>
          <a:lstStyle/>
          <a:p>
            <a:pPr lvl="0" algn="just">
              <a:spcBef>
                <a:spcPct val="0"/>
              </a:spcBef>
            </a:pPr>
            <a:r>
              <a:rPr lang="zh-CN" altLang="en-US" dirty="0"/>
              <a:t>已知序列的</a:t>
            </a:r>
            <a:r>
              <a:rPr lang="en-US" altLang="zh-CN" dirty="0"/>
              <a:t>z</a:t>
            </a:r>
            <a:r>
              <a:rPr lang="zh-CN" altLang="en-US" dirty="0"/>
              <a:t>变换</a:t>
            </a:r>
            <a:r>
              <a:rPr lang="en-US" altLang="zh-CN" dirty="0"/>
              <a:t>X(z)</a:t>
            </a:r>
            <a:r>
              <a:rPr lang="zh-CN" altLang="en-US" dirty="0"/>
              <a:t>及其收敛域</a:t>
            </a:r>
            <a:r>
              <a:rPr lang="en-US" altLang="zh-CN" dirty="0"/>
              <a:t>,</a:t>
            </a:r>
            <a:r>
              <a:rPr lang="zh-CN" altLang="en-US" dirty="0"/>
              <a:t>反过来求序列的变换称为逆</a:t>
            </a:r>
            <a:r>
              <a:rPr lang="en-US" altLang="zh-CN" dirty="0"/>
              <a:t>z</a:t>
            </a:r>
            <a:r>
              <a:rPr lang="zh-CN" altLang="en-US" dirty="0"/>
              <a:t>变换</a:t>
            </a:r>
            <a:r>
              <a:rPr lang="en-US" altLang="zh-CN" dirty="0"/>
              <a:t>,</a:t>
            </a:r>
            <a:r>
              <a:rPr lang="zh-CN" altLang="en-US" dirty="0"/>
              <a:t>逆</a:t>
            </a:r>
            <a:r>
              <a:rPr lang="en-US" altLang="zh-CN" dirty="0"/>
              <a:t>z</a:t>
            </a:r>
            <a:r>
              <a:rPr lang="zh-CN" altLang="en-US" dirty="0"/>
              <a:t>变换关系式可以用柯西积分定理推导出来</a:t>
            </a:r>
          </a:p>
          <a:p>
            <a:pPr lvl="0" algn="just">
              <a:spcBef>
                <a:spcPct val="0"/>
              </a:spcBef>
            </a:pPr>
            <a:endParaRPr lang="zh-CN" altLang="en-US" dirty="0"/>
          </a:p>
          <a:p>
            <a:pPr lvl="0" algn="just">
              <a:spcBef>
                <a:spcPct val="0"/>
              </a:spcBef>
            </a:pPr>
            <a:r>
              <a:rPr lang="zh-CN" altLang="en-US" dirty="0">
                <a:solidFill>
                  <a:srgbClr val="000000"/>
                </a:solidFill>
              </a:rPr>
              <a:t>直接计算围线积分比较麻烦，一般不采用此法求</a:t>
            </a:r>
            <a:r>
              <a:rPr lang="en-US" altLang="zh-CN" dirty="0">
                <a:solidFill>
                  <a:srgbClr val="000000"/>
                </a:solidFill>
              </a:rPr>
              <a:t>z</a:t>
            </a:r>
            <a:r>
              <a:rPr lang="zh-CN" altLang="en-US" dirty="0">
                <a:solidFill>
                  <a:srgbClr val="000000"/>
                </a:solidFill>
              </a:rPr>
              <a:t>反变换，求解逆</a:t>
            </a:r>
            <a:r>
              <a:rPr lang="en-US" altLang="zh-CN" dirty="0">
                <a:solidFill>
                  <a:srgbClr val="000000"/>
                </a:solidFill>
              </a:rPr>
              <a:t>z</a:t>
            </a:r>
            <a:r>
              <a:rPr lang="zh-CN" altLang="en-US" dirty="0">
                <a:solidFill>
                  <a:srgbClr val="000000"/>
                </a:solidFill>
              </a:rPr>
              <a:t>变换的常用方法有：</a:t>
            </a:r>
          </a:p>
          <a:p>
            <a:pPr lvl="0"/>
            <a:r>
              <a:rPr lang="zh-CN" altLang="en-US" dirty="0">
                <a:solidFill>
                  <a:srgbClr val="000000"/>
                </a:solidFill>
              </a:rPr>
              <a:t>长除法</a:t>
            </a:r>
          </a:p>
          <a:p>
            <a:pPr lvl="0"/>
            <a:r>
              <a:rPr lang="en-US" altLang="zh-CN" dirty="0">
                <a:solidFill>
                  <a:srgbClr val="000000"/>
                </a:solidFill>
                <a:latin typeface="Arial" panose="020B0604020202020204" pitchFamily="34" charset="0"/>
              </a:rPr>
              <a:t> </a:t>
            </a:r>
            <a:r>
              <a:rPr lang="en-US" altLang="zh-CN" dirty="0">
                <a:solidFill>
                  <a:srgbClr val="000000"/>
                </a:solidFill>
              </a:rPr>
              <a:t> </a:t>
            </a:r>
            <a:r>
              <a:rPr lang="zh-CN" altLang="en-US" dirty="0">
                <a:solidFill>
                  <a:srgbClr val="000000"/>
                </a:solidFill>
              </a:rPr>
              <a:t>留数法</a:t>
            </a:r>
          </a:p>
          <a:p>
            <a:pPr lvl="0"/>
            <a:r>
              <a:rPr lang="en-US" altLang="zh-CN" dirty="0">
                <a:solidFill>
                  <a:srgbClr val="000000"/>
                </a:solidFill>
                <a:latin typeface="Arial" panose="020B0604020202020204" pitchFamily="34" charset="0"/>
              </a:rPr>
              <a:t> </a:t>
            </a:r>
            <a:r>
              <a:rPr lang="en-US" altLang="zh-CN" dirty="0">
                <a:solidFill>
                  <a:srgbClr val="000000"/>
                </a:solidFill>
              </a:rPr>
              <a:t> </a:t>
            </a:r>
            <a:r>
              <a:rPr lang="zh-CN" altLang="en-US" dirty="0">
                <a:solidFill>
                  <a:srgbClr val="000000"/>
                </a:solidFill>
              </a:rPr>
              <a:t>部分分式法</a:t>
            </a:r>
          </a:p>
          <a:p>
            <a:pPr lvl="0"/>
            <a:r>
              <a:rPr lang="zh-CN" altLang="en-US" dirty="0">
                <a:solidFill>
                  <a:srgbClr val="000000"/>
                </a:solidFill>
              </a:rPr>
              <a:t>在信号与系统课程中我们已经学过，我们在此不再讲述。</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56322" name="Rectangle 7"/>
          <p:cNvSpPr txBox="1">
            <a:spLocks noGrp="1"/>
          </p:cNvSpPr>
          <p:nvPr/>
        </p:nvSpPr>
        <p:spPr>
          <a:xfrm>
            <a:off x="3881438" y="8682038"/>
            <a:ext cx="2976562" cy="457200"/>
          </a:xfrm>
          <a:prstGeom prst="rect">
            <a:avLst/>
          </a:prstGeom>
          <a:noFill/>
          <a:ln w="9525">
            <a:noFill/>
          </a:ln>
        </p:spPr>
        <p:txBody>
          <a:bodyPr anchor="b" anchorCtr="0"/>
          <a:lstStyle/>
          <a:p>
            <a:pPr lvl="0" algn="r"/>
            <a:fld id="{9A0DB2DC-4C9A-4742-B13C-FB6460FD3503}" type="slidenum">
              <a:rPr lang="zh-CN" altLang="en-US" sz="1200" dirty="0"/>
              <a:t>37</a:t>
            </a:fld>
            <a:endParaRPr lang="zh-CN" altLang="en-US" sz="1200" dirty="0"/>
          </a:p>
        </p:txBody>
      </p:sp>
      <p:sp>
        <p:nvSpPr>
          <p:cNvPr id="56323" name="Rectangle 2"/>
          <p:cNvSpPr>
            <a:spLocks noGrp="1" noRot="1" noChangeAspect="1" noTextEdit="1"/>
          </p:cNvSpPr>
          <p:nvPr>
            <p:ph type="sldImg"/>
          </p:nvPr>
        </p:nvSpPr>
        <p:spPr>
          <a:xfrm>
            <a:off x="1138238" y="681038"/>
            <a:ext cx="4572000" cy="3429000"/>
          </a:xfrm>
          <a:ln/>
        </p:spPr>
      </p:sp>
      <p:sp>
        <p:nvSpPr>
          <p:cNvPr id="56324" name="Rectangle 3"/>
          <p:cNvSpPr>
            <a:spLocks noGrp="1"/>
          </p:cNvSpPr>
          <p:nvPr>
            <p:ph type="body"/>
          </p:nvPr>
        </p:nvSpPr>
        <p:spPr>
          <a:xfrm>
            <a:off x="909638" y="4338638"/>
            <a:ext cx="5029200" cy="4114800"/>
          </a:xfrm>
          <a:ln/>
        </p:spPr>
        <p:txBody>
          <a:bodyPr wrap="square" anchor="t" anchorCtr="0"/>
          <a:lstStyle/>
          <a:p>
            <a:pPr lvl="0" algn="just">
              <a:spcBef>
                <a:spcPct val="0"/>
              </a:spcBef>
            </a:pPr>
            <a:r>
              <a:rPr lang="zh-CN" altLang="en-US" dirty="0"/>
              <a:t>已知序列的</a:t>
            </a:r>
            <a:r>
              <a:rPr lang="en-US" altLang="zh-CN" dirty="0"/>
              <a:t>z</a:t>
            </a:r>
            <a:r>
              <a:rPr lang="zh-CN" altLang="en-US" dirty="0"/>
              <a:t>变换</a:t>
            </a:r>
            <a:r>
              <a:rPr lang="en-US" altLang="zh-CN" dirty="0"/>
              <a:t>X(z)</a:t>
            </a:r>
            <a:r>
              <a:rPr lang="zh-CN" altLang="en-US" dirty="0"/>
              <a:t>及其收敛域</a:t>
            </a:r>
            <a:r>
              <a:rPr lang="en-US" altLang="zh-CN" dirty="0"/>
              <a:t>,</a:t>
            </a:r>
            <a:r>
              <a:rPr lang="zh-CN" altLang="en-US" dirty="0"/>
              <a:t>反过来求序列的变换称为逆</a:t>
            </a:r>
            <a:r>
              <a:rPr lang="en-US" altLang="zh-CN" dirty="0"/>
              <a:t>z</a:t>
            </a:r>
            <a:r>
              <a:rPr lang="zh-CN" altLang="en-US" dirty="0"/>
              <a:t>变换</a:t>
            </a:r>
            <a:r>
              <a:rPr lang="en-US" altLang="zh-CN" dirty="0"/>
              <a:t>,</a:t>
            </a:r>
            <a:r>
              <a:rPr lang="zh-CN" altLang="en-US" dirty="0"/>
              <a:t>逆</a:t>
            </a:r>
            <a:r>
              <a:rPr lang="en-US" altLang="zh-CN" dirty="0"/>
              <a:t>z</a:t>
            </a:r>
            <a:r>
              <a:rPr lang="zh-CN" altLang="en-US" dirty="0"/>
              <a:t>变换关系式可以用柯西积分定理推导出来</a:t>
            </a:r>
          </a:p>
          <a:p>
            <a:pPr lvl="0" algn="just">
              <a:spcBef>
                <a:spcPct val="0"/>
              </a:spcBef>
            </a:pPr>
            <a:endParaRPr lang="zh-CN" altLang="en-US" dirty="0"/>
          </a:p>
          <a:p>
            <a:pPr lvl="0" algn="just">
              <a:spcBef>
                <a:spcPct val="0"/>
              </a:spcBef>
            </a:pPr>
            <a:r>
              <a:rPr lang="zh-CN" altLang="en-US" dirty="0">
                <a:solidFill>
                  <a:srgbClr val="000000"/>
                </a:solidFill>
              </a:rPr>
              <a:t>直接计算围线积分比较麻烦，一般不采用此法求</a:t>
            </a:r>
            <a:r>
              <a:rPr lang="en-US" altLang="zh-CN" dirty="0">
                <a:solidFill>
                  <a:srgbClr val="000000"/>
                </a:solidFill>
              </a:rPr>
              <a:t>z</a:t>
            </a:r>
            <a:r>
              <a:rPr lang="zh-CN" altLang="en-US" dirty="0">
                <a:solidFill>
                  <a:srgbClr val="000000"/>
                </a:solidFill>
              </a:rPr>
              <a:t>反变换，求解逆</a:t>
            </a:r>
            <a:r>
              <a:rPr lang="en-US" altLang="zh-CN" dirty="0">
                <a:solidFill>
                  <a:srgbClr val="000000"/>
                </a:solidFill>
              </a:rPr>
              <a:t>z</a:t>
            </a:r>
            <a:r>
              <a:rPr lang="zh-CN" altLang="en-US" dirty="0">
                <a:solidFill>
                  <a:srgbClr val="000000"/>
                </a:solidFill>
              </a:rPr>
              <a:t>变换的常用方法有：</a:t>
            </a:r>
          </a:p>
          <a:p>
            <a:pPr lvl="0"/>
            <a:r>
              <a:rPr lang="zh-CN" altLang="en-US" dirty="0">
                <a:solidFill>
                  <a:srgbClr val="000000"/>
                </a:solidFill>
              </a:rPr>
              <a:t>长除法</a:t>
            </a:r>
          </a:p>
          <a:p>
            <a:pPr lvl="0"/>
            <a:r>
              <a:rPr lang="en-US" altLang="zh-CN" dirty="0">
                <a:solidFill>
                  <a:srgbClr val="000000"/>
                </a:solidFill>
                <a:latin typeface="Arial" panose="020B0604020202020204" pitchFamily="34" charset="0"/>
              </a:rPr>
              <a:t> </a:t>
            </a:r>
            <a:r>
              <a:rPr lang="en-US" altLang="zh-CN" dirty="0">
                <a:solidFill>
                  <a:srgbClr val="000000"/>
                </a:solidFill>
              </a:rPr>
              <a:t> </a:t>
            </a:r>
            <a:r>
              <a:rPr lang="zh-CN" altLang="en-US" dirty="0">
                <a:solidFill>
                  <a:srgbClr val="000000"/>
                </a:solidFill>
              </a:rPr>
              <a:t>留数法</a:t>
            </a:r>
          </a:p>
          <a:p>
            <a:pPr lvl="0"/>
            <a:r>
              <a:rPr lang="en-US" altLang="zh-CN" dirty="0">
                <a:solidFill>
                  <a:srgbClr val="000000"/>
                </a:solidFill>
                <a:latin typeface="Arial" panose="020B0604020202020204" pitchFamily="34" charset="0"/>
              </a:rPr>
              <a:t> </a:t>
            </a:r>
            <a:r>
              <a:rPr lang="en-US" altLang="zh-CN" dirty="0">
                <a:solidFill>
                  <a:srgbClr val="000000"/>
                </a:solidFill>
              </a:rPr>
              <a:t> </a:t>
            </a:r>
            <a:r>
              <a:rPr lang="zh-CN" altLang="en-US" dirty="0">
                <a:solidFill>
                  <a:srgbClr val="000000"/>
                </a:solidFill>
              </a:rPr>
              <a:t>部分分式法</a:t>
            </a:r>
          </a:p>
          <a:p>
            <a:pPr lvl="0"/>
            <a:r>
              <a:rPr lang="zh-CN" altLang="en-US" dirty="0">
                <a:solidFill>
                  <a:srgbClr val="000000"/>
                </a:solidFill>
              </a:rPr>
              <a:t>在信号与系统课程中我们已经学过，我们在此不再讲述。</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58370" name="Rectangle 7"/>
          <p:cNvSpPr txBox="1">
            <a:spLocks noGrp="1"/>
          </p:cNvSpPr>
          <p:nvPr/>
        </p:nvSpPr>
        <p:spPr>
          <a:xfrm>
            <a:off x="3881438" y="8682038"/>
            <a:ext cx="2976562" cy="457200"/>
          </a:xfrm>
          <a:prstGeom prst="rect">
            <a:avLst/>
          </a:prstGeom>
          <a:noFill/>
          <a:ln w="9525">
            <a:noFill/>
          </a:ln>
        </p:spPr>
        <p:txBody>
          <a:bodyPr anchor="b" anchorCtr="0"/>
          <a:lstStyle/>
          <a:p>
            <a:pPr lvl="0" algn="r"/>
            <a:fld id="{9A0DB2DC-4C9A-4742-B13C-FB6460FD3503}" type="slidenum">
              <a:rPr lang="zh-CN" altLang="en-US" sz="1200" dirty="0"/>
              <a:t>38</a:t>
            </a:fld>
            <a:endParaRPr lang="zh-CN" altLang="en-US" sz="1200" dirty="0"/>
          </a:p>
        </p:txBody>
      </p:sp>
      <p:sp>
        <p:nvSpPr>
          <p:cNvPr id="58371" name="Rectangle 2"/>
          <p:cNvSpPr>
            <a:spLocks noGrp="1" noRot="1" noChangeAspect="1" noTextEdit="1"/>
          </p:cNvSpPr>
          <p:nvPr>
            <p:ph type="sldImg"/>
          </p:nvPr>
        </p:nvSpPr>
        <p:spPr>
          <a:xfrm>
            <a:off x="1138238" y="681038"/>
            <a:ext cx="4572000" cy="3429000"/>
          </a:xfrm>
          <a:ln/>
        </p:spPr>
      </p:sp>
      <p:sp>
        <p:nvSpPr>
          <p:cNvPr id="58372" name="Rectangle 3"/>
          <p:cNvSpPr>
            <a:spLocks noGrp="1"/>
          </p:cNvSpPr>
          <p:nvPr>
            <p:ph type="body"/>
          </p:nvPr>
        </p:nvSpPr>
        <p:spPr>
          <a:xfrm>
            <a:off x="909638" y="4338638"/>
            <a:ext cx="5029200" cy="4114800"/>
          </a:xfrm>
          <a:ln/>
        </p:spPr>
        <p:txBody>
          <a:bodyPr wrap="square" anchor="t" anchorCtr="0"/>
          <a:lstStyle/>
          <a:p>
            <a:pPr lvl="0" algn="just">
              <a:spcBef>
                <a:spcPct val="0"/>
              </a:spcBef>
            </a:pPr>
            <a:r>
              <a:rPr lang="zh-CN" altLang="en-US" dirty="0"/>
              <a:t>已知序列的</a:t>
            </a:r>
            <a:r>
              <a:rPr lang="en-US" altLang="zh-CN" dirty="0"/>
              <a:t>z</a:t>
            </a:r>
            <a:r>
              <a:rPr lang="zh-CN" altLang="en-US" dirty="0"/>
              <a:t>变换</a:t>
            </a:r>
            <a:r>
              <a:rPr lang="en-US" altLang="zh-CN" dirty="0"/>
              <a:t>X(z)</a:t>
            </a:r>
            <a:r>
              <a:rPr lang="zh-CN" altLang="en-US" dirty="0"/>
              <a:t>及其收敛域</a:t>
            </a:r>
            <a:r>
              <a:rPr lang="en-US" altLang="zh-CN" dirty="0"/>
              <a:t>,</a:t>
            </a:r>
            <a:r>
              <a:rPr lang="zh-CN" altLang="en-US" dirty="0"/>
              <a:t>反过来求序列的变换称为逆</a:t>
            </a:r>
            <a:r>
              <a:rPr lang="en-US" altLang="zh-CN" dirty="0"/>
              <a:t>z</a:t>
            </a:r>
            <a:r>
              <a:rPr lang="zh-CN" altLang="en-US" dirty="0"/>
              <a:t>变换</a:t>
            </a:r>
            <a:r>
              <a:rPr lang="en-US" altLang="zh-CN" dirty="0"/>
              <a:t>,</a:t>
            </a:r>
            <a:r>
              <a:rPr lang="zh-CN" altLang="en-US" dirty="0"/>
              <a:t>逆</a:t>
            </a:r>
            <a:r>
              <a:rPr lang="en-US" altLang="zh-CN" dirty="0"/>
              <a:t>z</a:t>
            </a:r>
            <a:r>
              <a:rPr lang="zh-CN" altLang="en-US" dirty="0"/>
              <a:t>变换关系式可以用柯西积分定理推导出来</a:t>
            </a:r>
          </a:p>
          <a:p>
            <a:pPr lvl="0" algn="just">
              <a:spcBef>
                <a:spcPct val="0"/>
              </a:spcBef>
            </a:pPr>
            <a:endParaRPr lang="zh-CN" altLang="en-US" dirty="0"/>
          </a:p>
          <a:p>
            <a:pPr lvl="0" algn="just">
              <a:spcBef>
                <a:spcPct val="0"/>
              </a:spcBef>
            </a:pPr>
            <a:r>
              <a:rPr lang="zh-CN" altLang="en-US" dirty="0">
                <a:solidFill>
                  <a:srgbClr val="000000"/>
                </a:solidFill>
              </a:rPr>
              <a:t>直接计算围线积分比较麻烦，一般不采用此法求</a:t>
            </a:r>
            <a:r>
              <a:rPr lang="en-US" altLang="zh-CN" dirty="0">
                <a:solidFill>
                  <a:srgbClr val="000000"/>
                </a:solidFill>
              </a:rPr>
              <a:t>z</a:t>
            </a:r>
            <a:r>
              <a:rPr lang="zh-CN" altLang="en-US" dirty="0">
                <a:solidFill>
                  <a:srgbClr val="000000"/>
                </a:solidFill>
              </a:rPr>
              <a:t>反变换，求解逆</a:t>
            </a:r>
            <a:r>
              <a:rPr lang="en-US" altLang="zh-CN" dirty="0">
                <a:solidFill>
                  <a:srgbClr val="000000"/>
                </a:solidFill>
              </a:rPr>
              <a:t>z</a:t>
            </a:r>
            <a:r>
              <a:rPr lang="zh-CN" altLang="en-US" dirty="0">
                <a:solidFill>
                  <a:srgbClr val="000000"/>
                </a:solidFill>
              </a:rPr>
              <a:t>变换的常用方法有：</a:t>
            </a:r>
          </a:p>
          <a:p>
            <a:pPr lvl="0"/>
            <a:r>
              <a:rPr lang="zh-CN" altLang="en-US" dirty="0">
                <a:solidFill>
                  <a:srgbClr val="000000"/>
                </a:solidFill>
              </a:rPr>
              <a:t>长除法</a:t>
            </a:r>
          </a:p>
          <a:p>
            <a:pPr lvl="0"/>
            <a:r>
              <a:rPr lang="en-US" altLang="zh-CN" dirty="0">
                <a:solidFill>
                  <a:srgbClr val="000000"/>
                </a:solidFill>
                <a:latin typeface="Arial" panose="020B0604020202020204" pitchFamily="34" charset="0"/>
              </a:rPr>
              <a:t> </a:t>
            </a:r>
            <a:r>
              <a:rPr lang="en-US" altLang="zh-CN" dirty="0">
                <a:solidFill>
                  <a:srgbClr val="000000"/>
                </a:solidFill>
              </a:rPr>
              <a:t> </a:t>
            </a:r>
            <a:r>
              <a:rPr lang="zh-CN" altLang="en-US" dirty="0">
                <a:solidFill>
                  <a:srgbClr val="000000"/>
                </a:solidFill>
              </a:rPr>
              <a:t>留数法</a:t>
            </a:r>
          </a:p>
          <a:p>
            <a:pPr lvl="0"/>
            <a:r>
              <a:rPr lang="en-US" altLang="zh-CN" dirty="0">
                <a:solidFill>
                  <a:srgbClr val="000000"/>
                </a:solidFill>
                <a:latin typeface="Arial" panose="020B0604020202020204" pitchFamily="34" charset="0"/>
              </a:rPr>
              <a:t> </a:t>
            </a:r>
            <a:r>
              <a:rPr lang="en-US" altLang="zh-CN" dirty="0">
                <a:solidFill>
                  <a:srgbClr val="000000"/>
                </a:solidFill>
              </a:rPr>
              <a:t> </a:t>
            </a:r>
            <a:r>
              <a:rPr lang="zh-CN" altLang="en-US" dirty="0">
                <a:solidFill>
                  <a:srgbClr val="000000"/>
                </a:solidFill>
              </a:rPr>
              <a:t>部分分式法</a:t>
            </a:r>
          </a:p>
          <a:p>
            <a:pPr lvl="0"/>
            <a:r>
              <a:rPr lang="zh-CN" altLang="en-US" dirty="0">
                <a:solidFill>
                  <a:srgbClr val="000000"/>
                </a:solidFill>
              </a:rPr>
              <a:t>在信号与系统课程中我们已经学过，我们在此不再讲述。</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60418" name="Rectangle 7"/>
          <p:cNvSpPr txBox="1">
            <a:spLocks noGrp="1"/>
          </p:cNvSpPr>
          <p:nvPr/>
        </p:nvSpPr>
        <p:spPr>
          <a:xfrm>
            <a:off x="3881438" y="8682038"/>
            <a:ext cx="2976562" cy="457200"/>
          </a:xfrm>
          <a:prstGeom prst="rect">
            <a:avLst/>
          </a:prstGeom>
          <a:noFill/>
          <a:ln w="9525">
            <a:noFill/>
          </a:ln>
        </p:spPr>
        <p:txBody>
          <a:bodyPr anchor="b" anchorCtr="0"/>
          <a:lstStyle/>
          <a:p>
            <a:pPr lvl="0" algn="r"/>
            <a:fld id="{9A0DB2DC-4C9A-4742-B13C-FB6460FD3503}" type="slidenum">
              <a:rPr lang="zh-CN" altLang="en-US" sz="1200" dirty="0"/>
              <a:t>39</a:t>
            </a:fld>
            <a:endParaRPr lang="zh-CN" altLang="en-US" sz="1200" dirty="0"/>
          </a:p>
        </p:txBody>
      </p:sp>
      <p:sp>
        <p:nvSpPr>
          <p:cNvPr id="60419" name="Rectangle 2"/>
          <p:cNvSpPr>
            <a:spLocks noGrp="1" noRot="1" noChangeAspect="1" noTextEdit="1"/>
          </p:cNvSpPr>
          <p:nvPr>
            <p:ph type="sldImg"/>
          </p:nvPr>
        </p:nvSpPr>
        <p:spPr>
          <a:xfrm>
            <a:off x="1138238" y="681038"/>
            <a:ext cx="4572000" cy="3429000"/>
          </a:xfrm>
          <a:ln/>
        </p:spPr>
      </p:sp>
      <p:sp>
        <p:nvSpPr>
          <p:cNvPr id="60420" name="Rectangle 3"/>
          <p:cNvSpPr>
            <a:spLocks noGrp="1"/>
          </p:cNvSpPr>
          <p:nvPr>
            <p:ph type="body"/>
          </p:nvPr>
        </p:nvSpPr>
        <p:spPr>
          <a:xfrm>
            <a:off x="909638" y="4338638"/>
            <a:ext cx="5029200" cy="4114800"/>
          </a:xfrm>
          <a:ln/>
        </p:spPr>
        <p:txBody>
          <a:bodyPr wrap="square" anchor="t" anchorCtr="0"/>
          <a:lstStyle/>
          <a:p>
            <a:pPr lvl="0" algn="just">
              <a:spcBef>
                <a:spcPct val="0"/>
              </a:spcBef>
            </a:pPr>
            <a:r>
              <a:rPr lang="zh-CN" altLang="en-US" dirty="0"/>
              <a:t>已知序列的</a:t>
            </a:r>
            <a:r>
              <a:rPr lang="en-US" altLang="zh-CN" dirty="0"/>
              <a:t>z</a:t>
            </a:r>
            <a:r>
              <a:rPr lang="zh-CN" altLang="en-US" dirty="0"/>
              <a:t>变换</a:t>
            </a:r>
            <a:r>
              <a:rPr lang="en-US" altLang="zh-CN" dirty="0"/>
              <a:t>X(z)</a:t>
            </a:r>
            <a:r>
              <a:rPr lang="zh-CN" altLang="en-US" dirty="0"/>
              <a:t>及其收敛域</a:t>
            </a:r>
            <a:r>
              <a:rPr lang="en-US" altLang="zh-CN" dirty="0"/>
              <a:t>,</a:t>
            </a:r>
            <a:r>
              <a:rPr lang="zh-CN" altLang="en-US" dirty="0"/>
              <a:t>反过来求序列的变换称为逆</a:t>
            </a:r>
            <a:r>
              <a:rPr lang="en-US" altLang="zh-CN" dirty="0"/>
              <a:t>z</a:t>
            </a:r>
            <a:r>
              <a:rPr lang="zh-CN" altLang="en-US" dirty="0"/>
              <a:t>变换</a:t>
            </a:r>
            <a:r>
              <a:rPr lang="en-US" altLang="zh-CN" dirty="0"/>
              <a:t>,</a:t>
            </a:r>
            <a:r>
              <a:rPr lang="zh-CN" altLang="en-US" dirty="0"/>
              <a:t>逆</a:t>
            </a:r>
            <a:r>
              <a:rPr lang="en-US" altLang="zh-CN" dirty="0"/>
              <a:t>z</a:t>
            </a:r>
            <a:r>
              <a:rPr lang="zh-CN" altLang="en-US" dirty="0"/>
              <a:t>变换关系式可以用柯西积分定理推导出来</a:t>
            </a:r>
          </a:p>
          <a:p>
            <a:pPr lvl="0" algn="just">
              <a:spcBef>
                <a:spcPct val="0"/>
              </a:spcBef>
            </a:pPr>
            <a:endParaRPr lang="zh-CN" altLang="en-US" dirty="0"/>
          </a:p>
          <a:p>
            <a:pPr lvl="0" algn="just">
              <a:spcBef>
                <a:spcPct val="0"/>
              </a:spcBef>
            </a:pPr>
            <a:r>
              <a:rPr lang="zh-CN" altLang="en-US" dirty="0">
                <a:solidFill>
                  <a:srgbClr val="000000"/>
                </a:solidFill>
              </a:rPr>
              <a:t>直接计算围线积分比较麻烦，一般不采用此法求</a:t>
            </a:r>
            <a:r>
              <a:rPr lang="en-US" altLang="zh-CN" dirty="0">
                <a:solidFill>
                  <a:srgbClr val="000000"/>
                </a:solidFill>
              </a:rPr>
              <a:t>z</a:t>
            </a:r>
            <a:r>
              <a:rPr lang="zh-CN" altLang="en-US" dirty="0">
                <a:solidFill>
                  <a:srgbClr val="000000"/>
                </a:solidFill>
              </a:rPr>
              <a:t>反变换，求解逆</a:t>
            </a:r>
            <a:r>
              <a:rPr lang="en-US" altLang="zh-CN" dirty="0">
                <a:solidFill>
                  <a:srgbClr val="000000"/>
                </a:solidFill>
              </a:rPr>
              <a:t>z</a:t>
            </a:r>
            <a:r>
              <a:rPr lang="zh-CN" altLang="en-US" dirty="0">
                <a:solidFill>
                  <a:srgbClr val="000000"/>
                </a:solidFill>
              </a:rPr>
              <a:t>变换的常用方法有：</a:t>
            </a:r>
          </a:p>
          <a:p>
            <a:pPr lvl="0"/>
            <a:r>
              <a:rPr lang="zh-CN" altLang="en-US" dirty="0">
                <a:solidFill>
                  <a:srgbClr val="000000"/>
                </a:solidFill>
              </a:rPr>
              <a:t>长除法</a:t>
            </a:r>
          </a:p>
          <a:p>
            <a:pPr lvl="0"/>
            <a:r>
              <a:rPr lang="en-US" altLang="zh-CN" dirty="0">
                <a:solidFill>
                  <a:srgbClr val="000000"/>
                </a:solidFill>
                <a:latin typeface="Arial" panose="020B0604020202020204" pitchFamily="34" charset="0"/>
              </a:rPr>
              <a:t> </a:t>
            </a:r>
            <a:r>
              <a:rPr lang="en-US" altLang="zh-CN" dirty="0">
                <a:solidFill>
                  <a:srgbClr val="000000"/>
                </a:solidFill>
              </a:rPr>
              <a:t> </a:t>
            </a:r>
            <a:r>
              <a:rPr lang="zh-CN" altLang="en-US" dirty="0">
                <a:solidFill>
                  <a:srgbClr val="000000"/>
                </a:solidFill>
              </a:rPr>
              <a:t>留数法</a:t>
            </a:r>
          </a:p>
          <a:p>
            <a:pPr lvl="0"/>
            <a:r>
              <a:rPr lang="en-US" altLang="zh-CN" dirty="0">
                <a:solidFill>
                  <a:srgbClr val="000000"/>
                </a:solidFill>
                <a:latin typeface="Arial" panose="020B0604020202020204" pitchFamily="34" charset="0"/>
              </a:rPr>
              <a:t> </a:t>
            </a:r>
            <a:r>
              <a:rPr lang="en-US" altLang="zh-CN" dirty="0">
                <a:solidFill>
                  <a:srgbClr val="000000"/>
                </a:solidFill>
              </a:rPr>
              <a:t> </a:t>
            </a:r>
            <a:r>
              <a:rPr lang="zh-CN" altLang="en-US" dirty="0">
                <a:solidFill>
                  <a:srgbClr val="000000"/>
                </a:solidFill>
              </a:rPr>
              <a:t>部分分式法</a:t>
            </a:r>
          </a:p>
          <a:p>
            <a:pPr lvl="0"/>
            <a:r>
              <a:rPr lang="zh-CN" altLang="en-US" dirty="0">
                <a:solidFill>
                  <a:srgbClr val="000000"/>
                </a:solidFill>
              </a:rPr>
              <a:t>在信号与系统课程中我们已经学过，我们在此不再讲述。</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62466" name="Rectangle 7"/>
          <p:cNvSpPr txBox="1">
            <a:spLocks noGrp="1"/>
          </p:cNvSpPr>
          <p:nvPr/>
        </p:nvSpPr>
        <p:spPr>
          <a:xfrm>
            <a:off x="3879850" y="8680450"/>
            <a:ext cx="2978150" cy="457200"/>
          </a:xfrm>
          <a:prstGeom prst="rect">
            <a:avLst/>
          </a:prstGeom>
          <a:noFill/>
          <a:ln w="9525">
            <a:noFill/>
          </a:ln>
        </p:spPr>
        <p:txBody>
          <a:bodyPr anchor="b" anchorCtr="0"/>
          <a:lstStyle/>
          <a:p>
            <a:pPr lvl="0" algn="r"/>
            <a:fld id="{9A0DB2DC-4C9A-4742-B13C-FB6460FD3503}" type="slidenum">
              <a:rPr lang="zh-CN" altLang="en-US" sz="1200" dirty="0"/>
              <a:t>40</a:t>
            </a:fld>
            <a:endParaRPr lang="zh-CN" altLang="en-US" sz="1200" dirty="0"/>
          </a:p>
        </p:txBody>
      </p:sp>
      <p:sp>
        <p:nvSpPr>
          <p:cNvPr id="62467" name="Rectangle 2"/>
          <p:cNvSpPr>
            <a:spLocks noGrp="1" noRot="1" noChangeAspect="1" noTextEdit="1"/>
          </p:cNvSpPr>
          <p:nvPr>
            <p:ph type="sldImg"/>
          </p:nvPr>
        </p:nvSpPr>
        <p:spPr>
          <a:xfrm>
            <a:off x="1136650" y="679450"/>
            <a:ext cx="4572000" cy="3429000"/>
          </a:xfrm>
          <a:ln/>
        </p:spPr>
      </p:sp>
      <p:sp>
        <p:nvSpPr>
          <p:cNvPr id="62468" name="Rectangle 3"/>
          <p:cNvSpPr>
            <a:spLocks noGrp="1"/>
          </p:cNvSpPr>
          <p:nvPr>
            <p:ph type="body"/>
          </p:nvPr>
        </p:nvSpPr>
        <p:spPr>
          <a:xfrm>
            <a:off x="908050" y="4337050"/>
            <a:ext cx="5029200" cy="4114800"/>
          </a:xfrm>
          <a:ln/>
        </p:spPr>
        <p:txBody>
          <a:bodyPr wrap="square" anchor="t" anchorCtr="0"/>
          <a:lstStyle/>
          <a:p>
            <a:pPr lvl="0" algn="just">
              <a:spcBef>
                <a:spcPct val="0"/>
              </a:spcBef>
            </a:pPr>
            <a:r>
              <a:rPr lang="zh-CN" altLang="en-US" dirty="0"/>
              <a:t>已知序列的</a:t>
            </a:r>
            <a:r>
              <a:rPr lang="en-US" altLang="zh-CN" dirty="0"/>
              <a:t>z</a:t>
            </a:r>
            <a:r>
              <a:rPr lang="zh-CN" altLang="en-US" dirty="0"/>
              <a:t>变换</a:t>
            </a:r>
            <a:r>
              <a:rPr lang="en-US" altLang="zh-CN" dirty="0"/>
              <a:t>X(z)</a:t>
            </a:r>
            <a:r>
              <a:rPr lang="zh-CN" altLang="en-US" dirty="0"/>
              <a:t>及其收敛域</a:t>
            </a:r>
            <a:r>
              <a:rPr lang="en-US" altLang="zh-CN" dirty="0"/>
              <a:t>,</a:t>
            </a:r>
            <a:r>
              <a:rPr lang="zh-CN" altLang="en-US" dirty="0"/>
              <a:t>反过来求序列的变换称为逆</a:t>
            </a:r>
            <a:r>
              <a:rPr lang="en-US" altLang="zh-CN" dirty="0"/>
              <a:t>z</a:t>
            </a:r>
            <a:r>
              <a:rPr lang="zh-CN" altLang="en-US" dirty="0"/>
              <a:t>变换</a:t>
            </a:r>
            <a:r>
              <a:rPr lang="en-US" altLang="zh-CN" dirty="0"/>
              <a:t>,</a:t>
            </a:r>
            <a:r>
              <a:rPr lang="zh-CN" altLang="en-US" dirty="0"/>
              <a:t>逆</a:t>
            </a:r>
            <a:r>
              <a:rPr lang="en-US" altLang="zh-CN" dirty="0"/>
              <a:t>z</a:t>
            </a:r>
            <a:r>
              <a:rPr lang="zh-CN" altLang="en-US" dirty="0"/>
              <a:t>变换关系式可以用柯西积分定理推导出来</a:t>
            </a:r>
          </a:p>
          <a:p>
            <a:pPr lvl="0" algn="just">
              <a:spcBef>
                <a:spcPct val="0"/>
              </a:spcBef>
            </a:pPr>
            <a:endParaRPr lang="zh-CN" altLang="en-US" dirty="0"/>
          </a:p>
          <a:p>
            <a:pPr lvl="0" algn="just">
              <a:spcBef>
                <a:spcPct val="0"/>
              </a:spcBef>
            </a:pPr>
            <a:r>
              <a:rPr lang="zh-CN" altLang="en-US" dirty="0">
                <a:solidFill>
                  <a:srgbClr val="000000"/>
                </a:solidFill>
              </a:rPr>
              <a:t>直接计算围线积分比较麻烦，一般不采用此法求</a:t>
            </a:r>
            <a:r>
              <a:rPr lang="en-US" altLang="zh-CN" dirty="0">
                <a:solidFill>
                  <a:srgbClr val="000000"/>
                </a:solidFill>
              </a:rPr>
              <a:t>z</a:t>
            </a:r>
            <a:r>
              <a:rPr lang="zh-CN" altLang="en-US" dirty="0">
                <a:solidFill>
                  <a:srgbClr val="000000"/>
                </a:solidFill>
              </a:rPr>
              <a:t>反变换，求解逆</a:t>
            </a:r>
            <a:r>
              <a:rPr lang="en-US" altLang="zh-CN" dirty="0">
                <a:solidFill>
                  <a:srgbClr val="000000"/>
                </a:solidFill>
              </a:rPr>
              <a:t>z</a:t>
            </a:r>
            <a:r>
              <a:rPr lang="zh-CN" altLang="en-US" dirty="0">
                <a:solidFill>
                  <a:srgbClr val="000000"/>
                </a:solidFill>
              </a:rPr>
              <a:t>变换的常用方法有：</a:t>
            </a:r>
          </a:p>
          <a:p>
            <a:pPr lvl="0"/>
            <a:r>
              <a:rPr lang="zh-CN" altLang="en-US" dirty="0">
                <a:solidFill>
                  <a:srgbClr val="000000"/>
                </a:solidFill>
              </a:rPr>
              <a:t>长除法</a:t>
            </a:r>
          </a:p>
          <a:p>
            <a:pPr lvl="0"/>
            <a:r>
              <a:rPr lang="en-US" altLang="zh-CN" dirty="0">
                <a:solidFill>
                  <a:srgbClr val="000000"/>
                </a:solidFill>
                <a:latin typeface="Arial" panose="020B0604020202020204" pitchFamily="34" charset="0"/>
              </a:rPr>
              <a:t> </a:t>
            </a:r>
            <a:r>
              <a:rPr lang="en-US" altLang="zh-CN" dirty="0">
                <a:solidFill>
                  <a:srgbClr val="000000"/>
                </a:solidFill>
              </a:rPr>
              <a:t> </a:t>
            </a:r>
            <a:r>
              <a:rPr lang="zh-CN" altLang="en-US" dirty="0">
                <a:solidFill>
                  <a:srgbClr val="000000"/>
                </a:solidFill>
              </a:rPr>
              <a:t>留数法</a:t>
            </a:r>
          </a:p>
          <a:p>
            <a:pPr lvl="0"/>
            <a:r>
              <a:rPr lang="en-US" altLang="zh-CN" dirty="0">
                <a:solidFill>
                  <a:srgbClr val="000000"/>
                </a:solidFill>
                <a:latin typeface="Arial" panose="020B0604020202020204" pitchFamily="34" charset="0"/>
              </a:rPr>
              <a:t> </a:t>
            </a:r>
            <a:r>
              <a:rPr lang="en-US" altLang="zh-CN" dirty="0">
                <a:solidFill>
                  <a:srgbClr val="000000"/>
                </a:solidFill>
              </a:rPr>
              <a:t> </a:t>
            </a:r>
            <a:r>
              <a:rPr lang="zh-CN" altLang="en-US" dirty="0">
                <a:solidFill>
                  <a:srgbClr val="000000"/>
                </a:solidFill>
              </a:rPr>
              <a:t>部分分式法</a:t>
            </a:r>
          </a:p>
          <a:p>
            <a:pPr lvl="0"/>
            <a:r>
              <a:rPr lang="zh-CN" altLang="en-US" dirty="0">
                <a:solidFill>
                  <a:srgbClr val="000000"/>
                </a:solidFill>
              </a:rPr>
              <a:t>在信号与系统课程中我们已经学过，我们在此不再讲述。</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65538" name="Rectangle 7"/>
          <p:cNvSpPr txBox="1">
            <a:spLocks noGrp="1"/>
          </p:cNvSpPr>
          <p:nvPr/>
        </p:nvSpPr>
        <p:spPr>
          <a:xfrm>
            <a:off x="3879850" y="8680450"/>
            <a:ext cx="2978150" cy="457200"/>
          </a:xfrm>
          <a:prstGeom prst="rect">
            <a:avLst/>
          </a:prstGeom>
          <a:noFill/>
          <a:ln w="9525">
            <a:noFill/>
          </a:ln>
        </p:spPr>
        <p:txBody>
          <a:bodyPr anchor="b" anchorCtr="0"/>
          <a:lstStyle/>
          <a:p>
            <a:pPr lvl="0" algn="r"/>
            <a:fld id="{9A0DB2DC-4C9A-4742-B13C-FB6460FD3503}" type="slidenum">
              <a:rPr lang="zh-CN" altLang="en-US" sz="1200" dirty="0"/>
              <a:t>43</a:t>
            </a:fld>
            <a:endParaRPr lang="zh-CN" altLang="en-US" sz="1200" dirty="0"/>
          </a:p>
        </p:txBody>
      </p:sp>
      <p:sp>
        <p:nvSpPr>
          <p:cNvPr id="65539" name="Rectangle 2"/>
          <p:cNvSpPr>
            <a:spLocks noGrp="1" noRot="1" noChangeAspect="1" noTextEdit="1"/>
          </p:cNvSpPr>
          <p:nvPr>
            <p:ph type="sldImg"/>
          </p:nvPr>
        </p:nvSpPr>
        <p:spPr>
          <a:xfrm>
            <a:off x="1136650" y="679450"/>
            <a:ext cx="4572000" cy="3429000"/>
          </a:xfrm>
          <a:ln/>
        </p:spPr>
      </p:sp>
      <p:sp>
        <p:nvSpPr>
          <p:cNvPr id="65540" name="Rectangle 3"/>
          <p:cNvSpPr>
            <a:spLocks noGrp="1"/>
          </p:cNvSpPr>
          <p:nvPr>
            <p:ph type="body"/>
          </p:nvPr>
        </p:nvSpPr>
        <p:spPr>
          <a:xfrm>
            <a:off x="908050" y="4337050"/>
            <a:ext cx="5029200" cy="4114800"/>
          </a:xfrm>
          <a:ln/>
        </p:spPr>
        <p:txBody>
          <a:bodyPr wrap="square" anchor="t" anchorCtr="0"/>
          <a:lstStyle/>
          <a:p>
            <a:pPr lvl="0" algn="just">
              <a:spcBef>
                <a:spcPct val="0"/>
              </a:spcBef>
            </a:pPr>
            <a:r>
              <a:rPr lang="zh-CN" altLang="en-US" dirty="0"/>
              <a:t>已知序列的</a:t>
            </a:r>
            <a:r>
              <a:rPr lang="en-US" altLang="zh-CN" dirty="0"/>
              <a:t>z</a:t>
            </a:r>
            <a:r>
              <a:rPr lang="zh-CN" altLang="en-US" dirty="0"/>
              <a:t>变换</a:t>
            </a:r>
            <a:r>
              <a:rPr lang="en-US" altLang="zh-CN" dirty="0"/>
              <a:t>X(z)</a:t>
            </a:r>
            <a:r>
              <a:rPr lang="zh-CN" altLang="en-US" dirty="0"/>
              <a:t>及其收敛域</a:t>
            </a:r>
            <a:r>
              <a:rPr lang="en-US" altLang="zh-CN" dirty="0"/>
              <a:t>,</a:t>
            </a:r>
            <a:r>
              <a:rPr lang="zh-CN" altLang="en-US" dirty="0"/>
              <a:t>反过来求序列的变换称为逆</a:t>
            </a:r>
            <a:r>
              <a:rPr lang="en-US" altLang="zh-CN" dirty="0"/>
              <a:t>z</a:t>
            </a:r>
            <a:r>
              <a:rPr lang="zh-CN" altLang="en-US" dirty="0"/>
              <a:t>变换</a:t>
            </a:r>
            <a:r>
              <a:rPr lang="en-US" altLang="zh-CN" dirty="0"/>
              <a:t>,</a:t>
            </a:r>
            <a:r>
              <a:rPr lang="zh-CN" altLang="en-US" dirty="0"/>
              <a:t>逆</a:t>
            </a:r>
            <a:r>
              <a:rPr lang="en-US" altLang="zh-CN" dirty="0"/>
              <a:t>z</a:t>
            </a:r>
            <a:r>
              <a:rPr lang="zh-CN" altLang="en-US" dirty="0"/>
              <a:t>变换关系式可以用柯西积分定理推导出来</a:t>
            </a:r>
          </a:p>
          <a:p>
            <a:pPr lvl="0" algn="just">
              <a:spcBef>
                <a:spcPct val="0"/>
              </a:spcBef>
            </a:pPr>
            <a:endParaRPr lang="zh-CN" altLang="en-US" dirty="0"/>
          </a:p>
          <a:p>
            <a:pPr lvl="0" algn="just">
              <a:spcBef>
                <a:spcPct val="0"/>
              </a:spcBef>
            </a:pPr>
            <a:r>
              <a:rPr lang="zh-CN" altLang="en-US" dirty="0">
                <a:solidFill>
                  <a:srgbClr val="000000"/>
                </a:solidFill>
              </a:rPr>
              <a:t>直接计算围线积分比较麻烦，一般不采用此法求</a:t>
            </a:r>
            <a:r>
              <a:rPr lang="en-US" altLang="zh-CN" dirty="0">
                <a:solidFill>
                  <a:srgbClr val="000000"/>
                </a:solidFill>
              </a:rPr>
              <a:t>z</a:t>
            </a:r>
            <a:r>
              <a:rPr lang="zh-CN" altLang="en-US" dirty="0">
                <a:solidFill>
                  <a:srgbClr val="000000"/>
                </a:solidFill>
              </a:rPr>
              <a:t>反变换，求解逆</a:t>
            </a:r>
            <a:r>
              <a:rPr lang="en-US" altLang="zh-CN" dirty="0">
                <a:solidFill>
                  <a:srgbClr val="000000"/>
                </a:solidFill>
              </a:rPr>
              <a:t>z</a:t>
            </a:r>
            <a:r>
              <a:rPr lang="zh-CN" altLang="en-US" dirty="0">
                <a:solidFill>
                  <a:srgbClr val="000000"/>
                </a:solidFill>
              </a:rPr>
              <a:t>变换的常用方法有：</a:t>
            </a:r>
          </a:p>
          <a:p>
            <a:pPr lvl="0"/>
            <a:r>
              <a:rPr lang="zh-CN" altLang="en-US" dirty="0">
                <a:solidFill>
                  <a:srgbClr val="000000"/>
                </a:solidFill>
              </a:rPr>
              <a:t>长除法</a:t>
            </a:r>
          </a:p>
          <a:p>
            <a:pPr lvl="0"/>
            <a:r>
              <a:rPr lang="en-US" altLang="zh-CN" dirty="0">
                <a:solidFill>
                  <a:srgbClr val="000000"/>
                </a:solidFill>
                <a:latin typeface="Arial" panose="020B0604020202020204" pitchFamily="34" charset="0"/>
              </a:rPr>
              <a:t> </a:t>
            </a:r>
            <a:r>
              <a:rPr lang="en-US" altLang="zh-CN" dirty="0">
                <a:solidFill>
                  <a:srgbClr val="000000"/>
                </a:solidFill>
              </a:rPr>
              <a:t> </a:t>
            </a:r>
            <a:r>
              <a:rPr lang="zh-CN" altLang="en-US" dirty="0">
                <a:solidFill>
                  <a:srgbClr val="000000"/>
                </a:solidFill>
              </a:rPr>
              <a:t>留数法</a:t>
            </a:r>
          </a:p>
          <a:p>
            <a:pPr lvl="0"/>
            <a:r>
              <a:rPr lang="en-US" altLang="zh-CN" dirty="0">
                <a:solidFill>
                  <a:srgbClr val="000000"/>
                </a:solidFill>
                <a:latin typeface="Arial" panose="020B0604020202020204" pitchFamily="34" charset="0"/>
              </a:rPr>
              <a:t> </a:t>
            </a:r>
            <a:r>
              <a:rPr lang="en-US" altLang="zh-CN" dirty="0">
                <a:solidFill>
                  <a:srgbClr val="000000"/>
                </a:solidFill>
              </a:rPr>
              <a:t> </a:t>
            </a:r>
            <a:r>
              <a:rPr lang="zh-CN" altLang="en-US" dirty="0">
                <a:solidFill>
                  <a:srgbClr val="000000"/>
                </a:solidFill>
              </a:rPr>
              <a:t>部分分式法</a:t>
            </a:r>
          </a:p>
          <a:p>
            <a:pPr lvl="0"/>
            <a:r>
              <a:rPr lang="zh-CN" altLang="en-US" dirty="0">
                <a:solidFill>
                  <a:srgbClr val="000000"/>
                </a:solidFill>
              </a:rPr>
              <a:t>在信号与系统课程中我们已经学过，我们在此不再讲述。</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68610" name="Rectangle 7"/>
          <p:cNvSpPr txBox="1">
            <a:spLocks noGrp="1"/>
          </p:cNvSpPr>
          <p:nvPr/>
        </p:nvSpPr>
        <p:spPr>
          <a:xfrm>
            <a:off x="3879850" y="8680450"/>
            <a:ext cx="2978150" cy="457200"/>
          </a:xfrm>
          <a:prstGeom prst="rect">
            <a:avLst/>
          </a:prstGeom>
          <a:noFill/>
          <a:ln w="9525">
            <a:noFill/>
          </a:ln>
        </p:spPr>
        <p:txBody>
          <a:bodyPr anchor="b" anchorCtr="0"/>
          <a:lstStyle/>
          <a:p>
            <a:pPr lvl="0" algn="r"/>
            <a:fld id="{9A0DB2DC-4C9A-4742-B13C-FB6460FD3503}" type="slidenum">
              <a:rPr lang="zh-CN" altLang="en-US" sz="1200" dirty="0"/>
              <a:t>45</a:t>
            </a:fld>
            <a:endParaRPr lang="zh-CN" altLang="en-US" sz="1200" dirty="0"/>
          </a:p>
        </p:txBody>
      </p:sp>
      <p:sp>
        <p:nvSpPr>
          <p:cNvPr id="68611" name="Rectangle 2"/>
          <p:cNvSpPr>
            <a:spLocks noGrp="1" noRot="1" noChangeAspect="1" noTextEdit="1"/>
          </p:cNvSpPr>
          <p:nvPr>
            <p:ph type="sldImg"/>
          </p:nvPr>
        </p:nvSpPr>
        <p:spPr>
          <a:xfrm>
            <a:off x="1136650" y="679450"/>
            <a:ext cx="4572000" cy="3429000"/>
          </a:xfrm>
          <a:ln/>
        </p:spPr>
      </p:sp>
      <p:sp>
        <p:nvSpPr>
          <p:cNvPr id="68612" name="Rectangle 3"/>
          <p:cNvSpPr>
            <a:spLocks noGrp="1"/>
          </p:cNvSpPr>
          <p:nvPr>
            <p:ph type="body"/>
          </p:nvPr>
        </p:nvSpPr>
        <p:spPr>
          <a:xfrm>
            <a:off x="908050" y="4337050"/>
            <a:ext cx="5029200" cy="4114800"/>
          </a:xfrm>
          <a:ln/>
        </p:spPr>
        <p:txBody>
          <a:bodyPr wrap="square" anchor="t" anchorCtr="0"/>
          <a:lstStyle/>
          <a:p>
            <a:pPr lvl="0" algn="just">
              <a:spcBef>
                <a:spcPct val="0"/>
              </a:spcBef>
            </a:pPr>
            <a:r>
              <a:rPr lang="zh-CN" altLang="en-US" dirty="0"/>
              <a:t>已知序列的</a:t>
            </a:r>
            <a:r>
              <a:rPr lang="en-US" altLang="zh-CN" dirty="0"/>
              <a:t>z</a:t>
            </a:r>
            <a:r>
              <a:rPr lang="zh-CN" altLang="en-US" dirty="0"/>
              <a:t>变换</a:t>
            </a:r>
            <a:r>
              <a:rPr lang="en-US" altLang="zh-CN" dirty="0"/>
              <a:t>X(z)</a:t>
            </a:r>
            <a:r>
              <a:rPr lang="zh-CN" altLang="en-US" dirty="0"/>
              <a:t>及其收敛域</a:t>
            </a:r>
            <a:r>
              <a:rPr lang="en-US" altLang="zh-CN" dirty="0"/>
              <a:t>,</a:t>
            </a:r>
            <a:r>
              <a:rPr lang="zh-CN" altLang="en-US" dirty="0"/>
              <a:t>反过来求序列的变换称为逆</a:t>
            </a:r>
            <a:r>
              <a:rPr lang="en-US" altLang="zh-CN" dirty="0"/>
              <a:t>z</a:t>
            </a:r>
            <a:r>
              <a:rPr lang="zh-CN" altLang="en-US" dirty="0"/>
              <a:t>变换</a:t>
            </a:r>
            <a:r>
              <a:rPr lang="en-US" altLang="zh-CN" dirty="0"/>
              <a:t>,</a:t>
            </a:r>
            <a:r>
              <a:rPr lang="zh-CN" altLang="en-US" dirty="0"/>
              <a:t>逆</a:t>
            </a:r>
            <a:r>
              <a:rPr lang="en-US" altLang="zh-CN" dirty="0"/>
              <a:t>z</a:t>
            </a:r>
            <a:r>
              <a:rPr lang="zh-CN" altLang="en-US" dirty="0"/>
              <a:t>变换关系式可以用柯西积分定理推导出来</a:t>
            </a:r>
          </a:p>
          <a:p>
            <a:pPr lvl="0" algn="just">
              <a:spcBef>
                <a:spcPct val="0"/>
              </a:spcBef>
            </a:pPr>
            <a:endParaRPr lang="zh-CN" altLang="en-US" dirty="0"/>
          </a:p>
          <a:p>
            <a:pPr lvl="0" algn="just">
              <a:spcBef>
                <a:spcPct val="0"/>
              </a:spcBef>
            </a:pPr>
            <a:r>
              <a:rPr lang="zh-CN" altLang="en-US" dirty="0">
                <a:solidFill>
                  <a:srgbClr val="000000"/>
                </a:solidFill>
              </a:rPr>
              <a:t>直接计算围线积分比较麻烦，一般不采用此法求</a:t>
            </a:r>
            <a:r>
              <a:rPr lang="en-US" altLang="zh-CN" dirty="0">
                <a:solidFill>
                  <a:srgbClr val="000000"/>
                </a:solidFill>
              </a:rPr>
              <a:t>z</a:t>
            </a:r>
            <a:r>
              <a:rPr lang="zh-CN" altLang="en-US" dirty="0">
                <a:solidFill>
                  <a:srgbClr val="000000"/>
                </a:solidFill>
              </a:rPr>
              <a:t>反变换，求解逆</a:t>
            </a:r>
            <a:r>
              <a:rPr lang="en-US" altLang="zh-CN" dirty="0">
                <a:solidFill>
                  <a:srgbClr val="000000"/>
                </a:solidFill>
              </a:rPr>
              <a:t>z</a:t>
            </a:r>
            <a:r>
              <a:rPr lang="zh-CN" altLang="en-US" dirty="0">
                <a:solidFill>
                  <a:srgbClr val="000000"/>
                </a:solidFill>
              </a:rPr>
              <a:t>变换的常用方法有：</a:t>
            </a:r>
          </a:p>
          <a:p>
            <a:pPr lvl="0"/>
            <a:r>
              <a:rPr lang="zh-CN" altLang="en-US" dirty="0">
                <a:solidFill>
                  <a:srgbClr val="000000"/>
                </a:solidFill>
              </a:rPr>
              <a:t>长除法</a:t>
            </a:r>
          </a:p>
          <a:p>
            <a:pPr lvl="0"/>
            <a:r>
              <a:rPr lang="en-US" altLang="zh-CN" dirty="0">
                <a:solidFill>
                  <a:srgbClr val="000000"/>
                </a:solidFill>
                <a:latin typeface="Arial" panose="020B0604020202020204" pitchFamily="34" charset="0"/>
              </a:rPr>
              <a:t> </a:t>
            </a:r>
            <a:r>
              <a:rPr lang="en-US" altLang="zh-CN" dirty="0">
                <a:solidFill>
                  <a:srgbClr val="000000"/>
                </a:solidFill>
              </a:rPr>
              <a:t> </a:t>
            </a:r>
            <a:r>
              <a:rPr lang="zh-CN" altLang="en-US" dirty="0">
                <a:solidFill>
                  <a:srgbClr val="000000"/>
                </a:solidFill>
              </a:rPr>
              <a:t>留数法</a:t>
            </a:r>
          </a:p>
          <a:p>
            <a:pPr lvl="0"/>
            <a:r>
              <a:rPr lang="en-US" altLang="zh-CN" dirty="0">
                <a:solidFill>
                  <a:srgbClr val="000000"/>
                </a:solidFill>
                <a:latin typeface="Arial" panose="020B0604020202020204" pitchFamily="34" charset="0"/>
              </a:rPr>
              <a:t> </a:t>
            </a:r>
            <a:r>
              <a:rPr lang="en-US" altLang="zh-CN" dirty="0">
                <a:solidFill>
                  <a:srgbClr val="000000"/>
                </a:solidFill>
              </a:rPr>
              <a:t> </a:t>
            </a:r>
            <a:r>
              <a:rPr lang="zh-CN" altLang="en-US" dirty="0">
                <a:solidFill>
                  <a:srgbClr val="000000"/>
                </a:solidFill>
              </a:rPr>
              <a:t>部分分式法</a:t>
            </a:r>
          </a:p>
          <a:p>
            <a:pPr lvl="0"/>
            <a:r>
              <a:rPr lang="zh-CN" altLang="en-US" dirty="0">
                <a:solidFill>
                  <a:srgbClr val="000000"/>
                </a:solidFill>
              </a:rPr>
              <a:t>在信号与系统课程中我们已经学过，我们在此不再讲述。</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106498" name="Rectangle 7"/>
          <p:cNvSpPr txBox="1">
            <a:spLocks noGrp="1"/>
          </p:cNvSpPr>
          <p:nvPr/>
        </p:nvSpPr>
        <p:spPr>
          <a:xfrm>
            <a:off x="3879850" y="8680450"/>
            <a:ext cx="2978150" cy="457200"/>
          </a:xfrm>
          <a:prstGeom prst="rect">
            <a:avLst/>
          </a:prstGeom>
          <a:noFill/>
          <a:ln w="9525">
            <a:noFill/>
          </a:ln>
        </p:spPr>
        <p:txBody>
          <a:bodyPr anchor="b" anchorCtr="0"/>
          <a:lstStyle/>
          <a:p>
            <a:pPr lvl="0" algn="r"/>
            <a:fld id="{9A0DB2DC-4C9A-4742-B13C-FB6460FD3503}" type="slidenum">
              <a:rPr lang="zh-CN" altLang="en-US" sz="1200" dirty="0"/>
              <a:t>81</a:t>
            </a:fld>
            <a:endParaRPr lang="zh-CN" altLang="en-US" sz="1200" dirty="0"/>
          </a:p>
        </p:txBody>
      </p:sp>
      <p:sp>
        <p:nvSpPr>
          <p:cNvPr id="106499" name="Rectangle 2"/>
          <p:cNvSpPr>
            <a:spLocks noGrp="1" noRot="1" noChangeAspect="1" noTextEdit="1"/>
          </p:cNvSpPr>
          <p:nvPr>
            <p:ph type="sldImg"/>
          </p:nvPr>
        </p:nvSpPr>
        <p:spPr>
          <a:xfrm>
            <a:off x="1136650" y="679450"/>
            <a:ext cx="4572000" cy="3429000"/>
          </a:xfrm>
          <a:ln/>
        </p:spPr>
      </p:sp>
      <p:sp>
        <p:nvSpPr>
          <p:cNvPr id="106500" name="Rectangle 3"/>
          <p:cNvSpPr>
            <a:spLocks noGrp="1"/>
          </p:cNvSpPr>
          <p:nvPr>
            <p:ph type="body"/>
          </p:nvPr>
        </p:nvSpPr>
        <p:spPr>
          <a:xfrm>
            <a:off x="908050" y="4337050"/>
            <a:ext cx="5029200" cy="4114800"/>
          </a:xfrm>
          <a:ln/>
        </p:spPr>
        <p:txBody>
          <a:bodyPr wrap="square" anchor="t" anchorCtr="0"/>
          <a:lstStyle/>
          <a:p>
            <a:pPr lvl="0" algn="just">
              <a:spcBef>
                <a:spcPct val="0"/>
              </a:spcBef>
            </a:pPr>
            <a:r>
              <a:rPr lang="zh-CN" altLang="en-US" dirty="0"/>
              <a:t>时移特性，</a:t>
            </a:r>
            <a:r>
              <a:rPr lang="en-US" altLang="zh-CN" dirty="0"/>
              <a:t>z</a:t>
            </a:r>
            <a:r>
              <a:rPr lang="zh-CN" altLang="en-US" dirty="0"/>
              <a:t>域中的因子</a:t>
            </a:r>
            <a:r>
              <a:rPr lang="en-US" altLang="zh-CN" dirty="0"/>
              <a:t>z</a:t>
            </a:r>
            <a:r>
              <a:rPr lang="en-US" altLang="zh-CN" baseline="30000" dirty="0"/>
              <a:t>-1</a:t>
            </a:r>
            <a:r>
              <a:rPr lang="zh-CN" altLang="en-US" dirty="0"/>
              <a:t>相当于时域中一个采样间隔的延迟</a:t>
            </a:r>
            <a:r>
              <a:rPr lang="en-US" altLang="zh-CN" dirty="0"/>
              <a:t>.</a:t>
            </a:r>
          </a:p>
          <a:p>
            <a:pPr lvl="0"/>
            <a:r>
              <a:rPr lang="en-US" altLang="zh-CN" dirty="0">
                <a:solidFill>
                  <a:srgbClr val="000000"/>
                </a:solidFill>
              </a:rPr>
              <a:t>Z</a:t>
            </a:r>
            <a:r>
              <a:rPr lang="zh-CN" altLang="en-US" dirty="0">
                <a:solidFill>
                  <a:srgbClr val="000000"/>
                </a:solidFill>
              </a:rPr>
              <a:t>变换的性质在教材</a:t>
            </a:r>
            <a:r>
              <a:rPr lang="en-US" altLang="zh-CN" dirty="0">
                <a:solidFill>
                  <a:srgbClr val="000000"/>
                </a:solidFill>
              </a:rPr>
              <a:t>21</a:t>
            </a:r>
            <a:r>
              <a:rPr lang="zh-CN" altLang="en-US" dirty="0">
                <a:solidFill>
                  <a:srgbClr val="000000"/>
                </a:solidFill>
              </a:rPr>
              <a:t>页的表</a:t>
            </a:r>
            <a:r>
              <a:rPr lang="en-US" altLang="zh-CN" dirty="0">
                <a:solidFill>
                  <a:srgbClr val="000000"/>
                </a:solidFill>
              </a:rPr>
              <a:t>1.3</a:t>
            </a:r>
            <a:r>
              <a:rPr lang="zh-CN" altLang="en-US" dirty="0">
                <a:solidFill>
                  <a:srgbClr val="000000"/>
                </a:solidFill>
              </a:rPr>
              <a:t>中，可以在使用时直接查阅。</a:t>
            </a:r>
          </a:p>
          <a:p>
            <a:pPr lvl="0" algn="just">
              <a:spcBef>
                <a:spcPct val="0"/>
              </a:spcBef>
            </a:pPr>
            <a:endParaRPr lang="zh-CN" altLang="en-US" dirty="0">
              <a:solidFill>
                <a:srgbClr val="000000"/>
              </a:solidFill>
            </a:endParaRPr>
          </a:p>
          <a:p>
            <a:pPr lvl="0" algn="just">
              <a:spcBef>
                <a:spcPct val="0"/>
              </a:spcBef>
            </a:pPr>
            <a:endParaRPr lang="en-US" altLang="zh-CN" dirty="0">
              <a:solidFill>
                <a:srgbClr val="000000"/>
              </a:solidFill>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108546" name="Rectangle 7"/>
          <p:cNvSpPr txBox="1">
            <a:spLocks noGrp="1"/>
          </p:cNvSpPr>
          <p:nvPr/>
        </p:nvSpPr>
        <p:spPr>
          <a:xfrm>
            <a:off x="3879850" y="8680450"/>
            <a:ext cx="2978150" cy="457200"/>
          </a:xfrm>
          <a:prstGeom prst="rect">
            <a:avLst/>
          </a:prstGeom>
          <a:noFill/>
          <a:ln w="9525">
            <a:noFill/>
          </a:ln>
        </p:spPr>
        <p:txBody>
          <a:bodyPr anchor="b" anchorCtr="0"/>
          <a:lstStyle/>
          <a:p>
            <a:pPr lvl="0" algn="r"/>
            <a:fld id="{9A0DB2DC-4C9A-4742-B13C-FB6460FD3503}" type="slidenum">
              <a:rPr lang="zh-CN" altLang="en-US" sz="1200" dirty="0"/>
              <a:t>82</a:t>
            </a:fld>
            <a:endParaRPr lang="zh-CN" altLang="en-US" sz="1200" dirty="0"/>
          </a:p>
        </p:txBody>
      </p:sp>
      <p:sp>
        <p:nvSpPr>
          <p:cNvPr id="108547" name="Rectangle 2"/>
          <p:cNvSpPr>
            <a:spLocks noGrp="1" noRot="1" noChangeAspect="1" noTextEdit="1"/>
          </p:cNvSpPr>
          <p:nvPr>
            <p:ph type="sldImg"/>
          </p:nvPr>
        </p:nvSpPr>
        <p:spPr>
          <a:xfrm>
            <a:off x="1136650" y="679450"/>
            <a:ext cx="4572000" cy="3429000"/>
          </a:xfrm>
          <a:ln/>
        </p:spPr>
      </p:sp>
      <p:sp>
        <p:nvSpPr>
          <p:cNvPr id="108548" name="Rectangle 3"/>
          <p:cNvSpPr>
            <a:spLocks noGrp="1"/>
          </p:cNvSpPr>
          <p:nvPr>
            <p:ph type="body"/>
          </p:nvPr>
        </p:nvSpPr>
        <p:spPr>
          <a:xfrm>
            <a:off x="908050" y="4337050"/>
            <a:ext cx="5029200" cy="4114800"/>
          </a:xfrm>
          <a:ln/>
        </p:spPr>
        <p:txBody>
          <a:bodyPr wrap="square" anchor="t" anchorCtr="0"/>
          <a:lstStyle/>
          <a:p>
            <a:pPr lvl="0" algn="just">
              <a:spcBef>
                <a:spcPct val="0"/>
              </a:spcBef>
            </a:pPr>
            <a:r>
              <a:rPr lang="zh-CN" altLang="en-US" dirty="0"/>
              <a:t>时移特性，</a:t>
            </a:r>
            <a:r>
              <a:rPr lang="en-US" altLang="zh-CN" dirty="0"/>
              <a:t>z</a:t>
            </a:r>
            <a:r>
              <a:rPr lang="zh-CN" altLang="en-US" dirty="0"/>
              <a:t>域中的因子</a:t>
            </a:r>
            <a:r>
              <a:rPr lang="en-US" altLang="zh-CN" dirty="0"/>
              <a:t>z</a:t>
            </a:r>
            <a:r>
              <a:rPr lang="en-US" altLang="zh-CN" baseline="30000" dirty="0"/>
              <a:t>-1</a:t>
            </a:r>
            <a:r>
              <a:rPr lang="zh-CN" altLang="en-US" dirty="0"/>
              <a:t>相当于时域中一个采样间隔的延迟</a:t>
            </a:r>
            <a:r>
              <a:rPr lang="en-US" altLang="zh-CN" dirty="0"/>
              <a:t>.</a:t>
            </a:r>
          </a:p>
          <a:p>
            <a:pPr lvl="0"/>
            <a:r>
              <a:rPr lang="en-US" altLang="zh-CN" dirty="0">
                <a:solidFill>
                  <a:srgbClr val="000000"/>
                </a:solidFill>
              </a:rPr>
              <a:t>Z</a:t>
            </a:r>
            <a:r>
              <a:rPr lang="zh-CN" altLang="en-US" dirty="0">
                <a:solidFill>
                  <a:srgbClr val="000000"/>
                </a:solidFill>
              </a:rPr>
              <a:t>变换的性质在教材</a:t>
            </a:r>
            <a:r>
              <a:rPr lang="en-US" altLang="zh-CN" dirty="0">
                <a:solidFill>
                  <a:srgbClr val="000000"/>
                </a:solidFill>
              </a:rPr>
              <a:t>21</a:t>
            </a:r>
            <a:r>
              <a:rPr lang="zh-CN" altLang="en-US" dirty="0">
                <a:solidFill>
                  <a:srgbClr val="000000"/>
                </a:solidFill>
              </a:rPr>
              <a:t>页的表</a:t>
            </a:r>
            <a:r>
              <a:rPr lang="en-US" altLang="zh-CN" dirty="0">
                <a:solidFill>
                  <a:srgbClr val="000000"/>
                </a:solidFill>
              </a:rPr>
              <a:t>1.3</a:t>
            </a:r>
            <a:r>
              <a:rPr lang="zh-CN" altLang="en-US" dirty="0">
                <a:solidFill>
                  <a:srgbClr val="000000"/>
                </a:solidFill>
              </a:rPr>
              <a:t>中，可以在使用时直接查阅。</a:t>
            </a:r>
          </a:p>
          <a:p>
            <a:pPr lvl="0" algn="just">
              <a:spcBef>
                <a:spcPct val="0"/>
              </a:spcBef>
            </a:pPr>
            <a:endParaRPr lang="zh-CN" altLang="en-US" dirty="0">
              <a:solidFill>
                <a:srgbClr val="000000"/>
              </a:solidFill>
            </a:endParaRPr>
          </a:p>
          <a:p>
            <a:pPr lvl="0" algn="just">
              <a:spcBef>
                <a:spcPct val="0"/>
              </a:spcBef>
            </a:pPr>
            <a:endParaRPr lang="en-US" altLang="zh-CN" dirty="0">
              <a:solidFill>
                <a:srgbClr val="000000"/>
              </a:solidFill>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769" name="幻灯片图像占位符 594945"/>
          <p:cNvSpPr>
            <a:spLocks noGrp="1" noRot="1" noChangeAspect="1" noTextEdit="1"/>
          </p:cNvSpPr>
          <p:nvPr>
            <p:ph type="sldImg"/>
          </p:nvPr>
        </p:nvSpPr>
        <p:spPr>
          <a:ln/>
        </p:spPr>
      </p:sp>
      <p:sp>
        <p:nvSpPr>
          <p:cNvPr id="160770" name="文本占位符 594946"/>
          <p:cNvSpPr>
            <a:spLocks noGrp="1"/>
          </p:cNvSpPr>
          <p:nvPr>
            <p:ph type="body"/>
          </p:nvPr>
        </p:nvSpPr>
        <p:spPr>
          <a:ln/>
        </p:spPr>
        <p:txBody>
          <a:bodyPr anchor="t" anchorCtr="0"/>
          <a:lstStyle/>
          <a:p>
            <a:pPr lvl="0"/>
            <a:r>
              <a:rPr lang="zh-CN" altLang="en-US" dirty="0"/>
              <a:t>常系数线性差分方程</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41" name="幻灯片图像占位符 598017"/>
          <p:cNvSpPr>
            <a:spLocks noGrp="1" noRot="1" noChangeAspect="1" noTextEdit="1"/>
          </p:cNvSpPr>
          <p:nvPr>
            <p:ph type="sldImg"/>
          </p:nvPr>
        </p:nvSpPr>
        <p:spPr>
          <a:ln/>
        </p:spPr>
      </p:sp>
      <p:sp>
        <p:nvSpPr>
          <p:cNvPr id="163842" name="文本占位符 598018"/>
          <p:cNvSpPr>
            <a:spLocks noGrp="1"/>
          </p:cNvSpPr>
          <p:nvPr>
            <p:ph type="body"/>
          </p:nvPr>
        </p:nvSpPr>
        <p:spPr>
          <a:ln/>
        </p:spPr>
        <p:txBody>
          <a:bodyPr anchor="t" anchorCtr="0"/>
          <a:lstStyle/>
          <a:p>
            <a:pPr lvl="0"/>
            <a:endParaRPr lang="zh-CN" altLang="zh-CN" dirty="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7937" name="幻灯片图像占位符 602113"/>
          <p:cNvSpPr>
            <a:spLocks noGrp="1" noRot="1" noChangeAspect="1" noTextEdit="1"/>
          </p:cNvSpPr>
          <p:nvPr>
            <p:ph type="sldImg"/>
          </p:nvPr>
        </p:nvSpPr>
        <p:spPr>
          <a:ln/>
        </p:spPr>
      </p:sp>
      <p:sp>
        <p:nvSpPr>
          <p:cNvPr id="167938" name="文本占位符 602114"/>
          <p:cNvSpPr>
            <a:spLocks noGrp="1"/>
          </p:cNvSpPr>
          <p:nvPr>
            <p:ph type="body"/>
          </p:nvPr>
        </p:nvSpPr>
        <p:spPr>
          <a:ln/>
        </p:spPr>
        <p:txBody>
          <a:bodyPr anchor="t" anchorCtr="0"/>
          <a:lstStyle/>
          <a:p>
            <a:pPr lvl="0"/>
            <a:r>
              <a:rPr lang="zh-CN" altLang="en-US" dirty="0"/>
              <a:t>插演示</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985" name="幻灯片图像占位符 604161"/>
          <p:cNvSpPr>
            <a:spLocks noGrp="1" noRot="1" noChangeAspect="1" noTextEdit="1"/>
          </p:cNvSpPr>
          <p:nvPr>
            <p:ph type="sldImg"/>
          </p:nvPr>
        </p:nvSpPr>
        <p:spPr>
          <a:ln/>
        </p:spPr>
      </p:sp>
      <p:sp>
        <p:nvSpPr>
          <p:cNvPr id="169986" name="文本占位符 604162"/>
          <p:cNvSpPr>
            <a:spLocks noGrp="1"/>
          </p:cNvSpPr>
          <p:nvPr>
            <p:ph type="body"/>
          </p:nvPr>
        </p:nvSpPr>
        <p:spPr>
          <a:ln/>
        </p:spPr>
        <p:txBody>
          <a:bodyPr anchor="t" anchorCtr="0"/>
          <a:lstStyle/>
          <a:p>
            <a:pPr lvl="0"/>
            <a:endParaRPr lang="zh-CN" altLang="zh-CN" dirty="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176130" name="幻灯片图像占位符 86017"/>
          <p:cNvSpPr>
            <a:spLocks noGrp="1" noRot="1" noChangeAspect="1" noTextEdit="1"/>
          </p:cNvSpPr>
          <p:nvPr>
            <p:ph type="sldImg"/>
          </p:nvPr>
        </p:nvSpPr>
        <p:spPr>
          <a:ln/>
        </p:spPr>
      </p:sp>
      <p:sp>
        <p:nvSpPr>
          <p:cNvPr id="176131" name="文本占位符 86018"/>
          <p:cNvSpPr>
            <a:spLocks noGrp="1"/>
          </p:cNvSpPr>
          <p:nvPr>
            <p:ph type="body"/>
          </p:nvPr>
        </p:nvSpPr>
        <p:spPr>
          <a:ln/>
        </p:spPr>
        <p:txBody>
          <a:bodyPr anchor="ctr" anchorCtr="0"/>
          <a:lstStyle/>
          <a:p>
            <a:pPr lvl="0"/>
            <a:r>
              <a:rPr lang="zh-CN" altLang="en-US"/>
              <a:t>常系数线性差分方程</a:t>
            </a:r>
          </a:p>
        </p:txBody>
      </p:sp>
    </p:spTree>
  </p:cSld>
  <p:clrMapOvr>
    <a:overrideClrMapping bg1="lt1" tx1="dk1" bg2="lt2" tx2="dk2" accent1="accent1" accent2="accent2" accent3="accent3" accent4="accent4" accent5="accent5" accent6="accent6" hlink="hlink" folHlink="folHlink"/>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178178" name="幻灯片图像占位符 86017"/>
          <p:cNvSpPr>
            <a:spLocks noGrp="1" noRot="1" noChangeAspect="1" noTextEdit="1"/>
          </p:cNvSpPr>
          <p:nvPr>
            <p:ph type="sldImg"/>
          </p:nvPr>
        </p:nvSpPr>
        <p:spPr>
          <a:ln/>
        </p:spPr>
      </p:sp>
      <p:sp>
        <p:nvSpPr>
          <p:cNvPr id="178179" name="文本占位符 86018"/>
          <p:cNvSpPr>
            <a:spLocks noGrp="1"/>
          </p:cNvSpPr>
          <p:nvPr>
            <p:ph type="body"/>
          </p:nvPr>
        </p:nvSpPr>
        <p:spPr>
          <a:ln/>
        </p:spPr>
        <p:txBody>
          <a:bodyPr anchor="ctr" anchorCtr="0"/>
          <a:lstStyle/>
          <a:p>
            <a:pPr lvl="0"/>
            <a:r>
              <a:rPr lang="zh-CN" altLang="en-US"/>
              <a:t>常系数线性差分方程</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180226" name="幻灯片图像占位符 86017"/>
          <p:cNvSpPr>
            <a:spLocks noGrp="1" noRot="1" noChangeAspect="1" noTextEdit="1"/>
          </p:cNvSpPr>
          <p:nvPr>
            <p:ph type="sldImg"/>
          </p:nvPr>
        </p:nvSpPr>
        <p:spPr>
          <a:ln/>
        </p:spPr>
      </p:sp>
      <p:sp>
        <p:nvSpPr>
          <p:cNvPr id="180227" name="文本占位符 86018"/>
          <p:cNvSpPr>
            <a:spLocks noGrp="1"/>
          </p:cNvSpPr>
          <p:nvPr>
            <p:ph type="body"/>
          </p:nvPr>
        </p:nvSpPr>
        <p:spPr>
          <a:ln/>
        </p:spPr>
        <p:txBody>
          <a:bodyPr anchor="ctr" anchorCtr="0"/>
          <a:lstStyle/>
          <a:p>
            <a:pPr lvl="0"/>
            <a:r>
              <a:rPr lang="zh-CN" altLang="en-US"/>
              <a:t>常系数线性差分方程</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185346" name="Rectangle 7"/>
          <p:cNvSpPr txBox="1">
            <a:spLocks noGrp="1"/>
          </p:cNvSpPr>
          <p:nvPr/>
        </p:nvSpPr>
        <p:spPr>
          <a:xfrm>
            <a:off x="3886200" y="8686800"/>
            <a:ext cx="2971800" cy="457200"/>
          </a:xfrm>
          <a:prstGeom prst="rect">
            <a:avLst/>
          </a:prstGeom>
          <a:noFill/>
          <a:ln w="9525">
            <a:noFill/>
          </a:ln>
        </p:spPr>
        <p:txBody>
          <a:bodyPr anchor="b" anchorCtr="0"/>
          <a:lstStyle/>
          <a:p>
            <a:pPr lvl="0" algn="r"/>
            <a:fld id="{9A0DB2DC-4C9A-4742-B13C-FB6460FD3503}" type="slidenum">
              <a:rPr lang="zh-CN" altLang="en-US" sz="1200" dirty="0">
                <a:latin typeface="Times New Roman" panose="02020603050405020304" pitchFamily="2" charset="0"/>
                <a:ea typeface="宋体" panose="02010600030101010101" pitchFamily="2" charset="-122"/>
              </a:rPr>
              <a:t>149</a:t>
            </a:fld>
            <a:endParaRPr lang="zh-CN" altLang="en-US" sz="1200" dirty="0">
              <a:latin typeface="Times New Roman" panose="02020603050405020304" pitchFamily="2" charset="0"/>
              <a:ea typeface="宋体" panose="02010600030101010101" pitchFamily="2" charset="-122"/>
            </a:endParaRPr>
          </a:p>
        </p:txBody>
      </p:sp>
      <p:sp>
        <p:nvSpPr>
          <p:cNvPr id="185347" name="Rectangle 2"/>
          <p:cNvSpPr>
            <a:spLocks noGrp="1" noRot="1" noChangeAspect="1" noTextEdit="1"/>
          </p:cNvSpPr>
          <p:nvPr>
            <p:ph type="sldImg"/>
          </p:nvPr>
        </p:nvSpPr>
        <p:spPr>
          <a:ln/>
        </p:spPr>
      </p:sp>
      <p:sp>
        <p:nvSpPr>
          <p:cNvPr id="185348" name="Rectangle 3"/>
          <p:cNvSpPr>
            <a:spLocks noGrp="1"/>
          </p:cNvSpPr>
          <p:nvPr>
            <p:ph type="body"/>
          </p:nvPr>
        </p:nvSpPr>
        <p:spPr>
          <a:ln/>
        </p:spPr>
        <p:txBody>
          <a:bodyPr wrap="square" anchor="t" anchorCtr="0"/>
          <a:lstStyle/>
          <a:p>
            <a:pPr lvl="0">
              <a:spcBef>
                <a:spcPct val="0"/>
              </a:spcBef>
            </a:pPr>
            <a:r>
              <a:rPr lang="zh-CN" altLang="en-US" dirty="0"/>
              <a:t>单位脉冲响应的</a:t>
            </a:r>
            <a:r>
              <a:rPr lang="en-US" altLang="zh-CN" dirty="0"/>
              <a:t>DTFT</a:t>
            </a:r>
            <a:r>
              <a:rPr lang="zh-CN" altLang="en-US" dirty="0"/>
              <a:t>是系统的频率响应，系统的输出可以表示为系统的输入与系统的单位脉冲响应的卷积，对这个卷积表示式的两边进行</a:t>
            </a:r>
            <a:r>
              <a:rPr lang="en-US" altLang="zh-CN" dirty="0"/>
              <a:t>DTFT</a:t>
            </a:r>
            <a:r>
              <a:rPr lang="zh-CN" altLang="en-US" dirty="0"/>
              <a:t>，可以得到系统输出的</a:t>
            </a:r>
            <a:r>
              <a:rPr lang="en-US" altLang="zh-CN" dirty="0"/>
              <a:t>DTFT</a:t>
            </a:r>
            <a:r>
              <a:rPr lang="zh-CN" altLang="en-US" dirty="0"/>
              <a:t>与系统输入的</a:t>
            </a:r>
            <a:r>
              <a:rPr lang="en-US" altLang="zh-CN" dirty="0"/>
              <a:t>DTFT</a:t>
            </a:r>
            <a:r>
              <a:rPr lang="zh-CN" altLang="en-US" dirty="0"/>
              <a:t>的关系式，这个式子说明系统输出的</a:t>
            </a:r>
            <a:r>
              <a:rPr lang="en-US" altLang="zh-CN" dirty="0"/>
              <a:t>DTFT</a:t>
            </a:r>
            <a:r>
              <a:rPr lang="zh-CN" altLang="en-US" dirty="0"/>
              <a:t>是输入序列的</a:t>
            </a:r>
            <a:r>
              <a:rPr lang="en-US" altLang="zh-CN" dirty="0"/>
              <a:t>DTFT</a:t>
            </a:r>
            <a:r>
              <a:rPr lang="zh-CN" altLang="en-US" dirty="0"/>
              <a:t>与单位脉冲响应的</a:t>
            </a:r>
            <a:r>
              <a:rPr lang="en-US" altLang="zh-CN" dirty="0"/>
              <a:t>DTFT</a:t>
            </a:r>
            <a:r>
              <a:rPr lang="zh-CN" altLang="en-US" dirty="0"/>
              <a:t>之乘积。</a:t>
            </a: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187394" name="Rectangle 7"/>
          <p:cNvSpPr txBox="1">
            <a:spLocks noGrp="1"/>
          </p:cNvSpPr>
          <p:nvPr/>
        </p:nvSpPr>
        <p:spPr>
          <a:xfrm>
            <a:off x="3886200" y="8686800"/>
            <a:ext cx="2971800" cy="457200"/>
          </a:xfrm>
          <a:prstGeom prst="rect">
            <a:avLst/>
          </a:prstGeom>
          <a:noFill/>
          <a:ln w="9525">
            <a:noFill/>
          </a:ln>
        </p:spPr>
        <p:txBody>
          <a:bodyPr anchor="b" anchorCtr="0"/>
          <a:lstStyle/>
          <a:p>
            <a:pPr lvl="0" algn="r"/>
            <a:fld id="{9A0DB2DC-4C9A-4742-B13C-FB6460FD3503}" type="slidenum">
              <a:rPr lang="zh-CN" altLang="en-US" sz="1200" dirty="0">
                <a:latin typeface="Times New Roman" panose="02020603050405020304" pitchFamily="2" charset="0"/>
                <a:ea typeface="宋体" panose="02010600030101010101" pitchFamily="2" charset="-122"/>
              </a:rPr>
              <a:t>150</a:t>
            </a:fld>
            <a:endParaRPr lang="zh-CN" altLang="en-US" sz="1200" dirty="0">
              <a:latin typeface="Times New Roman" panose="02020603050405020304" pitchFamily="2" charset="0"/>
              <a:ea typeface="宋体" panose="02010600030101010101" pitchFamily="2" charset="-122"/>
            </a:endParaRPr>
          </a:p>
        </p:txBody>
      </p:sp>
      <p:sp>
        <p:nvSpPr>
          <p:cNvPr id="187395" name="Rectangle 2"/>
          <p:cNvSpPr>
            <a:spLocks noGrp="1" noRot="1" noChangeAspect="1" noTextEdit="1"/>
          </p:cNvSpPr>
          <p:nvPr>
            <p:ph type="sldImg"/>
          </p:nvPr>
        </p:nvSpPr>
        <p:spPr>
          <a:ln/>
        </p:spPr>
      </p:sp>
      <p:sp>
        <p:nvSpPr>
          <p:cNvPr id="187396" name="Rectangle 3"/>
          <p:cNvSpPr>
            <a:spLocks noGrp="1"/>
          </p:cNvSpPr>
          <p:nvPr>
            <p:ph type="body"/>
          </p:nvPr>
        </p:nvSpPr>
        <p:spPr>
          <a:ln/>
        </p:spPr>
        <p:txBody>
          <a:bodyPr wrap="square" anchor="t" anchorCtr="0"/>
          <a:lstStyle/>
          <a:p>
            <a:pPr lvl="0">
              <a:spcBef>
                <a:spcPct val="0"/>
              </a:spcBef>
            </a:pPr>
            <a:r>
              <a:rPr lang="zh-CN" altLang="en-US" dirty="0"/>
              <a:t>单位脉冲响应的</a:t>
            </a:r>
            <a:r>
              <a:rPr lang="en-US" altLang="zh-CN" dirty="0"/>
              <a:t>DTFT</a:t>
            </a:r>
            <a:r>
              <a:rPr lang="zh-CN" altLang="en-US" dirty="0"/>
              <a:t>是系统的频率响应，系统的输出可以表示为系统的输入与系统的单位脉冲响应的卷积，对这个卷积表示式的两边进行</a:t>
            </a:r>
            <a:r>
              <a:rPr lang="en-US" altLang="zh-CN" dirty="0"/>
              <a:t>DTFT</a:t>
            </a:r>
            <a:r>
              <a:rPr lang="zh-CN" altLang="en-US" dirty="0"/>
              <a:t>，可以得到系统输出的</a:t>
            </a:r>
            <a:r>
              <a:rPr lang="en-US" altLang="zh-CN" dirty="0"/>
              <a:t>DTFT</a:t>
            </a:r>
            <a:r>
              <a:rPr lang="zh-CN" altLang="en-US" dirty="0"/>
              <a:t>与系统输入的</a:t>
            </a:r>
            <a:r>
              <a:rPr lang="en-US" altLang="zh-CN" dirty="0"/>
              <a:t>DTFT</a:t>
            </a:r>
            <a:r>
              <a:rPr lang="zh-CN" altLang="en-US" dirty="0"/>
              <a:t>的关系式，这个式子说明系统输出的</a:t>
            </a:r>
            <a:r>
              <a:rPr lang="en-US" altLang="zh-CN" dirty="0"/>
              <a:t>DTFT</a:t>
            </a:r>
            <a:r>
              <a:rPr lang="zh-CN" altLang="en-US" dirty="0"/>
              <a:t>是输入序列的</a:t>
            </a:r>
            <a:r>
              <a:rPr lang="en-US" altLang="zh-CN" dirty="0"/>
              <a:t>DTFT</a:t>
            </a:r>
            <a:r>
              <a:rPr lang="zh-CN" altLang="en-US" dirty="0"/>
              <a:t>与单位脉冲响应的</a:t>
            </a:r>
            <a:r>
              <a:rPr lang="en-US" altLang="zh-CN" dirty="0"/>
              <a:t>DTFT</a:t>
            </a:r>
            <a:r>
              <a:rPr lang="zh-CN" altLang="en-US" dirty="0"/>
              <a:t>之乘积。</a:t>
            </a: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191490" name="Rectangle 7"/>
          <p:cNvSpPr txBox="1">
            <a:spLocks noGrp="1"/>
          </p:cNvSpPr>
          <p:nvPr/>
        </p:nvSpPr>
        <p:spPr>
          <a:xfrm>
            <a:off x="3886200" y="8686800"/>
            <a:ext cx="2971800" cy="457200"/>
          </a:xfrm>
          <a:prstGeom prst="rect">
            <a:avLst/>
          </a:prstGeom>
          <a:noFill/>
          <a:ln w="9525">
            <a:noFill/>
          </a:ln>
        </p:spPr>
        <p:txBody>
          <a:bodyPr anchor="b" anchorCtr="0"/>
          <a:lstStyle/>
          <a:p>
            <a:pPr lvl="0" algn="r"/>
            <a:fld id="{9A0DB2DC-4C9A-4742-B13C-FB6460FD3503}" type="slidenum">
              <a:rPr lang="zh-CN" altLang="en-US" sz="1200" dirty="0"/>
              <a:t>153</a:t>
            </a:fld>
            <a:endParaRPr lang="zh-CN" altLang="en-US" sz="1200" dirty="0"/>
          </a:p>
        </p:txBody>
      </p:sp>
      <p:sp>
        <p:nvSpPr>
          <p:cNvPr id="191491" name="Rectangle 2"/>
          <p:cNvSpPr>
            <a:spLocks noGrp="1" noRot="1" noChangeAspect="1" noTextEdit="1"/>
          </p:cNvSpPr>
          <p:nvPr>
            <p:ph type="sldImg"/>
          </p:nvPr>
        </p:nvSpPr>
        <p:spPr>
          <a:ln/>
        </p:spPr>
      </p:sp>
      <p:sp>
        <p:nvSpPr>
          <p:cNvPr id="191492" name="Rectangle 3"/>
          <p:cNvSpPr>
            <a:spLocks noGrp="1"/>
          </p:cNvSpPr>
          <p:nvPr>
            <p:ph type="body"/>
          </p:nvPr>
        </p:nvSpPr>
        <p:spPr>
          <a:ln/>
        </p:spPr>
        <p:txBody>
          <a:bodyPr wrap="square" anchor="t" anchorCtr="0"/>
          <a:lstStyle/>
          <a:p>
            <a:pPr lvl="0">
              <a:spcBef>
                <a:spcPct val="0"/>
              </a:spcBef>
            </a:pPr>
            <a:r>
              <a:rPr lang="zh-CN" altLang="en-US" dirty="0"/>
              <a:t>单位脉冲响应的</a:t>
            </a:r>
            <a:r>
              <a:rPr lang="en-US" altLang="zh-CN" dirty="0"/>
              <a:t>DTFT</a:t>
            </a:r>
            <a:r>
              <a:rPr lang="zh-CN" altLang="en-US" dirty="0"/>
              <a:t>是系统的频率响应，系统的输出可以表示为系统的输入与系统的单位脉冲响应的卷积，对这个卷积表示式的两边进行</a:t>
            </a:r>
            <a:r>
              <a:rPr lang="en-US" altLang="zh-CN" dirty="0"/>
              <a:t>DTFT</a:t>
            </a:r>
            <a:r>
              <a:rPr lang="zh-CN" altLang="en-US" dirty="0"/>
              <a:t>，可以得到系统输出的</a:t>
            </a:r>
            <a:r>
              <a:rPr lang="en-US" altLang="zh-CN" dirty="0"/>
              <a:t>DTFT</a:t>
            </a:r>
            <a:r>
              <a:rPr lang="zh-CN" altLang="en-US" dirty="0"/>
              <a:t>与系统输入的</a:t>
            </a:r>
            <a:r>
              <a:rPr lang="en-US" altLang="zh-CN" dirty="0"/>
              <a:t>DTFT</a:t>
            </a:r>
            <a:r>
              <a:rPr lang="zh-CN" altLang="en-US" dirty="0"/>
              <a:t>的关系式，这个式子说明系统输出的</a:t>
            </a:r>
            <a:r>
              <a:rPr lang="en-US" altLang="zh-CN" dirty="0"/>
              <a:t>DTFT</a:t>
            </a:r>
            <a:r>
              <a:rPr lang="zh-CN" altLang="en-US" dirty="0"/>
              <a:t>是输入序列的</a:t>
            </a:r>
            <a:r>
              <a:rPr lang="en-US" altLang="zh-CN" dirty="0"/>
              <a:t>DTFT</a:t>
            </a:r>
            <a:r>
              <a:rPr lang="zh-CN" altLang="en-US" dirty="0"/>
              <a:t>与单位脉冲响应的</a:t>
            </a:r>
            <a:r>
              <a:rPr lang="en-US" altLang="zh-CN" dirty="0"/>
              <a:t>DTFT</a:t>
            </a:r>
            <a:r>
              <a:rPr lang="zh-CN" altLang="en-US" dirty="0"/>
              <a:t>之乘积。</a:t>
            </a: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61" name="幻灯片图像占位符 1"/>
          <p:cNvSpPr>
            <a:spLocks noGrp="1" noRot="1" noChangeAspect="1"/>
          </p:cNvSpPr>
          <p:nvPr>
            <p:ph type="sldImg"/>
          </p:nvPr>
        </p:nvSpPr>
        <p:spPr>
          <a:ln/>
        </p:spPr>
      </p:sp>
      <p:sp>
        <p:nvSpPr>
          <p:cNvPr id="194562" name="文本占位符 2"/>
          <p:cNvSpPr>
            <a:spLocks noGrp="1"/>
          </p:cNvSpPr>
          <p:nvPr>
            <p:ph type="body"/>
          </p:nvPr>
        </p:nvSpPr>
        <p:spPr>
          <a:ln/>
        </p:spPr>
        <p:txBody>
          <a:bodyPr anchor="ctr" anchorCtr="0"/>
          <a:lstStyle/>
          <a:p>
            <a:pPr lvl="0"/>
            <a:r>
              <a:rPr lang="zh-CN" altLang="en-US" dirty="0"/>
              <a:t>注意</a:t>
            </a:r>
            <a:r>
              <a:rPr lang="en-US" altLang="zh-CN" dirty="0"/>
              <a:t>: </a:t>
            </a:r>
            <a:r>
              <a:rPr lang="zh-CN" altLang="en-US" dirty="0"/>
              <a:t>分子和分母多项式的系数分别对应差分方程右边和左边的系数</a:t>
            </a:r>
            <a:endParaRPr lang="zh-CN"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705" name="幻灯片图像占位符 1"/>
          <p:cNvSpPr>
            <a:spLocks noGrp="1" noRot="1" noChangeAspect="1"/>
          </p:cNvSpPr>
          <p:nvPr>
            <p:ph type="sldImg"/>
          </p:nvPr>
        </p:nvSpPr>
        <p:spPr>
          <a:ln/>
        </p:spPr>
      </p:sp>
      <p:sp>
        <p:nvSpPr>
          <p:cNvPr id="200706" name="文本占位符 2"/>
          <p:cNvSpPr>
            <a:spLocks noGrp="1"/>
          </p:cNvSpPr>
          <p:nvPr>
            <p:ph type="body"/>
          </p:nvPr>
        </p:nvSpPr>
        <p:spPr>
          <a:ln/>
        </p:spPr>
        <p:txBody>
          <a:bodyPr anchor="ctr" anchorCtr="0"/>
          <a:lstStyle/>
          <a:p>
            <a:pPr lvl="0"/>
            <a:r>
              <a:rPr lang="zh-CN" altLang="en-US" dirty="0"/>
              <a:t>系统函数可以表示为因式的形式，</a:t>
            </a:r>
            <a:r>
              <a:rPr lang="en-US" altLang="zh-CN" dirty="0"/>
              <a:t>c</a:t>
            </a:r>
            <a:r>
              <a:rPr lang="en-US" altLang="zh-CN" baseline="-25000" dirty="0"/>
              <a:t>i</a:t>
            </a:r>
            <a:r>
              <a:rPr lang="zh-CN" altLang="en-US" dirty="0"/>
              <a:t>是系统另点；</a:t>
            </a:r>
            <a:r>
              <a:rPr lang="en-US" altLang="zh-CN" dirty="0"/>
              <a:t>d</a:t>
            </a:r>
            <a:r>
              <a:rPr lang="en-US" altLang="zh-CN" baseline="-25000" dirty="0"/>
              <a:t>k</a:t>
            </a:r>
            <a:r>
              <a:rPr lang="zh-CN" altLang="en-US" dirty="0"/>
              <a:t>是系统极点。</a:t>
            </a:r>
            <a:r>
              <a:rPr lang="en-US" altLang="zh-CN" dirty="0"/>
              <a:t>A</a:t>
            </a:r>
            <a:r>
              <a:rPr lang="zh-CN" altLang="en-US" dirty="0"/>
              <a:t>为常数。除了比例常数外，整个系统函数可以由它的全部零、极点来唯一确定</a:t>
            </a:r>
            <a:endParaRPr lang="zh-CN"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02754" name="Rectangle 7"/>
          <p:cNvSpPr txBox="1">
            <a:spLocks noGrp="1"/>
          </p:cNvSpPr>
          <p:nvPr/>
        </p:nvSpPr>
        <p:spPr>
          <a:xfrm>
            <a:off x="3886200" y="8686800"/>
            <a:ext cx="2971800" cy="457200"/>
          </a:xfrm>
          <a:prstGeom prst="rect">
            <a:avLst/>
          </a:prstGeom>
          <a:noFill/>
          <a:ln w="9525">
            <a:noFill/>
          </a:ln>
        </p:spPr>
        <p:txBody>
          <a:bodyPr anchor="b" anchorCtr="0"/>
          <a:lstStyle/>
          <a:p>
            <a:pPr lvl="0" algn="r"/>
            <a:fld id="{9A0DB2DC-4C9A-4742-B13C-FB6460FD3503}" type="slidenum">
              <a:rPr lang="zh-CN" altLang="en-US" sz="1200" dirty="0"/>
              <a:t>161</a:t>
            </a:fld>
            <a:endParaRPr lang="zh-CN" altLang="en-US" sz="1200" dirty="0"/>
          </a:p>
        </p:txBody>
      </p:sp>
      <p:sp>
        <p:nvSpPr>
          <p:cNvPr id="202755" name="Rectangle 2"/>
          <p:cNvSpPr>
            <a:spLocks noGrp="1" noRot="1" noChangeAspect="1" noTextEdit="1"/>
          </p:cNvSpPr>
          <p:nvPr>
            <p:ph type="sldImg"/>
          </p:nvPr>
        </p:nvSpPr>
        <p:spPr>
          <a:ln/>
        </p:spPr>
      </p:sp>
      <p:sp>
        <p:nvSpPr>
          <p:cNvPr id="202756" name="Rectangle 3"/>
          <p:cNvSpPr>
            <a:spLocks noGrp="1"/>
          </p:cNvSpPr>
          <p:nvPr>
            <p:ph type="body"/>
          </p:nvPr>
        </p:nvSpPr>
        <p:spPr>
          <a:ln/>
        </p:spPr>
        <p:txBody>
          <a:bodyPr wrap="square" anchor="t" anchorCtr="0"/>
          <a:lstStyle/>
          <a:p>
            <a:pPr lvl="0">
              <a:spcBef>
                <a:spcPct val="0"/>
              </a:spcBef>
            </a:pPr>
            <a:r>
              <a:rPr lang="zh-CN" altLang="en-US" dirty="0"/>
              <a:t>系统的频响可表示为，显然前一部分只包括常系数的幅度增益和线性的相移，不影响系统频率响应的特性。后一部分可以用零点或极点指向单位圆上点的向量来表示，这样频率响应的模函数可以从各个零、极点指向单位圆</a:t>
            </a:r>
            <a:r>
              <a:rPr lang="en-US" altLang="zh-CN" dirty="0"/>
              <a:t>e</a:t>
            </a:r>
            <a:r>
              <a:rPr lang="en-US" altLang="zh-CN" baseline="30000" dirty="0"/>
              <a:t>j</a:t>
            </a:r>
            <a:r>
              <a:rPr lang="el-GR" altLang="en-US" baseline="30000" dirty="0">
                <a:latin typeface="宋体" panose="02010600030101010101" pitchFamily="2" charset="-122"/>
              </a:rPr>
              <a:t>ω</a:t>
            </a:r>
            <a:r>
              <a:rPr lang="zh-CN" altLang="en-US" dirty="0">
                <a:latin typeface="宋体" panose="02010600030101010101" pitchFamily="2" charset="-122"/>
              </a:rPr>
              <a:t>的向量幅度来决定</a:t>
            </a:r>
            <a:r>
              <a:rPr lang="zh-CN" altLang="en-US" dirty="0"/>
              <a:t>，而频率响应的相位函数则由这些向量的幅角来决定。</a:t>
            </a: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06850" name="Rectangle 7"/>
          <p:cNvSpPr txBox="1">
            <a:spLocks noGrp="1"/>
          </p:cNvSpPr>
          <p:nvPr/>
        </p:nvSpPr>
        <p:spPr>
          <a:xfrm>
            <a:off x="3886200" y="8686800"/>
            <a:ext cx="2971800" cy="457200"/>
          </a:xfrm>
          <a:prstGeom prst="rect">
            <a:avLst/>
          </a:prstGeom>
          <a:noFill/>
          <a:ln w="9525">
            <a:noFill/>
          </a:ln>
        </p:spPr>
        <p:txBody>
          <a:bodyPr anchor="b" anchorCtr="0"/>
          <a:lstStyle/>
          <a:p>
            <a:pPr lvl="0" algn="r"/>
            <a:fld id="{9A0DB2DC-4C9A-4742-B13C-FB6460FD3503}" type="slidenum">
              <a:rPr lang="zh-CN" altLang="en-US" sz="1200" dirty="0"/>
              <a:t>164</a:t>
            </a:fld>
            <a:endParaRPr lang="zh-CN" altLang="en-US" sz="1200" dirty="0"/>
          </a:p>
        </p:txBody>
      </p:sp>
      <p:sp>
        <p:nvSpPr>
          <p:cNvPr id="206851" name="Rectangle 2"/>
          <p:cNvSpPr>
            <a:spLocks noGrp="1" noRot="1" noChangeAspect="1" noTextEdit="1"/>
          </p:cNvSpPr>
          <p:nvPr>
            <p:ph type="sldImg"/>
          </p:nvPr>
        </p:nvSpPr>
        <p:spPr>
          <a:ln/>
        </p:spPr>
      </p:sp>
      <p:sp>
        <p:nvSpPr>
          <p:cNvPr id="206852" name="Rectangle 3"/>
          <p:cNvSpPr>
            <a:spLocks noGrp="1"/>
          </p:cNvSpPr>
          <p:nvPr>
            <p:ph type="body"/>
          </p:nvPr>
        </p:nvSpPr>
        <p:spPr>
          <a:ln/>
        </p:spPr>
        <p:txBody>
          <a:bodyPr wrap="square" anchor="t" anchorCtr="0"/>
          <a:lstStyle/>
          <a:p>
            <a:pPr lvl="0">
              <a:lnSpc>
                <a:spcPct val="90000"/>
              </a:lnSpc>
            </a:pPr>
            <a:r>
              <a:rPr lang="zh-CN" altLang="en-US" dirty="0"/>
              <a:t>在极点</a:t>
            </a:r>
            <a:r>
              <a:rPr lang="en-US" altLang="zh-CN" dirty="0"/>
              <a:t>d</a:t>
            </a:r>
            <a:r>
              <a:rPr lang="en-US" altLang="zh-CN" baseline="-25000" dirty="0"/>
              <a:t>k</a:t>
            </a:r>
            <a:r>
              <a:rPr lang="zh-CN" altLang="en-US" dirty="0"/>
              <a:t>附近，极点到单位圆的矢量的模值最小，系统的幅频特性将出现峰值。且极点越接近单位圆，峰值越高。但极点过于靠近单位圆，容易引起系统不稳定。</a:t>
            </a:r>
          </a:p>
          <a:p>
            <a:pPr lvl="0">
              <a:lnSpc>
                <a:spcPct val="90000"/>
              </a:lnSpc>
            </a:pPr>
            <a:r>
              <a:rPr lang="zh-CN" altLang="en-US" dirty="0"/>
              <a:t>在另点</a:t>
            </a:r>
            <a:r>
              <a:rPr lang="en-US" altLang="zh-CN" dirty="0"/>
              <a:t>c</a:t>
            </a:r>
            <a:r>
              <a:rPr lang="en-US" altLang="zh-CN" baseline="-25000" dirty="0"/>
              <a:t>i</a:t>
            </a:r>
            <a:r>
              <a:rPr lang="zh-CN" altLang="en-US" dirty="0"/>
              <a:t>附近，零点到单位圆的矢量的模值最小，将出现谷点。且越接近单位圆，谷值越低。另点可以在单位圆内，也可以在单位圆外。</a:t>
            </a:r>
          </a:p>
          <a:p>
            <a:pPr lvl="0">
              <a:lnSpc>
                <a:spcPct val="90000"/>
              </a:lnSpc>
            </a:pPr>
            <a:r>
              <a:rPr lang="zh-CN" altLang="en-US" dirty="0"/>
              <a:t>所以另、极点位置可以影响幅度频率特性的形状。</a:t>
            </a:r>
          </a:p>
          <a:p>
            <a:pPr lvl="0">
              <a:lnSpc>
                <a:spcPct val="90000"/>
              </a:lnSpc>
            </a:pPr>
            <a:r>
              <a:rPr lang="zh-CN" altLang="en-US" dirty="0"/>
              <a:t>相位特性</a:t>
            </a:r>
          </a:p>
          <a:p>
            <a:pPr lvl="0">
              <a:lnSpc>
                <a:spcPct val="90000"/>
              </a:lnSpc>
            </a:pPr>
            <a:r>
              <a:rPr lang="zh-CN" altLang="en-US" dirty="0"/>
              <a:t>当</a:t>
            </a:r>
            <a:r>
              <a:rPr lang="el-GR" altLang="en-US" dirty="0">
                <a:latin typeface="宋体" panose="02010600030101010101" pitchFamily="2" charset="-122"/>
              </a:rPr>
              <a:t>ω</a:t>
            </a:r>
            <a:r>
              <a:rPr lang="zh-CN" altLang="en-US" dirty="0">
                <a:latin typeface="宋体" panose="02010600030101010101" pitchFamily="2" charset="-122"/>
              </a:rPr>
              <a:t>从</a:t>
            </a:r>
            <a:r>
              <a:rPr lang="en-US" altLang="zh-CN" dirty="0">
                <a:latin typeface="宋体" panose="02010600030101010101" pitchFamily="2" charset="-122"/>
              </a:rPr>
              <a:t>0</a:t>
            </a:r>
            <a:r>
              <a:rPr lang="zh-CN" altLang="en-US" dirty="0">
                <a:latin typeface="宋体" panose="02010600030101010101" pitchFamily="2" charset="-122"/>
              </a:rPr>
              <a:t>变化到</a:t>
            </a:r>
            <a:r>
              <a:rPr lang="en-US" altLang="zh-CN" dirty="0">
                <a:latin typeface="宋体" panose="02010600030101010101" pitchFamily="2" charset="-122"/>
              </a:rPr>
              <a:t>2</a:t>
            </a:r>
            <a:r>
              <a:rPr lang="el-GR" altLang="en-US" dirty="0">
                <a:latin typeface="宋体" panose="02010600030101010101" pitchFamily="2" charset="-122"/>
              </a:rPr>
              <a:t>π</a:t>
            </a:r>
            <a:r>
              <a:rPr lang="zh-CN" altLang="en-US" dirty="0"/>
              <a:t>，所有在单位圆内的另、极点的矢量角和都变化</a:t>
            </a:r>
            <a:r>
              <a:rPr lang="en-US" altLang="zh-CN" dirty="0">
                <a:latin typeface="宋体" panose="02010600030101010101" pitchFamily="2" charset="-122"/>
              </a:rPr>
              <a:t>2</a:t>
            </a:r>
            <a:r>
              <a:rPr lang="el-GR" altLang="en-US" dirty="0">
                <a:latin typeface="宋体" panose="02010600030101010101" pitchFamily="2" charset="-122"/>
              </a:rPr>
              <a:t>π</a:t>
            </a:r>
            <a:r>
              <a:rPr lang="en-US" altLang="zh-CN" dirty="0"/>
              <a:t> </a:t>
            </a:r>
            <a:r>
              <a:rPr lang="zh-CN" altLang="en-US" dirty="0"/>
              <a:t>。这时，</a:t>
            </a:r>
            <a:r>
              <a:rPr lang="el-GR" altLang="en-US" dirty="0">
                <a:latin typeface="宋体" panose="02010600030101010101" pitchFamily="2" charset="-122"/>
              </a:rPr>
              <a:t>Φ</a:t>
            </a:r>
            <a:r>
              <a:rPr lang="en-US" altLang="zh-CN" dirty="0">
                <a:latin typeface="宋体" panose="02010600030101010101" pitchFamily="2" charset="-122"/>
              </a:rPr>
              <a:t>(</a:t>
            </a:r>
            <a:r>
              <a:rPr lang="el-GR" altLang="en-US" dirty="0">
                <a:latin typeface="宋体" panose="02010600030101010101" pitchFamily="2" charset="-122"/>
              </a:rPr>
              <a:t>ω</a:t>
            </a:r>
            <a:r>
              <a:rPr lang="en-US" altLang="zh-CN" dirty="0">
                <a:latin typeface="宋体" panose="02010600030101010101" pitchFamily="2" charset="-122"/>
              </a:rPr>
              <a:t>)</a:t>
            </a:r>
            <a:r>
              <a:rPr lang="zh-CN" altLang="en-US" dirty="0"/>
              <a:t>变化为</a:t>
            </a:r>
            <a:r>
              <a:rPr lang="en-US" altLang="zh-CN" dirty="0"/>
              <a:t>0</a:t>
            </a:r>
            <a:r>
              <a:rPr lang="zh-CN" altLang="en-US" dirty="0"/>
              <a:t>，系统是最小相位变化系统。</a:t>
            </a:r>
          </a:p>
          <a:p>
            <a:pPr lvl="0" algn="just">
              <a:lnSpc>
                <a:spcPct val="90000"/>
              </a:lnSpc>
              <a:spcBef>
                <a:spcPct val="0"/>
              </a:spcBef>
            </a:pPr>
            <a:r>
              <a:rPr lang="zh-CN" altLang="en-US" dirty="0">
                <a:solidFill>
                  <a:srgbClr val="000000"/>
                </a:solidFill>
              </a:rPr>
              <a:t>其基本原理是，当单位圆上的 </a:t>
            </a:r>
            <a:r>
              <a:rPr lang="en-US" altLang="zh-CN" dirty="0">
                <a:solidFill>
                  <a:srgbClr val="000000"/>
                </a:solidFill>
              </a:rPr>
              <a:t>e</a:t>
            </a:r>
            <a:r>
              <a:rPr lang="en-US" altLang="zh-CN" baseline="30000" dirty="0">
                <a:solidFill>
                  <a:srgbClr val="000000"/>
                </a:solidFill>
              </a:rPr>
              <a:t>jω </a:t>
            </a:r>
            <a:r>
              <a:rPr lang="zh-CN" altLang="en-US" dirty="0">
                <a:solidFill>
                  <a:srgbClr val="000000"/>
                </a:solidFill>
              </a:rPr>
              <a:t>点在极点 </a:t>
            </a:r>
            <a:r>
              <a:rPr lang="en-US" altLang="zh-CN" dirty="0">
                <a:solidFill>
                  <a:srgbClr val="000000"/>
                </a:solidFill>
              </a:rPr>
              <a:t>d </a:t>
            </a:r>
            <a:r>
              <a:rPr lang="en-US" altLang="zh-CN" baseline="-30000" dirty="0">
                <a:solidFill>
                  <a:srgbClr val="000000"/>
                </a:solidFill>
              </a:rPr>
              <a:t>i</a:t>
            </a:r>
            <a:r>
              <a:rPr lang="zh-CN" altLang="en-US" dirty="0">
                <a:solidFill>
                  <a:srgbClr val="000000"/>
                </a:solidFill>
              </a:rPr>
              <a:t>附近时，分母向量最短，出现极小值，频响在这附近可能出现峰值，且极点 </a:t>
            </a:r>
            <a:r>
              <a:rPr lang="en-US" altLang="zh-CN" dirty="0">
                <a:solidFill>
                  <a:srgbClr val="000000"/>
                </a:solidFill>
              </a:rPr>
              <a:t>d</a:t>
            </a:r>
            <a:r>
              <a:rPr lang="en-US" altLang="zh-CN" baseline="-30000" dirty="0">
                <a:solidFill>
                  <a:srgbClr val="000000"/>
                </a:solidFill>
              </a:rPr>
              <a:t>i </a:t>
            </a:r>
            <a:r>
              <a:rPr lang="zh-CN" altLang="en-US" dirty="0">
                <a:solidFill>
                  <a:srgbClr val="000000"/>
                </a:solidFill>
              </a:rPr>
              <a:t>越靠近单位圆，极小值越小，频响出现的峰值越尖锐，当 </a:t>
            </a:r>
            <a:r>
              <a:rPr lang="en-US" altLang="zh-CN" dirty="0">
                <a:solidFill>
                  <a:srgbClr val="000000"/>
                </a:solidFill>
              </a:rPr>
              <a:t>d</a:t>
            </a:r>
            <a:r>
              <a:rPr lang="en-US" altLang="zh-CN" baseline="-30000" dirty="0">
                <a:solidFill>
                  <a:srgbClr val="000000"/>
                </a:solidFill>
              </a:rPr>
              <a:t>i </a:t>
            </a:r>
            <a:r>
              <a:rPr lang="zh-CN" altLang="en-US" dirty="0">
                <a:solidFill>
                  <a:srgbClr val="000000"/>
                </a:solidFill>
              </a:rPr>
              <a:t>处在单位圆上时，极小值为零，相应的频响将出现∞，这相当于在该频率处出现无耗（</a:t>
            </a:r>
            <a:r>
              <a:rPr lang="en-US" altLang="zh-CN" dirty="0">
                <a:solidFill>
                  <a:srgbClr val="000000"/>
                </a:solidFill>
              </a:rPr>
              <a:t>Q=∞</a:t>
            </a:r>
            <a:r>
              <a:rPr lang="zh-CN" altLang="en-US" dirty="0">
                <a:solidFill>
                  <a:srgbClr val="000000"/>
                </a:solidFill>
              </a:rPr>
              <a:t>）谐振，当极点超出单位圆时系统就处于不稳定状态。对于现实系统，这是不希望的。</a:t>
            </a:r>
          </a:p>
          <a:p>
            <a:pPr lvl="0" algn="just">
              <a:lnSpc>
                <a:spcPct val="90000"/>
              </a:lnSpc>
              <a:spcBef>
                <a:spcPct val="0"/>
              </a:spcBef>
            </a:pPr>
            <a:endParaRPr lang="zh-CN" altLang="en-US" dirty="0">
              <a:solidFill>
                <a:srgbClr val="000000"/>
              </a:solidFill>
            </a:endParaRPr>
          </a:p>
          <a:p>
            <a:pPr lvl="0" algn="just">
              <a:lnSpc>
                <a:spcPct val="90000"/>
              </a:lnSpc>
              <a:spcBef>
                <a:spcPct val="0"/>
              </a:spcBef>
            </a:pPr>
            <a:r>
              <a:rPr lang="zh-CN" altLang="en-US" dirty="0">
                <a:solidFill>
                  <a:srgbClr val="000000"/>
                </a:solidFill>
              </a:rPr>
              <a:t>              对于零点位置，频响将正好相反，</a:t>
            </a:r>
            <a:r>
              <a:rPr lang="en-US" altLang="zh-CN" dirty="0">
                <a:solidFill>
                  <a:srgbClr val="000000"/>
                </a:solidFill>
              </a:rPr>
              <a:t>e</a:t>
            </a:r>
            <a:r>
              <a:rPr lang="en-US" altLang="zh-CN" baseline="30000" dirty="0">
                <a:solidFill>
                  <a:srgbClr val="000000"/>
                </a:solidFill>
              </a:rPr>
              <a:t>jω</a:t>
            </a:r>
            <a:r>
              <a:rPr lang="zh-CN" altLang="en-US" dirty="0">
                <a:solidFill>
                  <a:srgbClr val="000000"/>
                </a:solidFill>
              </a:rPr>
              <a:t>点越接近某零点 </a:t>
            </a:r>
            <a:r>
              <a:rPr lang="en-US" altLang="zh-CN" dirty="0">
                <a:solidFill>
                  <a:srgbClr val="000000"/>
                </a:solidFill>
              </a:rPr>
              <a:t>c</a:t>
            </a:r>
            <a:r>
              <a:rPr lang="en-US" altLang="zh-CN" baseline="-30000" dirty="0">
                <a:solidFill>
                  <a:srgbClr val="000000"/>
                </a:solidFill>
              </a:rPr>
              <a:t>i </a:t>
            </a:r>
            <a:r>
              <a:rPr lang="zh-CN" altLang="en-US" dirty="0">
                <a:solidFill>
                  <a:srgbClr val="000000"/>
                </a:solidFill>
              </a:rPr>
              <a:t>，频响越低，因此在零点附近，频响出现谷点，零点越接近单位圆，谷点越接近零，零点处于单位圆上时，谷点为零，即在零点所在频率上出现传输零点，零点可以位于单位圆以外，不受稳定性约束。</a:t>
            </a:r>
          </a:p>
          <a:p>
            <a:pPr lvl="0" algn="just">
              <a:lnSpc>
                <a:spcPct val="90000"/>
              </a:lnSpc>
              <a:spcBef>
                <a:spcPct val="0"/>
              </a:spcBef>
            </a:pPr>
            <a:endParaRPr lang="zh-CN" altLang="en-US" dirty="0">
              <a:solidFill>
                <a:srgbClr val="000000"/>
              </a:solidFill>
            </a:endParaRPr>
          </a:p>
          <a:p>
            <a:pPr lvl="0" algn="just">
              <a:lnSpc>
                <a:spcPct val="90000"/>
              </a:lnSpc>
              <a:spcBef>
                <a:spcPct val="0"/>
              </a:spcBef>
            </a:pPr>
            <a:r>
              <a:rPr lang="zh-CN" altLang="en-US" dirty="0">
                <a:solidFill>
                  <a:srgbClr val="000000"/>
                </a:solidFill>
              </a:rPr>
              <a:t>       这种几何方法为我们认识零、极点分布对系统性能的影响提供了一个直观的概念，这一概念对系统的分析和设计都十分重要。</a:t>
            </a:r>
          </a:p>
          <a:p>
            <a:pPr lvl="0">
              <a:lnSpc>
                <a:spcPct val="90000"/>
              </a:lnSpc>
              <a:spcBef>
                <a:spcPct val="0"/>
              </a:spcBef>
            </a:pPr>
            <a:endParaRPr lang="zh-CN" altLang="en-US" dirty="0">
              <a:solidFill>
                <a:srgbClr val="000000"/>
              </a:solidFill>
            </a:endParaRPr>
          </a:p>
          <a:p>
            <a:pPr lvl="0">
              <a:lnSpc>
                <a:spcPct val="90000"/>
              </a:lnSpc>
            </a:pPr>
            <a:endParaRPr lang="zh-CN" altLang="en-US" dirty="0"/>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PhAnim="0" type="title">
  <p:cSld name="标题幻灯片">
    <p:bg>
      <p:bgPr>
        <a:blipFill rotWithShape="0">
          <a:blip r:embed="rId2"/>
          <a:stretch>
            <a:fillRect/>
          </a:stretch>
        </a:blipFill>
        <a:effectLst/>
      </p:bgPr>
    </p:bg>
    <p:spTree>
      <p:nvGrpSpPr>
        <p:cNvPr id="1" name=""/>
        <p:cNvGrpSpPr/>
        <p:nvPr/>
      </p:nvGrpSpPr>
      <p:grpSpPr>
        <a:xfrm>
          <a:off x="0" y="0"/>
          <a:ext cx="0" cy="0"/>
          <a:chOff x="0" y="0"/>
          <a:chExt cx="0" cy="0"/>
        </a:xfrm>
      </p:grpSpPr>
      <p:sp>
        <p:nvSpPr>
          <p:cNvPr id="2050" name="标题 2049"/>
          <p:cNvSpPr>
            <a:spLocks noGrp="1"/>
          </p:cNvSpPr>
          <p:nvPr>
            <p:ph type="ctrTitle"/>
          </p:nvPr>
        </p:nvSpPr>
        <p:spPr>
          <a:xfrm>
            <a:off x="685800" y="2130425"/>
            <a:ext cx="7772400" cy="1470025"/>
          </a:xfrm>
          <a:prstGeom prst="rect">
            <a:avLst/>
          </a:prstGeom>
          <a:noFill/>
          <a:ln w="9525">
            <a:noFill/>
          </a:ln>
        </p:spPr>
        <p:txBody>
          <a:bodyPr anchor="ctr"/>
          <a:lstStyle>
            <a:lvl1pPr lvl="0" algn="ctr">
              <a:defRPr sz="4000" b="1"/>
            </a:lvl1pPr>
          </a:lstStyle>
          <a:p>
            <a:pPr lvl="0" fontAlgn="base"/>
            <a:r>
              <a:rPr lang="zh-CN" altLang="en-US" strike="noStrike" noProof="1"/>
              <a:t>单击此处编辑母版标题样式</a:t>
            </a:r>
          </a:p>
        </p:txBody>
      </p:sp>
      <p:sp>
        <p:nvSpPr>
          <p:cNvPr id="2051" name="副标题 2050"/>
          <p:cNvSpPr>
            <a:spLocks noGrp="1"/>
          </p:cNvSpPr>
          <p:nvPr>
            <p:ph type="subTitle" idx="1"/>
          </p:nvPr>
        </p:nvSpPr>
        <p:spPr>
          <a:xfrm>
            <a:off x="1371600" y="3886200"/>
            <a:ext cx="6400800" cy="1219200"/>
          </a:xfrm>
          <a:prstGeom prst="rect">
            <a:avLst/>
          </a:prstGeom>
          <a:noFill/>
          <a:ln w="9525">
            <a:noFill/>
          </a:ln>
        </p:spPr>
        <p:txBody>
          <a:bodyPr anchor="t"/>
          <a:lstStyle>
            <a:lvl1pPr marL="0" lvl="0" indent="0" algn="ctr">
              <a:buNone/>
              <a:defRPr sz="3200"/>
            </a:lvl1pPr>
            <a:lvl2pPr marL="457200" lvl="1" indent="0" algn="ctr">
              <a:buNone/>
              <a:defRPr sz="3200"/>
            </a:lvl2pPr>
            <a:lvl3pPr marL="914400" lvl="2" indent="0" algn="ctr">
              <a:buNone/>
              <a:defRPr sz="3200"/>
            </a:lvl3pPr>
            <a:lvl4pPr marL="1371600" lvl="3" indent="0" algn="ctr">
              <a:buNone/>
              <a:defRPr sz="3200"/>
            </a:lvl4pPr>
            <a:lvl5pPr marL="1828800" lvl="4" indent="0" algn="ctr">
              <a:buNone/>
              <a:defRPr sz="3200"/>
            </a:lvl5pPr>
          </a:lstStyle>
          <a:p>
            <a:pPr lvl="0" fontAlgn="base"/>
            <a:r>
              <a:rPr lang="zh-CN" altLang="en-US" strike="noStrike" noProof="1"/>
              <a:t>单击此处编辑母版副标题样式</a:t>
            </a:r>
          </a:p>
        </p:txBody>
      </p:sp>
      <p:sp>
        <p:nvSpPr>
          <p:cNvPr id="2052" name="日期占位符 2051"/>
          <p:cNvSpPr>
            <a:spLocks noGrp="1"/>
          </p:cNvSpPr>
          <p:nvPr>
            <p:ph type="dt" sz="half" idx="2"/>
          </p:nvPr>
        </p:nvSpPr>
        <p:spPr>
          <a:xfrm>
            <a:off x="457200" y="6245225"/>
            <a:ext cx="2133600" cy="476250"/>
          </a:xfrm>
          <a:prstGeom prst="rect">
            <a:avLst/>
          </a:prstGeom>
          <a:noFill/>
          <a:ln w="9525">
            <a:noFill/>
          </a:ln>
        </p:spPr>
        <p:txBody>
          <a:bodyPr anchor="t"/>
          <a:lstStyle>
            <a:lvl1pPr>
              <a:defRPr sz="1400"/>
            </a:lvl1pPr>
          </a:lstStyle>
          <a:p>
            <a:pPr fontAlgn="base"/>
            <a:endParaRPr lang="zh-CN" altLang="en-US" strike="noStrike" noProof="1">
              <a:latin typeface="Times New Roman" panose="02020603050405020304" pitchFamily="2" charset="0"/>
            </a:endParaRPr>
          </a:p>
        </p:txBody>
      </p:sp>
      <p:sp>
        <p:nvSpPr>
          <p:cNvPr id="2053" name="页脚占位符 2052"/>
          <p:cNvSpPr>
            <a:spLocks noGrp="1"/>
          </p:cNvSpPr>
          <p:nvPr>
            <p:ph type="ftr" sz="quarter" idx="3"/>
          </p:nvPr>
        </p:nvSpPr>
        <p:spPr>
          <a:xfrm>
            <a:off x="3124200" y="6245225"/>
            <a:ext cx="2895600" cy="476250"/>
          </a:xfrm>
          <a:prstGeom prst="rect">
            <a:avLst/>
          </a:prstGeom>
          <a:noFill/>
          <a:ln w="9525">
            <a:noFill/>
          </a:ln>
        </p:spPr>
        <p:txBody>
          <a:bodyPr anchor="t"/>
          <a:lstStyle>
            <a:lvl1pPr algn="ctr">
              <a:defRPr sz="1400"/>
            </a:lvl1pPr>
          </a:lstStyle>
          <a:p>
            <a:pPr fontAlgn="base"/>
            <a:endParaRPr lang="zh-CN" altLang="en-US" strike="noStrike" noProof="1">
              <a:latin typeface="Times New Roman" panose="02020603050405020304" pitchFamily="2" charset="0"/>
            </a:endParaRPr>
          </a:p>
        </p:txBody>
      </p:sp>
      <p:sp>
        <p:nvSpPr>
          <p:cNvPr id="2054" name="灯片编号占位符 2053"/>
          <p:cNvSpPr>
            <a:spLocks noGrp="1"/>
          </p:cNvSpPr>
          <p:nvPr>
            <p:ph type="sldNum" sz="quarter" idx="4"/>
          </p:nvPr>
        </p:nvSpPr>
        <p:spPr>
          <a:xfrm>
            <a:off x="6553200" y="6245225"/>
            <a:ext cx="2133600" cy="476250"/>
          </a:xfrm>
          <a:prstGeom prst="rect">
            <a:avLst/>
          </a:prstGeom>
          <a:noFill/>
          <a:ln w="9525">
            <a:noFill/>
          </a:ln>
        </p:spPr>
        <p:txBody>
          <a:bodyPr anchor="t"/>
          <a:lstStyle>
            <a:lvl1pPr algn="r">
              <a:defRPr sz="1400"/>
            </a:lvl1pPr>
          </a:lstStyle>
          <a:p>
            <a:pPr fontAlgn="base"/>
            <a:fld id="{9A0DB2DC-4C9A-4742-B13C-FB6460FD3503}" type="slidenum">
              <a:rPr lang="zh-CN" altLang="en-US" strike="noStrike" noProof="1" dirty="0">
                <a:latin typeface="Times New Roman" panose="02020603050405020304" pitchFamily="2" charset="0"/>
                <a:ea typeface="宋体" panose="02010600030101010101" pitchFamily="2" charset="-122"/>
                <a:cs typeface="+mn-cs"/>
              </a:rPr>
              <a:t>‹#›</a:t>
            </a:fld>
            <a:endParaRPr lang="zh-CN" altLang="en-US" strike="noStrike" noProof="1">
              <a:latin typeface="Times New Roman" panose="02020603050405020304" pitchFamily="2" charset="0"/>
            </a:endParaRPr>
          </a:p>
        </p:txBody>
      </p:sp>
    </p:spTree>
  </p:cSld>
  <p:clrMapOvr>
    <a:masterClrMapping/>
  </p:clrMapOvr>
  <p:transition/>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内容占位符 2"/>
          <p:cNvSpPr>
            <a:spLocks noGrp="1"/>
          </p:cNvSpPr>
          <p:nvPr>
            <p:ph idx="1"/>
          </p:nvPr>
        </p:nvSpPr>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日期占位符 3"/>
          <p:cNvSpPr>
            <a:spLocks noGrp="1"/>
          </p:cNvSpPr>
          <p:nvPr>
            <p:ph type="dt" sz="half" idx="10"/>
          </p:nvPr>
        </p:nvSpPr>
        <p:spPr/>
        <p:txBody>
          <a:bodyPr/>
          <a:lstStyle/>
          <a:p>
            <a:pPr lvl="0" fontAlgn="base"/>
            <a:endParaRPr lang="zh-CN" altLang="en-US" strike="noStrike" noProof="1">
              <a:latin typeface="Times New Roman" panose="02020603050405020304" pitchFamily="2" charset="0"/>
            </a:endParaRPr>
          </a:p>
        </p:txBody>
      </p:sp>
      <p:sp>
        <p:nvSpPr>
          <p:cNvPr id="5" name="页脚占位符 4"/>
          <p:cNvSpPr>
            <a:spLocks noGrp="1"/>
          </p:cNvSpPr>
          <p:nvPr>
            <p:ph type="ftr" sz="quarter" idx="11"/>
          </p:nvPr>
        </p:nvSpPr>
        <p:spPr/>
        <p:txBody>
          <a:bodyPr/>
          <a:lstStyle/>
          <a:p>
            <a:pPr lvl="0" fontAlgn="base"/>
            <a:endParaRPr lang="zh-CN" altLang="en-US" strike="noStrike" noProof="1">
              <a:latin typeface="Times New Roman" panose="02020603050405020304" pitchFamily="2" charset="0"/>
            </a:endParaRPr>
          </a:p>
        </p:txBody>
      </p:sp>
      <p:sp>
        <p:nvSpPr>
          <p:cNvPr id="6" name="灯片编号占位符 5"/>
          <p:cNvSpPr>
            <a:spLocks noGrp="1"/>
          </p:cNvSpPr>
          <p:nvPr>
            <p:ph type="sldNum" sz="quarter" idx="12"/>
          </p:nvPr>
        </p:nvSpPr>
        <p:spPr/>
        <p:txBody>
          <a:bodyPr/>
          <a:lstStyle/>
          <a:p>
            <a:pPr lvl="0" fontAlgn="base"/>
            <a:fld id="{9A0DB2DC-4C9A-4742-B13C-FB6460FD3503}" type="slidenum">
              <a:rPr lang="zh-CN" altLang="en-US" strike="noStrike" noProof="1" dirty="0">
                <a:latin typeface="Times New Roman" panose="02020603050405020304" pitchFamily="2" charset="0"/>
                <a:ea typeface="宋体" panose="02010600030101010101" pitchFamily="2" charset="-122"/>
                <a:cs typeface="+mn-cs"/>
              </a:rPr>
              <a:t>‹#›</a:t>
            </a:fld>
            <a:endParaRPr lang="zh-CN" altLang="en-US" strike="noStrike" noProof="1">
              <a:latin typeface="Times New Roman" panose="02020603050405020304" pitchFamily="2" charset="0"/>
            </a:endParaRPr>
          </a:p>
        </p:txBody>
      </p:sp>
    </p:spTree>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a:t>单击此处编辑母版标题样式</a:t>
            </a:r>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a:t>单击此处编辑母版文本样式</a:t>
            </a:r>
          </a:p>
        </p:txBody>
      </p:sp>
      <p:sp>
        <p:nvSpPr>
          <p:cNvPr id="4" name="日期占位符 3"/>
          <p:cNvSpPr>
            <a:spLocks noGrp="1"/>
          </p:cNvSpPr>
          <p:nvPr>
            <p:ph type="dt" sz="half" idx="10"/>
          </p:nvPr>
        </p:nvSpPr>
        <p:spPr/>
        <p:txBody>
          <a:bodyPr/>
          <a:lstStyle/>
          <a:p>
            <a:pPr lvl="0" fontAlgn="base"/>
            <a:endParaRPr lang="zh-CN" altLang="en-US" strike="noStrike" noProof="1">
              <a:latin typeface="Times New Roman" panose="02020603050405020304" pitchFamily="2" charset="0"/>
            </a:endParaRPr>
          </a:p>
        </p:txBody>
      </p:sp>
      <p:sp>
        <p:nvSpPr>
          <p:cNvPr id="5" name="页脚占位符 4"/>
          <p:cNvSpPr>
            <a:spLocks noGrp="1"/>
          </p:cNvSpPr>
          <p:nvPr>
            <p:ph type="ftr" sz="quarter" idx="11"/>
          </p:nvPr>
        </p:nvSpPr>
        <p:spPr/>
        <p:txBody>
          <a:bodyPr/>
          <a:lstStyle/>
          <a:p>
            <a:pPr lvl="0" fontAlgn="base"/>
            <a:endParaRPr lang="zh-CN" altLang="en-US" strike="noStrike" noProof="1">
              <a:latin typeface="Times New Roman" panose="02020603050405020304" pitchFamily="2" charset="0"/>
            </a:endParaRPr>
          </a:p>
        </p:txBody>
      </p:sp>
      <p:sp>
        <p:nvSpPr>
          <p:cNvPr id="6" name="灯片编号占位符 5"/>
          <p:cNvSpPr>
            <a:spLocks noGrp="1"/>
          </p:cNvSpPr>
          <p:nvPr>
            <p:ph type="sldNum" sz="quarter" idx="12"/>
          </p:nvPr>
        </p:nvSpPr>
        <p:spPr/>
        <p:txBody>
          <a:bodyPr/>
          <a:lstStyle/>
          <a:p>
            <a:pPr lvl="0" fontAlgn="base"/>
            <a:fld id="{9A0DB2DC-4C9A-4742-B13C-FB6460FD3503}" type="slidenum">
              <a:rPr lang="zh-CN" altLang="en-US" strike="noStrike" noProof="1" dirty="0">
                <a:latin typeface="Times New Roman" panose="02020603050405020304" pitchFamily="2" charset="0"/>
                <a:ea typeface="宋体" panose="02010600030101010101" pitchFamily="2" charset="-122"/>
                <a:cs typeface="+mn-cs"/>
              </a:rPr>
              <a:t>‹#›</a:t>
            </a:fld>
            <a:endParaRPr lang="zh-CN" altLang="en-US" strike="noStrike" noProof="1">
              <a:latin typeface="Times New Roman" panose="02020603050405020304" pitchFamily="2" charset="0"/>
            </a:endParaRPr>
          </a:p>
        </p:txBody>
      </p:sp>
    </p:spTree>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内容占位符 2"/>
          <p:cNvSpPr>
            <a:spLocks noGrp="1"/>
          </p:cNvSpPr>
          <p:nvPr>
            <p:ph sz="half" idx="1"/>
          </p:nvPr>
        </p:nvSpPr>
        <p:spPr>
          <a:xfrm>
            <a:off x="457200" y="1600200"/>
            <a:ext cx="4032504" cy="4525963"/>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内容占位符 3"/>
          <p:cNvSpPr>
            <a:spLocks noGrp="1"/>
          </p:cNvSpPr>
          <p:nvPr>
            <p:ph sz="half" idx="2"/>
          </p:nvPr>
        </p:nvSpPr>
        <p:spPr>
          <a:xfrm>
            <a:off x="4654296" y="1600200"/>
            <a:ext cx="4032504" cy="4525963"/>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5" name="日期占位符 4"/>
          <p:cNvSpPr>
            <a:spLocks noGrp="1"/>
          </p:cNvSpPr>
          <p:nvPr>
            <p:ph type="dt" sz="half" idx="10"/>
          </p:nvPr>
        </p:nvSpPr>
        <p:spPr/>
        <p:txBody>
          <a:bodyPr/>
          <a:lstStyle/>
          <a:p>
            <a:pPr lvl="0" fontAlgn="base"/>
            <a:endParaRPr lang="zh-CN" altLang="en-US" strike="noStrike" noProof="1">
              <a:latin typeface="Times New Roman" panose="02020603050405020304" pitchFamily="2" charset="0"/>
            </a:endParaRPr>
          </a:p>
        </p:txBody>
      </p:sp>
      <p:sp>
        <p:nvSpPr>
          <p:cNvPr id="6" name="页脚占位符 5"/>
          <p:cNvSpPr>
            <a:spLocks noGrp="1"/>
          </p:cNvSpPr>
          <p:nvPr>
            <p:ph type="ftr" sz="quarter" idx="11"/>
          </p:nvPr>
        </p:nvSpPr>
        <p:spPr/>
        <p:txBody>
          <a:bodyPr/>
          <a:lstStyle/>
          <a:p>
            <a:pPr lvl="0" fontAlgn="base"/>
            <a:endParaRPr lang="zh-CN" altLang="en-US" strike="noStrike" noProof="1">
              <a:latin typeface="Times New Roman" panose="02020603050405020304" pitchFamily="2" charset="0"/>
            </a:endParaRPr>
          </a:p>
        </p:txBody>
      </p:sp>
      <p:sp>
        <p:nvSpPr>
          <p:cNvPr id="7" name="灯片编号占位符 6"/>
          <p:cNvSpPr>
            <a:spLocks noGrp="1"/>
          </p:cNvSpPr>
          <p:nvPr>
            <p:ph type="sldNum" sz="quarter" idx="12"/>
          </p:nvPr>
        </p:nvSpPr>
        <p:spPr/>
        <p:txBody>
          <a:bodyPr/>
          <a:lstStyle/>
          <a:p>
            <a:pPr lvl="0" fontAlgn="base"/>
            <a:fld id="{9A0DB2DC-4C9A-4742-B13C-FB6460FD3503}" type="slidenum">
              <a:rPr lang="zh-CN" altLang="en-US" strike="noStrike" noProof="1" dirty="0">
                <a:latin typeface="Times New Roman" panose="02020603050405020304" pitchFamily="2" charset="0"/>
                <a:ea typeface="宋体" panose="02010600030101010101" pitchFamily="2" charset="-122"/>
                <a:cs typeface="+mn-cs"/>
              </a:rPr>
              <a:t>‹#›</a:t>
            </a:fld>
            <a:endParaRPr lang="zh-CN" altLang="en-US" strike="noStrike" noProof="1">
              <a:latin typeface="Times New Roman" panose="02020603050405020304" pitchFamily="2" charset="0"/>
            </a:endParaRPr>
          </a:p>
        </p:txBody>
      </p:sp>
    </p:spTree>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a:t>单击此处编辑母版标题样式</a:t>
            </a:r>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a:t>单击此处编辑母版文本样式</a:t>
            </a:r>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a:t>单击此处编辑母版文本样式</a:t>
            </a:r>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7" name="日期占位符 6"/>
          <p:cNvSpPr>
            <a:spLocks noGrp="1"/>
          </p:cNvSpPr>
          <p:nvPr>
            <p:ph type="dt" sz="half" idx="10"/>
          </p:nvPr>
        </p:nvSpPr>
        <p:spPr/>
        <p:txBody>
          <a:bodyPr/>
          <a:lstStyle/>
          <a:p>
            <a:pPr lvl="0" fontAlgn="base"/>
            <a:endParaRPr lang="zh-CN" altLang="en-US" strike="noStrike" noProof="1">
              <a:latin typeface="Times New Roman" panose="02020603050405020304" pitchFamily="2" charset="0"/>
            </a:endParaRPr>
          </a:p>
        </p:txBody>
      </p:sp>
      <p:sp>
        <p:nvSpPr>
          <p:cNvPr id="8" name="页脚占位符 7"/>
          <p:cNvSpPr>
            <a:spLocks noGrp="1"/>
          </p:cNvSpPr>
          <p:nvPr>
            <p:ph type="ftr" sz="quarter" idx="11"/>
          </p:nvPr>
        </p:nvSpPr>
        <p:spPr/>
        <p:txBody>
          <a:bodyPr/>
          <a:lstStyle/>
          <a:p>
            <a:pPr lvl="0" fontAlgn="base"/>
            <a:endParaRPr lang="zh-CN" altLang="en-US" strike="noStrike" noProof="1">
              <a:latin typeface="Times New Roman" panose="02020603050405020304" pitchFamily="2" charset="0"/>
            </a:endParaRPr>
          </a:p>
        </p:txBody>
      </p:sp>
      <p:sp>
        <p:nvSpPr>
          <p:cNvPr id="9" name="灯片编号占位符 8"/>
          <p:cNvSpPr>
            <a:spLocks noGrp="1"/>
          </p:cNvSpPr>
          <p:nvPr>
            <p:ph type="sldNum" sz="quarter" idx="12"/>
          </p:nvPr>
        </p:nvSpPr>
        <p:spPr/>
        <p:txBody>
          <a:bodyPr/>
          <a:lstStyle/>
          <a:p>
            <a:pPr lvl="0" fontAlgn="base"/>
            <a:fld id="{9A0DB2DC-4C9A-4742-B13C-FB6460FD3503}" type="slidenum">
              <a:rPr lang="zh-CN" altLang="en-US" strike="noStrike" noProof="1" dirty="0">
                <a:latin typeface="Times New Roman" panose="02020603050405020304" pitchFamily="2" charset="0"/>
                <a:ea typeface="宋体" panose="02010600030101010101" pitchFamily="2" charset="-122"/>
                <a:cs typeface="+mn-cs"/>
              </a:rPr>
              <a:t>‹#›</a:t>
            </a:fld>
            <a:endParaRPr lang="zh-CN" altLang="en-US" strike="noStrike" noProof="1">
              <a:latin typeface="Times New Roman" panose="02020603050405020304" pitchFamily="2" charset="0"/>
            </a:endParaRPr>
          </a:p>
        </p:txBody>
      </p:sp>
    </p:spTree>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日期占位符 2"/>
          <p:cNvSpPr>
            <a:spLocks noGrp="1"/>
          </p:cNvSpPr>
          <p:nvPr>
            <p:ph type="dt" sz="half" idx="10"/>
          </p:nvPr>
        </p:nvSpPr>
        <p:spPr/>
        <p:txBody>
          <a:bodyPr/>
          <a:lstStyle/>
          <a:p>
            <a:pPr lvl="0" fontAlgn="base"/>
            <a:endParaRPr lang="zh-CN" altLang="en-US" strike="noStrike" noProof="1">
              <a:latin typeface="Times New Roman" panose="02020603050405020304" pitchFamily="2" charset="0"/>
            </a:endParaRPr>
          </a:p>
        </p:txBody>
      </p:sp>
      <p:sp>
        <p:nvSpPr>
          <p:cNvPr id="4" name="页脚占位符 3"/>
          <p:cNvSpPr>
            <a:spLocks noGrp="1"/>
          </p:cNvSpPr>
          <p:nvPr>
            <p:ph type="ftr" sz="quarter" idx="11"/>
          </p:nvPr>
        </p:nvSpPr>
        <p:spPr/>
        <p:txBody>
          <a:bodyPr/>
          <a:lstStyle/>
          <a:p>
            <a:pPr lvl="0" fontAlgn="base"/>
            <a:endParaRPr lang="zh-CN" altLang="en-US" strike="noStrike" noProof="1">
              <a:latin typeface="Times New Roman" panose="02020603050405020304" pitchFamily="2" charset="0"/>
            </a:endParaRPr>
          </a:p>
        </p:txBody>
      </p:sp>
      <p:sp>
        <p:nvSpPr>
          <p:cNvPr id="5" name="灯片编号占位符 4"/>
          <p:cNvSpPr>
            <a:spLocks noGrp="1"/>
          </p:cNvSpPr>
          <p:nvPr>
            <p:ph type="sldNum" sz="quarter" idx="12"/>
          </p:nvPr>
        </p:nvSpPr>
        <p:spPr/>
        <p:txBody>
          <a:bodyPr/>
          <a:lstStyle/>
          <a:p>
            <a:pPr lvl="0" fontAlgn="base"/>
            <a:fld id="{9A0DB2DC-4C9A-4742-B13C-FB6460FD3503}" type="slidenum">
              <a:rPr lang="zh-CN" altLang="en-US" strike="noStrike" noProof="1" dirty="0">
                <a:latin typeface="Times New Roman" panose="02020603050405020304" pitchFamily="2" charset="0"/>
                <a:ea typeface="宋体" panose="02010600030101010101" pitchFamily="2" charset="-122"/>
                <a:cs typeface="+mn-cs"/>
              </a:rPr>
              <a:t>‹#›</a:t>
            </a:fld>
            <a:endParaRPr lang="zh-CN" altLang="en-US" strike="noStrike" noProof="1">
              <a:latin typeface="Times New Roman" panose="02020603050405020304" pitchFamily="2" charset="0"/>
            </a:endParaRPr>
          </a:p>
        </p:txBody>
      </p:sp>
    </p:spTree>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lvl="0" fontAlgn="base"/>
            <a:endParaRPr lang="zh-CN" altLang="en-US" strike="noStrike" noProof="1">
              <a:latin typeface="Times New Roman" panose="02020603050405020304" pitchFamily="2" charset="0"/>
            </a:endParaRPr>
          </a:p>
        </p:txBody>
      </p:sp>
      <p:sp>
        <p:nvSpPr>
          <p:cNvPr id="3" name="页脚占位符 2"/>
          <p:cNvSpPr>
            <a:spLocks noGrp="1"/>
          </p:cNvSpPr>
          <p:nvPr>
            <p:ph type="ftr" sz="quarter" idx="11"/>
          </p:nvPr>
        </p:nvSpPr>
        <p:spPr/>
        <p:txBody>
          <a:bodyPr/>
          <a:lstStyle/>
          <a:p>
            <a:pPr lvl="0" fontAlgn="base"/>
            <a:endParaRPr lang="zh-CN" altLang="en-US" strike="noStrike" noProof="1">
              <a:latin typeface="Times New Roman" panose="02020603050405020304" pitchFamily="2" charset="0"/>
            </a:endParaRPr>
          </a:p>
        </p:txBody>
      </p:sp>
      <p:sp>
        <p:nvSpPr>
          <p:cNvPr id="4" name="灯片编号占位符 3"/>
          <p:cNvSpPr>
            <a:spLocks noGrp="1"/>
          </p:cNvSpPr>
          <p:nvPr>
            <p:ph type="sldNum" sz="quarter" idx="12"/>
          </p:nvPr>
        </p:nvSpPr>
        <p:spPr/>
        <p:txBody>
          <a:bodyPr/>
          <a:lstStyle/>
          <a:p>
            <a:pPr lvl="0" fontAlgn="base"/>
            <a:fld id="{9A0DB2DC-4C9A-4742-B13C-FB6460FD3503}" type="slidenum">
              <a:rPr lang="zh-CN" altLang="en-US" strike="noStrike" noProof="1" dirty="0">
                <a:latin typeface="Times New Roman" panose="02020603050405020304" pitchFamily="2" charset="0"/>
                <a:ea typeface="宋体" panose="02010600030101010101" pitchFamily="2" charset="-122"/>
                <a:cs typeface="+mn-cs"/>
              </a:rPr>
              <a:t>‹#›</a:t>
            </a:fld>
            <a:endParaRPr lang="zh-CN" altLang="en-US" strike="noStrike" noProof="1">
              <a:latin typeface="Times New Roman" panose="02020603050405020304" pitchFamily="2" charset="0"/>
            </a:endParaRPr>
          </a:p>
        </p:txBody>
      </p:sp>
    </p:spTree>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a:t>单击此处编辑母版标题样式</a:t>
            </a:r>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a:t>单击此处编辑母版文本样式</a:t>
            </a:r>
          </a:p>
        </p:txBody>
      </p:sp>
      <p:sp>
        <p:nvSpPr>
          <p:cNvPr id="5" name="日期占位符 4"/>
          <p:cNvSpPr>
            <a:spLocks noGrp="1"/>
          </p:cNvSpPr>
          <p:nvPr>
            <p:ph type="dt" sz="half" idx="10"/>
          </p:nvPr>
        </p:nvSpPr>
        <p:spPr/>
        <p:txBody>
          <a:bodyPr/>
          <a:lstStyle/>
          <a:p>
            <a:pPr lvl="0" fontAlgn="base"/>
            <a:endParaRPr lang="zh-CN" altLang="en-US" strike="noStrike" noProof="1">
              <a:latin typeface="Times New Roman" panose="02020603050405020304" pitchFamily="2" charset="0"/>
            </a:endParaRPr>
          </a:p>
        </p:txBody>
      </p:sp>
      <p:sp>
        <p:nvSpPr>
          <p:cNvPr id="6" name="页脚占位符 5"/>
          <p:cNvSpPr>
            <a:spLocks noGrp="1"/>
          </p:cNvSpPr>
          <p:nvPr>
            <p:ph type="ftr" sz="quarter" idx="11"/>
          </p:nvPr>
        </p:nvSpPr>
        <p:spPr/>
        <p:txBody>
          <a:bodyPr/>
          <a:lstStyle/>
          <a:p>
            <a:pPr lvl="0" fontAlgn="base"/>
            <a:endParaRPr lang="zh-CN" altLang="en-US" strike="noStrike" noProof="1">
              <a:latin typeface="Times New Roman" panose="02020603050405020304" pitchFamily="2" charset="0"/>
            </a:endParaRPr>
          </a:p>
        </p:txBody>
      </p:sp>
      <p:sp>
        <p:nvSpPr>
          <p:cNvPr id="7" name="灯片编号占位符 6"/>
          <p:cNvSpPr>
            <a:spLocks noGrp="1"/>
          </p:cNvSpPr>
          <p:nvPr>
            <p:ph type="sldNum" sz="quarter" idx="12"/>
          </p:nvPr>
        </p:nvSpPr>
        <p:spPr/>
        <p:txBody>
          <a:bodyPr/>
          <a:lstStyle/>
          <a:p>
            <a:pPr lvl="0" fontAlgn="base"/>
            <a:fld id="{9A0DB2DC-4C9A-4742-B13C-FB6460FD3503}" type="slidenum">
              <a:rPr lang="zh-CN" altLang="en-US" strike="noStrike" noProof="1" dirty="0">
                <a:latin typeface="Times New Roman" panose="02020603050405020304" pitchFamily="2" charset="0"/>
                <a:ea typeface="宋体" panose="02010600030101010101" pitchFamily="2" charset="-122"/>
                <a:cs typeface="+mn-cs"/>
              </a:rPr>
              <a:t>‹#›</a:t>
            </a:fld>
            <a:endParaRPr lang="zh-CN" altLang="en-US" strike="noStrike" noProof="1">
              <a:latin typeface="Times New Roman" panose="02020603050405020304" pitchFamily="2" charset="0"/>
            </a:endParaRPr>
          </a:p>
        </p:txBody>
      </p:sp>
    </p:spTree>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a:t>单击此处编辑母版标题样式</a:t>
            </a:r>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a:t>单击此处编辑母版文本样式</a:t>
            </a:r>
          </a:p>
        </p:txBody>
      </p:sp>
      <p:sp>
        <p:nvSpPr>
          <p:cNvPr id="5" name="日期占位符 4"/>
          <p:cNvSpPr>
            <a:spLocks noGrp="1"/>
          </p:cNvSpPr>
          <p:nvPr>
            <p:ph type="dt" sz="half" idx="10"/>
          </p:nvPr>
        </p:nvSpPr>
        <p:spPr/>
        <p:txBody>
          <a:bodyPr/>
          <a:lstStyle/>
          <a:p>
            <a:pPr lvl="0" fontAlgn="base"/>
            <a:endParaRPr lang="zh-CN" altLang="en-US" strike="noStrike" noProof="1">
              <a:latin typeface="Times New Roman" panose="02020603050405020304" pitchFamily="2" charset="0"/>
            </a:endParaRPr>
          </a:p>
        </p:txBody>
      </p:sp>
      <p:sp>
        <p:nvSpPr>
          <p:cNvPr id="6" name="页脚占位符 5"/>
          <p:cNvSpPr>
            <a:spLocks noGrp="1"/>
          </p:cNvSpPr>
          <p:nvPr>
            <p:ph type="ftr" sz="quarter" idx="11"/>
          </p:nvPr>
        </p:nvSpPr>
        <p:spPr/>
        <p:txBody>
          <a:bodyPr/>
          <a:lstStyle/>
          <a:p>
            <a:pPr lvl="0" fontAlgn="base"/>
            <a:endParaRPr lang="zh-CN" altLang="en-US" strike="noStrike" noProof="1">
              <a:latin typeface="Times New Roman" panose="02020603050405020304" pitchFamily="2" charset="0"/>
            </a:endParaRPr>
          </a:p>
        </p:txBody>
      </p:sp>
      <p:sp>
        <p:nvSpPr>
          <p:cNvPr id="7" name="灯片编号占位符 6"/>
          <p:cNvSpPr>
            <a:spLocks noGrp="1"/>
          </p:cNvSpPr>
          <p:nvPr>
            <p:ph type="sldNum" sz="quarter" idx="12"/>
          </p:nvPr>
        </p:nvSpPr>
        <p:spPr/>
        <p:txBody>
          <a:bodyPr/>
          <a:lstStyle/>
          <a:p>
            <a:pPr lvl="0" fontAlgn="base"/>
            <a:fld id="{9A0DB2DC-4C9A-4742-B13C-FB6460FD3503}" type="slidenum">
              <a:rPr lang="zh-CN" altLang="en-US" strike="noStrike" noProof="1" dirty="0">
                <a:latin typeface="Times New Roman" panose="02020603050405020304" pitchFamily="2" charset="0"/>
                <a:ea typeface="宋体" panose="02010600030101010101" pitchFamily="2" charset="-122"/>
                <a:cs typeface="+mn-cs"/>
              </a:rPr>
              <a:t>‹#›</a:t>
            </a:fld>
            <a:endParaRPr lang="zh-CN" altLang="en-US" strike="noStrike" noProof="1">
              <a:latin typeface="Times New Roman" panose="02020603050405020304" pitchFamily="2" charset="0"/>
            </a:endParaRPr>
          </a:p>
        </p:txBody>
      </p:sp>
    </p:spTree>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竖排文字占位符 2"/>
          <p:cNvSpPr>
            <a:spLocks noGrp="1"/>
          </p:cNvSpPr>
          <p:nvPr>
            <p:ph type="body" orient="vert" idx="1"/>
          </p:nvPr>
        </p:nvSpPr>
        <p:spPr/>
        <p:txBody>
          <a:bodyPr vert="eaVert"/>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日期占位符 3"/>
          <p:cNvSpPr>
            <a:spLocks noGrp="1"/>
          </p:cNvSpPr>
          <p:nvPr>
            <p:ph type="dt" sz="half" idx="10"/>
          </p:nvPr>
        </p:nvSpPr>
        <p:spPr/>
        <p:txBody>
          <a:bodyPr/>
          <a:lstStyle/>
          <a:p>
            <a:pPr lvl="0" fontAlgn="base"/>
            <a:endParaRPr lang="zh-CN" altLang="en-US" strike="noStrike" noProof="1">
              <a:latin typeface="Times New Roman" panose="02020603050405020304" pitchFamily="2" charset="0"/>
            </a:endParaRPr>
          </a:p>
        </p:txBody>
      </p:sp>
      <p:sp>
        <p:nvSpPr>
          <p:cNvPr id="5" name="页脚占位符 4"/>
          <p:cNvSpPr>
            <a:spLocks noGrp="1"/>
          </p:cNvSpPr>
          <p:nvPr>
            <p:ph type="ftr" sz="quarter" idx="11"/>
          </p:nvPr>
        </p:nvSpPr>
        <p:spPr/>
        <p:txBody>
          <a:bodyPr/>
          <a:lstStyle/>
          <a:p>
            <a:pPr lvl="0" fontAlgn="base"/>
            <a:endParaRPr lang="zh-CN" altLang="en-US" strike="noStrike" noProof="1">
              <a:latin typeface="Times New Roman" panose="02020603050405020304" pitchFamily="2" charset="0"/>
            </a:endParaRPr>
          </a:p>
        </p:txBody>
      </p:sp>
      <p:sp>
        <p:nvSpPr>
          <p:cNvPr id="6" name="灯片编号占位符 5"/>
          <p:cNvSpPr>
            <a:spLocks noGrp="1"/>
          </p:cNvSpPr>
          <p:nvPr>
            <p:ph type="sldNum" sz="quarter" idx="12"/>
          </p:nvPr>
        </p:nvSpPr>
        <p:spPr/>
        <p:txBody>
          <a:bodyPr/>
          <a:lstStyle/>
          <a:p>
            <a:pPr lvl="0" fontAlgn="base"/>
            <a:fld id="{9A0DB2DC-4C9A-4742-B13C-FB6460FD3503}" type="slidenum">
              <a:rPr lang="zh-CN" altLang="en-US" strike="noStrike" noProof="1" dirty="0">
                <a:latin typeface="Times New Roman" panose="02020603050405020304" pitchFamily="2" charset="0"/>
                <a:ea typeface="宋体" panose="02010600030101010101" pitchFamily="2" charset="-122"/>
                <a:cs typeface="+mn-cs"/>
              </a:rPr>
              <a:t>‹#›</a:t>
            </a:fld>
            <a:endParaRPr lang="zh-CN" altLang="en-US" strike="noStrike" noProof="1">
              <a:latin typeface="Times New Roman" panose="02020603050405020304" pitchFamily="2" charset="0"/>
            </a:endParaRPr>
          </a:p>
        </p:txBody>
      </p:sp>
    </p:spTree>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pPr fontAlgn="base"/>
            <a:r>
              <a:rPr lang="zh-CN" altLang="en-US" strike="noStrike" noProof="1"/>
              <a:t>单击此处编辑母版标题样式</a:t>
            </a:r>
          </a:p>
        </p:txBody>
      </p:sp>
      <p:sp>
        <p:nvSpPr>
          <p:cNvPr id="3" name="竖排文字占位符 2"/>
          <p:cNvSpPr>
            <a:spLocks noGrp="1"/>
          </p:cNvSpPr>
          <p:nvPr>
            <p:ph type="body" orient="vert" idx="1"/>
          </p:nvPr>
        </p:nvSpPr>
        <p:spPr>
          <a:xfrm>
            <a:off x="457200" y="274638"/>
            <a:ext cx="6052930" cy="5851525"/>
          </a:xfrm>
        </p:spPr>
        <p:txBody>
          <a:bodyPr vert="eaVert"/>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日期占位符 3"/>
          <p:cNvSpPr>
            <a:spLocks noGrp="1"/>
          </p:cNvSpPr>
          <p:nvPr>
            <p:ph type="dt" sz="half" idx="10"/>
          </p:nvPr>
        </p:nvSpPr>
        <p:spPr/>
        <p:txBody>
          <a:bodyPr/>
          <a:lstStyle/>
          <a:p>
            <a:pPr lvl="0" fontAlgn="base"/>
            <a:endParaRPr lang="zh-CN" altLang="en-US" strike="noStrike" noProof="1">
              <a:latin typeface="Times New Roman" panose="02020603050405020304" pitchFamily="2" charset="0"/>
            </a:endParaRPr>
          </a:p>
        </p:txBody>
      </p:sp>
      <p:sp>
        <p:nvSpPr>
          <p:cNvPr id="5" name="页脚占位符 4"/>
          <p:cNvSpPr>
            <a:spLocks noGrp="1"/>
          </p:cNvSpPr>
          <p:nvPr>
            <p:ph type="ftr" sz="quarter" idx="11"/>
          </p:nvPr>
        </p:nvSpPr>
        <p:spPr/>
        <p:txBody>
          <a:bodyPr/>
          <a:lstStyle/>
          <a:p>
            <a:pPr lvl="0" fontAlgn="base"/>
            <a:endParaRPr lang="zh-CN" altLang="en-US" strike="noStrike" noProof="1">
              <a:latin typeface="Times New Roman" panose="02020603050405020304" pitchFamily="2" charset="0"/>
            </a:endParaRPr>
          </a:p>
        </p:txBody>
      </p:sp>
      <p:sp>
        <p:nvSpPr>
          <p:cNvPr id="6" name="灯片编号占位符 5"/>
          <p:cNvSpPr>
            <a:spLocks noGrp="1"/>
          </p:cNvSpPr>
          <p:nvPr>
            <p:ph type="sldNum" sz="quarter" idx="12"/>
          </p:nvPr>
        </p:nvSpPr>
        <p:spPr/>
        <p:txBody>
          <a:bodyPr/>
          <a:lstStyle/>
          <a:p>
            <a:pPr lvl="0" fontAlgn="base"/>
            <a:fld id="{9A0DB2DC-4C9A-4742-B13C-FB6460FD3503}" type="slidenum">
              <a:rPr lang="zh-CN" altLang="en-US" strike="noStrike" noProof="1" dirty="0">
                <a:latin typeface="Times New Roman" panose="02020603050405020304" pitchFamily="2" charset="0"/>
                <a:ea typeface="宋体" panose="02010600030101010101" pitchFamily="2" charset="-122"/>
                <a:cs typeface="+mn-cs"/>
              </a:rPr>
              <a:t>‹#›</a:t>
            </a:fld>
            <a:endParaRPr lang="zh-CN" altLang="en-US" strike="noStrike" noProof="1">
              <a:latin typeface="Times New Roman" panose="02020603050405020304" pitchFamily="2" charset="0"/>
            </a:endParaRPr>
          </a:p>
        </p:txBody>
      </p:sp>
    </p:spTree>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文本占位符 2"/>
          <p:cNvSpPr>
            <a:spLocks noGrp="1"/>
          </p:cNvSpPr>
          <p:nvPr>
            <p:ph type="body" sz="half" idx="1"/>
          </p:nvPr>
        </p:nvSpPr>
        <p:spPr>
          <a:xfrm>
            <a:off x="628650" y="1825625"/>
            <a:ext cx="3886200" cy="4351338"/>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内容占位符 3"/>
          <p:cNvSpPr>
            <a:spLocks noGrp="1"/>
          </p:cNvSpPr>
          <p:nvPr>
            <p:ph sz="half" idx="2"/>
          </p:nvPr>
        </p:nvSpPr>
        <p:spPr>
          <a:xfrm>
            <a:off x="4629150" y="1825625"/>
            <a:ext cx="3886200" cy="4351338"/>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5" name="日期占位符 4"/>
          <p:cNvSpPr>
            <a:spLocks noGrp="1"/>
          </p:cNvSpPr>
          <p:nvPr>
            <p:ph type="dt" sz="half" idx="10"/>
          </p:nvPr>
        </p:nvSpPr>
        <p:spPr/>
        <p:txBody>
          <a:bodyPr/>
          <a:lstStyle/>
          <a:p>
            <a:pPr lvl="0" fontAlgn="base"/>
            <a:endParaRPr lang="zh-CN" altLang="en-US" strike="noStrike" noProof="1">
              <a:latin typeface="Times New Roman" panose="02020603050405020304" pitchFamily="2" charset="0"/>
            </a:endParaRPr>
          </a:p>
        </p:txBody>
      </p:sp>
      <p:sp>
        <p:nvSpPr>
          <p:cNvPr id="6" name="页脚占位符 5"/>
          <p:cNvSpPr>
            <a:spLocks noGrp="1"/>
          </p:cNvSpPr>
          <p:nvPr>
            <p:ph type="ftr" sz="quarter" idx="11"/>
          </p:nvPr>
        </p:nvSpPr>
        <p:spPr/>
        <p:txBody>
          <a:bodyPr/>
          <a:lstStyle/>
          <a:p>
            <a:pPr lvl="0" fontAlgn="base"/>
            <a:endParaRPr lang="zh-CN" altLang="en-US" strike="noStrike" noProof="1">
              <a:latin typeface="Times New Roman" panose="02020603050405020304" pitchFamily="2" charset="0"/>
            </a:endParaRPr>
          </a:p>
        </p:txBody>
      </p:sp>
      <p:sp>
        <p:nvSpPr>
          <p:cNvPr id="7" name="灯片编号占位符 6"/>
          <p:cNvSpPr>
            <a:spLocks noGrp="1"/>
          </p:cNvSpPr>
          <p:nvPr>
            <p:ph type="sldNum" sz="quarter" idx="12"/>
          </p:nvPr>
        </p:nvSpPr>
        <p:spPr/>
        <p:txBody>
          <a:bodyPr/>
          <a:lstStyle/>
          <a:p>
            <a:pPr lvl="0" fontAlgn="base"/>
            <a:fld id="{9A0DB2DC-4C9A-4742-B13C-FB6460FD3503}" type="slidenum">
              <a:rPr lang="zh-CN" altLang="en-US" strike="noStrike" noProof="1" dirty="0">
                <a:latin typeface="Times New Roman" panose="02020603050405020304" pitchFamily="2" charset="0"/>
                <a:ea typeface="宋体" panose="02010600030101010101" pitchFamily="2" charset="-122"/>
                <a:cs typeface="+mn-cs"/>
              </a:rPr>
              <a:t>‹#›</a:t>
            </a:fld>
            <a:endParaRPr lang="zh-CN" altLang="en-US" strike="noStrike" noProof="1">
              <a:latin typeface="Times New Roman" panose="02020603050405020304" pitchFamily="2" charset="0"/>
            </a:endParaRPr>
          </a:p>
        </p:txBody>
      </p:sp>
    </p:spTree>
  </p:cSld>
  <p:clrMapOvr>
    <a:masterClrMapping/>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文本占位符 2"/>
          <p:cNvSpPr>
            <a:spLocks noGrp="1"/>
          </p:cNvSpPr>
          <p:nvPr>
            <p:ph type="body" sz="half" idx="1"/>
          </p:nvPr>
        </p:nvSpPr>
        <p:spPr>
          <a:xfrm>
            <a:off x="628650" y="1825625"/>
            <a:ext cx="3886200" cy="4351338"/>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内容占位符 3"/>
          <p:cNvSpPr>
            <a:spLocks noGrp="1"/>
          </p:cNvSpPr>
          <p:nvPr>
            <p:ph sz="quarter" idx="2"/>
          </p:nvPr>
        </p:nvSpPr>
        <p:spPr>
          <a:xfrm>
            <a:off x="4629150" y="1825625"/>
            <a:ext cx="3886200" cy="2098675"/>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5" name="内容占位符 4"/>
          <p:cNvSpPr>
            <a:spLocks noGrp="1"/>
          </p:cNvSpPr>
          <p:nvPr>
            <p:ph sz="quarter" idx="3"/>
          </p:nvPr>
        </p:nvSpPr>
        <p:spPr>
          <a:xfrm>
            <a:off x="4629150" y="4076700"/>
            <a:ext cx="3886200" cy="2100263"/>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6" name="日期占位符 5"/>
          <p:cNvSpPr>
            <a:spLocks noGrp="1"/>
          </p:cNvSpPr>
          <p:nvPr>
            <p:ph type="dt" sz="half" idx="10"/>
          </p:nvPr>
        </p:nvSpPr>
        <p:spPr/>
        <p:txBody>
          <a:bodyPr/>
          <a:lstStyle/>
          <a:p>
            <a:pPr lvl="0" fontAlgn="base"/>
            <a:endParaRPr lang="zh-CN" altLang="en-US" strike="noStrike" noProof="1">
              <a:latin typeface="Times New Roman" panose="02020603050405020304" pitchFamily="2" charset="0"/>
            </a:endParaRPr>
          </a:p>
        </p:txBody>
      </p:sp>
      <p:sp>
        <p:nvSpPr>
          <p:cNvPr id="7" name="页脚占位符 6"/>
          <p:cNvSpPr>
            <a:spLocks noGrp="1"/>
          </p:cNvSpPr>
          <p:nvPr>
            <p:ph type="ftr" sz="quarter" idx="11"/>
          </p:nvPr>
        </p:nvSpPr>
        <p:spPr/>
        <p:txBody>
          <a:bodyPr/>
          <a:lstStyle/>
          <a:p>
            <a:pPr lvl="0" fontAlgn="base"/>
            <a:endParaRPr lang="zh-CN" altLang="en-US" strike="noStrike" noProof="1">
              <a:latin typeface="Times New Roman" panose="02020603050405020304" pitchFamily="2" charset="0"/>
            </a:endParaRPr>
          </a:p>
        </p:txBody>
      </p:sp>
      <p:sp>
        <p:nvSpPr>
          <p:cNvPr id="8" name="灯片编号占位符 7"/>
          <p:cNvSpPr>
            <a:spLocks noGrp="1"/>
          </p:cNvSpPr>
          <p:nvPr>
            <p:ph type="sldNum" sz="quarter" idx="12"/>
          </p:nvPr>
        </p:nvSpPr>
        <p:spPr/>
        <p:txBody>
          <a:bodyPr/>
          <a:lstStyle/>
          <a:p>
            <a:pPr lvl="0" fontAlgn="base"/>
            <a:fld id="{9A0DB2DC-4C9A-4742-B13C-FB6460FD3503}" type="slidenum">
              <a:rPr lang="zh-CN" altLang="en-US" strike="noStrike" noProof="1" dirty="0">
                <a:latin typeface="Times New Roman" panose="02020603050405020304" pitchFamily="2" charset="0"/>
                <a:ea typeface="宋体" panose="02010600030101010101" pitchFamily="2" charset="-122"/>
                <a:cs typeface="+mn-cs"/>
              </a:rPr>
              <a:t>‹#›</a:t>
            </a:fld>
            <a:endParaRPr lang="zh-CN" altLang="en-US" strike="noStrike" noProof="1">
              <a:latin typeface="Times New Roman" panose="02020603050405020304" pitchFamily="2" charset="0"/>
            </a:endParaRPr>
          </a:p>
        </p:txBody>
      </p:sp>
    </p:spTree>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objAndTwoObj" preserve="1">
  <p:cSld name="标题，一项大型内容和两项小型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内容占位符 2"/>
          <p:cNvSpPr>
            <a:spLocks noGrp="1"/>
          </p:cNvSpPr>
          <p:nvPr>
            <p:ph sz="half" idx="1"/>
          </p:nvPr>
        </p:nvSpPr>
        <p:spPr>
          <a:xfrm>
            <a:off x="628650" y="1825625"/>
            <a:ext cx="3886200" cy="4351338"/>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内容占位符 3"/>
          <p:cNvSpPr>
            <a:spLocks noGrp="1"/>
          </p:cNvSpPr>
          <p:nvPr>
            <p:ph sz="quarter" idx="2"/>
          </p:nvPr>
        </p:nvSpPr>
        <p:spPr>
          <a:xfrm>
            <a:off x="4629150" y="1825625"/>
            <a:ext cx="3886200" cy="2098675"/>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5" name="内容占位符 4"/>
          <p:cNvSpPr>
            <a:spLocks noGrp="1"/>
          </p:cNvSpPr>
          <p:nvPr>
            <p:ph sz="quarter" idx="3"/>
          </p:nvPr>
        </p:nvSpPr>
        <p:spPr>
          <a:xfrm>
            <a:off x="4629150" y="4076700"/>
            <a:ext cx="3886200" cy="2100263"/>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6" name="日期占位符 5"/>
          <p:cNvSpPr>
            <a:spLocks noGrp="1"/>
          </p:cNvSpPr>
          <p:nvPr>
            <p:ph type="dt" sz="half" idx="10"/>
          </p:nvPr>
        </p:nvSpPr>
        <p:spPr/>
        <p:txBody>
          <a:bodyPr/>
          <a:lstStyle/>
          <a:p>
            <a:pPr lvl="0" fontAlgn="base"/>
            <a:endParaRPr lang="zh-CN" altLang="en-US" strike="noStrike" noProof="1">
              <a:latin typeface="Times New Roman" panose="02020603050405020304" pitchFamily="2" charset="0"/>
            </a:endParaRPr>
          </a:p>
        </p:txBody>
      </p:sp>
      <p:sp>
        <p:nvSpPr>
          <p:cNvPr id="7" name="页脚占位符 6"/>
          <p:cNvSpPr>
            <a:spLocks noGrp="1"/>
          </p:cNvSpPr>
          <p:nvPr>
            <p:ph type="ftr" sz="quarter" idx="11"/>
          </p:nvPr>
        </p:nvSpPr>
        <p:spPr/>
        <p:txBody>
          <a:bodyPr/>
          <a:lstStyle/>
          <a:p>
            <a:pPr lvl="0" fontAlgn="base"/>
            <a:endParaRPr lang="zh-CN" altLang="en-US" strike="noStrike" noProof="1">
              <a:latin typeface="Times New Roman" panose="02020603050405020304" pitchFamily="2" charset="0"/>
            </a:endParaRPr>
          </a:p>
        </p:txBody>
      </p:sp>
      <p:sp>
        <p:nvSpPr>
          <p:cNvPr id="8" name="灯片编号占位符 7"/>
          <p:cNvSpPr>
            <a:spLocks noGrp="1"/>
          </p:cNvSpPr>
          <p:nvPr>
            <p:ph type="sldNum" sz="quarter" idx="12"/>
          </p:nvPr>
        </p:nvSpPr>
        <p:spPr/>
        <p:txBody>
          <a:bodyPr/>
          <a:lstStyle/>
          <a:p>
            <a:pPr lvl="0" fontAlgn="base"/>
            <a:fld id="{9A0DB2DC-4C9A-4742-B13C-FB6460FD3503}" type="slidenum">
              <a:rPr lang="zh-CN" altLang="en-US" strike="noStrike" noProof="1" dirty="0">
                <a:latin typeface="Times New Roman" panose="02020603050405020304" pitchFamily="2" charset="0"/>
                <a:ea typeface="宋体" panose="02010600030101010101" pitchFamily="2" charset="-122"/>
                <a:cs typeface="+mn-cs"/>
              </a:rPr>
              <a:t>‹#›</a:t>
            </a:fld>
            <a:endParaRPr lang="zh-CN" altLang="en-US" strike="noStrike" noProof="1">
              <a:latin typeface="Times New Roman" panose="02020603050405020304" pitchFamily="2" charset="0"/>
            </a:endParaRPr>
          </a:p>
        </p:txBody>
      </p:sp>
    </p:spTree>
  </p:cSld>
  <p:clrMapOvr>
    <a:masterClrMapping/>
  </p:clrMapOvr>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457200" y="274638"/>
            <a:ext cx="8229600" cy="5851525"/>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3" name="日期占位符 2"/>
          <p:cNvSpPr>
            <a:spLocks noGrp="1"/>
          </p:cNvSpPr>
          <p:nvPr>
            <p:ph type="dt" sz="half" idx="10"/>
          </p:nvPr>
        </p:nvSpPr>
        <p:spPr/>
        <p:txBody>
          <a:bodyPr/>
          <a:lstStyle/>
          <a:p>
            <a:pPr lvl="0" fontAlgn="base"/>
            <a:endParaRPr lang="zh-CN" altLang="en-US" strike="noStrike" noProof="1">
              <a:latin typeface="Times New Roman" panose="02020603050405020304" pitchFamily="2" charset="0"/>
            </a:endParaRPr>
          </a:p>
        </p:txBody>
      </p:sp>
      <p:sp>
        <p:nvSpPr>
          <p:cNvPr id="4" name="页脚占位符 3"/>
          <p:cNvSpPr>
            <a:spLocks noGrp="1"/>
          </p:cNvSpPr>
          <p:nvPr>
            <p:ph type="ftr" sz="quarter" idx="11"/>
          </p:nvPr>
        </p:nvSpPr>
        <p:spPr/>
        <p:txBody>
          <a:bodyPr/>
          <a:lstStyle/>
          <a:p>
            <a:pPr lvl="0" fontAlgn="base"/>
            <a:endParaRPr lang="zh-CN" altLang="en-US" strike="noStrike" noProof="1">
              <a:latin typeface="Times New Roman" panose="02020603050405020304" pitchFamily="2" charset="0"/>
            </a:endParaRPr>
          </a:p>
        </p:txBody>
      </p:sp>
      <p:sp>
        <p:nvSpPr>
          <p:cNvPr id="5" name="灯片编号占位符 4"/>
          <p:cNvSpPr>
            <a:spLocks noGrp="1"/>
          </p:cNvSpPr>
          <p:nvPr>
            <p:ph type="sldNum" sz="quarter" idx="12"/>
          </p:nvPr>
        </p:nvSpPr>
        <p:spPr/>
        <p:txBody>
          <a:bodyPr/>
          <a:lstStyle/>
          <a:p>
            <a:pPr lvl="0" fontAlgn="base"/>
            <a:fld id="{9A0DB2DC-4C9A-4742-B13C-FB6460FD3503}" type="slidenum">
              <a:rPr lang="zh-CN" altLang="en-US" strike="noStrike" noProof="1" dirty="0">
                <a:latin typeface="Times New Roman" panose="02020603050405020304" pitchFamily="2" charset="0"/>
                <a:ea typeface="宋体" panose="02010600030101010101" pitchFamily="2" charset="-122"/>
                <a:cs typeface="+mn-cs"/>
              </a:rPr>
              <a:t>‹#›</a:t>
            </a:fld>
            <a:endParaRPr lang="zh-CN" altLang="en-US" strike="noStrike" noProof="1">
              <a:latin typeface="Times New Roman" panose="02020603050405020304" pitchFamily="2" charset="0"/>
            </a:endParaRPr>
          </a:p>
        </p:txBody>
      </p:sp>
    </p:spTree>
  </p:cSld>
  <p:clrMapOvr>
    <a:masterClrMapping/>
  </p:clrMapOvr>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PhAnim="0" type="title">
  <p:cSld name="标题幻灯片">
    <p:bg>
      <p:bgPr>
        <a:blipFill rotWithShape="0">
          <a:blip r:embed="rId2"/>
          <a:stretch>
            <a:fillRect/>
          </a:stretch>
        </a:blipFill>
        <a:effectLst/>
      </p:bgPr>
    </p:bg>
    <p:spTree>
      <p:nvGrpSpPr>
        <p:cNvPr id="1" name=""/>
        <p:cNvGrpSpPr/>
        <p:nvPr/>
      </p:nvGrpSpPr>
      <p:grpSpPr>
        <a:xfrm>
          <a:off x="0" y="0"/>
          <a:ext cx="0" cy="0"/>
          <a:chOff x="0" y="0"/>
          <a:chExt cx="0" cy="0"/>
        </a:xfrm>
      </p:grpSpPr>
      <p:sp>
        <p:nvSpPr>
          <p:cNvPr id="2050" name="标题 2049"/>
          <p:cNvSpPr>
            <a:spLocks noGrp="1"/>
          </p:cNvSpPr>
          <p:nvPr>
            <p:ph type="ctrTitle"/>
          </p:nvPr>
        </p:nvSpPr>
        <p:spPr>
          <a:xfrm>
            <a:off x="685800" y="2130425"/>
            <a:ext cx="7772400" cy="1470025"/>
          </a:xfrm>
          <a:prstGeom prst="rect">
            <a:avLst/>
          </a:prstGeom>
          <a:noFill/>
          <a:ln w="9525">
            <a:noFill/>
          </a:ln>
        </p:spPr>
        <p:txBody>
          <a:bodyPr anchor="ctr"/>
          <a:lstStyle>
            <a:lvl1pPr lvl="0" algn="ctr">
              <a:defRPr sz="4000" b="1"/>
            </a:lvl1pPr>
          </a:lstStyle>
          <a:p>
            <a:pPr lvl="0" fontAlgn="base"/>
            <a:r>
              <a:rPr lang="zh-CN" altLang="en-US" strike="noStrike" noProof="1"/>
              <a:t>单击此处编辑母版标题样式</a:t>
            </a:r>
          </a:p>
        </p:txBody>
      </p:sp>
      <p:sp>
        <p:nvSpPr>
          <p:cNvPr id="2051" name="副标题 2050"/>
          <p:cNvSpPr>
            <a:spLocks noGrp="1"/>
          </p:cNvSpPr>
          <p:nvPr>
            <p:ph type="subTitle" idx="1"/>
          </p:nvPr>
        </p:nvSpPr>
        <p:spPr>
          <a:xfrm>
            <a:off x="1371600" y="3886200"/>
            <a:ext cx="6400800" cy="1219200"/>
          </a:xfrm>
          <a:prstGeom prst="rect">
            <a:avLst/>
          </a:prstGeom>
          <a:noFill/>
          <a:ln w="9525">
            <a:noFill/>
          </a:ln>
        </p:spPr>
        <p:txBody>
          <a:bodyPr anchor="t"/>
          <a:lstStyle>
            <a:lvl1pPr marL="0" lvl="0" indent="0" algn="ctr">
              <a:buNone/>
              <a:defRPr sz="3200"/>
            </a:lvl1pPr>
            <a:lvl2pPr marL="457200" lvl="1" indent="0" algn="ctr">
              <a:buNone/>
              <a:defRPr sz="3200"/>
            </a:lvl2pPr>
            <a:lvl3pPr marL="914400" lvl="2" indent="0" algn="ctr">
              <a:buNone/>
              <a:defRPr sz="3200"/>
            </a:lvl3pPr>
            <a:lvl4pPr marL="1371600" lvl="3" indent="0" algn="ctr">
              <a:buNone/>
              <a:defRPr sz="3200"/>
            </a:lvl4pPr>
            <a:lvl5pPr marL="1828800" lvl="4" indent="0" algn="ctr">
              <a:buNone/>
              <a:defRPr sz="3200"/>
            </a:lvl5pPr>
          </a:lstStyle>
          <a:p>
            <a:pPr lvl="0" fontAlgn="base"/>
            <a:r>
              <a:rPr lang="zh-CN" altLang="en-US" strike="noStrike" noProof="1"/>
              <a:t>单击此处编辑母版副标题样式</a:t>
            </a:r>
          </a:p>
        </p:txBody>
      </p:sp>
      <p:sp>
        <p:nvSpPr>
          <p:cNvPr id="2052" name="日期占位符 2051"/>
          <p:cNvSpPr>
            <a:spLocks noGrp="1"/>
          </p:cNvSpPr>
          <p:nvPr>
            <p:ph type="dt" sz="half" idx="2"/>
          </p:nvPr>
        </p:nvSpPr>
        <p:spPr>
          <a:xfrm>
            <a:off x="457200" y="6245225"/>
            <a:ext cx="2133600" cy="476250"/>
          </a:xfrm>
          <a:prstGeom prst="rect">
            <a:avLst/>
          </a:prstGeom>
          <a:noFill/>
          <a:ln w="9525">
            <a:noFill/>
          </a:ln>
        </p:spPr>
        <p:txBody>
          <a:bodyPr anchor="t"/>
          <a:lstStyle>
            <a:lvl1pPr>
              <a:defRPr sz="1400"/>
            </a:lvl1pPr>
          </a:lstStyle>
          <a:p>
            <a:pPr fontAlgn="base"/>
            <a:endParaRPr lang="zh-CN" altLang="en-US" strike="noStrike" noProof="1">
              <a:latin typeface="Times New Roman" panose="02020603050405020304" pitchFamily="2" charset="0"/>
            </a:endParaRPr>
          </a:p>
        </p:txBody>
      </p:sp>
      <p:sp>
        <p:nvSpPr>
          <p:cNvPr id="2053" name="页脚占位符 2052"/>
          <p:cNvSpPr>
            <a:spLocks noGrp="1"/>
          </p:cNvSpPr>
          <p:nvPr>
            <p:ph type="ftr" sz="quarter" idx="3"/>
          </p:nvPr>
        </p:nvSpPr>
        <p:spPr>
          <a:xfrm>
            <a:off x="3124200" y="6245225"/>
            <a:ext cx="2895600" cy="476250"/>
          </a:xfrm>
          <a:prstGeom prst="rect">
            <a:avLst/>
          </a:prstGeom>
          <a:noFill/>
          <a:ln w="9525">
            <a:noFill/>
          </a:ln>
        </p:spPr>
        <p:txBody>
          <a:bodyPr anchor="t"/>
          <a:lstStyle>
            <a:lvl1pPr algn="ctr">
              <a:defRPr sz="1400"/>
            </a:lvl1pPr>
          </a:lstStyle>
          <a:p>
            <a:pPr fontAlgn="base"/>
            <a:endParaRPr lang="zh-CN" altLang="en-US" strike="noStrike" noProof="1">
              <a:latin typeface="Times New Roman" panose="02020603050405020304" pitchFamily="2" charset="0"/>
            </a:endParaRPr>
          </a:p>
        </p:txBody>
      </p:sp>
      <p:sp>
        <p:nvSpPr>
          <p:cNvPr id="2054" name="灯片编号占位符 2053"/>
          <p:cNvSpPr>
            <a:spLocks noGrp="1"/>
          </p:cNvSpPr>
          <p:nvPr>
            <p:ph type="sldNum" sz="quarter" idx="4"/>
          </p:nvPr>
        </p:nvSpPr>
        <p:spPr>
          <a:xfrm>
            <a:off x="6553200" y="6245225"/>
            <a:ext cx="2133600" cy="476250"/>
          </a:xfrm>
          <a:prstGeom prst="rect">
            <a:avLst/>
          </a:prstGeom>
          <a:noFill/>
          <a:ln w="9525">
            <a:noFill/>
          </a:ln>
        </p:spPr>
        <p:txBody>
          <a:bodyPr anchor="t"/>
          <a:lstStyle>
            <a:lvl1pPr algn="r">
              <a:defRPr sz="1400"/>
            </a:lvl1pPr>
          </a:lstStyle>
          <a:p>
            <a:pPr fontAlgn="base"/>
            <a:fld id="{9A0DB2DC-4C9A-4742-B13C-FB6460FD3503}" type="slidenum">
              <a:rPr lang="zh-CN" altLang="en-US" strike="noStrike" noProof="1" dirty="0">
                <a:latin typeface="Times New Roman" panose="02020603050405020304" pitchFamily="2" charset="0"/>
                <a:ea typeface="宋体" panose="02010600030101010101" pitchFamily="2" charset="-122"/>
                <a:cs typeface="+mn-cs"/>
              </a:rPr>
              <a:t>‹#›</a:t>
            </a:fld>
            <a:endParaRPr lang="zh-CN" altLang="en-US" strike="noStrike" noProof="1">
              <a:latin typeface="Times New Roman" panose="02020603050405020304" pitchFamily="2" charset="0"/>
            </a:endParaRPr>
          </a:p>
        </p:txBody>
      </p:sp>
    </p:spTree>
  </p:cSld>
  <p:clrMapOvr>
    <a:masterClrMapping/>
  </p:clrMapOvr>
  <p:transition/>
  <p:hf sldNum="0"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内容占位符 2"/>
          <p:cNvSpPr>
            <a:spLocks noGrp="1"/>
          </p:cNvSpPr>
          <p:nvPr>
            <p:ph idx="1"/>
          </p:nvPr>
        </p:nvSpPr>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日期占位符 3"/>
          <p:cNvSpPr>
            <a:spLocks noGrp="1"/>
          </p:cNvSpPr>
          <p:nvPr>
            <p:ph type="dt" sz="half" idx="10"/>
          </p:nvPr>
        </p:nvSpPr>
        <p:spPr/>
        <p:txBody>
          <a:bodyPr/>
          <a:lstStyle/>
          <a:p>
            <a:pPr lvl="0" fontAlgn="base"/>
            <a:endParaRPr lang="zh-CN" altLang="en-US" strike="noStrike" noProof="1">
              <a:latin typeface="Times New Roman" panose="02020603050405020304" pitchFamily="2" charset="0"/>
            </a:endParaRPr>
          </a:p>
        </p:txBody>
      </p:sp>
      <p:sp>
        <p:nvSpPr>
          <p:cNvPr id="5" name="页脚占位符 4"/>
          <p:cNvSpPr>
            <a:spLocks noGrp="1"/>
          </p:cNvSpPr>
          <p:nvPr>
            <p:ph type="ftr" sz="quarter" idx="11"/>
          </p:nvPr>
        </p:nvSpPr>
        <p:spPr/>
        <p:txBody>
          <a:bodyPr/>
          <a:lstStyle/>
          <a:p>
            <a:pPr lvl="0" fontAlgn="base"/>
            <a:endParaRPr lang="zh-CN" altLang="en-US" strike="noStrike" noProof="1">
              <a:latin typeface="Times New Roman" panose="02020603050405020304" pitchFamily="2" charset="0"/>
            </a:endParaRPr>
          </a:p>
        </p:txBody>
      </p:sp>
      <p:sp>
        <p:nvSpPr>
          <p:cNvPr id="6" name="灯片编号占位符 5"/>
          <p:cNvSpPr>
            <a:spLocks noGrp="1"/>
          </p:cNvSpPr>
          <p:nvPr>
            <p:ph type="sldNum" sz="quarter" idx="12"/>
          </p:nvPr>
        </p:nvSpPr>
        <p:spPr/>
        <p:txBody>
          <a:bodyPr/>
          <a:lstStyle/>
          <a:p>
            <a:pPr lvl="0" fontAlgn="base"/>
            <a:fld id="{9A0DB2DC-4C9A-4742-B13C-FB6460FD3503}" type="slidenum">
              <a:rPr lang="zh-CN" altLang="en-US" strike="noStrike" noProof="1" dirty="0">
                <a:latin typeface="Times New Roman" panose="02020603050405020304" pitchFamily="2" charset="0"/>
                <a:ea typeface="宋体" panose="02010600030101010101" pitchFamily="2" charset="-122"/>
                <a:cs typeface="+mn-cs"/>
              </a:rPr>
              <a:t>‹#›</a:t>
            </a:fld>
            <a:endParaRPr lang="zh-CN" altLang="en-US" strike="noStrike" noProof="1">
              <a:latin typeface="Times New Roman" panose="02020603050405020304" pitchFamily="2" charset="0"/>
            </a:endParaRPr>
          </a:p>
        </p:txBody>
      </p:sp>
    </p:spTree>
  </p:cSld>
  <p:clrMapOvr>
    <a:masterClrMapping/>
  </p:clrMapOvr>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a:t>单击此处编辑母版标题样式</a:t>
            </a:r>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a:t>单击此处编辑母版文本样式</a:t>
            </a:r>
          </a:p>
        </p:txBody>
      </p:sp>
      <p:sp>
        <p:nvSpPr>
          <p:cNvPr id="4" name="日期占位符 3"/>
          <p:cNvSpPr>
            <a:spLocks noGrp="1"/>
          </p:cNvSpPr>
          <p:nvPr>
            <p:ph type="dt" sz="half" idx="10"/>
          </p:nvPr>
        </p:nvSpPr>
        <p:spPr/>
        <p:txBody>
          <a:bodyPr/>
          <a:lstStyle/>
          <a:p>
            <a:pPr lvl="0" fontAlgn="base"/>
            <a:endParaRPr lang="zh-CN" altLang="en-US" strike="noStrike" noProof="1">
              <a:latin typeface="Times New Roman" panose="02020603050405020304" pitchFamily="2" charset="0"/>
            </a:endParaRPr>
          </a:p>
        </p:txBody>
      </p:sp>
      <p:sp>
        <p:nvSpPr>
          <p:cNvPr id="5" name="页脚占位符 4"/>
          <p:cNvSpPr>
            <a:spLocks noGrp="1"/>
          </p:cNvSpPr>
          <p:nvPr>
            <p:ph type="ftr" sz="quarter" idx="11"/>
          </p:nvPr>
        </p:nvSpPr>
        <p:spPr/>
        <p:txBody>
          <a:bodyPr/>
          <a:lstStyle/>
          <a:p>
            <a:pPr lvl="0" fontAlgn="base"/>
            <a:endParaRPr lang="zh-CN" altLang="en-US" strike="noStrike" noProof="1">
              <a:latin typeface="Times New Roman" panose="02020603050405020304" pitchFamily="2" charset="0"/>
            </a:endParaRPr>
          </a:p>
        </p:txBody>
      </p:sp>
      <p:sp>
        <p:nvSpPr>
          <p:cNvPr id="6" name="灯片编号占位符 5"/>
          <p:cNvSpPr>
            <a:spLocks noGrp="1"/>
          </p:cNvSpPr>
          <p:nvPr>
            <p:ph type="sldNum" sz="quarter" idx="12"/>
          </p:nvPr>
        </p:nvSpPr>
        <p:spPr/>
        <p:txBody>
          <a:bodyPr/>
          <a:lstStyle/>
          <a:p>
            <a:pPr lvl="0" fontAlgn="base"/>
            <a:fld id="{9A0DB2DC-4C9A-4742-B13C-FB6460FD3503}" type="slidenum">
              <a:rPr lang="zh-CN" altLang="en-US" strike="noStrike" noProof="1" dirty="0">
                <a:latin typeface="Times New Roman" panose="02020603050405020304" pitchFamily="2" charset="0"/>
                <a:ea typeface="宋体" panose="02010600030101010101" pitchFamily="2" charset="-122"/>
                <a:cs typeface="+mn-cs"/>
              </a:rPr>
              <a:t>‹#›</a:t>
            </a:fld>
            <a:endParaRPr lang="zh-CN" altLang="en-US" strike="noStrike" noProof="1">
              <a:latin typeface="Times New Roman" panose="02020603050405020304" pitchFamily="2" charset="0"/>
            </a:endParaRPr>
          </a:p>
        </p:txBody>
      </p:sp>
    </p:spTree>
  </p:cSld>
  <p:clrMapOvr>
    <a:masterClrMapping/>
  </p:clrMapOvr>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内容占位符 2"/>
          <p:cNvSpPr>
            <a:spLocks noGrp="1"/>
          </p:cNvSpPr>
          <p:nvPr>
            <p:ph sz="half" idx="1"/>
          </p:nvPr>
        </p:nvSpPr>
        <p:spPr>
          <a:xfrm>
            <a:off x="457200" y="1600200"/>
            <a:ext cx="4032504" cy="4525963"/>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内容占位符 3"/>
          <p:cNvSpPr>
            <a:spLocks noGrp="1"/>
          </p:cNvSpPr>
          <p:nvPr>
            <p:ph sz="half" idx="2"/>
          </p:nvPr>
        </p:nvSpPr>
        <p:spPr>
          <a:xfrm>
            <a:off x="4654296" y="1600200"/>
            <a:ext cx="4032504" cy="4525963"/>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5" name="日期占位符 4"/>
          <p:cNvSpPr>
            <a:spLocks noGrp="1"/>
          </p:cNvSpPr>
          <p:nvPr>
            <p:ph type="dt" sz="half" idx="10"/>
          </p:nvPr>
        </p:nvSpPr>
        <p:spPr/>
        <p:txBody>
          <a:bodyPr/>
          <a:lstStyle/>
          <a:p>
            <a:pPr lvl="0" fontAlgn="base"/>
            <a:endParaRPr lang="zh-CN" altLang="en-US" strike="noStrike" noProof="1">
              <a:latin typeface="Times New Roman" panose="02020603050405020304" pitchFamily="2" charset="0"/>
            </a:endParaRPr>
          </a:p>
        </p:txBody>
      </p:sp>
      <p:sp>
        <p:nvSpPr>
          <p:cNvPr id="6" name="页脚占位符 5"/>
          <p:cNvSpPr>
            <a:spLocks noGrp="1"/>
          </p:cNvSpPr>
          <p:nvPr>
            <p:ph type="ftr" sz="quarter" idx="11"/>
          </p:nvPr>
        </p:nvSpPr>
        <p:spPr/>
        <p:txBody>
          <a:bodyPr/>
          <a:lstStyle/>
          <a:p>
            <a:pPr lvl="0" fontAlgn="base"/>
            <a:endParaRPr lang="zh-CN" altLang="en-US" strike="noStrike" noProof="1">
              <a:latin typeface="Times New Roman" panose="02020603050405020304" pitchFamily="2" charset="0"/>
            </a:endParaRPr>
          </a:p>
        </p:txBody>
      </p:sp>
      <p:sp>
        <p:nvSpPr>
          <p:cNvPr id="7" name="灯片编号占位符 6"/>
          <p:cNvSpPr>
            <a:spLocks noGrp="1"/>
          </p:cNvSpPr>
          <p:nvPr>
            <p:ph type="sldNum" sz="quarter" idx="12"/>
          </p:nvPr>
        </p:nvSpPr>
        <p:spPr/>
        <p:txBody>
          <a:bodyPr/>
          <a:lstStyle/>
          <a:p>
            <a:pPr lvl="0" fontAlgn="base"/>
            <a:fld id="{9A0DB2DC-4C9A-4742-B13C-FB6460FD3503}" type="slidenum">
              <a:rPr lang="zh-CN" altLang="en-US" strike="noStrike" noProof="1" dirty="0">
                <a:latin typeface="Times New Roman" panose="02020603050405020304" pitchFamily="2" charset="0"/>
                <a:ea typeface="宋体" panose="02010600030101010101" pitchFamily="2" charset="-122"/>
                <a:cs typeface="+mn-cs"/>
              </a:rPr>
              <a:t>‹#›</a:t>
            </a:fld>
            <a:endParaRPr lang="zh-CN" altLang="en-US" strike="noStrike" noProof="1">
              <a:latin typeface="Times New Roman" panose="02020603050405020304" pitchFamily="2" charset="0"/>
            </a:endParaRPr>
          </a:p>
        </p:txBody>
      </p:sp>
    </p:spTree>
  </p:cSld>
  <p:clrMapOvr>
    <a:masterClrMapping/>
  </p:clrMapOvr>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a:t>单击此处编辑母版标题样式</a:t>
            </a:r>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a:t>单击此处编辑母版文本样式</a:t>
            </a:r>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a:t>单击此处编辑母版文本样式</a:t>
            </a:r>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7" name="日期占位符 6"/>
          <p:cNvSpPr>
            <a:spLocks noGrp="1"/>
          </p:cNvSpPr>
          <p:nvPr>
            <p:ph type="dt" sz="half" idx="10"/>
          </p:nvPr>
        </p:nvSpPr>
        <p:spPr/>
        <p:txBody>
          <a:bodyPr/>
          <a:lstStyle/>
          <a:p>
            <a:pPr lvl="0" fontAlgn="base"/>
            <a:endParaRPr lang="zh-CN" altLang="en-US" strike="noStrike" noProof="1">
              <a:latin typeface="Times New Roman" panose="02020603050405020304" pitchFamily="2" charset="0"/>
            </a:endParaRPr>
          </a:p>
        </p:txBody>
      </p:sp>
      <p:sp>
        <p:nvSpPr>
          <p:cNvPr id="8" name="页脚占位符 7"/>
          <p:cNvSpPr>
            <a:spLocks noGrp="1"/>
          </p:cNvSpPr>
          <p:nvPr>
            <p:ph type="ftr" sz="quarter" idx="11"/>
          </p:nvPr>
        </p:nvSpPr>
        <p:spPr/>
        <p:txBody>
          <a:bodyPr/>
          <a:lstStyle/>
          <a:p>
            <a:pPr lvl="0" fontAlgn="base"/>
            <a:endParaRPr lang="zh-CN" altLang="en-US" strike="noStrike" noProof="1">
              <a:latin typeface="Times New Roman" panose="02020603050405020304" pitchFamily="2" charset="0"/>
            </a:endParaRPr>
          </a:p>
        </p:txBody>
      </p:sp>
      <p:sp>
        <p:nvSpPr>
          <p:cNvPr id="9" name="灯片编号占位符 8"/>
          <p:cNvSpPr>
            <a:spLocks noGrp="1"/>
          </p:cNvSpPr>
          <p:nvPr>
            <p:ph type="sldNum" sz="quarter" idx="12"/>
          </p:nvPr>
        </p:nvSpPr>
        <p:spPr/>
        <p:txBody>
          <a:bodyPr/>
          <a:lstStyle/>
          <a:p>
            <a:pPr lvl="0" fontAlgn="base"/>
            <a:fld id="{9A0DB2DC-4C9A-4742-B13C-FB6460FD3503}" type="slidenum">
              <a:rPr lang="zh-CN" altLang="en-US" strike="noStrike" noProof="1" dirty="0">
                <a:latin typeface="Times New Roman" panose="02020603050405020304" pitchFamily="2" charset="0"/>
                <a:ea typeface="宋体" panose="02010600030101010101" pitchFamily="2" charset="-122"/>
                <a:cs typeface="+mn-cs"/>
              </a:rPr>
              <a:t>‹#›</a:t>
            </a:fld>
            <a:endParaRPr lang="zh-CN" altLang="en-US" strike="noStrike" noProof="1">
              <a:latin typeface="Times New Roman" panose="02020603050405020304" pitchFamily="2" charset="0"/>
            </a:endParaRPr>
          </a:p>
        </p:txBody>
      </p:sp>
    </p:spTree>
  </p:cSld>
  <p:clrMapOvr>
    <a:masterClrMapping/>
  </p:clrMapOvr>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日期占位符 2"/>
          <p:cNvSpPr>
            <a:spLocks noGrp="1"/>
          </p:cNvSpPr>
          <p:nvPr>
            <p:ph type="dt" sz="half" idx="10"/>
          </p:nvPr>
        </p:nvSpPr>
        <p:spPr/>
        <p:txBody>
          <a:bodyPr/>
          <a:lstStyle/>
          <a:p>
            <a:pPr lvl="0" fontAlgn="base"/>
            <a:endParaRPr lang="zh-CN" altLang="en-US" strike="noStrike" noProof="1">
              <a:latin typeface="Times New Roman" panose="02020603050405020304" pitchFamily="2" charset="0"/>
            </a:endParaRPr>
          </a:p>
        </p:txBody>
      </p:sp>
      <p:sp>
        <p:nvSpPr>
          <p:cNvPr id="4" name="页脚占位符 3"/>
          <p:cNvSpPr>
            <a:spLocks noGrp="1"/>
          </p:cNvSpPr>
          <p:nvPr>
            <p:ph type="ftr" sz="quarter" idx="11"/>
          </p:nvPr>
        </p:nvSpPr>
        <p:spPr/>
        <p:txBody>
          <a:bodyPr/>
          <a:lstStyle/>
          <a:p>
            <a:pPr lvl="0" fontAlgn="base"/>
            <a:endParaRPr lang="zh-CN" altLang="en-US" strike="noStrike" noProof="1">
              <a:latin typeface="Times New Roman" panose="02020603050405020304" pitchFamily="2" charset="0"/>
            </a:endParaRPr>
          </a:p>
        </p:txBody>
      </p:sp>
      <p:sp>
        <p:nvSpPr>
          <p:cNvPr id="5" name="灯片编号占位符 4"/>
          <p:cNvSpPr>
            <a:spLocks noGrp="1"/>
          </p:cNvSpPr>
          <p:nvPr>
            <p:ph type="sldNum" sz="quarter" idx="12"/>
          </p:nvPr>
        </p:nvSpPr>
        <p:spPr/>
        <p:txBody>
          <a:bodyPr/>
          <a:lstStyle/>
          <a:p>
            <a:pPr lvl="0" fontAlgn="base"/>
            <a:fld id="{9A0DB2DC-4C9A-4742-B13C-FB6460FD3503}" type="slidenum">
              <a:rPr lang="zh-CN" altLang="en-US" strike="noStrike" noProof="1" dirty="0">
                <a:latin typeface="Times New Roman" panose="02020603050405020304" pitchFamily="2" charset="0"/>
                <a:ea typeface="宋体" panose="02010600030101010101" pitchFamily="2" charset="-122"/>
                <a:cs typeface="+mn-cs"/>
              </a:rPr>
              <a:t>‹#›</a:t>
            </a:fld>
            <a:endParaRPr lang="zh-CN" altLang="en-US" strike="noStrike" noProof="1">
              <a:latin typeface="Times New Roman" panose="02020603050405020304" pitchFamily="2" charset="0"/>
            </a:endParaRPr>
          </a:p>
        </p:txBody>
      </p:sp>
    </p:spTree>
  </p:cSld>
  <p:clrMapOvr>
    <a:masterClrMapping/>
  </p:clrMapOvr>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lvl="0" fontAlgn="base"/>
            <a:endParaRPr lang="zh-CN" altLang="en-US" strike="noStrike" noProof="1">
              <a:latin typeface="Times New Roman" panose="02020603050405020304" pitchFamily="2" charset="0"/>
            </a:endParaRPr>
          </a:p>
        </p:txBody>
      </p:sp>
      <p:sp>
        <p:nvSpPr>
          <p:cNvPr id="3" name="页脚占位符 2"/>
          <p:cNvSpPr>
            <a:spLocks noGrp="1"/>
          </p:cNvSpPr>
          <p:nvPr>
            <p:ph type="ftr" sz="quarter" idx="11"/>
          </p:nvPr>
        </p:nvSpPr>
        <p:spPr/>
        <p:txBody>
          <a:bodyPr/>
          <a:lstStyle/>
          <a:p>
            <a:pPr lvl="0" fontAlgn="base"/>
            <a:endParaRPr lang="zh-CN" altLang="en-US" strike="noStrike" noProof="1">
              <a:latin typeface="Times New Roman" panose="02020603050405020304" pitchFamily="2" charset="0"/>
            </a:endParaRPr>
          </a:p>
        </p:txBody>
      </p:sp>
      <p:sp>
        <p:nvSpPr>
          <p:cNvPr id="4" name="灯片编号占位符 3"/>
          <p:cNvSpPr>
            <a:spLocks noGrp="1"/>
          </p:cNvSpPr>
          <p:nvPr>
            <p:ph type="sldNum" sz="quarter" idx="12"/>
          </p:nvPr>
        </p:nvSpPr>
        <p:spPr/>
        <p:txBody>
          <a:bodyPr/>
          <a:lstStyle/>
          <a:p>
            <a:pPr lvl="0" fontAlgn="base"/>
            <a:fld id="{9A0DB2DC-4C9A-4742-B13C-FB6460FD3503}" type="slidenum">
              <a:rPr lang="zh-CN" altLang="en-US" strike="noStrike" noProof="1" dirty="0">
                <a:latin typeface="Times New Roman" panose="02020603050405020304" pitchFamily="2" charset="0"/>
                <a:ea typeface="宋体" panose="02010600030101010101" pitchFamily="2" charset="-122"/>
                <a:cs typeface="+mn-cs"/>
              </a:rPr>
              <a:t>‹#›</a:t>
            </a:fld>
            <a:endParaRPr lang="zh-CN" altLang="en-US" strike="noStrike" noProof="1">
              <a:latin typeface="Times New Roman" panose="02020603050405020304" pitchFamily="2" charset="0"/>
            </a:endParaRPr>
          </a:p>
        </p:txBody>
      </p:sp>
    </p:spTree>
  </p:cSld>
  <p:clrMapOvr>
    <a:masterClrMapping/>
  </p:clrMapOvr>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a:t>单击此处编辑母版标题样式</a:t>
            </a:r>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a:t>单击此处编辑母版文本样式</a:t>
            </a:r>
          </a:p>
        </p:txBody>
      </p:sp>
      <p:sp>
        <p:nvSpPr>
          <p:cNvPr id="5" name="日期占位符 4"/>
          <p:cNvSpPr>
            <a:spLocks noGrp="1"/>
          </p:cNvSpPr>
          <p:nvPr>
            <p:ph type="dt" sz="half" idx="10"/>
          </p:nvPr>
        </p:nvSpPr>
        <p:spPr/>
        <p:txBody>
          <a:bodyPr/>
          <a:lstStyle/>
          <a:p>
            <a:pPr lvl="0" fontAlgn="base"/>
            <a:endParaRPr lang="zh-CN" altLang="en-US" strike="noStrike" noProof="1">
              <a:latin typeface="Times New Roman" panose="02020603050405020304" pitchFamily="2" charset="0"/>
            </a:endParaRPr>
          </a:p>
        </p:txBody>
      </p:sp>
      <p:sp>
        <p:nvSpPr>
          <p:cNvPr id="6" name="页脚占位符 5"/>
          <p:cNvSpPr>
            <a:spLocks noGrp="1"/>
          </p:cNvSpPr>
          <p:nvPr>
            <p:ph type="ftr" sz="quarter" idx="11"/>
          </p:nvPr>
        </p:nvSpPr>
        <p:spPr/>
        <p:txBody>
          <a:bodyPr/>
          <a:lstStyle/>
          <a:p>
            <a:pPr lvl="0" fontAlgn="base"/>
            <a:endParaRPr lang="zh-CN" altLang="en-US" strike="noStrike" noProof="1">
              <a:latin typeface="Times New Roman" panose="02020603050405020304" pitchFamily="2" charset="0"/>
            </a:endParaRPr>
          </a:p>
        </p:txBody>
      </p:sp>
      <p:sp>
        <p:nvSpPr>
          <p:cNvPr id="7" name="灯片编号占位符 6"/>
          <p:cNvSpPr>
            <a:spLocks noGrp="1"/>
          </p:cNvSpPr>
          <p:nvPr>
            <p:ph type="sldNum" sz="quarter" idx="12"/>
          </p:nvPr>
        </p:nvSpPr>
        <p:spPr/>
        <p:txBody>
          <a:bodyPr/>
          <a:lstStyle/>
          <a:p>
            <a:pPr lvl="0" fontAlgn="base"/>
            <a:fld id="{9A0DB2DC-4C9A-4742-B13C-FB6460FD3503}" type="slidenum">
              <a:rPr lang="zh-CN" altLang="en-US" strike="noStrike" noProof="1" dirty="0">
                <a:latin typeface="Times New Roman" panose="02020603050405020304" pitchFamily="2" charset="0"/>
                <a:ea typeface="宋体" panose="02010600030101010101" pitchFamily="2" charset="-122"/>
                <a:cs typeface="+mn-cs"/>
              </a:rPr>
              <a:t>‹#›</a:t>
            </a:fld>
            <a:endParaRPr lang="zh-CN" altLang="en-US" strike="noStrike" noProof="1">
              <a:latin typeface="Times New Roman" panose="02020603050405020304" pitchFamily="2" charset="0"/>
            </a:endParaRPr>
          </a:p>
        </p:txBody>
      </p:sp>
    </p:spTree>
  </p:cSld>
  <p:clrMapOvr>
    <a:masterClrMapping/>
  </p:clrMapOvr>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a:t>单击此处编辑母版标题样式</a:t>
            </a:r>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a:t>单击此处编辑母版文本样式</a:t>
            </a:r>
          </a:p>
        </p:txBody>
      </p:sp>
      <p:sp>
        <p:nvSpPr>
          <p:cNvPr id="5" name="日期占位符 4"/>
          <p:cNvSpPr>
            <a:spLocks noGrp="1"/>
          </p:cNvSpPr>
          <p:nvPr>
            <p:ph type="dt" sz="half" idx="10"/>
          </p:nvPr>
        </p:nvSpPr>
        <p:spPr/>
        <p:txBody>
          <a:bodyPr/>
          <a:lstStyle/>
          <a:p>
            <a:pPr lvl="0" fontAlgn="base"/>
            <a:endParaRPr lang="zh-CN" altLang="en-US" strike="noStrike" noProof="1">
              <a:latin typeface="Times New Roman" panose="02020603050405020304" pitchFamily="2" charset="0"/>
            </a:endParaRPr>
          </a:p>
        </p:txBody>
      </p:sp>
      <p:sp>
        <p:nvSpPr>
          <p:cNvPr id="6" name="页脚占位符 5"/>
          <p:cNvSpPr>
            <a:spLocks noGrp="1"/>
          </p:cNvSpPr>
          <p:nvPr>
            <p:ph type="ftr" sz="quarter" idx="11"/>
          </p:nvPr>
        </p:nvSpPr>
        <p:spPr/>
        <p:txBody>
          <a:bodyPr/>
          <a:lstStyle/>
          <a:p>
            <a:pPr lvl="0" fontAlgn="base"/>
            <a:endParaRPr lang="zh-CN" altLang="en-US" strike="noStrike" noProof="1">
              <a:latin typeface="Times New Roman" panose="02020603050405020304" pitchFamily="2" charset="0"/>
            </a:endParaRPr>
          </a:p>
        </p:txBody>
      </p:sp>
      <p:sp>
        <p:nvSpPr>
          <p:cNvPr id="7" name="灯片编号占位符 6"/>
          <p:cNvSpPr>
            <a:spLocks noGrp="1"/>
          </p:cNvSpPr>
          <p:nvPr>
            <p:ph type="sldNum" sz="quarter" idx="12"/>
          </p:nvPr>
        </p:nvSpPr>
        <p:spPr/>
        <p:txBody>
          <a:bodyPr/>
          <a:lstStyle/>
          <a:p>
            <a:pPr lvl="0" fontAlgn="base"/>
            <a:fld id="{9A0DB2DC-4C9A-4742-B13C-FB6460FD3503}" type="slidenum">
              <a:rPr lang="zh-CN" altLang="en-US" strike="noStrike" noProof="1" dirty="0">
                <a:latin typeface="Times New Roman" panose="02020603050405020304" pitchFamily="2" charset="0"/>
                <a:ea typeface="宋体" panose="02010600030101010101" pitchFamily="2" charset="-122"/>
                <a:cs typeface="+mn-cs"/>
              </a:rPr>
              <a:t>‹#›</a:t>
            </a:fld>
            <a:endParaRPr lang="zh-CN" altLang="en-US" strike="noStrike" noProof="1">
              <a:latin typeface="Times New Roman" panose="02020603050405020304" pitchFamily="2" charset="0"/>
            </a:endParaRPr>
          </a:p>
        </p:txBody>
      </p:sp>
    </p:spTree>
  </p:cSld>
  <p:clrMapOvr>
    <a:masterClrMapping/>
  </p:clrMapOvr>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竖排文字占位符 2"/>
          <p:cNvSpPr>
            <a:spLocks noGrp="1"/>
          </p:cNvSpPr>
          <p:nvPr>
            <p:ph type="body" orient="vert" idx="1"/>
          </p:nvPr>
        </p:nvSpPr>
        <p:spPr/>
        <p:txBody>
          <a:bodyPr vert="eaVert"/>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日期占位符 3"/>
          <p:cNvSpPr>
            <a:spLocks noGrp="1"/>
          </p:cNvSpPr>
          <p:nvPr>
            <p:ph type="dt" sz="half" idx="10"/>
          </p:nvPr>
        </p:nvSpPr>
        <p:spPr/>
        <p:txBody>
          <a:bodyPr/>
          <a:lstStyle/>
          <a:p>
            <a:pPr lvl="0" fontAlgn="base"/>
            <a:endParaRPr lang="zh-CN" altLang="en-US" strike="noStrike" noProof="1">
              <a:latin typeface="Times New Roman" panose="02020603050405020304" pitchFamily="2" charset="0"/>
            </a:endParaRPr>
          </a:p>
        </p:txBody>
      </p:sp>
      <p:sp>
        <p:nvSpPr>
          <p:cNvPr id="5" name="页脚占位符 4"/>
          <p:cNvSpPr>
            <a:spLocks noGrp="1"/>
          </p:cNvSpPr>
          <p:nvPr>
            <p:ph type="ftr" sz="quarter" idx="11"/>
          </p:nvPr>
        </p:nvSpPr>
        <p:spPr/>
        <p:txBody>
          <a:bodyPr/>
          <a:lstStyle/>
          <a:p>
            <a:pPr lvl="0" fontAlgn="base"/>
            <a:endParaRPr lang="zh-CN" altLang="en-US" strike="noStrike" noProof="1">
              <a:latin typeface="Times New Roman" panose="02020603050405020304" pitchFamily="2" charset="0"/>
            </a:endParaRPr>
          </a:p>
        </p:txBody>
      </p:sp>
      <p:sp>
        <p:nvSpPr>
          <p:cNvPr id="6" name="灯片编号占位符 5"/>
          <p:cNvSpPr>
            <a:spLocks noGrp="1"/>
          </p:cNvSpPr>
          <p:nvPr>
            <p:ph type="sldNum" sz="quarter" idx="12"/>
          </p:nvPr>
        </p:nvSpPr>
        <p:spPr/>
        <p:txBody>
          <a:bodyPr/>
          <a:lstStyle/>
          <a:p>
            <a:pPr lvl="0" fontAlgn="base"/>
            <a:fld id="{9A0DB2DC-4C9A-4742-B13C-FB6460FD3503}" type="slidenum">
              <a:rPr lang="zh-CN" altLang="en-US" strike="noStrike" noProof="1" dirty="0">
                <a:latin typeface="Times New Roman" panose="02020603050405020304" pitchFamily="2" charset="0"/>
                <a:ea typeface="宋体" panose="02010600030101010101" pitchFamily="2" charset="-122"/>
                <a:cs typeface="+mn-cs"/>
              </a:rPr>
              <a:t>‹#›</a:t>
            </a:fld>
            <a:endParaRPr lang="zh-CN" altLang="en-US" strike="noStrike" noProof="1">
              <a:latin typeface="Times New Roman" panose="02020603050405020304" pitchFamily="2" charset="0"/>
            </a:endParaRPr>
          </a:p>
        </p:txBody>
      </p:sp>
    </p:spTree>
  </p:cSld>
  <p:clrMapOvr>
    <a:masterClrMapping/>
  </p:clrMapOvr>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pPr fontAlgn="base"/>
            <a:r>
              <a:rPr lang="zh-CN" altLang="en-US" strike="noStrike" noProof="1"/>
              <a:t>单击此处编辑母版标题样式</a:t>
            </a:r>
          </a:p>
        </p:txBody>
      </p:sp>
      <p:sp>
        <p:nvSpPr>
          <p:cNvPr id="3" name="竖排文字占位符 2"/>
          <p:cNvSpPr>
            <a:spLocks noGrp="1"/>
          </p:cNvSpPr>
          <p:nvPr>
            <p:ph type="body" orient="vert" idx="1"/>
          </p:nvPr>
        </p:nvSpPr>
        <p:spPr>
          <a:xfrm>
            <a:off x="457200" y="274638"/>
            <a:ext cx="6052930" cy="5851525"/>
          </a:xfrm>
        </p:spPr>
        <p:txBody>
          <a:bodyPr vert="eaVert"/>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日期占位符 3"/>
          <p:cNvSpPr>
            <a:spLocks noGrp="1"/>
          </p:cNvSpPr>
          <p:nvPr>
            <p:ph type="dt" sz="half" idx="10"/>
          </p:nvPr>
        </p:nvSpPr>
        <p:spPr/>
        <p:txBody>
          <a:bodyPr/>
          <a:lstStyle/>
          <a:p>
            <a:pPr lvl="0" fontAlgn="base"/>
            <a:endParaRPr lang="zh-CN" altLang="en-US" strike="noStrike" noProof="1">
              <a:latin typeface="Times New Roman" panose="02020603050405020304" pitchFamily="2" charset="0"/>
            </a:endParaRPr>
          </a:p>
        </p:txBody>
      </p:sp>
      <p:sp>
        <p:nvSpPr>
          <p:cNvPr id="5" name="页脚占位符 4"/>
          <p:cNvSpPr>
            <a:spLocks noGrp="1"/>
          </p:cNvSpPr>
          <p:nvPr>
            <p:ph type="ftr" sz="quarter" idx="11"/>
          </p:nvPr>
        </p:nvSpPr>
        <p:spPr/>
        <p:txBody>
          <a:bodyPr/>
          <a:lstStyle/>
          <a:p>
            <a:pPr lvl="0" fontAlgn="base"/>
            <a:endParaRPr lang="zh-CN" altLang="en-US" strike="noStrike" noProof="1">
              <a:latin typeface="Times New Roman" panose="02020603050405020304" pitchFamily="2" charset="0"/>
            </a:endParaRPr>
          </a:p>
        </p:txBody>
      </p:sp>
      <p:sp>
        <p:nvSpPr>
          <p:cNvPr id="6" name="灯片编号占位符 5"/>
          <p:cNvSpPr>
            <a:spLocks noGrp="1"/>
          </p:cNvSpPr>
          <p:nvPr>
            <p:ph type="sldNum" sz="quarter" idx="12"/>
          </p:nvPr>
        </p:nvSpPr>
        <p:spPr/>
        <p:txBody>
          <a:bodyPr/>
          <a:lstStyle/>
          <a:p>
            <a:pPr lvl="0" fontAlgn="base"/>
            <a:fld id="{9A0DB2DC-4C9A-4742-B13C-FB6460FD3503}" type="slidenum">
              <a:rPr lang="zh-CN" altLang="en-US" strike="noStrike" noProof="1" dirty="0">
                <a:latin typeface="Times New Roman" panose="02020603050405020304" pitchFamily="2" charset="0"/>
                <a:ea typeface="宋体" panose="02010600030101010101" pitchFamily="2" charset="-122"/>
                <a:cs typeface="+mn-cs"/>
              </a:rPr>
              <a:t>‹#›</a:t>
            </a:fld>
            <a:endParaRPr lang="zh-CN" altLang="en-US" strike="noStrike" noProof="1">
              <a:latin typeface="Times New Roman" panose="02020603050405020304" pitchFamily="2" charset="0"/>
            </a:endParaRPr>
          </a:p>
        </p:txBody>
      </p:sp>
    </p:spTree>
  </p:cSld>
  <p:clrMapOvr>
    <a:masterClrMapping/>
  </p:clrMapOvr>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文本占位符 2"/>
          <p:cNvSpPr>
            <a:spLocks noGrp="1"/>
          </p:cNvSpPr>
          <p:nvPr>
            <p:ph type="body" sz="half" idx="1"/>
          </p:nvPr>
        </p:nvSpPr>
        <p:spPr>
          <a:xfrm>
            <a:off x="628650" y="1825625"/>
            <a:ext cx="3886200" cy="4351338"/>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内容占位符 3"/>
          <p:cNvSpPr>
            <a:spLocks noGrp="1"/>
          </p:cNvSpPr>
          <p:nvPr>
            <p:ph sz="half" idx="2"/>
          </p:nvPr>
        </p:nvSpPr>
        <p:spPr>
          <a:xfrm>
            <a:off x="4629150" y="1825625"/>
            <a:ext cx="3886200" cy="4351338"/>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5" name="日期占位符 4"/>
          <p:cNvSpPr>
            <a:spLocks noGrp="1"/>
          </p:cNvSpPr>
          <p:nvPr>
            <p:ph type="dt" sz="half" idx="10"/>
          </p:nvPr>
        </p:nvSpPr>
        <p:spPr/>
        <p:txBody>
          <a:bodyPr/>
          <a:lstStyle/>
          <a:p>
            <a:pPr lvl="0" fontAlgn="base"/>
            <a:endParaRPr lang="zh-CN" altLang="en-US" strike="noStrike" noProof="1">
              <a:latin typeface="Times New Roman" panose="02020603050405020304" pitchFamily="2" charset="0"/>
            </a:endParaRPr>
          </a:p>
        </p:txBody>
      </p:sp>
      <p:sp>
        <p:nvSpPr>
          <p:cNvPr id="6" name="页脚占位符 5"/>
          <p:cNvSpPr>
            <a:spLocks noGrp="1"/>
          </p:cNvSpPr>
          <p:nvPr>
            <p:ph type="ftr" sz="quarter" idx="11"/>
          </p:nvPr>
        </p:nvSpPr>
        <p:spPr/>
        <p:txBody>
          <a:bodyPr/>
          <a:lstStyle/>
          <a:p>
            <a:pPr lvl="0" fontAlgn="base"/>
            <a:endParaRPr lang="zh-CN" altLang="en-US" strike="noStrike" noProof="1">
              <a:latin typeface="Times New Roman" panose="02020603050405020304" pitchFamily="2" charset="0"/>
            </a:endParaRPr>
          </a:p>
        </p:txBody>
      </p:sp>
      <p:sp>
        <p:nvSpPr>
          <p:cNvPr id="7" name="灯片编号占位符 6"/>
          <p:cNvSpPr>
            <a:spLocks noGrp="1"/>
          </p:cNvSpPr>
          <p:nvPr>
            <p:ph type="sldNum" sz="quarter" idx="12"/>
          </p:nvPr>
        </p:nvSpPr>
        <p:spPr/>
        <p:txBody>
          <a:bodyPr/>
          <a:lstStyle/>
          <a:p>
            <a:pPr lvl="0" fontAlgn="base"/>
            <a:fld id="{9A0DB2DC-4C9A-4742-B13C-FB6460FD3503}" type="slidenum">
              <a:rPr lang="zh-CN" altLang="en-US" strike="noStrike" noProof="1" dirty="0">
                <a:latin typeface="Times New Roman" panose="02020603050405020304" pitchFamily="2" charset="0"/>
                <a:ea typeface="宋体" panose="02010600030101010101" pitchFamily="2" charset="-122"/>
                <a:cs typeface="+mn-cs"/>
              </a:rPr>
              <a:t>‹#›</a:t>
            </a:fld>
            <a:endParaRPr lang="zh-CN" altLang="en-US" strike="noStrike" noProof="1">
              <a:latin typeface="Times New Roman" panose="02020603050405020304" pitchFamily="2" charset="0"/>
            </a:endParaRPr>
          </a:p>
        </p:txBody>
      </p:sp>
    </p:spTree>
  </p:cSld>
  <p:clrMapOvr>
    <a:masterClrMapping/>
  </p:clrMapOvr>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文本占位符 2"/>
          <p:cNvSpPr>
            <a:spLocks noGrp="1"/>
          </p:cNvSpPr>
          <p:nvPr>
            <p:ph type="body" sz="half" idx="1"/>
          </p:nvPr>
        </p:nvSpPr>
        <p:spPr>
          <a:xfrm>
            <a:off x="628650" y="1825625"/>
            <a:ext cx="3886200" cy="4351338"/>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内容占位符 3"/>
          <p:cNvSpPr>
            <a:spLocks noGrp="1"/>
          </p:cNvSpPr>
          <p:nvPr>
            <p:ph sz="quarter" idx="2"/>
          </p:nvPr>
        </p:nvSpPr>
        <p:spPr>
          <a:xfrm>
            <a:off x="4629150" y="1825625"/>
            <a:ext cx="3886200" cy="2098675"/>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5" name="内容占位符 4"/>
          <p:cNvSpPr>
            <a:spLocks noGrp="1"/>
          </p:cNvSpPr>
          <p:nvPr>
            <p:ph sz="quarter" idx="3"/>
          </p:nvPr>
        </p:nvSpPr>
        <p:spPr>
          <a:xfrm>
            <a:off x="4629150" y="4076700"/>
            <a:ext cx="3886200" cy="2100263"/>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6" name="日期占位符 5"/>
          <p:cNvSpPr>
            <a:spLocks noGrp="1"/>
          </p:cNvSpPr>
          <p:nvPr>
            <p:ph type="dt" sz="half" idx="10"/>
          </p:nvPr>
        </p:nvSpPr>
        <p:spPr/>
        <p:txBody>
          <a:bodyPr/>
          <a:lstStyle/>
          <a:p>
            <a:pPr lvl="0" fontAlgn="base"/>
            <a:endParaRPr lang="zh-CN" altLang="en-US" strike="noStrike" noProof="1">
              <a:latin typeface="Times New Roman" panose="02020603050405020304" pitchFamily="2" charset="0"/>
            </a:endParaRPr>
          </a:p>
        </p:txBody>
      </p:sp>
      <p:sp>
        <p:nvSpPr>
          <p:cNvPr id="7" name="页脚占位符 6"/>
          <p:cNvSpPr>
            <a:spLocks noGrp="1"/>
          </p:cNvSpPr>
          <p:nvPr>
            <p:ph type="ftr" sz="quarter" idx="11"/>
          </p:nvPr>
        </p:nvSpPr>
        <p:spPr/>
        <p:txBody>
          <a:bodyPr/>
          <a:lstStyle/>
          <a:p>
            <a:pPr lvl="0" fontAlgn="base"/>
            <a:endParaRPr lang="zh-CN" altLang="en-US" strike="noStrike" noProof="1">
              <a:latin typeface="Times New Roman" panose="02020603050405020304" pitchFamily="2" charset="0"/>
            </a:endParaRPr>
          </a:p>
        </p:txBody>
      </p:sp>
      <p:sp>
        <p:nvSpPr>
          <p:cNvPr id="8" name="灯片编号占位符 7"/>
          <p:cNvSpPr>
            <a:spLocks noGrp="1"/>
          </p:cNvSpPr>
          <p:nvPr>
            <p:ph type="sldNum" sz="quarter" idx="12"/>
          </p:nvPr>
        </p:nvSpPr>
        <p:spPr/>
        <p:txBody>
          <a:bodyPr/>
          <a:lstStyle/>
          <a:p>
            <a:pPr lvl="0" fontAlgn="base"/>
            <a:fld id="{9A0DB2DC-4C9A-4742-B13C-FB6460FD3503}" type="slidenum">
              <a:rPr lang="zh-CN" altLang="en-US" strike="noStrike" noProof="1" dirty="0">
                <a:latin typeface="Times New Roman" panose="02020603050405020304" pitchFamily="2" charset="0"/>
                <a:ea typeface="宋体" panose="02010600030101010101" pitchFamily="2" charset="-122"/>
                <a:cs typeface="+mn-cs"/>
              </a:rPr>
              <a:t>‹#›</a:t>
            </a:fld>
            <a:endParaRPr lang="zh-CN" altLang="en-US" strike="noStrike" noProof="1">
              <a:latin typeface="Times New Roman" panose="02020603050405020304" pitchFamily="2" charset="0"/>
            </a:endParaRPr>
          </a:p>
        </p:txBody>
      </p:sp>
    </p:spTree>
  </p:cSld>
  <p:clrMapOvr>
    <a:masterClrMapping/>
  </p:clrMapOvr>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type="objAndTwoObj" preserve="1">
  <p:cSld name="标题，一项大型内容和两项小型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内容占位符 2"/>
          <p:cNvSpPr>
            <a:spLocks noGrp="1"/>
          </p:cNvSpPr>
          <p:nvPr>
            <p:ph sz="half" idx="1"/>
          </p:nvPr>
        </p:nvSpPr>
        <p:spPr>
          <a:xfrm>
            <a:off x="628650" y="1825625"/>
            <a:ext cx="3886200" cy="4351338"/>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内容占位符 3"/>
          <p:cNvSpPr>
            <a:spLocks noGrp="1"/>
          </p:cNvSpPr>
          <p:nvPr>
            <p:ph sz="quarter" idx="2"/>
          </p:nvPr>
        </p:nvSpPr>
        <p:spPr>
          <a:xfrm>
            <a:off x="4629150" y="1825625"/>
            <a:ext cx="3886200" cy="2098675"/>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5" name="内容占位符 4"/>
          <p:cNvSpPr>
            <a:spLocks noGrp="1"/>
          </p:cNvSpPr>
          <p:nvPr>
            <p:ph sz="quarter" idx="3"/>
          </p:nvPr>
        </p:nvSpPr>
        <p:spPr>
          <a:xfrm>
            <a:off x="4629150" y="4076700"/>
            <a:ext cx="3886200" cy="2100263"/>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6" name="日期占位符 5"/>
          <p:cNvSpPr>
            <a:spLocks noGrp="1"/>
          </p:cNvSpPr>
          <p:nvPr>
            <p:ph type="dt" sz="half" idx="10"/>
          </p:nvPr>
        </p:nvSpPr>
        <p:spPr/>
        <p:txBody>
          <a:bodyPr/>
          <a:lstStyle/>
          <a:p>
            <a:pPr lvl="0" fontAlgn="base"/>
            <a:endParaRPr lang="zh-CN" altLang="en-US" strike="noStrike" noProof="1">
              <a:latin typeface="Times New Roman" panose="02020603050405020304" pitchFamily="2" charset="0"/>
            </a:endParaRPr>
          </a:p>
        </p:txBody>
      </p:sp>
      <p:sp>
        <p:nvSpPr>
          <p:cNvPr id="7" name="页脚占位符 6"/>
          <p:cNvSpPr>
            <a:spLocks noGrp="1"/>
          </p:cNvSpPr>
          <p:nvPr>
            <p:ph type="ftr" sz="quarter" idx="11"/>
          </p:nvPr>
        </p:nvSpPr>
        <p:spPr/>
        <p:txBody>
          <a:bodyPr/>
          <a:lstStyle/>
          <a:p>
            <a:pPr lvl="0" fontAlgn="base"/>
            <a:endParaRPr lang="zh-CN" altLang="en-US" strike="noStrike" noProof="1">
              <a:latin typeface="Times New Roman" panose="02020603050405020304" pitchFamily="2" charset="0"/>
            </a:endParaRPr>
          </a:p>
        </p:txBody>
      </p:sp>
      <p:sp>
        <p:nvSpPr>
          <p:cNvPr id="8" name="灯片编号占位符 7"/>
          <p:cNvSpPr>
            <a:spLocks noGrp="1"/>
          </p:cNvSpPr>
          <p:nvPr>
            <p:ph type="sldNum" sz="quarter" idx="12"/>
          </p:nvPr>
        </p:nvSpPr>
        <p:spPr/>
        <p:txBody>
          <a:bodyPr/>
          <a:lstStyle/>
          <a:p>
            <a:pPr lvl="0" fontAlgn="base"/>
            <a:fld id="{9A0DB2DC-4C9A-4742-B13C-FB6460FD3503}" type="slidenum">
              <a:rPr lang="zh-CN" altLang="en-US" strike="noStrike" noProof="1" dirty="0">
                <a:latin typeface="Times New Roman" panose="02020603050405020304" pitchFamily="2" charset="0"/>
                <a:ea typeface="宋体" panose="02010600030101010101" pitchFamily="2" charset="-122"/>
                <a:cs typeface="+mn-cs"/>
              </a:rPr>
              <a:t>‹#›</a:t>
            </a:fld>
            <a:endParaRPr lang="zh-CN" altLang="en-US" strike="noStrike" noProof="1">
              <a:latin typeface="Times New Roman" panose="02020603050405020304" pitchFamily="2" charset="0"/>
            </a:endParaRPr>
          </a:p>
        </p:txBody>
      </p:sp>
    </p:spTree>
  </p:cSld>
  <p:clrMapOvr>
    <a:masterClrMapping/>
  </p:clrMapOvr>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457200" y="274638"/>
            <a:ext cx="8229600" cy="5851525"/>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3" name="日期占位符 2"/>
          <p:cNvSpPr>
            <a:spLocks noGrp="1"/>
          </p:cNvSpPr>
          <p:nvPr>
            <p:ph type="dt" sz="half" idx="10"/>
          </p:nvPr>
        </p:nvSpPr>
        <p:spPr/>
        <p:txBody>
          <a:bodyPr/>
          <a:lstStyle/>
          <a:p>
            <a:pPr lvl="0" fontAlgn="base"/>
            <a:endParaRPr lang="zh-CN" altLang="en-US" strike="noStrike" noProof="1">
              <a:latin typeface="Times New Roman" panose="02020603050405020304" pitchFamily="2" charset="0"/>
            </a:endParaRPr>
          </a:p>
        </p:txBody>
      </p:sp>
      <p:sp>
        <p:nvSpPr>
          <p:cNvPr id="4" name="页脚占位符 3"/>
          <p:cNvSpPr>
            <a:spLocks noGrp="1"/>
          </p:cNvSpPr>
          <p:nvPr>
            <p:ph type="ftr" sz="quarter" idx="11"/>
          </p:nvPr>
        </p:nvSpPr>
        <p:spPr/>
        <p:txBody>
          <a:bodyPr/>
          <a:lstStyle/>
          <a:p>
            <a:pPr lvl="0" fontAlgn="base"/>
            <a:endParaRPr lang="zh-CN" altLang="en-US" strike="noStrike" noProof="1">
              <a:latin typeface="Times New Roman" panose="02020603050405020304" pitchFamily="2" charset="0"/>
            </a:endParaRPr>
          </a:p>
        </p:txBody>
      </p:sp>
      <p:sp>
        <p:nvSpPr>
          <p:cNvPr id="5" name="灯片编号占位符 4"/>
          <p:cNvSpPr>
            <a:spLocks noGrp="1"/>
          </p:cNvSpPr>
          <p:nvPr>
            <p:ph type="sldNum" sz="quarter" idx="12"/>
          </p:nvPr>
        </p:nvSpPr>
        <p:spPr/>
        <p:txBody>
          <a:bodyPr/>
          <a:lstStyle/>
          <a:p>
            <a:pPr lvl="0" fontAlgn="base"/>
            <a:fld id="{9A0DB2DC-4C9A-4742-B13C-FB6460FD3503}" type="slidenum">
              <a:rPr lang="zh-CN" altLang="en-US" strike="noStrike" noProof="1" dirty="0">
                <a:latin typeface="Times New Roman" panose="02020603050405020304" pitchFamily="2" charset="0"/>
                <a:ea typeface="宋体" panose="02010600030101010101" pitchFamily="2" charset="-122"/>
                <a:cs typeface="+mn-cs"/>
              </a:rPr>
              <a:t>‹#›</a:t>
            </a:fld>
            <a:endParaRPr lang="zh-CN" altLang="en-US" strike="noStrike" noProof="1">
              <a:latin typeface="Times New Roman" panose="02020603050405020304" pitchFamily="2" charset="0"/>
            </a:endParaRPr>
          </a:p>
        </p:txBody>
      </p:sp>
    </p:spTree>
  </p:cSld>
  <p:clrMapOvr>
    <a:masterClrMapping/>
  </p:clrMapOvr>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PhAnim="0" type="title">
  <p:cSld name="标题幻灯片">
    <p:bg>
      <p:bgPr>
        <a:blipFill rotWithShape="0">
          <a:blip r:embed="rId2"/>
          <a:stretch>
            <a:fillRect/>
          </a:stretch>
        </a:blipFill>
        <a:effectLst/>
      </p:bgPr>
    </p:bg>
    <p:spTree>
      <p:nvGrpSpPr>
        <p:cNvPr id="1" name=""/>
        <p:cNvGrpSpPr/>
        <p:nvPr/>
      </p:nvGrpSpPr>
      <p:grpSpPr>
        <a:xfrm>
          <a:off x="0" y="0"/>
          <a:ext cx="0" cy="0"/>
          <a:chOff x="0" y="0"/>
          <a:chExt cx="0" cy="0"/>
        </a:xfrm>
      </p:grpSpPr>
      <p:sp>
        <p:nvSpPr>
          <p:cNvPr id="2050" name="标题 2049"/>
          <p:cNvSpPr>
            <a:spLocks noGrp="1"/>
          </p:cNvSpPr>
          <p:nvPr>
            <p:ph type="ctrTitle"/>
          </p:nvPr>
        </p:nvSpPr>
        <p:spPr>
          <a:xfrm>
            <a:off x="685800" y="2130425"/>
            <a:ext cx="7772400" cy="1470025"/>
          </a:xfrm>
          <a:prstGeom prst="rect">
            <a:avLst/>
          </a:prstGeom>
          <a:noFill/>
          <a:ln w="9525">
            <a:noFill/>
          </a:ln>
        </p:spPr>
        <p:txBody>
          <a:bodyPr anchor="ctr"/>
          <a:lstStyle>
            <a:lvl1pPr lvl="0" algn="ctr">
              <a:defRPr sz="4000" b="1"/>
            </a:lvl1pPr>
          </a:lstStyle>
          <a:p>
            <a:pPr lvl="0" fontAlgn="base"/>
            <a:r>
              <a:rPr lang="zh-CN" altLang="en-US" strike="noStrike" noProof="1"/>
              <a:t>单击此处编辑母版标题样式</a:t>
            </a:r>
          </a:p>
        </p:txBody>
      </p:sp>
      <p:sp>
        <p:nvSpPr>
          <p:cNvPr id="2051" name="副标题 2050"/>
          <p:cNvSpPr>
            <a:spLocks noGrp="1"/>
          </p:cNvSpPr>
          <p:nvPr>
            <p:ph type="subTitle" idx="1"/>
          </p:nvPr>
        </p:nvSpPr>
        <p:spPr>
          <a:xfrm>
            <a:off x="1371600" y="3886200"/>
            <a:ext cx="6400800" cy="1219200"/>
          </a:xfrm>
          <a:prstGeom prst="rect">
            <a:avLst/>
          </a:prstGeom>
          <a:noFill/>
          <a:ln w="9525">
            <a:noFill/>
          </a:ln>
        </p:spPr>
        <p:txBody>
          <a:bodyPr anchor="t"/>
          <a:lstStyle>
            <a:lvl1pPr marL="0" lvl="0" indent="0" algn="ctr">
              <a:buNone/>
              <a:defRPr sz="3200"/>
            </a:lvl1pPr>
            <a:lvl2pPr marL="457200" lvl="1" indent="0" algn="ctr">
              <a:buNone/>
              <a:defRPr sz="3200"/>
            </a:lvl2pPr>
            <a:lvl3pPr marL="914400" lvl="2" indent="0" algn="ctr">
              <a:buNone/>
              <a:defRPr sz="3200"/>
            </a:lvl3pPr>
            <a:lvl4pPr marL="1371600" lvl="3" indent="0" algn="ctr">
              <a:buNone/>
              <a:defRPr sz="3200"/>
            </a:lvl4pPr>
            <a:lvl5pPr marL="1828800" lvl="4" indent="0" algn="ctr">
              <a:buNone/>
              <a:defRPr sz="3200"/>
            </a:lvl5pPr>
          </a:lstStyle>
          <a:p>
            <a:pPr lvl="0" fontAlgn="base"/>
            <a:r>
              <a:rPr lang="zh-CN" altLang="en-US" strike="noStrike" noProof="1"/>
              <a:t>单击此处编辑母版副标题样式</a:t>
            </a:r>
          </a:p>
        </p:txBody>
      </p:sp>
      <p:sp>
        <p:nvSpPr>
          <p:cNvPr id="2052" name="日期占位符 2051"/>
          <p:cNvSpPr>
            <a:spLocks noGrp="1"/>
          </p:cNvSpPr>
          <p:nvPr>
            <p:ph type="dt" sz="half" idx="2"/>
          </p:nvPr>
        </p:nvSpPr>
        <p:spPr>
          <a:xfrm>
            <a:off x="457200" y="6245225"/>
            <a:ext cx="2133600" cy="476250"/>
          </a:xfrm>
          <a:prstGeom prst="rect">
            <a:avLst/>
          </a:prstGeom>
          <a:noFill/>
          <a:ln w="9525">
            <a:noFill/>
          </a:ln>
        </p:spPr>
        <p:txBody>
          <a:bodyPr anchor="t"/>
          <a:lstStyle>
            <a:lvl1pPr>
              <a:defRPr sz="1400"/>
            </a:lvl1pPr>
          </a:lstStyle>
          <a:p>
            <a:pPr fontAlgn="base"/>
            <a:endParaRPr lang="zh-CN" altLang="en-US" strike="noStrike" noProof="1">
              <a:latin typeface="Times New Roman" panose="02020603050405020304" pitchFamily="2" charset="0"/>
            </a:endParaRPr>
          </a:p>
        </p:txBody>
      </p:sp>
      <p:sp>
        <p:nvSpPr>
          <p:cNvPr id="2053" name="页脚占位符 2052"/>
          <p:cNvSpPr>
            <a:spLocks noGrp="1"/>
          </p:cNvSpPr>
          <p:nvPr>
            <p:ph type="ftr" sz="quarter" idx="3"/>
          </p:nvPr>
        </p:nvSpPr>
        <p:spPr>
          <a:xfrm>
            <a:off x="3124200" y="6245225"/>
            <a:ext cx="2895600" cy="476250"/>
          </a:xfrm>
          <a:prstGeom prst="rect">
            <a:avLst/>
          </a:prstGeom>
          <a:noFill/>
          <a:ln w="9525">
            <a:noFill/>
          </a:ln>
        </p:spPr>
        <p:txBody>
          <a:bodyPr anchor="t"/>
          <a:lstStyle>
            <a:lvl1pPr algn="ctr">
              <a:defRPr sz="1400"/>
            </a:lvl1pPr>
          </a:lstStyle>
          <a:p>
            <a:pPr fontAlgn="base"/>
            <a:endParaRPr lang="zh-CN" altLang="en-US" strike="noStrike" noProof="1">
              <a:latin typeface="Times New Roman" panose="02020603050405020304" pitchFamily="2" charset="0"/>
            </a:endParaRPr>
          </a:p>
        </p:txBody>
      </p:sp>
      <p:sp>
        <p:nvSpPr>
          <p:cNvPr id="2054" name="灯片编号占位符 2053"/>
          <p:cNvSpPr>
            <a:spLocks noGrp="1"/>
          </p:cNvSpPr>
          <p:nvPr>
            <p:ph type="sldNum" sz="quarter" idx="4"/>
          </p:nvPr>
        </p:nvSpPr>
        <p:spPr>
          <a:xfrm>
            <a:off x="6553200" y="6245225"/>
            <a:ext cx="2133600" cy="476250"/>
          </a:xfrm>
          <a:prstGeom prst="rect">
            <a:avLst/>
          </a:prstGeom>
          <a:noFill/>
          <a:ln w="9525">
            <a:noFill/>
          </a:ln>
        </p:spPr>
        <p:txBody>
          <a:bodyPr anchor="t"/>
          <a:lstStyle>
            <a:lvl1pPr algn="r">
              <a:defRPr sz="1400"/>
            </a:lvl1pPr>
          </a:lstStyle>
          <a:p>
            <a:pPr fontAlgn="base"/>
            <a:fld id="{9A0DB2DC-4C9A-4742-B13C-FB6460FD3503}" type="slidenum">
              <a:rPr lang="zh-CN" altLang="en-US" strike="noStrike" noProof="1" dirty="0">
                <a:latin typeface="Times New Roman" panose="02020603050405020304" pitchFamily="2" charset="0"/>
                <a:ea typeface="宋体" panose="02010600030101010101" pitchFamily="2" charset="-122"/>
                <a:cs typeface="+mn-cs"/>
              </a:rPr>
              <a:t>‹#›</a:t>
            </a:fld>
            <a:endParaRPr lang="zh-CN" altLang="en-US" strike="noStrike" noProof="1">
              <a:latin typeface="Times New Roman" panose="02020603050405020304" pitchFamily="2" charset="0"/>
            </a:endParaRPr>
          </a:p>
        </p:txBody>
      </p:sp>
    </p:spTree>
  </p:cSld>
  <p:clrMapOvr>
    <a:masterClrMapping/>
  </p:clrMapOvr>
  <p:transition/>
  <p:hf sldNum="0" hdr="0" ftr="0" dt="0"/>
</p:sldLayout>
</file>

<file path=ppt/slideLayouts/slideLayout3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内容占位符 2"/>
          <p:cNvSpPr>
            <a:spLocks noGrp="1"/>
          </p:cNvSpPr>
          <p:nvPr>
            <p:ph idx="1"/>
          </p:nvPr>
        </p:nvSpPr>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日期占位符 3"/>
          <p:cNvSpPr>
            <a:spLocks noGrp="1"/>
          </p:cNvSpPr>
          <p:nvPr>
            <p:ph type="dt" sz="half" idx="10"/>
          </p:nvPr>
        </p:nvSpPr>
        <p:spPr/>
        <p:txBody>
          <a:bodyPr/>
          <a:lstStyle/>
          <a:p>
            <a:pPr lvl="0" fontAlgn="base"/>
            <a:endParaRPr lang="zh-CN" altLang="en-US" strike="noStrike" noProof="1">
              <a:latin typeface="Times New Roman" panose="02020603050405020304" pitchFamily="2" charset="0"/>
            </a:endParaRPr>
          </a:p>
        </p:txBody>
      </p:sp>
      <p:sp>
        <p:nvSpPr>
          <p:cNvPr id="5" name="页脚占位符 4"/>
          <p:cNvSpPr>
            <a:spLocks noGrp="1"/>
          </p:cNvSpPr>
          <p:nvPr>
            <p:ph type="ftr" sz="quarter" idx="11"/>
          </p:nvPr>
        </p:nvSpPr>
        <p:spPr/>
        <p:txBody>
          <a:bodyPr/>
          <a:lstStyle/>
          <a:p>
            <a:pPr lvl="0" fontAlgn="base"/>
            <a:endParaRPr lang="zh-CN" altLang="en-US" strike="noStrike" noProof="1">
              <a:latin typeface="Times New Roman" panose="02020603050405020304" pitchFamily="2" charset="0"/>
            </a:endParaRPr>
          </a:p>
        </p:txBody>
      </p:sp>
      <p:sp>
        <p:nvSpPr>
          <p:cNvPr id="6" name="灯片编号占位符 5"/>
          <p:cNvSpPr>
            <a:spLocks noGrp="1"/>
          </p:cNvSpPr>
          <p:nvPr>
            <p:ph type="sldNum" sz="quarter" idx="12"/>
          </p:nvPr>
        </p:nvSpPr>
        <p:spPr/>
        <p:txBody>
          <a:bodyPr/>
          <a:lstStyle/>
          <a:p>
            <a:pPr lvl="0" fontAlgn="base"/>
            <a:fld id="{9A0DB2DC-4C9A-4742-B13C-FB6460FD3503}" type="slidenum">
              <a:rPr lang="zh-CN" altLang="en-US" strike="noStrike" noProof="1" dirty="0">
                <a:latin typeface="Times New Roman" panose="02020603050405020304" pitchFamily="2" charset="0"/>
                <a:ea typeface="宋体" panose="02010600030101010101" pitchFamily="2" charset="-122"/>
                <a:cs typeface="+mn-cs"/>
              </a:rPr>
              <a:t>‹#›</a:t>
            </a:fld>
            <a:endParaRPr lang="zh-CN" altLang="en-US" strike="noStrike" noProof="1">
              <a:latin typeface="Times New Roman" panose="02020603050405020304" pitchFamily="2" charset="0"/>
            </a:endParaRPr>
          </a:p>
        </p:txBody>
      </p:sp>
    </p:spTree>
  </p:cSld>
  <p:clrMapOvr>
    <a:masterClrMapping/>
  </p:clrMapOvr>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a:t>单击此处编辑母版标题样式</a:t>
            </a:r>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a:t>单击此处编辑母版文本样式</a:t>
            </a:r>
          </a:p>
        </p:txBody>
      </p:sp>
      <p:sp>
        <p:nvSpPr>
          <p:cNvPr id="4" name="日期占位符 3"/>
          <p:cNvSpPr>
            <a:spLocks noGrp="1"/>
          </p:cNvSpPr>
          <p:nvPr>
            <p:ph type="dt" sz="half" idx="10"/>
          </p:nvPr>
        </p:nvSpPr>
        <p:spPr/>
        <p:txBody>
          <a:bodyPr/>
          <a:lstStyle/>
          <a:p>
            <a:pPr lvl="0" fontAlgn="base"/>
            <a:endParaRPr lang="zh-CN" altLang="en-US" strike="noStrike" noProof="1">
              <a:latin typeface="Times New Roman" panose="02020603050405020304" pitchFamily="2" charset="0"/>
            </a:endParaRPr>
          </a:p>
        </p:txBody>
      </p:sp>
      <p:sp>
        <p:nvSpPr>
          <p:cNvPr id="5" name="页脚占位符 4"/>
          <p:cNvSpPr>
            <a:spLocks noGrp="1"/>
          </p:cNvSpPr>
          <p:nvPr>
            <p:ph type="ftr" sz="quarter" idx="11"/>
          </p:nvPr>
        </p:nvSpPr>
        <p:spPr/>
        <p:txBody>
          <a:bodyPr/>
          <a:lstStyle/>
          <a:p>
            <a:pPr lvl="0" fontAlgn="base"/>
            <a:endParaRPr lang="zh-CN" altLang="en-US" strike="noStrike" noProof="1">
              <a:latin typeface="Times New Roman" panose="02020603050405020304" pitchFamily="2" charset="0"/>
            </a:endParaRPr>
          </a:p>
        </p:txBody>
      </p:sp>
      <p:sp>
        <p:nvSpPr>
          <p:cNvPr id="6" name="灯片编号占位符 5"/>
          <p:cNvSpPr>
            <a:spLocks noGrp="1"/>
          </p:cNvSpPr>
          <p:nvPr>
            <p:ph type="sldNum" sz="quarter" idx="12"/>
          </p:nvPr>
        </p:nvSpPr>
        <p:spPr/>
        <p:txBody>
          <a:bodyPr/>
          <a:lstStyle/>
          <a:p>
            <a:pPr lvl="0" fontAlgn="base"/>
            <a:fld id="{9A0DB2DC-4C9A-4742-B13C-FB6460FD3503}" type="slidenum">
              <a:rPr lang="zh-CN" altLang="en-US" strike="noStrike" noProof="1" dirty="0">
                <a:latin typeface="Times New Roman" panose="02020603050405020304" pitchFamily="2" charset="0"/>
                <a:ea typeface="宋体" panose="02010600030101010101" pitchFamily="2" charset="-122"/>
                <a:cs typeface="+mn-cs"/>
              </a:rPr>
              <a:t>‹#›</a:t>
            </a:fld>
            <a:endParaRPr lang="zh-CN" altLang="en-US" strike="noStrike" noProof="1">
              <a:latin typeface="Times New Roman" panose="02020603050405020304" pitchFamily="2" charset="0"/>
            </a:endParaRPr>
          </a:p>
        </p:txBody>
      </p:sp>
    </p:spTree>
  </p:cSld>
  <p:clrMapOvr>
    <a:masterClrMapping/>
  </p:clrMapOvr>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内容占位符 2"/>
          <p:cNvSpPr>
            <a:spLocks noGrp="1"/>
          </p:cNvSpPr>
          <p:nvPr>
            <p:ph sz="half" idx="1"/>
          </p:nvPr>
        </p:nvSpPr>
        <p:spPr>
          <a:xfrm>
            <a:off x="457200" y="1600200"/>
            <a:ext cx="4032504" cy="4525963"/>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内容占位符 3"/>
          <p:cNvSpPr>
            <a:spLocks noGrp="1"/>
          </p:cNvSpPr>
          <p:nvPr>
            <p:ph sz="half" idx="2"/>
          </p:nvPr>
        </p:nvSpPr>
        <p:spPr>
          <a:xfrm>
            <a:off x="4654296" y="1600200"/>
            <a:ext cx="4032504" cy="4525963"/>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5" name="日期占位符 4"/>
          <p:cNvSpPr>
            <a:spLocks noGrp="1"/>
          </p:cNvSpPr>
          <p:nvPr>
            <p:ph type="dt" sz="half" idx="10"/>
          </p:nvPr>
        </p:nvSpPr>
        <p:spPr/>
        <p:txBody>
          <a:bodyPr/>
          <a:lstStyle/>
          <a:p>
            <a:pPr lvl="0" fontAlgn="base"/>
            <a:endParaRPr lang="zh-CN" altLang="en-US" strike="noStrike" noProof="1">
              <a:latin typeface="Times New Roman" panose="02020603050405020304" pitchFamily="2" charset="0"/>
            </a:endParaRPr>
          </a:p>
        </p:txBody>
      </p:sp>
      <p:sp>
        <p:nvSpPr>
          <p:cNvPr id="6" name="页脚占位符 5"/>
          <p:cNvSpPr>
            <a:spLocks noGrp="1"/>
          </p:cNvSpPr>
          <p:nvPr>
            <p:ph type="ftr" sz="quarter" idx="11"/>
          </p:nvPr>
        </p:nvSpPr>
        <p:spPr/>
        <p:txBody>
          <a:bodyPr/>
          <a:lstStyle/>
          <a:p>
            <a:pPr lvl="0" fontAlgn="base"/>
            <a:endParaRPr lang="zh-CN" altLang="en-US" strike="noStrike" noProof="1">
              <a:latin typeface="Times New Roman" panose="02020603050405020304" pitchFamily="2" charset="0"/>
            </a:endParaRPr>
          </a:p>
        </p:txBody>
      </p:sp>
      <p:sp>
        <p:nvSpPr>
          <p:cNvPr id="7" name="灯片编号占位符 6"/>
          <p:cNvSpPr>
            <a:spLocks noGrp="1"/>
          </p:cNvSpPr>
          <p:nvPr>
            <p:ph type="sldNum" sz="quarter" idx="12"/>
          </p:nvPr>
        </p:nvSpPr>
        <p:spPr/>
        <p:txBody>
          <a:bodyPr/>
          <a:lstStyle/>
          <a:p>
            <a:pPr lvl="0" fontAlgn="base"/>
            <a:fld id="{9A0DB2DC-4C9A-4742-B13C-FB6460FD3503}" type="slidenum">
              <a:rPr lang="zh-CN" altLang="en-US" strike="noStrike" noProof="1" dirty="0">
                <a:latin typeface="Times New Roman" panose="02020603050405020304" pitchFamily="2" charset="0"/>
                <a:ea typeface="宋体" panose="02010600030101010101" pitchFamily="2" charset="-122"/>
                <a:cs typeface="+mn-cs"/>
              </a:rPr>
              <a:t>‹#›</a:t>
            </a:fld>
            <a:endParaRPr lang="zh-CN" altLang="en-US" strike="noStrike" noProof="1">
              <a:latin typeface="Times New Roman" panose="02020603050405020304" pitchFamily="2" charset="0"/>
            </a:endParaRPr>
          </a:p>
        </p:txBody>
      </p:sp>
    </p:spTree>
  </p:cSld>
  <p:clrMapOvr>
    <a:masterClrMapping/>
  </p:clrMapOvr>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a:t>单击此处编辑母版标题样式</a:t>
            </a:r>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a:t>单击此处编辑母版文本样式</a:t>
            </a:r>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a:t>单击此处编辑母版文本样式</a:t>
            </a:r>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7" name="日期占位符 6"/>
          <p:cNvSpPr>
            <a:spLocks noGrp="1"/>
          </p:cNvSpPr>
          <p:nvPr>
            <p:ph type="dt" sz="half" idx="10"/>
          </p:nvPr>
        </p:nvSpPr>
        <p:spPr/>
        <p:txBody>
          <a:bodyPr/>
          <a:lstStyle/>
          <a:p>
            <a:pPr lvl="0" fontAlgn="base"/>
            <a:endParaRPr lang="zh-CN" altLang="en-US" strike="noStrike" noProof="1">
              <a:latin typeface="Times New Roman" panose="02020603050405020304" pitchFamily="2" charset="0"/>
            </a:endParaRPr>
          </a:p>
        </p:txBody>
      </p:sp>
      <p:sp>
        <p:nvSpPr>
          <p:cNvPr id="8" name="页脚占位符 7"/>
          <p:cNvSpPr>
            <a:spLocks noGrp="1"/>
          </p:cNvSpPr>
          <p:nvPr>
            <p:ph type="ftr" sz="quarter" idx="11"/>
          </p:nvPr>
        </p:nvSpPr>
        <p:spPr/>
        <p:txBody>
          <a:bodyPr/>
          <a:lstStyle/>
          <a:p>
            <a:pPr lvl="0" fontAlgn="base"/>
            <a:endParaRPr lang="zh-CN" altLang="en-US" strike="noStrike" noProof="1">
              <a:latin typeface="Times New Roman" panose="02020603050405020304" pitchFamily="2" charset="0"/>
            </a:endParaRPr>
          </a:p>
        </p:txBody>
      </p:sp>
      <p:sp>
        <p:nvSpPr>
          <p:cNvPr id="9" name="灯片编号占位符 8"/>
          <p:cNvSpPr>
            <a:spLocks noGrp="1"/>
          </p:cNvSpPr>
          <p:nvPr>
            <p:ph type="sldNum" sz="quarter" idx="12"/>
          </p:nvPr>
        </p:nvSpPr>
        <p:spPr/>
        <p:txBody>
          <a:bodyPr/>
          <a:lstStyle/>
          <a:p>
            <a:pPr lvl="0" fontAlgn="base"/>
            <a:fld id="{9A0DB2DC-4C9A-4742-B13C-FB6460FD3503}" type="slidenum">
              <a:rPr lang="zh-CN" altLang="en-US" strike="noStrike" noProof="1" dirty="0">
                <a:latin typeface="Times New Roman" panose="02020603050405020304" pitchFamily="2" charset="0"/>
                <a:ea typeface="宋体" panose="02010600030101010101" pitchFamily="2" charset="-122"/>
                <a:cs typeface="+mn-cs"/>
              </a:rPr>
              <a:t>‹#›</a:t>
            </a:fld>
            <a:endParaRPr lang="zh-CN" altLang="en-US" strike="noStrike" noProof="1">
              <a:latin typeface="Times New Roman" panose="02020603050405020304" pitchFamily="2" charset="0"/>
            </a:endParaRPr>
          </a:p>
        </p:txBody>
      </p:sp>
    </p:spTree>
  </p:cSld>
  <p:clrMapOvr>
    <a:masterClrMapping/>
  </p:clrMapOvr>
  <p:transition/>
</p:sldLayout>
</file>

<file path=ppt/slideLayouts/slideLayout3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日期占位符 2"/>
          <p:cNvSpPr>
            <a:spLocks noGrp="1"/>
          </p:cNvSpPr>
          <p:nvPr>
            <p:ph type="dt" sz="half" idx="10"/>
          </p:nvPr>
        </p:nvSpPr>
        <p:spPr/>
        <p:txBody>
          <a:bodyPr/>
          <a:lstStyle/>
          <a:p>
            <a:pPr lvl="0" fontAlgn="base"/>
            <a:endParaRPr lang="zh-CN" altLang="en-US" strike="noStrike" noProof="1">
              <a:latin typeface="Times New Roman" panose="02020603050405020304" pitchFamily="2" charset="0"/>
            </a:endParaRPr>
          </a:p>
        </p:txBody>
      </p:sp>
      <p:sp>
        <p:nvSpPr>
          <p:cNvPr id="4" name="页脚占位符 3"/>
          <p:cNvSpPr>
            <a:spLocks noGrp="1"/>
          </p:cNvSpPr>
          <p:nvPr>
            <p:ph type="ftr" sz="quarter" idx="11"/>
          </p:nvPr>
        </p:nvSpPr>
        <p:spPr/>
        <p:txBody>
          <a:bodyPr/>
          <a:lstStyle/>
          <a:p>
            <a:pPr lvl="0" fontAlgn="base"/>
            <a:endParaRPr lang="zh-CN" altLang="en-US" strike="noStrike" noProof="1">
              <a:latin typeface="Times New Roman" panose="02020603050405020304" pitchFamily="2" charset="0"/>
            </a:endParaRPr>
          </a:p>
        </p:txBody>
      </p:sp>
      <p:sp>
        <p:nvSpPr>
          <p:cNvPr id="5" name="灯片编号占位符 4"/>
          <p:cNvSpPr>
            <a:spLocks noGrp="1"/>
          </p:cNvSpPr>
          <p:nvPr>
            <p:ph type="sldNum" sz="quarter" idx="12"/>
          </p:nvPr>
        </p:nvSpPr>
        <p:spPr/>
        <p:txBody>
          <a:bodyPr/>
          <a:lstStyle/>
          <a:p>
            <a:pPr lvl="0" fontAlgn="base"/>
            <a:fld id="{9A0DB2DC-4C9A-4742-B13C-FB6460FD3503}" type="slidenum">
              <a:rPr lang="zh-CN" altLang="en-US" strike="noStrike" noProof="1" dirty="0">
                <a:latin typeface="Times New Roman" panose="02020603050405020304" pitchFamily="2" charset="0"/>
                <a:ea typeface="宋体" panose="02010600030101010101" pitchFamily="2" charset="-122"/>
                <a:cs typeface="+mn-cs"/>
              </a:rPr>
              <a:t>‹#›</a:t>
            </a:fld>
            <a:endParaRPr lang="zh-CN" altLang="en-US" strike="noStrike" noProof="1">
              <a:latin typeface="Times New Roman" panose="02020603050405020304" pitchFamily="2" charset="0"/>
            </a:endParaRPr>
          </a:p>
        </p:txBody>
      </p:sp>
    </p:spTree>
  </p:cSld>
  <p:clrMapOvr>
    <a:masterClrMapping/>
  </p:clrMapOvr>
  <p:transition/>
</p:sldLayout>
</file>

<file path=ppt/slideLayouts/slideLayout3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lvl="0" fontAlgn="base"/>
            <a:endParaRPr lang="zh-CN" altLang="en-US" strike="noStrike" noProof="1">
              <a:latin typeface="Times New Roman" panose="02020603050405020304" pitchFamily="2" charset="0"/>
            </a:endParaRPr>
          </a:p>
        </p:txBody>
      </p:sp>
      <p:sp>
        <p:nvSpPr>
          <p:cNvPr id="3" name="页脚占位符 2"/>
          <p:cNvSpPr>
            <a:spLocks noGrp="1"/>
          </p:cNvSpPr>
          <p:nvPr>
            <p:ph type="ftr" sz="quarter" idx="11"/>
          </p:nvPr>
        </p:nvSpPr>
        <p:spPr/>
        <p:txBody>
          <a:bodyPr/>
          <a:lstStyle/>
          <a:p>
            <a:pPr lvl="0" fontAlgn="base"/>
            <a:endParaRPr lang="zh-CN" altLang="en-US" strike="noStrike" noProof="1">
              <a:latin typeface="Times New Roman" panose="02020603050405020304" pitchFamily="2" charset="0"/>
            </a:endParaRPr>
          </a:p>
        </p:txBody>
      </p:sp>
      <p:sp>
        <p:nvSpPr>
          <p:cNvPr id="4" name="灯片编号占位符 3"/>
          <p:cNvSpPr>
            <a:spLocks noGrp="1"/>
          </p:cNvSpPr>
          <p:nvPr>
            <p:ph type="sldNum" sz="quarter" idx="12"/>
          </p:nvPr>
        </p:nvSpPr>
        <p:spPr/>
        <p:txBody>
          <a:bodyPr/>
          <a:lstStyle/>
          <a:p>
            <a:pPr lvl="0" fontAlgn="base"/>
            <a:fld id="{9A0DB2DC-4C9A-4742-B13C-FB6460FD3503}" type="slidenum">
              <a:rPr lang="zh-CN" altLang="en-US" strike="noStrike" noProof="1" dirty="0">
                <a:latin typeface="Times New Roman" panose="02020603050405020304" pitchFamily="2" charset="0"/>
                <a:ea typeface="宋体" panose="02010600030101010101" pitchFamily="2" charset="-122"/>
                <a:cs typeface="+mn-cs"/>
              </a:rPr>
              <a:t>‹#›</a:t>
            </a:fld>
            <a:endParaRPr lang="zh-CN" altLang="en-US" strike="noStrike" noProof="1">
              <a:latin typeface="Times New Roman" panose="02020603050405020304" pitchFamily="2" charset="0"/>
            </a:endParaRPr>
          </a:p>
        </p:txBody>
      </p:sp>
    </p:spTree>
  </p:cSld>
  <p:clrMapOvr>
    <a:masterClrMapping/>
  </p:clrMapOvr>
  <p:transition/>
</p:sldLayout>
</file>

<file path=ppt/slideLayouts/slideLayout3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a:t>单击此处编辑母版标题样式</a:t>
            </a:r>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a:t>单击此处编辑母版文本样式</a:t>
            </a:r>
          </a:p>
        </p:txBody>
      </p:sp>
      <p:sp>
        <p:nvSpPr>
          <p:cNvPr id="5" name="日期占位符 4"/>
          <p:cNvSpPr>
            <a:spLocks noGrp="1"/>
          </p:cNvSpPr>
          <p:nvPr>
            <p:ph type="dt" sz="half" idx="10"/>
          </p:nvPr>
        </p:nvSpPr>
        <p:spPr/>
        <p:txBody>
          <a:bodyPr/>
          <a:lstStyle/>
          <a:p>
            <a:pPr lvl="0" fontAlgn="base"/>
            <a:endParaRPr lang="zh-CN" altLang="en-US" strike="noStrike" noProof="1">
              <a:latin typeface="Times New Roman" panose="02020603050405020304" pitchFamily="2" charset="0"/>
            </a:endParaRPr>
          </a:p>
        </p:txBody>
      </p:sp>
      <p:sp>
        <p:nvSpPr>
          <p:cNvPr id="6" name="页脚占位符 5"/>
          <p:cNvSpPr>
            <a:spLocks noGrp="1"/>
          </p:cNvSpPr>
          <p:nvPr>
            <p:ph type="ftr" sz="quarter" idx="11"/>
          </p:nvPr>
        </p:nvSpPr>
        <p:spPr/>
        <p:txBody>
          <a:bodyPr/>
          <a:lstStyle/>
          <a:p>
            <a:pPr lvl="0" fontAlgn="base"/>
            <a:endParaRPr lang="zh-CN" altLang="en-US" strike="noStrike" noProof="1">
              <a:latin typeface="Times New Roman" panose="02020603050405020304" pitchFamily="2" charset="0"/>
            </a:endParaRPr>
          </a:p>
        </p:txBody>
      </p:sp>
      <p:sp>
        <p:nvSpPr>
          <p:cNvPr id="7" name="灯片编号占位符 6"/>
          <p:cNvSpPr>
            <a:spLocks noGrp="1"/>
          </p:cNvSpPr>
          <p:nvPr>
            <p:ph type="sldNum" sz="quarter" idx="12"/>
          </p:nvPr>
        </p:nvSpPr>
        <p:spPr/>
        <p:txBody>
          <a:bodyPr/>
          <a:lstStyle/>
          <a:p>
            <a:pPr lvl="0" fontAlgn="base"/>
            <a:fld id="{9A0DB2DC-4C9A-4742-B13C-FB6460FD3503}" type="slidenum">
              <a:rPr lang="zh-CN" altLang="en-US" strike="noStrike" noProof="1" dirty="0">
                <a:latin typeface="Times New Roman" panose="02020603050405020304" pitchFamily="2" charset="0"/>
                <a:ea typeface="宋体" panose="02010600030101010101" pitchFamily="2" charset="-122"/>
                <a:cs typeface="+mn-cs"/>
              </a:rPr>
              <a:t>‹#›</a:t>
            </a:fld>
            <a:endParaRPr lang="zh-CN" altLang="en-US" strike="noStrike" noProof="1">
              <a:latin typeface="Times New Roman" panose="02020603050405020304" pitchFamily="2" charset="0"/>
            </a:endParaRPr>
          </a:p>
        </p:txBody>
      </p:sp>
    </p:spTree>
  </p:cSld>
  <p:clrMapOvr>
    <a:masterClrMapping/>
  </p:clrMapOvr>
  <p:transition/>
</p:sldLayout>
</file>

<file path=ppt/slideLayouts/slideLayout3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a:t>单击此处编辑母版标题样式</a:t>
            </a:r>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a:t>单击此处编辑母版文本样式</a:t>
            </a:r>
          </a:p>
        </p:txBody>
      </p:sp>
      <p:sp>
        <p:nvSpPr>
          <p:cNvPr id="5" name="日期占位符 4"/>
          <p:cNvSpPr>
            <a:spLocks noGrp="1"/>
          </p:cNvSpPr>
          <p:nvPr>
            <p:ph type="dt" sz="half" idx="10"/>
          </p:nvPr>
        </p:nvSpPr>
        <p:spPr/>
        <p:txBody>
          <a:bodyPr/>
          <a:lstStyle/>
          <a:p>
            <a:pPr lvl="0" fontAlgn="base"/>
            <a:endParaRPr lang="zh-CN" altLang="en-US" strike="noStrike" noProof="1">
              <a:latin typeface="Times New Roman" panose="02020603050405020304" pitchFamily="2" charset="0"/>
            </a:endParaRPr>
          </a:p>
        </p:txBody>
      </p:sp>
      <p:sp>
        <p:nvSpPr>
          <p:cNvPr id="6" name="页脚占位符 5"/>
          <p:cNvSpPr>
            <a:spLocks noGrp="1"/>
          </p:cNvSpPr>
          <p:nvPr>
            <p:ph type="ftr" sz="quarter" idx="11"/>
          </p:nvPr>
        </p:nvSpPr>
        <p:spPr/>
        <p:txBody>
          <a:bodyPr/>
          <a:lstStyle/>
          <a:p>
            <a:pPr lvl="0" fontAlgn="base"/>
            <a:endParaRPr lang="zh-CN" altLang="en-US" strike="noStrike" noProof="1">
              <a:latin typeface="Times New Roman" panose="02020603050405020304" pitchFamily="2" charset="0"/>
            </a:endParaRPr>
          </a:p>
        </p:txBody>
      </p:sp>
      <p:sp>
        <p:nvSpPr>
          <p:cNvPr id="7" name="灯片编号占位符 6"/>
          <p:cNvSpPr>
            <a:spLocks noGrp="1"/>
          </p:cNvSpPr>
          <p:nvPr>
            <p:ph type="sldNum" sz="quarter" idx="12"/>
          </p:nvPr>
        </p:nvSpPr>
        <p:spPr/>
        <p:txBody>
          <a:bodyPr/>
          <a:lstStyle/>
          <a:p>
            <a:pPr lvl="0" fontAlgn="base"/>
            <a:fld id="{9A0DB2DC-4C9A-4742-B13C-FB6460FD3503}" type="slidenum">
              <a:rPr lang="zh-CN" altLang="en-US" strike="noStrike" noProof="1" dirty="0">
                <a:latin typeface="Times New Roman" panose="02020603050405020304" pitchFamily="2" charset="0"/>
                <a:ea typeface="宋体" panose="02010600030101010101" pitchFamily="2" charset="-122"/>
                <a:cs typeface="+mn-cs"/>
              </a:rPr>
              <a:t>‹#›</a:t>
            </a:fld>
            <a:endParaRPr lang="zh-CN" altLang="en-US" strike="noStrike" noProof="1">
              <a:latin typeface="Times New Roman" panose="02020603050405020304" pitchFamily="2" charset="0"/>
            </a:endParaRPr>
          </a:p>
        </p:txBody>
      </p:sp>
    </p:spTree>
  </p:cSld>
  <p:clrMapOvr>
    <a:masterClrMapping/>
  </p:clrMapOvr>
  <p:transition/>
</p:sldLayout>
</file>

<file path=ppt/slideLayouts/slideLayout4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竖排文字占位符 2"/>
          <p:cNvSpPr>
            <a:spLocks noGrp="1"/>
          </p:cNvSpPr>
          <p:nvPr>
            <p:ph type="body" orient="vert" idx="1"/>
          </p:nvPr>
        </p:nvSpPr>
        <p:spPr/>
        <p:txBody>
          <a:bodyPr vert="eaVert"/>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日期占位符 3"/>
          <p:cNvSpPr>
            <a:spLocks noGrp="1"/>
          </p:cNvSpPr>
          <p:nvPr>
            <p:ph type="dt" sz="half" idx="10"/>
          </p:nvPr>
        </p:nvSpPr>
        <p:spPr/>
        <p:txBody>
          <a:bodyPr/>
          <a:lstStyle/>
          <a:p>
            <a:pPr lvl="0" fontAlgn="base"/>
            <a:endParaRPr lang="zh-CN" altLang="en-US" strike="noStrike" noProof="1">
              <a:latin typeface="Times New Roman" panose="02020603050405020304" pitchFamily="2" charset="0"/>
            </a:endParaRPr>
          </a:p>
        </p:txBody>
      </p:sp>
      <p:sp>
        <p:nvSpPr>
          <p:cNvPr id="5" name="页脚占位符 4"/>
          <p:cNvSpPr>
            <a:spLocks noGrp="1"/>
          </p:cNvSpPr>
          <p:nvPr>
            <p:ph type="ftr" sz="quarter" idx="11"/>
          </p:nvPr>
        </p:nvSpPr>
        <p:spPr/>
        <p:txBody>
          <a:bodyPr/>
          <a:lstStyle/>
          <a:p>
            <a:pPr lvl="0" fontAlgn="base"/>
            <a:endParaRPr lang="zh-CN" altLang="en-US" strike="noStrike" noProof="1">
              <a:latin typeface="Times New Roman" panose="02020603050405020304" pitchFamily="2" charset="0"/>
            </a:endParaRPr>
          </a:p>
        </p:txBody>
      </p:sp>
      <p:sp>
        <p:nvSpPr>
          <p:cNvPr id="6" name="灯片编号占位符 5"/>
          <p:cNvSpPr>
            <a:spLocks noGrp="1"/>
          </p:cNvSpPr>
          <p:nvPr>
            <p:ph type="sldNum" sz="quarter" idx="12"/>
          </p:nvPr>
        </p:nvSpPr>
        <p:spPr/>
        <p:txBody>
          <a:bodyPr/>
          <a:lstStyle/>
          <a:p>
            <a:pPr lvl="0" fontAlgn="base"/>
            <a:fld id="{9A0DB2DC-4C9A-4742-B13C-FB6460FD3503}" type="slidenum">
              <a:rPr lang="zh-CN" altLang="en-US" strike="noStrike" noProof="1" dirty="0">
                <a:latin typeface="Times New Roman" panose="02020603050405020304" pitchFamily="2" charset="0"/>
                <a:ea typeface="宋体" panose="02010600030101010101" pitchFamily="2" charset="-122"/>
                <a:cs typeface="+mn-cs"/>
              </a:rPr>
              <a:t>‹#›</a:t>
            </a:fld>
            <a:endParaRPr lang="zh-CN" altLang="en-US" strike="noStrike" noProof="1">
              <a:latin typeface="Times New Roman" panose="02020603050405020304" pitchFamily="2" charset="0"/>
            </a:endParaRPr>
          </a:p>
        </p:txBody>
      </p:sp>
    </p:spTree>
  </p:cSld>
  <p:clrMapOvr>
    <a:masterClrMapping/>
  </p:clrMapOvr>
  <p:transition/>
</p:sldLayout>
</file>

<file path=ppt/slideLayouts/slideLayout41.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pPr fontAlgn="base"/>
            <a:r>
              <a:rPr lang="zh-CN" altLang="en-US" strike="noStrike" noProof="1"/>
              <a:t>单击此处编辑母版标题样式</a:t>
            </a:r>
          </a:p>
        </p:txBody>
      </p:sp>
      <p:sp>
        <p:nvSpPr>
          <p:cNvPr id="3" name="竖排文字占位符 2"/>
          <p:cNvSpPr>
            <a:spLocks noGrp="1"/>
          </p:cNvSpPr>
          <p:nvPr>
            <p:ph type="body" orient="vert" idx="1"/>
          </p:nvPr>
        </p:nvSpPr>
        <p:spPr>
          <a:xfrm>
            <a:off x="457200" y="274638"/>
            <a:ext cx="6052930" cy="5851525"/>
          </a:xfrm>
        </p:spPr>
        <p:txBody>
          <a:bodyPr vert="eaVert"/>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日期占位符 3"/>
          <p:cNvSpPr>
            <a:spLocks noGrp="1"/>
          </p:cNvSpPr>
          <p:nvPr>
            <p:ph type="dt" sz="half" idx="10"/>
          </p:nvPr>
        </p:nvSpPr>
        <p:spPr/>
        <p:txBody>
          <a:bodyPr/>
          <a:lstStyle/>
          <a:p>
            <a:pPr lvl="0" fontAlgn="base"/>
            <a:endParaRPr lang="zh-CN" altLang="en-US" strike="noStrike" noProof="1">
              <a:latin typeface="Times New Roman" panose="02020603050405020304" pitchFamily="2" charset="0"/>
            </a:endParaRPr>
          </a:p>
        </p:txBody>
      </p:sp>
      <p:sp>
        <p:nvSpPr>
          <p:cNvPr id="5" name="页脚占位符 4"/>
          <p:cNvSpPr>
            <a:spLocks noGrp="1"/>
          </p:cNvSpPr>
          <p:nvPr>
            <p:ph type="ftr" sz="quarter" idx="11"/>
          </p:nvPr>
        </p:nvSpPr>
        <p:spPr/>
        <p:txBody>
          <a:bodyPr/>
          <a:lstStyle/>
          <a:p>
            <a:pPr lvl="0" fontAlgn="base"/>
            <a:endParaRPr lang="zh-CN" altLang="en-US" strike="noStrike" noProof="1">
              <a:latin typeface="Times New Roman" panose="02020603050405020304" pitchFamily="2" charset="0"/>
            </a:endParaRPr>
          </a:p>
        </p:txBody>
      </p:sp>
      <p:sp>
        <p:nvSpPr>
          <p:cNvPr id="6" name="灯片编号占位符 5"/>
          <p:cNvSpPr>
            <a:spLocks noGrp="1"/>
          </p:cNvSpPr>
          <p:nvPr>
            <p:ph type="sldNum" sz="quarter" idx="12"/>
          </p:nvPr>
        </p:nvSpPr>
        <p:spPr/>
        <p:txBody>
          <a:bodyPr/>
          <a:lstStyle/>
          <a:p>
            <a:pPr lvl="0" fontAlgn="base"/>
            <a:fld id="{9A0DB2DC-4C9A-4742-B13C-FB6460FD3503}" type="slidenum">
              <a:rPr lang="zh-CN" altLang="en-US" strike="noStrike" noProof="1" dirty="0">
                <a:latin typeface="Times New Roman" panose="02020603050405020304" pitchFamily="2" charset="0"/>
                <a:ea typeface="宋体" panose="02010600030101010101" pitchFamily="2" charset="-122"/>
                <a:cs typeface="+mn-cs"/>
              </a:rPr>
              <a:t>‹#›</a:t>
            </a:fld>
            <a:endParaRPr lang="zh-CN" altLang="en-US" strike="noStrike" noProof="1">
              <a:latin typeface="Times New Roman" panose="02020603050405020304" pitchFamily="2" charset="0"/>
            </a:endParaRPr>
          </a:p>
        </p:txBody>
      </p:sp>
    </p:spTree>
  </p:cSld>
  <p:clrMapOvr>
    <a:masterClrMapping/>
  </p:clrMapOvr>
  <p:transition/>
</p:sldLayout>
</file>

<file path=ppt/slideLayouts/slideLayout42.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文本占位符 2"/>
          <p:cNvSpPr>
            <a:spLocks noGrp="1"/>
          </p:cNvSpPr>
          <p:nvPr>
            <p:ph type="body" sz="half" idx="1"/>
          </p:nvPr>
        </p:nvSpPr>
        <p:spPr>
          <a:xfrm>
            <a:off x="628650" y="1825625"/>
            <a:ext cx="3886200" cy="4351338"/>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内容占位符 3"/>
          <p:cNvSpPr>
            <a:spLocks noGrp="1"/>
          </p:cNvSpPr>
          <p:nvPr>
            <p:ph sz="half" idx="2"/>
          </p:nvPr>
        </p:nvSpPr>
        <p:spPr>
          <a:xfrm>
            <a:off x="4629150" y="1825625"/>
            <a:ext cx="3886200" cy="4351338"/>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5" name="日期占位符 4"/>
          <p:cNvSpPr>
            <a:spLocks noGrp="1"/>
          </p:cNvSpPr>
          <p:nvPr>
            <p:ph type="dt" sz="half" idx="10"/>
          </p:nvPr>
        </p:nvSpPr>
        <p:spPr/>
        <p:txBody>
          <a:bodyPr/>
          <a:lstStyle/>
          <a:p>
            <a:pPr lvl="0" fontAlgn="base"/>
            <a:endParaRPr lang="zh-CN" altLang="en-US" strike="noStrike" noProof="1">
              <a:latin typeface="Times New Roman" panose="02020603050405020304" pitchFamily="2" charset="0"/>
            </a:endParaRPr>
          </a:p>
        </p:txBody>
      </p:sp>
      <p:sp>
        <p:nvSpPr>
          <p:cNvPr id="6" name="页脚占位符 5"/>
          <p:cNvSpPr>
            <a:spLocks noGrp="1"/>
          </p:cNvSpPr>
          <p:nvPr>
            <p:ph type="ftr" sz="quarter" idx="11"/>
          </p:nvPr>
        </p:nvSpPr>
        <p:spPr/>
        <p:txBody>
          <a:bodyPr/>
          <a:lstStyle/>
          <a:p>
            <a:pPr lvl="0" fontAlgn="base"/>
            <a:endParaRPr lang="zh-CN" altLang="en-US" strike="noStrike" noProof="1">
              <a:latin typeface="Times New Roman" panose="02020603050405020304" pitchFamily="2" charset="0"/>
            </a:endParaRPr>
          </a:p>
        </p:txBody>
      </p:sp>
      <p:sp>
        <p:nvSpPr>
          <p:cNvPr id="7" name="灯片编号占位符 6"/>
          <p:cNvSpPr>
            <a:spLocks noGrp="1"/>
          </p:cNvSpPr>
          <p:nvPr>
            <p:ph type="sldNum" sz="quarter" idx="12"/>
          </p:nvPr>
        </p:nvSpPr>
        <p:spPr/>
        <p:txBody>
          <a:bodyPr/>
          <a:lstStyle/>
          <a:p>
            <a:pPr lvl="0" fontAlgn="base"/>
            <a:fld id="{9A0DB2DC-4C9A-4742-B13C-FB6460FD3503}" type="slidenum">
              <a:rPr lang="zh-CN" altLang="en-US" strike="noStrike" noProof="1" dirty="0">
                <a:latin typeface="Times New Roman" panose="02020603050405020304" pitchFamily="2" charset="0"/>
                <a:ea typeface="宋体" panose="02010600030101010101" pitchFamily="2" charset="-122"/>
                <a:cs typeface="+mn-cs"/>
              </a:rPr>
              <a:t>‹#›</a:t>
            </a:fld>
            <a:endParaRPr lang="zh-CN" altLang="en-US" strike="noStrike" noProof="1">
              <a:latin typeface="Times New Roman" panose="02020603050405020304" pitchFamily="2" charset="0"/>
            </a:endParaRPr>
          </a:p>
        </p:txBody>
      </p:sp>
    </p:spTree>
  </p:cSld>
  <p:clrMapOvr>
    <a:masterClrMapping/>
  </p:clrMapOvr>
  <p:transition/>
</p:sldLayout>
</file>

<file path=ppt/slideLayouts/slideLayout43.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文本占位符 2"/>
          <p:cNvSpPr>
            <a:spLocks noGrp="1"/>
          </p:cNvSpPr>
          <p:nvPr>
            <p:ph type="body" sz="half" idx="1"/>
          </p:nvPr>
        </p:nvSpPr>
        <p:spPr>
          <a:xfrm>
            <a:off x="628650" y="1825625"/>
            <a:ext cx="3886200" cy="4351338"/>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内容占位符 3"/>
          <p:cNvSpPr>
            <a:spLocks noGrp="1"/>
          </p:cNvSpPr>
          <p:nvPr>
            <p:ph sz="quarter" idx="2"/>
          </p:nvPr>
        </p:nvSpPr>
        <p:spPr>
          <a:xfrm>
            <a:off x="4629150" y="1825625"/>
            <a:ext cx="3886200" cy="2098675"/>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5" name="内容占位符 4"/>
          <p:cNvSpPr>
            <a:spLocks noGrp="1"/>
          </p:cNvSpPr>
          <p:nvPr>
            <p:ph sz="quarter" idx="3"/>
          </p:nvPr>
        </p:nvSpPr>
        <p:spPr>
          <a:xfrm>
            <a:off x="4629150" y="4076700"/>
            <a:ext cx="3886200" cy="2100263"/>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6" name="日期占位符 5"/>
          <p:cNvSpPr>
            <a:spLocks noGrp="1"/>
          </p:cNvSpPr>
          <p:nvPr>
            <p:ph type="dt" sz="half" idx="10"/>
          </p:nvPr>
        </p:nvSpPr>
        <p:spPr/>
        <p:txBody>
          <a:bodyPr/>
          <a:lstStyle/>
          <a:p>
            <a:pPr lvl="0" fontAlgn="base"/>
            <a:endParaRPr lang="zh-CN" altLang="en-US" strike="noStrike" noProof="1">
              <a:latin typeface="Times New Roman" panose="02020603050405020304" pitchFamily="2" charset="0"/>
            </a:endParaRPr>
          </a:p>
        </p:txBody>
      </p:sp>
      <p:sp>
        <p:nvSpPr>
          <p:cNvPr id="7" name="页脚占位符 6"/>
          <p:cNvSpPr>
            <a:spLocks noGrp="1"/>
          </p:cNvSpPr>
          <p:nvPr>
            <p:ph type="ftr" sz="quarter" idx="11"/>
          </p:nvPr>
        </p:nvSpPr>
        <p:spPr/>
        <p:txBody>
          <a:bodyPr/>
          <a:lstStyle/>
          <a:p>
            <a:pPr lvl="0" fontAlgn="base"/>
            <a:endParaRPr lang="zh-CN" altLang="en-US" strike="noStrike" noProof="1">
              <a:latin typeface="Times New Roman" panose="02020603050405020304" pitchFamily="2" charset="0"/>
            </a:endParaRPr>
          </a:p>
        </p:txBody>
      </p:sp>
      <p:sp>
        <p:nvSpPr>
          <p:cNvPr id="8" name="灯片编号占位符 7"/>
          <p:cNvSpPr>
            <a:spLocks noGrp="1"/>
          </p:cNvSpPr>
          <p:nvPr>
            <p:ph type="sldNum" sz="quarter" idx="12"/>
          </p:nvPr>
        </p:nvSpPr>
        <p:spPr/>
        <p:txBody>
          <a:bodyPr/>
          <a:lstStyle/>
          <a:p>
            <a:pPr lvl="0" fontAlgn="base"/>
            <a:fld id="{9A0DB2DC-4C9A-4742-B13C-FB6460FD3503}" type="slidenum">
              <a:rPr lang="zh-CN" altLang="en-US" strike="noStrike" noProof="1" dirty="0">
                <a:latin typeface="Times New Roman" panose="02020603050405020304" pitchFamily="2" charset="0"/>
                <a:ea typeface="宋体" panose="02010600030101010101" pitchFamily="2" charset="-122"/>
                <a:cs typeface="+mn-cs"/>
              </a:rPr>
              <a:t>‹#›</a:t>
            </a:fld>
            <a:endParaRPr lang="zh-CN" altLang="en-US" strike="noStrike" noProof="1">
              <a:latin typeface="Times New Roman" panose="02020603050405020304" pitchFamily="2" charset="0"/>
            </a:endParaRPr>
          </a:p>
        </p:txBody>
      </p:sp>
    </p:spTree>
  </p:cSld>
  <p:clrMapOvr>
    <a:masterClrMapping/>
  </p:clrMapOvr>
  <p:transition/>
</p:sldLayout>
</file>

<file path=ppt/slideLayouts/slideLayout44.xml><?xml version="1.0" encoding="utf-8"?>
<p:sldLayout xmlns:a="http://schemas.openxmlformats.org/drawingml/2006/main" xmlns:r="http://schemas.openxmlformats.org/officeDocument/2006/relationships" xmlns:p="http://schemas.openxmlformats.org/presentationml/2006/main" type="objAndTwoObj" preserve="1">
  <p:cSld name="标题，一项大型内容和两项小型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内容占位符 2"/>
          <p:cNvSpPr>
            <a:spLocks noGrp="1"/>
          </p:cNvSpPr>
          <p:nvPr>
            <p:ph sz="half" idx="1"/>
          </p:nvPr>
        </p:nvSpPr>
        <p:spPr>
          <a:xfrm>
            <a:off x="628650" y="1825625"/>
            <a:ext cx="3886200" cy="4351338"/>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内容占位符 3"/>
          <p:cNvSpPr>
            <a:spLocks noGrp="1"/>
          </p:cNvSpPr>
          <p:nvPr>
            <p:ph sz="quarter" idx="2"/>
          </p:nvPr>
        </p:nvSpPr>
        <p:spPr>
          <a:xfrm>
            <a:off x="4629150" y="1825625"/>
            <a:ext cx="3886200" cy="2098675"/>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5" name="内容占位符 4"/>
          <p:cNvSpPr>
            <a:spLocks noGrp="1"/>
          </p:cNvSpPr>
          <p:nvPr>
            <p:ph sz="quarter" idx="3"/>
          </p:nvPr>
        </p:nvSpPr>
        <p:spPr>
          <a:xfrm>
            <a:off x="4629150" y="4076700"/>
            <a:ext cx="3886200" cy="2100263"/>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6" name="日期占位符 5"/>
          <p:cNvSpPr>
            <a:spLocks noGrp="1"/>
          </p:cNvSpPr>
          <p:nvPr>
            <p:ph type="dt" sz="half" idx="10"/>
          </p:nvPr>
        </p:nvSpPr>
        <p:spPr/>
        <p:txBody>
          <a:bodyPr/>
          <a:lstStyle/>
          <a:p>
            <a:pPr lvl="0" fontAlgn="base"/>
            <a:endParaRPr lang="zh-CN" altLang="en-US" strike="noStrike" noProof="1">
              <a:latin typeface="Times New Roman" panose="02020603050405020304" pitchFamily="2" charset="0"/>
            </a:endParaRPr>
          </a:p>
        </p:txBody>
      </p:sp>
      <p:sp>
        <p:nvSpPr>
          <p:cNvPr id="7" name="页脚占位符 6"/>
          <p:cNvSpPr>
            <a:spLocks noGrp="1"/>
          </p:cNvSpPr>
          <p:nvPr>
            <p:ph type="ftr" sz="quarter" idx="11"/>
          </p:nvPr>
        </p:nvSpPr>
        <p:spPr/>
        <p:txBody>
          <a:bodyPr/>
          <a:lstStyle/>
          <a:p>
            <a:pPr lvl="0" fontAlgn="base"/>
            <a:endParaRPr lang="zh-CN" altLang="en-US" strike="noStrike" noProof="1">
              <a:latin typeface="Times New Roman" panose="02020603050405020304" pitchFamily="2" charset="0"/>
            </a:endParaRPr>
          </a:p>
        </p:txBody>
      </p:sp>
      <p:sp>
        <p:nvSpPr>
          <p:cNvPr id="8" name="灯片编号占位符 7"/>
          <p:cNvSpPr>
            <a:spLocks noGrp="1"/>
          </p:cNvSpPr>
          <p:nvPr>
            <p:ph type="sldNum" sz="quarter" idx="12"/>
          </p:nvPr>
        </p:nvSpPr>
        <p:spPr/>
        <p:txBody>
          <a:bodyPr/>
          <a:lstStyle/>
          <a:p>
            <a:pPr lvl="0" fontAlgn="base"/>
            <a:fld id="{9A0DB2DC-4C9A-4742-B13C-FB6460FD3503}" type="slidenum">
              <a:rPr lang="zh-CN" altLang="en-US" strike="noStrike" noProof="1" dirty="0">
                <a:latin typeface="Times New Roman" panose="02020603050405020304" pitchFamily="2" charset="0"/>
                <a:ea typeface="宋体" panose="02010600030101010101" pitchFamily="2" charset="-122"/>
                <a:cs typeface="+mn-cs"/>
              </a:rPr>
              <a:t>‹#›</a:t>
            </a:fld>
            <a:endParaRPr lang="zh-CN" altLang="en-US" strike="noStrike" noProof="1">
              <a:latin typeface="Times New Roman" panose="02020603050405020304" pitchFamily="2" charset="0"/>
            </a:endParaRPr>
          </a:p>
        </p:txBody>
      </p:sp>
    </p:spTree>
  </p:cSld>
  <p:clrMapOvr>
    <a:masterClrMapping/>
  </p:clrMapOvr>
  <p:transition/>
</p:sldLayout>
</file>

<file path=ppt/slideLayouts/slideLayout45.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457200" y="274638"/>
            <a:ext cx="8229600" cy="5851525"/>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3" name="日期占位符 2"/>
          <p:cNvSpPr>
            <a:spLocks noGrp="1"/>
          </p:cNvSpPr>
          <p:nvPr>
            <p:ph type="dt" sz="half" idx="10"/>
          </p:nvPr>
        </p:nvSpPr>
        <p:spPr/>
        <p:txBody>
          <a:bodyPr/>
          <a:lstStyle/>
          <a:p>
            <a:pPr lvl="0" fontAlgn="base"/>
            <a:endParaRPr lang="zh-CN" altLang="en-US" strike="noStrike" noProof="1">
              <a:latin typeface="Times New Roman" panose="02020603050405020304" pitchFamily="2" charset="0"/>
            </a:endParaRPr>
          </a:p>
        </p:txBody>
      </p:sp>
      <p:sp>
        <p:nvSpPr>
          <p:cNvPr id="4" name="页脚占位符 3"/>
          <p:cNvSpPr>
            <a:spLocks noGrp="1"/>
          </p:cNvSpPr>
          <p:nvPr>
            <p:ph type="ftr" sz="quarter" idx="11"/>
          </p:nvPr>
        </p:nvSpPr>
        <p:spPr/>
        <p:txBody>
          <a:bodyPr/>
          <a:lstStyle/>
          <a:p>
            <a:pPr lvl="0" fontAlgn="base"/>
            <a:endParaRPr lang="zh-CN" altLang="en-US" strike="noStrike" noProof="1">
              <a:latin typeface="Times New Roman" panose="02020603050405020304" pitchFamily="2" charset="0"/>
            </a:endParaRPr>
          </a:p>
        </p:txBody>
      </p:sp>
      <p:sp>
        <p:nvSpPr>
          <p:cNvPr id="5" name="灯片编号占位符 4"/>
          <p:cNvSpPr>
            <a:spLocks noGrp="1"/>
          </p:cNvSpPr>
          <p:nvPr>
            <p:ph type="sldNum" sz="quarter" idx="12"/>
          </p:nvPr>
        </p:nvSpPr>
        <p:spPr/>
        <p:txBody>
          <a:bodyPr/>
          <a:lstStyle/>
          <a:p>
            <a:pPr lvl="0" fontAlgn="base"/>
            <a:fld id="{9A0DB2DC-4C9A-4742-B13C-FB6460FD3503}" type="slidenum">
              <a:rPr lang="zh-CN" altLang="en-US" strike="noStrike" noProof="1" dirty="0">
                <a:latin typeface="Times New Roman" panose="02020603050405020304" pitchFamily="2" charset="0"/>
                <a:ea typeface="宋体" panose="02010600030101010101" pitchFamily="2" charset="-122"/>
                <a:cs typeface="+mn-cs"/>
              </a:rPr>
              <a:t>‹#›</a:t>
            </a:fld>
            <a:endParaRPr lang="zh-CN" altLang="en-US" strike="noStrike" noProof="1">
              <a:latin typeface="Times New Roman" panose="02020603050405020304" pitchFamily="2" charset="0"/>
            </a:endParaRPr>
          </a:p>
        </p:txBody>
      </p:sp>
    </p:spTree>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1.jpeg"/><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3.xml"/><Relationship Id="rId13" Type="http://schemas.openxmlformats.org/officeDocument/2006/relationships/slideLayout" Target="../slideLayouts/slideLayout28.xml"/><Relationship Id="rId3" Type="http://schemas.openxmlformats.org/officeDocument/2006/relationships/slideLayout" Target="../slideLayouts/slideLayout18.xml"/><Relationship Id="rId7" Type="http://schemas.openxmlformats.org/officeDocument/2006/relationships/slideLayout" Target="../slideLayouts/slideLayout22.xml"/><Relationship Id="rId12" Type="http://schemas.openxmlformats.org/officeDocument/2006/relationships/slideLayout" Target="../slideLayouts/slideLayout27.xml"/><Relationship Id="rId17" Type="http://schemas.openxmlformats.org/officeDocument/2006/relationships/image" Target="../media/image1.jpeg"/><Relationship Id="rId2" Type="http://schemas.openxmlformats.org/officeDocument/2006/relationships/slideLayout" Target="../slideLayouts/slideLayout17.xml"/><Relationship Id="rId16" Type="http://schemas.openxmlformats.org/officeDocument/2006/relationships/theme" Target="../theme/theme2.xml"/><Relationship Id="rId1" Type="http://schemas.openxmlformats.org/officeDocument/2006/relationships/slideLayout" Target="../slideLayouts/slideLayout16.xml"/><Relationship Id="rId6" Type="http://schemas.openxmlformats.org/officeDocument/2006/relationships/slideLayout" Target="../slideLayouts/slideLayout21.xml"/><Relationship Id="rId11" Type="http://schemas.openxmlformats.org/officeDocument/2006/relationships/slideLayout" Target="../slideLayouts/slideLayout26.xml"/><Relationship Id="rId5" Type="http://schemas.openxmlformats.org/officeDocument/2006/relationships/slideLayout" Target="../slideLayouts/slideLayout20.xml"/><Relationship Id="rId15" Type="http://schemas.openxmlformats.org/officeDocument/2006/relationships/slideLayout" Target="../slideLayouts/slideLayout30.xml"/><Relationship Id="rId10" Type="http://schemas.openxmlformats.org/officeDocument/2006/relationships/slideLayout" Target="../slideLayouts/slideLayout25.xml"/><Relationship Id="rId4" Type="http://schemas.openxmlformats.org/officeDocument/2006/relationships/slideLayout" Target="../slideLayouts/slideLayout19.xml"/><Relationship Id="rId9" Type="http://schemas.openxmlformats.org/officeDocument/2006/relationships/slideLayout" Target="../slideLayouts/slideLayout24.xml"/><Relationship Id="rId14" Type="http://schemas.openxmlformats.org/officeDocument/2006/relationships/slideLayout" Target="../slideLayouts/slideLayout29.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8.xml"/><Relationship Id="rId13" Type="http://schemas.openxmlformats.org/officeDocument/2006/relationships/slideLayout" Target="../slideLayouts/slideLayout43.xml"/><Relationship Id="rId3" Type="http://schemas.openxmlformats.org/officeDocument/2006/relationships/slideLayout" Target="../slideLayouts/slideLayout33.xml"/><Relationship Id="rId7" Type="http://schemas.openxmlformats.org/officeDocument/2006/relationships/slideLayout" Target="../slideLayouts/slideLayout37.xml"/><Relationship Id="rId12" Type="http://schemas.openxmlformats.org/officeDocument/2006/relationships/slideLayout" Target="../slideLayouts/slideLayout42.xml"/><Relationship Id="rId17" Type="http://schemas.openxmlformats.org/officeDocument/2006/relationships/image" Target="../media/image1.jpeg"/><Relationship Id="rId2" Type="http://schemas.openxmlformats.org/officeDocument/2006/relationships/slideLayout" Target="../slideLayouts/slideLayout32.xml"/><Relationship Id="rId16" Type="http://schemas.openxmlformats.org/officeDocument/2006/relationships/theme" Target="../theme/theme3.xml"/><Relationship Id="rId1" Type="http://schemas.openxmlformats.org/officeDocument/2006/relationships/slideLayout" Target="../slideLayouts/slideLayout31.xml"/><Relationship Id="rId6" Type="http://schemas.openxmlformats.org/officeDocument/2006/relationships/slideLayout" Target="../slideLayouts/slideLayout36.xml"/><Relationship Id="rId11" Type="http://schemas.openxmlformats.org/officeDocument/2006/relationships/slideLayout" Target="../slideLayouts/slideLayout41.xml"/><Relationship Id="rId5" Type="http://schemas.openxmlformats.org/officeDocument/2006/relationships/slideLayout" Target="../slideLayouts/slideLayout35.xml"/><Relationship Id="rId15" Type="http://schemas.openxmlformats.org/officeDocument/2006/relationships/slideLayout" Target="../slideLayouts/slideLayout45.xml"/><Relationship Id="rId10" Type="http://schemas.openxmlformats.org/officeDocument/2006/relationships/slideLayout" Target="../slideLayouts/slideLayout40.xml"/><Relationship Id="rId4" Type="http://schemas.openxmlformats.org/officeDocument/2006/relationships/slideLayout" Target="../slideLayouts/slideLayout34.xml"/><Relationship Id="rId9" Type="http://schemas.openxmlformats.org/officeDocument/2006/relationships/slideLayout" Target="../slideLayouts/slideLayout39.xml"/><Relationship Id="rId14" Type="http://schemas.openxmlformats.org/officeDocument/2006/relationships/slideLayout" Target="../slideLayouts/slideLayout4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rotWithShape="0">
          <a:blip r:embed="rId17"/>
          <a:stretch>
            <a:fillRect/>
          </a:stretch>
        </a:blipFill>
        <a:effectLst/>
      </p:bgPr>
    </p:bg>
    <p:spTree>
      <p:nvGrpSpPr>
        <p:cNvPr id="1" name=""/>
        <p:cNvGrpSpPr/>
        <p:nvPr/>
      </p:nvGrpSpPr>
      <p:grpSpPr>
        <a:xfrm>
          <a:off x="0" y="0"/>
          <a:ext cx="0" cy="0"/>
          <a:chOff x="0" y="0"/>
          <a:chExt cx="0" cy="0"/>
        </a:xfrm>
      </p:grpSpPr>
      <p:sp>
        <p:nvSpPr>
          <p:cNvPr id="1026" name="标题 1025"/>
          <p:cNvSpPr>
            <a:spLocks noGrp="1"/>
          </p:cNvSpPr>
          <p:nvPr>
            <p:ph type="title"/>
          </p:nvPr>
        </p:nvSpPr>
        <p:spPr>
          <a:xfrm>
            <a:off x="457200" y="274638"/>
            <a:ext cx="8229600" cy="1143000"/>
          </a:xfrm>
          <a:prstGeom prst="rect">
            <a:avLst/>
          </a:prstGeom>
          <a:noFill/>
          <a:ln w="9525">
            <a:noFill/>
          </a:ln>
        </p:spPr>
        <p:txBody>
          <a:bodyPr anchor="ctr" anchorCtr="0"/>
          <a:lstStyle/>
          <a:p>
            <a:pPr lvl="0"/>
            <a:r>
              <a:rPr lang="zh-CN" altLang="en-US"/>
              <a:t>单击此处编辑母版标题样式</a:t>
            </a:r>
          </a:p>
        </p:txBody>
      </p:sp>
      <p:sp>
        <p:nvSpPr>
          <p:cNvPr id="1027" name="文本占位符 1026"/>
          <p:cNvSpPr>
            <a:spLocks noGrp="1"/>
          </p:cNvSpPr>
          <p:nvPr>
            <p:ph type="body"/>
          </p:nvPr>
        </p:nvSpPr>
        <p:spPr>
          <a:xfrm>
            <a:off x="457200" y="1600200"/>
            <a:ext cx="8229600" cy="4525963"/>
          </a:xfrm>
          <a:prstGeom prst="rect">
            <a:avLst/>
          </a:prstGeom>
          <a:noFill/>
          <a:ln w="9525">
            <a:noFill/>
          </a:ln>
        </p:spPr>
        <p:txBody>
          <a:bodyPr anchor="t" anchorCtr="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28" name="日期占位符 1027"/>
          <p:cNvSpPr>
            <a:spLocks noGrp="1"/>
          </p:cNvSpPr>
          <p:nvPr>
            <p:ph type="dt" sz="half" idx="2"/>
          </p:nvPr>
        </p:nvSpPr>
        <p:spPr>
          <a:xfrm>
            <a:off x="457200" y="6245225"/>
            <a:ext cx="2133600" cy="476250"/>
          </a:xfrm>
          <a:prstGeom prst="rect">
            <a:avLst/>
          </a:prstGeom>
          <a:noFill/>
          <a:ln w="9525">
            <a:noFill/>
          </a:ln>
        </p:spPr>
        <p:txBody>
          <a:bodyPr/>
          <a:lstStyle>
            <a:lvl1pPr>
              <a:defRPr sz="1400"/>
            </a:lvl1pPr>
          </a:lstStyle>
          <a:p>
            <a:pPr lvl="0" fontAlgn="base"/>
            <a:endParaRPr lang="zh-CN" altLang="en-US" strike="noStrike" noProof="1">
              <a:latin typeface="Times New Roman" panose="02020603050405020304" pitchFamily="2" charset="0"/>
            </a:endParaRPr>
          </a:p>
        </p:txBody>
      </p:sp>
      <p:sp>
        <p:nvSpPr>
          <p:cNvPr id="1029" name="页脚占位符 1028"/>
          <p:cNvSpPr>
            <a:spLocks noGrp="1"/>
          </p:cNvSpPr>
          <p:nvPr>
            <p:ph type="ftr" sz="quarter" idx="3"/>
          </p:nvPr>
        </p:nvSpPr>
        <p:spPr>
          <a:xfrm>
            <a:off x="3124200" y="6245225"/>
            <a:ext cx="2895600" cy="476250"/>
          </a:xfrm>
          <a:prstGeom prst="rect">
            <a:avLst/>
          </a:prstGeom>
          <a:noFill/>
          <a:ln w="9525">
            <a:noFill/>
          </a:ln>
        </p:spPr>
        <p:txBody>
          <a:bodyPr/>
          <a:lstStyle>
            <a:lvl1pPr algn="ctr">
              <a:defRPr sz="1400"/>
            </a:lvl1pPr>
          </a:lstStyle>
          <a:p>
            <a:pPr lvl="0" fontAlgn="base"/>
            <a:endParaRPr lang="zh-CN" altLang="en-US" strike="noStrike" noProof="1">
              <a:latin typeface="Times New Roman" panose="02020603050405020304" pitchFamily="2" charset="0"/>
            </a:endParaRPr>
          </a:p>
        </p:txBody>
      </p:sp>
      <p:sp>
        <p:nvSpPr>
          <p:cNvPr id="1030" name="灯片编号占位符 1029"/>
          <p:cNvSpPr>
            <a:spLocks noGrp="1"/>
          </p:cNvSpPr>
          <p:nvPr>
            <p:ph type="sldNum" sz="quarter" idx="4"/>
          </p:nvPr>
        </p:nvSpPr>
        <p:spPr>
          <a:xfrm>
            <a:off x="6553200" y="6245225"/>
            <a:ext cx="2133600" cy="476250"/>
          </a:xfrm>
          <a:prstGeom prst="rect">
            <a:avLst/>
          </a:prstGeom>
          <a:noFill/>
          <a:ln w="9525">
            <a:noFill/>
          </a:ln>
        </p:spPr>
        <p:txBody>
          <a:bodyPr/>
          <a:lstStyle>
            <a:lvl1pPr algn="r">
              <a:defRPr sz="1400"/>
            </a:lvl1pPr>
          </a:lstStyle>
          <a:p>
            <a:pPr lvl="0" fontAlgn="base"/>
            <a:fld id="{9A0DB2DC-4C9A-4742-B13C-FB6460FD3503}" type="slidenum">
              <a:rPr lang="zh-CN" altLang="en-US" strike="noStrike" noProof="1" dirty="0">
                <a:latin typeface="Times New Roman" panose="02020603050405020304" pitchFamily="2" charset="0"/>
                <a:ea typeface="宋体" panose="02010600030101010101" pitchFamily="2" charset="-122"/>
                <a:cs typeface="+mn-cs"/>
              </a:rPr>
              <a:t>‹#›</a:t>
            </a:fld>
            <a:endParaRPr lang="zh-CN" altLang="en-US" strike="noStrike" noProof="1">
              <a:latin typeface="Times New Roman" panose="02020603050405020304" pitchFamily="2" charset="0"/>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Ls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grpId="0" nodeType="withEffect">
                                  <p:stCondLst>
                                    <p:cond delay="0"/>
                                  </p:stCondLst>
                                  <p:childTnLst>
                                    <p:set>
                                      <p:cBhvr>
                                        <p:cTn id="6" fill="hold">
                                          <p:stCondLst>
                                            <p:cond delay="0"/>
                                          </p:stCondLst>
                                        </p:cTn>
                                        <p:tgtEl>
                                          <p:spTgt spid="1026"/>
                                        </p:tgtEl>
                                        <p:attrNameLst>
                                          <p:attrName>style.visibility</p:attrName>
                                        </p:attrNameLst>
                                      </p:cBhvr>
                                      <p:to>
                                        <p:strVal val="visible"/>
                                      </p:to>
                                    </p:set>
                                    <p:anim calcmode="lin" valueType="num">
                                      <p:cBhvr>
                                        <p:cTn id="7" dur="500" fill="hold"/>
                                        <p:tgtEl>
                                          <p:spTgt spid="1026"/>
                                        </p:tgtEl>
                                        <p:attrNameLst>
                                          <p:attrName>ppt_w</p:attrName>
                                        </p:attrNameLst>
                                      </p:cBhvr>
                                      <p:tavLst>
                                        <p:tav tm="0">
                                          <p:val>
                                            <p:fltVal val="0"/>
                                          </p:val>
                                        </p:tav>
                                        <p:tav tm="100000">
                                          <p:val>
                                            <p:strVal val="#ppt_w"/>
                                          </p:val>
                                        </p:tav>
                                      </p:tavLst>
                                    </p:anim>
                                    <p:anim calcmode="lin" valueType="num">
                                      <p:cBhvr>
                                        <p:cTn id="8" dur="500" fill="hold"/>
                                        <p:tgtEl>
                                          <p:spTgt spid="1026"/>
                                        </p:tgtEl>
                                        <p:attrNameLst>
                                          <p:attrName>ppt_h</p:attrName>
                                        </p:attrNameLst>
                                      </p:cBhvr>
                                      <p:tavLst>
                                        <p:tav tm="0">
                                          <p:val>
                                            <p:fltVal val="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23" presetClass="entr" presetSubtype="16" fill="hold" grpId="0" nodeType="clickEffect">
                                  <p:stCondLst>
                                    <p:cond delay="0"/>
                                  </p:stCondLst>
                                  <p:childTnLst>
                                    <p:set>
                                      <p:cBhvr>
                                        <p:cTn id="12" fill="hold">
                                          <p:stCondLst>
                                            <p:cond delay="0"/>
                                          </p:stCondLst>
                                        </p:cTn>
                                        <p:tgtEl>
                                          <p:spTgt spid="1027">
                                            <p:txEl>
                                              <p:pRg st="0" end="0"/>
                                            </p:txEl>
                                          </p:spTgt>
                                        </p:tgtEl>
                                        <p:attrNameLst>
                                          <p:attrName>style.visibility</p:attrName>
                                        </p:attrNameLst>
                                      </p:cBhvr>
                                      <p:to>
                                        <p:strVal val="visible"/>
                                      </p:to>
                                    </p:set>
                                    <p:anim calcmode="lin" valueType="num">
                                      <p:cBhvr>
                                        <p:cTn id="13" dur="500" fill="hold"/>
                                        <p:tgtEl>
                                          <p:spTgt spid="1027">
                                            <p:txEl>
                                              <p:pRg st="0" end="0"/>
                                            </p:txEl>
                                          </p:spTgt>
                                        </p:tgtEl>
                                        <p:attrNameLst>
                                          <p:attrName>ppt_w</p:attrName>
                                        </p:attrNameLst>
                                      </p:cBhvr>
                                      <p:tavLst>
                                        <p:tav tm="0">
                                          <p:val>
                                            <p:fltVal val="0"/>
                                          </p:val>
                                        </p:tav>
                                        <p:tav tm="100000">
                                          <p:val>
                                            <p:strVal val="#ppt_w"/>
                                          </p:val>
                                        </p:tav>
                                      </p:tavLst>
                                    </p:anim>
                                    <p:anim calcmode="lin" valueType="num">
                                      <p:cBhvr>
                                        <p:cTn id="14" dur="500" fill="hold"/>
                                        <p:tgtEl>
                                          <p:spTgt spid="1027">
                                            <p:txEl>
                                              <p:pRg st="0" end="0"/>
                                            </p:txEl>
                                          </p:spTgt>
                                        </p:tgtEl>
                                        <p:attrNameLst>
                                          <p:attrName>ppt_h</p:attrName>
                                        </p:attrNameLst>
                                      </p:cBhvr>
                                      <p:tavLst>
                                        <p:tav tm="0">
                                          <p:val>
                                            <p:fltVal val="0"/>
                                          </p:val>
                                        </p:tav>
                                        <p:tav tm="100000">
                                          <p:val>
                                            <p:strVal val="#ppt_h"/>
                                          </p:val>
                                        </p:tav>
                                      </p:tavLst>
                                    </p:anim>
                                  </p:childTnLst>
                                </p:cTn>
                              </p:par>
                              <p:par>
                                <p:cTn id="15" presetID="23" presetClass="entr" presetSubtype="16" fill="hold" grpId="0" nodeType="withEffect">
                                  <p:stCondLst>
                                    <p:cond delay="0"/>
                                  </p:stCondLst>
                                  <p:childTnLst>
                                    <p:set>
                                      <p:cBhvr>
                                        <p:cTn id="16" fill="hold">
                                          <p:stCondLst>
                                            <p:cond delay="0"/>
                                          </p:stCondLst>
                                        </p:cTn>
                                        <p:tgtEl>
                                          <p:spTgt spid="1027">
                                            <p:txEl>
                                              <p:pRg st="1" end="1"/>
                                            </p:txEl>
                                          </p:spTgt>
                                        </p:tgtEl>
                                        <p:attrNameLst>
                                          <p:attrName>style.visibility</p:attrName>
                                        </p:attrNameLst>
                                      </p:cBhvr>
                                      <p:to>
                                        <p:strVal val="visible"/>
                                      </p:to>
                                    </p:set>
                                    <p:anim calcmode="lin" valueType="num">
                                      <p:cBhvr>
                                        <p:cTn id="17" dur="500" fill="hold"/>
                                        <p:tgtEl>
                                          <p:spTgt spid="1027">
                                            <p:txEl>
                                              <p:pRg st="1" end="1"/>
                                            </p:txEl>
                                          </p:spTgt>
                                        </p:tgtEl>
                                        <p:attrNameLst>
                                          <p:attrName>ppt_w</p:attrName>
                                        </p:attrNameLst>
                                      </p:cBhvr>
                                      <p:tavLst>
                                        <p:tav tm="0">
                                          <p:val>
                                            <p:fltVal val="0"/>
                                          </p:val>
                                        </p:tav>
                                        <p:tav tm="100000">
                                          <p:val>
                                            <p:strVal val="#ppt_w"/>
                                          </p:val>
                                        </p:tav>
                                      </p:tavLst>
                                    </p:anim>
                                    <p:anim calcmode="lin" valueType="num">
                                      <p:cBhvr>
                                        <p:cTn id="18" dur="500" fill="hold"/>
                                        <p:tgtEl>
                                          <p:spTgt spid="1027">
                                            <p:txEl>
                                              <p:pRg st="1" end="1"/>
                                            </p:txEl>
                                          </p:spTgt>
                                        </p:tgtEl>
                                        <p:attrNameLst>
                                          <p:attrName>ppt_h</p:attrName>
                                        </p:attrNameLst>
                                      </p:cBhvr>
                                      <p:tavLst>
                                        <p:tav tm="0">
                                          <p:val>
                                            <p:fltVal val="0"/>
                                          </p:val>
                                        </p:tav>
                                        <p:tav tm="100000">
                                          <p:val>
                                            <p:strVal val="#ppt_h"/>
                                          </p:val>
                                        </p:tav>
                                      </p:tavLst>
                                    </p:anim>
                                  </p:childTnLst>
                                </p:cTn>
                              </p:par>
                              <p:par>
                                <p:cTn id="19" presetID="23" presetClass="entr" presetSubtype="16" fill="hold" grpId="0" nodeType="withEffect">
                                  <p:stCondLst>
                                    <p:cond delay="0"/>
                                  </p:stCondLst>
                                  <p:childTnLst>
                                    <p:set>
                                      <p:cBhvr>
                                        <p:cTn id="20" fill="hold">
                                          <p:stCondLst>
                                            <p:cond delay="0"/>
                                          </p:stCondLst>
                                        </p:cTn>
                                        <p:tgtEl>
                                          <p:spTgt spid="1027">
                                            <p:txEl>
                                              <p:pRg st="2" end="2"/>
                                            </p:txEl>
                                          </p:spTgt>
                                        </p:tgtEl>
                                        <p:attrNameLst>
                                          <p:attrName>style.visibility</p:attrName>
                                        </p:attrNameLst>
                                      </p:cBhvr>
                                      <p:to>
                                        <p:strVal val="visible"/>
                                      </p:to>
                                    </p:set>
                                    <p:anim calcmode="lin" valueType="num">
                                      <p:cBhvr>
                                        <p:cTn id="21" dur="500" fill="hold"/>
                                        <p:tgtEl>
                                          <p:spTgt spid="1027">
                                            <p:txEl>
                                              <p:pRg st="2" end="2"/>
                                            </p:txEl>
                                          </p:spTgt>
                                        </p:tgtEl>
                                        <p:attrNameLst>
                                          <p:attrName>ppt_w</p:attrName>
                                        </p:attrNameLst>
                                      </p:cBhvr>
                                      <p:tavLst>
                                        <p:tav tm="0">
                                          <p:val>
                                            <p:fltVal val="0"/>
                                          </p:val>
                                        </p:tav>
                                        <p:tav tm="100000">
                                          <p:val>
                                            <p:strVal val="#ppt_w"/>
                                          </p:val>
                                        </p:tav>
                                      </p:tavLst>
                                    </p:anim>
                                    <p:anim calcmode="lin" valueType="num">
                                      <p:cBhvr>
                                        <p:cTn id="22" dur="500" fill="hold"/>
                                        <p:tgtEl>
                                          <p:spTgt spid="1027">
                                            <p:txEl>
                                              <p:pRg st="2" end="2"/>
                                            </p:txEl>
                                          </p:spTgt>
                                        </p:tgtEl>
                                        <p:attrNameLst>
                                          <p:attrName>ppt_h</p:attrName>
                                        </p:attrNameLst>
                                      </p:cBhvr>
                                      <p:tavLst>
                                        <p:tav tm="0">
                                          <p:val>
                                            <p:fltVal val="0"/>
                                          </p:val>
                                        </p:tav>
                                        <p:tav tm="100000">
                                          <p:val>
                                            <p:strVal val="#ppt_h"/>
                                          </p:val>
                                        </p:tav>
                                      </p:tavLst>
                                    </p:anim>
                                  </p:childTnLst>
                                </p:cTn>
                              </p:par>
                              <p:par>
                                <p:cTn id="23" presetID="23" presetClass="entr" presetSubtype="16" fill="hold" grpId="0" nodeType="withEffect">
                                  <p:stCondLst>
                                    <p:cond delay="0"/>
                                  </p:stCondLst>
                                  <p:childTnLst>
                                    <p:set>
                                      <p:cBhvr>
                                        <p:cTn id="24" fill="hold">
                                          <p:stCondLst>
                                            <p:cond delay="0"/>
                                          </p:stCondLst>
                                        </p:cTn>
                                        <p:tgtEl>
                                          <p:spTgt spid="1027">
                                            <p:txEl>
                                              <p:pRg st="3" end="3"/>
                                            </p:txEl>
                                          </p:spTgt>
                                        </p:tgtEl>
                                        <p:attrNameLst>
                                          <p:attrName>style.visibility</p:attrName>
                                        </p:attrNameLst>
                                      </p:cBhvr>
                                      <p:to>
                                        <p:strVal val="visible"/>
                                      </p:to>
                                    </p:set>
                                    <p:anim calcmode="lin" valueType="num">
                                      <p:cBhvr>
                                        <p:cTn id="25" dur="500" fill="hold"/>
                                        <p:tgtEl>
                                          <p:spTgt spid="1027">
                                            <p:txEl>
                                              <p:pRg st="3" end="3"/>
                                            </p:txEl>
                                          </p:spTgt>
                                        </p:tgtEl>
                                        <p:attrNameLst>
                                          <p:attrName>ppt_w</p:attrName>
                                        </p:attrNameLst>
                                      </p:cBhvr>
                                      <p:tavLst>
                                        <p:tav tm="0">
                                          <p:val>
                                            <p:fltVal val="0"/>
                                          </p:val>
                                        </p:tav>
                                        <p:tav tm="100000">
                                          <p:val>
                                            <p:strVal val="#ppt_w"/>
                                          </p:val>
                                        </p:tav>
                                      </p:tavLst>
                                    </p:anim>
                                    <p:anim calcmode="lin" valueType="num">
                                      <p:cBhvr>
                                        <p:cTn id="26" dur="500" fill="hold"/>
                                        <p:tgtEl>
                                          <p:spTgt spid="1027">
                                            <p:txEl>
                                              <p:pRg st="3" end="3"/>
                                            </p:txEl>
                                          </p:spTgt>
                                        </p:tgtEl>
                                        <p:attrNameLst>
                                          <p:attrName>ppt_h</p:attrName>
                                        </p:attrNameLst>
                                      </p:cBhvr>
                                      <p:tavLst>
                                        <p:tav tm="0">
                                          <p:val>
                                            <p:fltVal val="0"/>
                                          </p:val>
                                        </p:tav>
                                        <p:tav tm="100000">
                                          <p:val>
                                            <p:strVal val="#ppt_h"/>
                                          </p:val>
                                        </p:tav>
                                      </p:tavLst>
                                    </p:anim>
                                  </p:childTnLst>
                                </p:cTn>
                              </p:par>
                              <p:par>
                                <p:cTn id="27" presetID="23" presetClass="entr" presetSubtype="16" fill="hold" grpId="0" nodeType="withEffect">
                                  <p:stCondLst>
                                    <p:cond delay="0"/>
                                  </p:stCondLst>
                                  <p:childTnLst>
                                    <p:set>
                                      <p:cBhvr>
                                        <p:cTn id="28" fill="hold">
                                          <p:stCondLst>
                                            <p:cond delay="0"/>
                                          </p:stCondLst>
                                        </p:cTn>
                                        <p:tgtEl>
                                          <p:spTgt spid="1027">
                                            <p:txEl>
                                              <p:pRg st="4" end="4"/>
                                            </p:txEl>
                                          </p:spTgt>
                                        </p:tgtEl>
                                        <p:attrNameLst>
                                          <p:attrName>style.visibility</p:attrName>
                                        </p:attrNameLst>
                                      </p:cBhvr>
                                      <p:to>
                                        <p:strVal val="visible"/>
                                      </p:to>
                                    </p:set>
                                    <p:anim calcmode="lin" valueType="num">
                                      <p:cBhvr>
                                        <p:cTn id="29" dur="500" fill="hold"/>
                                        <p:tgtEl>
                                          <p:spTgt spid="1027">
                                            <p:txEl>
                                              <p:pRg st="4" end="4"/>
                                            </p:txEl>
                                          </p:spTgt>
                                        </p:tgtEl>
                                        <p:attrNameLst>
                                          <p:attrName>ppt_w</p:attrName>
                                        </p:attrNameLst>
                                      </p:cBhvr>
                                      <p:tavLst>
                                        <p:tav tm="0">
                                          <p:val>
                                            <p:fltVal val="0"/>
                                          </p:val>
                                        </p:tav>
                                        <p:tav tm="100000">
                                          <p:val>
                                            <p:strVal val="#ppt_w"/>
                                          </p:val>
                                        </p:tav>
                                      </p:tavLst>
                                    </p:anim>
                                    <p:anim calcmode="lin" valueType="num">
                                      <p:cBhvr>
                                        <p:cTn id="30" dur="500" fill="hold"/>
                                        <p:tgtEl>
                                          <p:spTgt spid="1027">
                                            <p:txEl>
                                              <p:pRg st="4" end="4"/>
                                            </p:txEl>
                                          </p:spTgt>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6" grpId="0"/>
      <p:bldP spid="1027" grpId="0" build="p"/>
    </p:bldLst>
  </p:timing>
  <p:hf sldNum="0" hdr="0" ftr="0" dt="0"/>
  <p:txStyles>
    <p:titleStyle>
      <a:lvl1pPr marL="0" lvl="0" indent="0" algn="l" defTabSz="914400" eaLnBrk="1" fontAlgn="base" latinLnBrk="0" hangingPunct="1">
        <a:lnSpc>
          <a:spcPct val="100000"/>
        </a:lnSpc>
        <a:spcBef>
          <a:spcPct val="0"/>
        </a:spcBef>
        <a:spcAft>
          <a:spcPct val="0"/>
        </a:spcAft>
        <a:buNone/>
        <a:defRPr sz="3600" b="0" i="0" u="none" kern="1200" baseline="0">
          <a:solidFill>
            <a:schemeClr val="tx2"/>
          </a:solidFill>
          <a:latin typeface="+mj-lt"/>
          <a:ea typeface="+mj-ea"/>
          <a:cs typeface="+mj-cs"/>
        </a:defRPr>
      </a:lvl1pPr>
    </p:titleStyle>
    <p:bodyStyle>
      <a:lvl1pPr marL="342900" lvl="0" indent="-342900" algn="l" defTabSz="914400" eaLnBrk="1" fontAlgn="base" latinLnBrk="0" hangingPunct="1">
        <a:lnSpc>
          <a:spcPct val="100000"/>
        </a:lnSpc>
        <a:spcBef>
          <a:spcPct val="20000"/>
        </a:spcBef>
        <a:spcAft>
          <a:spcPct val="0"/>
        </a:spcAft>
        <a:buChar char="•"/>
        <a:defRPr sz="2800" b="0" i="0" u="none" kern="1200" baseline="0">
          <a:solidFill>
            <a:schemeClr val="tx1"/>
          </a:solidFill>
          <a:latin typeface="+mn-lt"/>
          <a:ea typeface="+mn-ea"/>
          <a:cs typeface="+mn-cs"/>
        </a:defRPr>
      </a:lvl1pPr>
      <a:lvl2pPr marL="742950" lvl="1" indent="-285750" algn="l" defTabSz="914400" eaLnBrk="1" fontAlgn="base" latinLnBrk="0" hangingPunct="1">
        <a:lnSpc>
          <a:spcPct val="100000"/>
        </a:lnSpc>
        <a:spcBef>
          <a:spcPct val="20000"/>
        </a:spcBef>
        <a:spcAft>
          <a:spcPct val="0"/>
        </a:spcAft>
        <a:buChar char="–"/>
        <a:defRPr sz="2400" b="0" i="0" u="none" kern="1200" baseline="0">
          <a:solidFill>
            <a:schemeClr val="tx1"/>
          </a:solidFill>
          <a:latin typeface="+mn-lt"/>
          <a:ea typeface="+mn-ea"/>
          <a:cs typeface="+mn-cs"/>
        </a:defRPr>
      </a:lvl2pPr>
      <a:lvl3pPr marL="1143000" lvl="2"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3pPr>
      <a:lvl4pPr marL="1600200" lvl="3" indent="-228600" algn="l" defTabSz="914400" eaLnBrk="1" fontAlgn="base" latinLnBrk="0" hangingPunct="1">
        <a:lnSpc>
          <a:spcPct val="100000"/>
        </a:lnSpc>
        <a:spcBef>
          <a:spcPct val="20000"/>
        </a:spcBef>
        <a:spcAft>
          <a:spcPct val="0"/>
        </a:spcAft>
        <a:buChar char="–"/>
        <a:defRPr sz="1800" b="0" i="0" u="none" kern="1200" baseline="0">
          <a:solidFill>
            <a:schemeClr val="tx1"/>
          </a:solidFill>
          <a:latin typeface="+mn-lt"/>
          <a:ea typeface="+mn-ea"/>
          <a:cs typeface="+mn-cs"/>
        </a:defRPr>
      </a:lvl4pPr>
      <a:lvl5pPr marL="2057400" lvl="4" indent="-228600" algn="l" defTabSz="914400" eaLnBrk="1" fontAlgn="base" latinLnBrk="0" hangingPunct="1">
        <a:lnSpc>
          <a:spcPct val="100000"/>
        </a:lnSpc>
        <a:spcBef>
          <a:spcPct val="20000"/>
        </a:spcBef>
        <a:spcAft>
          <a:spcPct val="0"/>
        </a:spcAft>
        <a:buChar char="»"/>
        <a:defRPr sz="1800" b="0" i="0" u="none" kern="1200" baseline="0">
          <a:solidFill>
            <a:schemeClr val="tx1"/>
          </a:solidFill>
          <a:latin typeface="+mn-lt"/>
          <a:ea typeface="+mn-ea"/>
          <a:cs typeface="+mn-cs"/>
        </a:defRPr>
      </a:lvl5pPr>
      <a:lvl6pPr marL="2514600" lvl="5" indent="-228600" algn="l" defTabSz="914400" eaLnBrk="1" fontAlgn="base" latinLnBrk="0" hangingPunct="1">
        <a:lnSpc>
          <a:spcPct val="100000"/>
        </a:lnSpc>
        <a:spcBef>
          <a:spcPct val="20000"/>
        </a:spcBef>
        <a:spcAft>
          <a:spcPct val="0"/>
        </a:spcAft>
        <a:buChar char="»"/>
        <a:defRPr sz="1800" b="0" i="0" u="none" kern="1200" baseline="0">
          <a:solidFill>
            <a:schemeClr val="tx1"/>
          </a:solidFill>
          <a:latin typeface="+mn-lt"/>
          <a:ea typeface="+mn-ea"/>
          <a:cs typeface="+mn-cs"/>
        </a:defRPr>
      </a:lvl6pPr>
      <a:lvl7pPr marL="2971800" lvl="6" indent="-228600" algn="l" defTabSz="914400" eaLnBrk="1" fontAlgn="base" latinLnBrk="0" hangingPunct="1">
        <a:lnSpc>
          <a:spcPct val="100000"/>
        </a:lnSpc>
        <a:spcBef>
          <a:spcPct val="20000"/>
        </a:spcBef>
        <a:spcAft>
          <a:spcPct val="0"/>
        </a:spcAft>
        <a:buChar char="»"/>
        <a:defRPr sz="1800" b="0" i="0" u="none" kern="1200" baseline="0">
          <a:solidFill>
            <a:schemeClr val="tx1"/>
          </a:solidFill>
          <a:latin typeface="+mn-lt"/>
          <a:ea typeface="+mn-ea"/>
          <a:cs typeface="+mn-cs"/>
        </a:defRPr>
      </a:lvl7pPr>
      <a:lvl8pPr marL="3429000" lvl="7" indent="-228600" algn="l" defTabSz="914400" eaLnBrk="1" fontAlgn="base" latinLnBrk="0" hangingPunct="1">
        <a:lnSpc>
          <a:spcPct val="100000"/>
        </a:lnSpc>
        <a:spcBef>
          <a:spcPct val="20000"/>
        </a:spcBef>
        <a:spcAft>
          <a:spcPct val="0"/>
        </a:spcAft>
        <a:buChar char="»"/>
        <a:defRPr sz="1800" b="0" i="0" u="none" kern="1200" baseline="0">
          <a:solidFill>
            <a:schemeClr val="tx1"/>
          </a:solidFill>
          <a:latin typeface="+mn-lt"/>
          <a:ea typeface="+mn-ea"/>
          <a:cs typeface="+mn-cs"/>
        </a:defRPr>
      </a:lvl8pPr>
      <a:lvl9pPr marL="3886200" lvl="8" indent="-228600" algn="l" defTabSz="914400" eaLnBrk="1" fontAlgn="base" latinLnBrk="0" hangingPunct="1">
        <a:lnSpc>
          <a:spcPct val="100000"/>
        </a:lnSpc>
        <a:spcBef>
          <a:spcPct val="20000"/>
        </a:spcBef>
        <a:spcAft>
          <a:spcPct val="0"/>
        </a:spcAft>
        <a:buChar char="»"/>
        <a:defRPr sz="1800" b="0" i="0" u="none" kern="1200" baseline="0">
          <a:solidFill>
            <a:schemeClr val="tx1"/>
          </a:solidFill>
          <a:latin typeface="+mn-lt"/>
          <a:ea typeface="+mn-ea"/>
          <a:cs typeface="+mn-cs"/>
        </a:defRPr>
      </a:lvl9pPr>
    </p:bodyStyle>
    <p:otherStyle>
      <a:lvl1pPr marL="0" lvl="0" indent="0" algn="l" defTabSz="914400" eaLnBrk="1" fontAlgn="base" latinLnBrk="0" hangingPunct="1">
        <a:lnSpc>
          <a:spcPct val="100000"/>
        </a:lnSpc>
        <a:spcBef>
          <a:spcPct val="0"/>
        </a:spcBef>
        <a:spcAft>
          <a:spcPct val="0"/>
        </a:spcAft>
        <a:buNone/>
        <a:defRPr sz="2400" b="0" i="0" u="none" kern="1200" baseline="0">
          <a:solidFill>
            <a:schemeClr val="tx1"/>
          </a:solidFill>
          <a:latin typeface="+mn-lt"/>
          <a:ea typeface="+mn-ea"/>
          <a:cs typeface="+mn-cs"/>
        </a:defRPr>
      </a:lvl1pPr>
      <a:lvl2pPr marL="457200" lvl="1" indent="0" algn="l" defTabSz="914400" eaLnBrk="1" fontAlgn="base" latinLnBrk="0" hangingPunct="1">
        <a:lnSpc>
          <a:spcPct val="100000"/>
        </a:lnSpc>
        <a:spcBef>
          <a:spcPct val="0"/>
        </a:spcBef>
        <a:spcAft>
          <a:spcPct val="0"/>
        </a:spcAft>
        <a:buNone/>
        <a:defRPr b="0" i="0" u="none" kern="1200" baseline="0">
          <a:solidFill>
            <a:schemeClr val="tx1"/>
          </a:solidFill>
          <a:latin typeface="Times New Roman" panose="02020603050405020304" pitchFamily="2" charset="0"/>
          <a:ea typeface="宋体" panose="02010600030101010101" pitchFamily="2" charset="-122"/>
          <a:cs typeface="+mn-cs"/>
        </a:defRPr>
      </a:lvl2pPr>
      <a:lvl3pPr marL="914400" lvl="2" indent="0" algn="l" defTabSz="914400" eaLnBrk="1" fontAlgn="base" latinLnBrk="0" hangingPunct="1">
        <a:lnSpc>
          <a:spcPct val="100000"/>
        </a:lnSpc>
        <a:spcBef>
          <a:spcPct val="0"/>
        </a:spcBef>
        <a:spcAft>
          <a:spcPct val="0"/>
        </a:spcAft>
        <a:buNone/>
        <a:defRPr b="0" i="0" u="none" kern="1200" baseline="0">
          <a:solidFill>
            <a:schemeClr val="tx1"/>
          </a:solidFill>
          <a:latin typeface="Times New Roman" panose="02020603050405020304" pitchFamily="2" charset="0"/>
          <a:ea typeface="宋体" panose="02010600030101010101" pitchFamily="2" charset="-122"/>
          <a:cs typeface="+mn-cs"/>
        </a:defRPr>
      </a:lvl3pPr>
      <a:lvl4pPr marL="1371600" lvl="3" indent="0" algn="l" defTabSz="914400" eaLnBrk="1" fontAlgn="base" latinLnBrk="0" hangingPunct="1">
        <a:lnSpc>
          <a:spcPct val="100000"/>
        </a:lnSpc>
        <a:spcBef>
          <a:spcPct val="0"/>
        </a:spcBef>
        <a:spcAft>
          <a:spcPct val="0"/>
        </a:spcAft>
        <a:buNone/>
        <a:defRPr b="0" i="0" u="none" kern="1200" baseline="0">
          <a:solidFill>
            <a:schemeClr val="tx1"/>
          </a:solidFill>
          <a:latin typeface="Times New Roman" panose="02020603050405020304" pitchFamily="2" charset="0"/>
          <a:ea typeface="宋体" panose="02010600030101010101" pitchFamily="2" charset="-122"/>
          <a:cs typeface="+mn-cs"/>
        </a:defRPr>
      </a:lvl4pPr>
      <a:lvl5pPr marL="1828800" lvl="4" indent="0" algn="l" defTabSz="914400" eaLnBrk="1" fontAlgn="base" latinLnBrk="0" hangingPunct="1">
        <a:lnSpc>
          <a:spcPct val="100000"/>
        </a:lnSpc>
        <a:spcBef>
          <a:spcPct val="0"/>
        </a:spcBef>
        <a:spcAft>
          <a:spcPct val="0"/>
        </a:spcAft>
        <a:buNone/>
        <a:defRPr b="0" i="0" u="none" kern="1200" baseline="0">
          <a:solidFill>
            <a:schemeClr val="tx1"/>
          </a:solidFill>
          <a:latin typeface="Times New Roman" panose="02020603050405020304" pitchFamily="2" charset="0"/>
          <a:ea typeface="宋体" panose="02010600030101010101" pitchFamily="2" charset="-122"/>
          <a:cs typeface="+mn-cs"/>
        </a:defRPr>
      </a:lvl5pPr>
      <a:lvl6pPr marL="2286000" lvl="5" indent="0" algn="l" defTabSz="914400" eaLnBrk="1" fontAlgn="base" latinLnBrk="0" hangingPunct="1">
        <a:lnSpc>
          <a:spcPct val="100000"/>
        </a:lnSpc>
        <a:spcBef>
          <a:spcPct val="0"/>
        </a:spcBef>
        <a:spcAft>
          <a:spcPct val="0"/>
        </a:spcAft>
        <a:buNone/>
        <a:defRPr b="0" i="0" u="none" kern="1200" baseline="0">
          <a:solidFill>
            <a:schemeClr val="tx1"/>
          </a:solidFill>
          <a:latin typeface="Times New Roman" panose="02020603050405020304" pitchFamily="2" charset="0"/>
          <a:ea typeface="宋体" panose="02010600030101010101" pitchFamily="2" charset="-122"/>
          <a:cs typeface="+mn-cs"/>
        </a:defRPr>
      </a:lvl6pPr>
      <a:lvl7pPr marL="2743200" lvl="6" indent="0" algn="l" defTabSz="914400" eaLnBrk="1" fontAlgn="base" latinLnBrk="0" hangingPunct="1">
        <a:lnSpc>
          <a:spcPct val="100000"/>
        </a:lnSpc>
        <a:spcBef>
          <a:spcPct val="0"/>
        </a:spcBef>
        <a:spcAft>
          <a:spcPct val="0"/>
        </a:spcAft>
        <a:buNone/>
        <a:defRPr b="0" i="0" u="none" kern="1200" baseline="0">
          <a:solidFill>
            <a:schemeClr val="tx1"/>
          </a:solidFill>
          <a:latin typeface="Times New Roman" panose="02020603050405020304" pitchFamily="2" charset="0"/>
          <a:ea typeface="宋体" panose="02010600030101010101" pitchFamily="2" charset="-122"/>
          <a:cs typeface="+mn-cs"/>
        </a:defRPr>
      </a:lvl7pPr>
      <a:lvl8pPr marL="3200400" lvl="7" indent="0" algn="l" defTabSz="914400" eaLnBrk="1" fontAlgn="base" latinLnBrk="0" hangingPunct="1">
        <a:lnSpc>
          <a:spcPct val="100000"/>
        </a:lnSpc>
        <a:spcBef>
          <a:spcPct val="0"/>
        </a:spcBef>
        <a:spcAft>
          <a:spcPct val="0"/>
        </a:spcAft>
        <a:buNone/>
        <a:defRPr b="0" i="0" u="none" kern="1200" baseline="0">
          <a:solidFill>
            <a:schemeClr val="tx1"/>
          </a:solidFill>
          <a:latin typeface="Times New Roman" panose="02020603050405020304" pitchFamily="2" charset="0"/>
          <a:ea typeface="宋体" panose="02010600030101010101" pitchFamily="2" charset="-122"/>
          <a:cs typeface="+mn-cs"/>
        </a:defRPr>
      </a:lvl8pPr>
      <a:lvl9pPr marL="3657600" lvl="8" indent="0" algn="l" defTabSz="914400" eaLnBrk="1" fontAlgn="base" latinLnBrk="0" hangingPunct="1">
        <a:lnSpc>
          <a:spcPct val="100000"/>
        </a:lnSpc>
        <a:spcBef>
          <a:spcPct val="0"/>
        </a:spcBef>
        <a:spcAft>
          <a:spcPct val="0"/>
        </a:spcAft>
        <a:buNone/>
        <a:defRPr b="0" i="0" u="none" kern="1200" baseline="0">
          <a:solidFill>
            <a:schemeClr val="tx1"/>
          </a:solidFill>
          <a:latin typeface="Times New Roman" panose="02020603050405020304" pitchFamily="2" charset="0"/>
          <a:ea typeface="宋体" panose="02010600030101010101" pitchFamily="2" charset="-122"/>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rotWithShape="0">
          <a:blip r:embed="rId17"/>
          <a:stretch>
            <a:fillRect/>
          </a:stretch>
        </a:blipFill>
        <a:effectLst/>
      </p:bgPr>
    </p:bg>
    <p:spTree>
      <p:nvGrpSpPr>
        <p:cNvPr id="1" name=""/>
        <p:cNvGrpSpPr/>
        <p:nvPr/>
      </p:nvGrpSpPr>
      <p:grpSpPr>
        <a:xfrm>
          <a:off x="0" y="0"/>
          <a:ext cx="0" cy="0"/>
          <a:chOff x="0" y="0"/>
          <a:chExt cx="0" cy="0"/>
        </a:xfrm>
      </p:grpSpPr>
      <p:sp>
        <p:nvSpPr>
          <p:cNvPr id="1026" name="标题 1025"/>
          <p:cNvSpPr>
            <a:spLocks noGrp="1"/>
          </p:cNvSpPr>
          <p:nvPr>
            <p:ph type="title"/>
          </p:nvPr>
        </p:nvSpPr>
        <p:spPr>
          <a:xfrm>
            <a:off x="457200" y="274638"/>
            <a:ext cx="8229600" cy="1143000"/>
          </a:xfrm>
          <a:prstGeom prst="rect">
            <a:avLst/>
          </a:prstGeom>
          <a:noFill/>
          <a:ln w="9525">
            <a:noFill/>
          </a:ln>
        </p:spPr>
        <p:txBody>
          <a:bodyPr anchor="ctr" anchorCtr="0"/>
          <a:lstStyle/>
          <a:p>
            <a:pPr lvl="0"/>
            <a:r>
              <a:rPr lang="zh-CN" altLang="en-US"/>
              <a:t>单击此处编辑母版标题样式</a:t>
            </a:r>
          </a:p>
        </p:txBody>
      </p:sp>
      <p:sp>
        <p:nvSpPr>
          <p:cNvPr id="1027" name="文本占位符 1026"/>
          <p:cNvSpPr>
            <a:spLocks noGrp="1"/>
          </p:cNvSpPr>
          <p:nvPr>
            <p:ph type="body"/>
          </p:nvPr>
        </p:nvSpPr>
        <p:spPr>
          <a:xfrm>
            <a:off x="457200" y="1600200"/>
            <a:ext cx="8229600" cy="4525963"/>
          </a:xfrm>
          <a:prstGeom prst="rect">
            <a:avLst/>
          </a:prstGeom>
          <a:noFill/>
          <a:ln w="9525">
            <a:noFill/>
          </a:ln>
        </p:spPr>
        <p:txBody>
          <a:bodyPr anchor="t" anchorCtr="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28" name="日期占位符 1027"/>
          <p:cNvSpPr>
            <a:spLocks noGrp="1"/>
          </p:cNvSpPr>
          <p:nvPr>
            <p:ph type="dt" sz="half" idx="2"/>
          </p:nvPr>
        </p:nvSpPr>
        <p:spPr>
          <a:xfrm>
            <a:off x="457200" y="6245225"/>
            <a:ext cx="2133600" cy="476250"/>
          </a:xfrm>
          <a:prstGeom prst="rect">
            <a:avLst/>
          </a:prstGeom>
          <a:noFill/>
          <a:ln w="9525">
            <a:noFill/>
          </a:ln>
        </p:spPr>
        <p:txBody>
          <a:bodyPr/>
          <a:lstStyle>
            <a:lvl1pPr>
              <a:defRPr sz="1400"/>
            </a:lvl1pPr>
          </a:lstStyle>
          <a:p>
            <a:pPr lvl="0" fontAlgn="base"/>
            <a:endParaRPr lang="zh-CN" altLang="en-US" strike="noStrike" noProof="1">
              <a:latin typeface="Times New Roman" panose="02020603050405020304" pitchFamily="2" charset="0"/>
            </a:endParaRPr>
          </a:p>
        </p:txBody>
      </p:sp>
      <p:sp>
        <p:nvSpPr>
          <p:cNvPr id="1029" name="页脚占位符 1028"/>
          <p:cNvSpPr>
            <a:spLocks noGrp="1"/>
          </p:cNvSpPr>
          <p:nvPr>
            <p:ph type="ftr" sz="quarter" idx="3"/>
          </p:nvPr>
        </p:nvSpPr>
        <p:spPr>
          <a:xfrm>
            <a:off x="3124200" y="6245225"/>
            <a:ext cx="2895600" cy="476250"/>
          </a:xfrm>
          <a:prstGeom prst="rect">
            <a:avLst/>
          </a:prstGeom>
          <a:noFill/>
          <a:ln w="9525">
            <a:noFill/>
          </a:ln>
        </p:spPr>
        <p:txBody>
          <a:bodyPr/>
          <a:lstStyle>
            <a:lvl1pPr algn="ctr">
              <a:defRPr sz="1400"/>
            </a:lvl1pPr>
          </a:lstStyle>
          <a:p>
            <a:pPr lvl="0" fontAlgn="base"/>
            <a:endParaRPr lang="zh-CN" altLang="en-US" strike="noStrike" noProof="1">
              <a:latin typeface="Times New Roman" panose="02020603050405020304" pitchFamily="2" charset="0"/>
            </a:endParaRPr>
          </a:p>
        </p:txBody>
      </p:sp>
      <p:sp>
        <p:nvSpPr>
          <p:cNvPr id="1030" name="灯片编号占位符 1029"/>
          <p:cNvSpPr>
            <a:spLocks noGrp="1"/>
          </p:cNvSpPr>
          <p:nvPr>
            <p:ph type="sldNum" sz="quarter" idx="4"/>
          </p:nvPr>
        </p:nvSpPr>
        <p:spPr>
          <a:xfrm>
            <a:off x="6553200" y="6245225"/>
            <a:ext cx="2133600" cy="476250"/>
          </a:xfrm>
          <a:prstGeom prst="rect">
            <a:avLst/>
          </a:prstGeom>
          <a:noFill/>
          <a:ln w="9525">
            <a:noFill/>
          </a:ln>
        </p:spPr>
        <p:txBody>
          <a:bodyPr/>
          <a:lstStyle>
            <a:lvl1pPr algn="r">
              <a:defRPr sz="1400"/>
            </a:lvl1pPr>
          </a:lstStyle>
          <a:p>
            <a:pPr lvl="0" fontAlgn="base"/>
            <a:fld id="{9A0DB2DC-4C9A-4742-B13C-FB6460FD3503}" type="slidenum">
              <a:rPr lang="zh-CN" altLang="en-US" strike="noStrike" noProof="1" dirty="0">
                <a:latin typeface="Times New Roman" panose="02020603050405020304" pitchFamily="2" charset="0"/>
                <a:ea typeface="宋体" panose="02010600030101010101" pitchFamily="2" charset="-122"/>
                <a:cs typeface="+mn-cs"/>
              </a:rPr>
              <a:t>‹#›</a:t>
            </a:fld>
            <a:endParaRPr lang="zh-CN" altLang="en-US" strike="noStrike" noProof="1">
              <a:latin typeface="Times New Roman" panose="02020603050405020304" pitchFamily="2" charset="0"/>
            </a:endParaRPr>
          </a:p>
        </p:txBody>
      </p:sp>
    </p:spTree>
  </p:cSld>
  <p:clrMap bg1="lt1" tx1="dk1" bg2="lt2" tx2="dk2" accent1="accent1" accent2="accent2" accent3="accent3" accent4="accent4" accent5="accent5" accent6="accent6" hlink="hlink" folHlink="folHlink"/>
  <p:sldLayoutIdLst>
    <p:sldLayoutId id="2147483665" r:id="rId1"/>
    <p:sldLayoutId id="2147483666" r:id="rId2"/>
    <p:sldLayoutId id="2147483667" r:id="rId3"/>
    <p:sldLayoutId id="2147483668" r:id="rId4"/>
    <p:sldLayoutId id="2147483669" r:id="rId5"/>
    <p:sldLayoutId id="2147483670" r:id="rId6"/>
    <p:sldLayoutId id="2147483671" r:id="rId7"/>
    <p:sldLayoutId id="2147483672" r:id="rId8"/>
    <p:sldLayoutId id="2147483673" r:id="rId9"/>
    <p:sldLayoutId id="2147483674" r:id="rId10"/>
    <p:sldLayoutId id="2147483675" r:id="rId11"/>
    <p:sldLayoutId id="2147483676" r:id="rId12"/>
    <p:sldLayoutId id="2147483677" r:id="rId13"/>
    <p:sldLayoutId id="2147483678" r:id="rId14"/>
    <p:sldLayoutId id="2147483679" r:id="rId15"/>
  </p:sldLayoutIdLs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grpId="0" nodeType="withEffect">
                                  <p:stCondLst>
                                    <p:cond delay="0"/>
                                  </p:stCondLst>
                                  <p:childTnLst>
                                    <p:set>
                                      <p:cBhvr>
                                        <p:cTn id="6" dur="indefinite" fill="hold">
                                          <p:stCondLst>
                                            <p:cond delay="0"/>
                                          </p:stCondLst>
                                        </p:cTn>
                                        <p:tgtEl>
                                          <p:spTgt spid="1026"/>
                                        </p:tgtEl>
                                        <p:attrNameLst>
                                          <p:attrName>style.visibility</p:attrName>
                                        </p:attrNameLst>
                                      </p:cBhvr>
                                      <p:to>
                                        <p:strVal val="visible"/>
                                      </p:to>
                                    </p:set>
                                    <p:anim calcmode="lin" valueType="num">
                                      <p:cBhvr>
                                        <p:cTn id="7" dur="500" fill="hold"/>
                                        <p:tgtEl>
                                          <p:spTgt spid="1026"/>
                                        </p:tgtEl>
                                        <p:attrNameLst>
                                          <p:attrName>ppt_w</p:attrName>
                                        </p:attrNameLst>
                                      </p:cBhvr>
                                      <p:tavLst>
                                        <p:tav tm="0">
                                          <p:val>
                                            <p:fltVal val="0"/>
                                          </p:val>
                                        </p:tav>
                                        <p:tav tm="100000">
                                          <p:val>
                                            <p:strVal val="#ppt_w"/>
                                          </p:val>
                                        </p:tav>
                                      </p:tavLst>
                                    </p:anim>
                                    <p:anim calcmode="lin" valueType="num">
                                      <p:cBhvr>
                                        <p:cTn id="8" dur="500" fill="hold"/>
                                        <p:tgtEl>
                                          <p:spTgt spid="1026"/>
                                        </p:tgtEl>
                                        <p:attrNameLst>
                                          <p:attrName>ppt_h</p:attrName>
                                        </p:attrNameLst>
                                      </p:cBhvr>
                                      <p:tavLst>
                                        <p:tav tm="0">
                                          <p:val>
                                            <p:fltVal val="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23" presetClass="entr" presetSubtype="16" fill="hold" grpId="0" nodeType="clickEffect">
                                  <p:stCondLst>
                                    <p:cond delay="0"/>
                                  </p:stCondLst>
                                  <p:childTnLst>
                                    <p:set>
                                      <p:cBhvr>
                                        <p:cTn id="12" dur="indefinite" fill="hold">
                                          <p:stCondLst>
                                            <p:cond delay="0"/>
                                          </p:stCondLst>
                                        </p:cTn>
                                        <p:tgtEl>
                                          <p:spTgt spid="1027">
                                            <p:txEl>
                                              <p:pRg st="0" end="0"/>
                                            </p:txEl>
                                          </p:spTgt>
                                        </p:tgtEl>
                                        <p:attrNameLst>
                                          <p:attrName>style.visibility</p:attrName>
                                        </p:attrNameLst>
                                      </p:cBhvr>
                                      <p:to>
                                        <p:strVal val="visible"/>
                                      </p:to>
                                    </p:set>
                                    <p:anim calcmode="lin" valueType="num">
                                      <p:cBhvr>
                                        <p:cTn id="13" dur="500" fill="hold"/>
                                        <p:tgtEl>
                                          <p:spTgt spid="1027">
                                            <p:txEl>
                                              <p:pRg st="0" end="0"/>
                                            </p:txEl>
                                          </p:spTgt>
                                        </p:tgtEl>
                                        <p:attrNameLst>
                                          <p:attrName>ppt_w</p:attrName>
                                        </p:attrNameLst>
                                      </p:cBhvr>
                                      <p:tavLst>
                                        <p:tav tm="0">
                                          <p:val>
                                            <p:fltVal val="0"/>
                                          </p:val>
                                        </p:tav>
                                        <p:tav tm="100000">
                                          <p:val>
                                            <p:strVal val="#ppt_w"/>
                                          </p:val>
                                        </p:tav>
                                      </p:tavLst>
                                    </p:anim>
                                    <p:anim calcmode="lin" valueType="num">
                                      <p:cBhvr>
                                        <p:cTn id="14" dur="500" fill="hold"/>
                                        <p:tgtEl>
                                          <p:spTgt spid="1027">
                                            <p:txEl>
                                              <p:pRg st="0" end="0"/>
                                            </p:txEl>
                                          </p:spTgt>
                                        </p:tgtEl>
                                        <p:attrNameLst>
                                          <p:attrName>ppt_h</p:attrName>
                                        </p:attrNameLst>
                                      </p:cBhvr>
                                      <p:tavLst>
                                        <p:tav tm="0">
                                          <p:val>
                                            <p:fltVal val="0"/>
                                          </p:val>
                                        </p:tav>
                                        <p:tav tm="100000">
                                          <p:val>
                                            <p:strVal val="#ppt_h"/>
                                          </p:val>
                                        </p:tav>
                                      </p:tavLst>
                                    </p:anim>
                                  </p:childTnLst>
                                </p:cTn>
                              </p:par>
                              <p:par>
                                <p:cTn id="15" presetID="23" presetClass="entr" presetSubtype="16" fill="hold" grpId="0" nodeType="withEffect">
                                  <p:stCondLst>
                                    <p:cond delay="0"/>
                                  </p:stCondLst>
                                  <p:childTnLst>
                                    <p:set>
                                      <p:cBhvr>
                                        <p:cTn id="16" dur="indefinite" fill="hold">
                                          <p:stCondLst>
                                            <p:cond delay="0"/>
                                          </p:stCondLst>
                                        </p:cTn>
                                        <p:tgtEl>
                                          <p:spTgt spid="1027">
                                            <p:txEl>
                                              <p:pRg st="1" end="1"/>
                                            </p:txEl>
                                          </p:spTgt>
                                        </p:tgtEl>
                                        <p:attrNameLst>
                                          <p:attrName>style.visibility</p:attrName>
                                        </p:attrNameLst>
                                      </p:cBhvr>
                                      <p:to>
                                        <p:strVal val="visible"/>
                                      </p:to>
                                    </p:set>
                                    <p:anim calcmode="lin" valueType="num">
                                      <p:cBhvr>
                                        <p:cTn id="17" dur="500" fill="hold"/>
                                        <p:tgtEl>
                                          <p:spTgt spid="1027">
                                            <p:txEl>
                                              <p:pRg st="1" end="1"/>
                                            </p:txEl>
                                          </p:spTgt>
                                        </p:tgtEl>
                                        <p:attrNameLst>
                                          <p:attrName>ppt_w</p:attrName>
                                        </p:attrNameLst>
                                      </p:cBhvr>
                                      <p:tavLst>
                                        <p:tav tm="0">
                                          <p:val>
                                            <p:fltVal val="0"/>
                                          </p:val>
                                        </p:tav>
                                        <p:tav tm="100000">
                                          <p:val>
                                            <p:strVal val="#ppt_w"/>
                                          </p:val>
                                        </p:tav>
                                      </p:tavLst>
                                    </p:anim>
                                    <p:anim calcmode="lin" valueType="num">
                                      <p:cBhvr>
                                        <p:cTn id="18" dur="500" fill="hold"/>
                                        <p:tgtEl>
                                          <p:spTgt spid="1027">
                                            <p:txEl>
                                              <p:pRg st="1" end="1"/>
                                            </p:txEl>
                                          </p:spTgt>
                                        </p:tgtEl>
                                        <p:attrNameLst>
                                          <p:attrName>ppt_h</p:attrName>
                                        </p:attrNameLst>
                                      </p:cBhvr>
                                      <p:tavLst>
                                        <p:tav tm="0">
                                          <p:val>
                                            <p:fltVal val="0"/>
                                          </p:val>
                                        </p:tav>
                                        <p:tav tm="100000">
                                          <p:val>
                                            <p:strVal val="#ppt_h"/>
                                          </p:val>
                                        </p:tav>
                                      </p:tavLst>
                                    </p:anim>
                                  </p:childTnLst>
                                </p:cTn>
                              </p:par>
                              <p:par>
                                <p:cTn id="19" presetID="23" presetClass="entr" presetSubtype="16" fill="hold" grpId="0" nodeType="withEffect">
                                  <p:stCondLst>
                                    <p:cond delay="0"/>
                                  </p:stCondLst>
                                  <p:childTnLst>
                                    <p:set>
                                      <p:cBhvr>
                                        <p:cTn id="20" dur="indefinite" fill="hold">
                                          <p:stCondLst>
                                            <p:cond delay="0"/>
                                          </p:stCondLst>
                                        </p:cTn>
                                        <p:tgtEl>
                                          <p:spTgt spid="1027">
                                            <p:txEl>
                                              <p:pRg st="2" end="2"/>
                                            </p:txEl>
                                          </p:spTgt>
                                        </p:tgtEl>
                                        <p:attrNameLst>
                                          <p:attrName>style.visibility</p:attrName>
                                        </p:attrNameLst>
                                      </p:cBhvr>
                                      <p:to>
                                        <p:strVal val="visible"/>
                                      </p:to>
                                    </p:set>
                                    <p:anim calcmode="lin" valueType="num">
                                      <p:cBhvr>
                                        <p:cTn id="21" dur="500" fill="hold"/>
                                        <p:tgtEl>
                                          <p:spTgt spid="1027">
                                            <p:txEl>
                                              <p:pRg st="2" end="2"/>
                                            </p:txEl>
                                          </p:spTgt>
                                        </p:tgtEl>
                                        <p:attrNameLst>
                                          <p:attrName>ppt_w</p:attrName>
                                        </p:attrNameLst>
                                      </p:cBhvr>
                                      <p:tavLst>
                                        <p:tav tm="0">
                                          <p:val>
                                            <p:fltVal val="0"/>
                                          </p:val>
                                        </p:tav>
                                        <p:tav tm="100000">
                                          <p:val>
                                            <p:strVal val="#ppt_w"/>
                                          </p:val>
                                        </p:tav>
                                      </p:tavLst>
                                    </p:anim>
                                    <p:anim calcmode="lin" valueType="num">
                                      <p:cBhvr>
                                        <p:cTn id="22" dur="500" fill="hold"/>
                                        <p:tgtEl>
                                          <p:spTgt spid="1027">
                                            <p:txEl>
                                              <p:pRg st="2" end="2"/>
                                            </p:txEl>
                                          </p:spTgt>
                                        </p:tgtEl>
                                        <p:attrNameLst>
                                          <p:attrName>ppt_h</p:attrName>
                                        </p:attrNameLst>
                                      </p:cBhvr>
                                      <p:tavLst>
                                        <p:tav tm="0">
                                          <p:val>
                                            <p:fltVal val="0"/>
                                          </p:val>
                                        </p:tav>
                                        <p:tav tm="100000">
                                          <p:val>
                                            <p:strVal val="#ppt_h"/>
                                          </p:val>
                                        </p:tav>
                                      </p:tavLst>
                                    </p:anim>
                                  </p:childTnLst>
                                </p:cTn>
                              </p:par>
                              <p:par>
                                <p:cTn id="23" presetID="23" presetClass="entr" presetSubtype="16" fill="hold" grpId="0" nodeType="withEffect">
                                  <p:stCondLst>
                                    <p:cond delay="0"/>
                                  </p:stCondLst>
                                  <p:childTnLst>
                                    <p:set>
                                      <p:cBhvr>
                                        <p:cTn id="24" dur="indefinite" fill="hold">
                                          <p:stCondLst>
                                            <p:cond delay="0"/>
                                          </p:stCondLst>
                                        </p:cTn>
                                        <p:tgtEl>
                                          <p:spTgt spid="1027">
                                            <p:txEl>
                                              <p:pRg st="3" end="3"/>
                                            </p:txEl>
                                          </p:spTgt>
                                        </p:tgtEl>
                                        <p:attrNameLst>
                                          <p:attrName>style.visibility</p:attrName>
                                        </p:attrNameLst>
                                      </p:cBhvr>
                                      <p:to>
                                        <p:strVal val="visible"/>
                                      </p:to>
                                    </p:set>
                                    <p:anim calcmode="lin" valueType="num">
                                      <p:cBhvr>
                                        <p:cTn id="25" dur="500" fill="hold"/>
                                        <p:tgtEl>
                                          <p:spTgt spid="1027">
                                            <p:txEl>
                                              <p:pRg st="3" end="3"/>
                                            </p:txEl>
                                          </p:spTgt>
                                        </p:tgtEl>
                                        <p:attrNameLst>
                                          <p:attrName>ppt_w</p:attrName>
                                        </p:attrNameLst>
                                      </p:cBhvr>
                                      <p:tavLst>
                                        <p:tav tm="0">
                                          <p:val>
                                            <p:fltVal val="0"/>
                                          </p:val>
                                        </p:tav>
                                        <p:tav tm="100000">
                                          <p:val>
                                            <p:strVal val="#ppt_w"/>
                                          </p:val>
                                        </p:tav>
                                      </p:tavLst>
                                    </p:anim>
                                    <p:anim calcmode="lin" valueType="num">
                                      <p:cBhvr>
                                        <p:cTn id="26" dur="500" fill="hold"/>
                                        <p:tgtEl>
                                          <p:spTgt spid="1027">
                                            <p:txEl>
                                              <p:pRg st="3" end="3"/>
                                            </p:txEl>
                                          </p:spTgt>
                                        </p:tgtEl>
                                        <p:attrNameLst>
                                          <p:attrName>ppt_h</p:attrName>
                                        </p:attrNameLst>
                                      </p:cBhvr>
                                      <p:tavLst>
                                        <p:tav tm="0">
                                          <p:val>
                                            <p:fltVal val="0"/>
                                          </p:val>
                                        </p:tav>
                                        <p:tav tm="100000">
                                          <p:val>
                                            <p:strVal val="#ppt_h"/>
                                          </p:val>
                                        </p:tav>
                                      </p:tavLst>
                                    </p:anim>
                                  </p:childTnLst>
                                </p:cTn>
                              </p:par>
                              <p:par>
                                <p:cTn id="27" presetID="23" presetClass="entr" presetSubtype="16" fill="hold" grpId="0" nodeType="withEffect">
                                  <p:stCondLst>
                                    <p:cond delay="0"/>
                                  </p:stCondLst>
                                  <p:childTnLst>
                                    <p:set>
                                      <p:cBhvr>
                                        <p:cTn id="28" dur="indefinite" fill="hold">
                                          <p:stCondLst>
                                            <p:cond delay="0"/>
                                          </p:stCondLst>
                                        </p:cTn>
                                        <p:tgtEl>
                                          <p:spTgt spid="1027">
                                            <p:txEl>
                                              <p:pRg st="4" end="4"/>
                                            </p:txEl>
                                          </p:spTgt>
                                        </p:tgtEl>
                                        <p:attrNameLst>
                                          <p:attrName>style.visibility</p:attrName>
                                        </p:attrNameLst>
                                      </p:cBhvr>
                                      <p:to>
                                        <p:strVal val="visible"/>
                                      </p:to>
                                    </p:set>
                                    <p:anim calcmode="lin" valueType="num">
                                      <p:cBhvr>
                                        <p:cTn id="29" dur="500" fill="hold"/>
                                        <p:tgtEl>
                                          <p:spTgt spid="1027">
                                            <p:txEl>
                                              <p:pRg st="4" end="4"/>
                                            </p:txEl>
                                          </p:spTgt>
                                        </p:tgtEl>
                                        <p:attrNameLst>
                                          <p:attrName>ppt_w</p:attrName>
                                        </p:attrNameLst>
                                      </p:cBhvr>
                                      <p:tavLst>
                                        <p:tav tm="0">
                                          <p:val>
                                            <p:fltVal val="0"/>
                                          </p:val>
                                        </p:tav>
                                        <p:tav tm="100000">
                                          <p:val>
                                            <p:strVal val="#ppt_w"/>
                                          </p:val>
                                        </p:tav>
                                      </p:tavLst>
                                    </p:anim>
                                    <p:anim calcmode="lin" valueType="num">
                                      <p:cBhvr>
                                        <p:cTn id="30" dur="500" fill="hold"/>
                                        <p:tgtEl>
                                          <p:spTgt spid="1027">
                                            <p:txEl>
                                              <p:pRg st="4" end="4"/>
                                            </p:txEl>
                                          </p:spTgt>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6" grpId="0"/>
      <p:bldP spid="1027" grpId="0" build="p"/>
    </p:bldLst>
  </p:timing>
  <p:hf sldNum="0" hdr="0" ftr="0" dt="0"/>
  <p:txStyles>
    <p:titleStyle>
      <a:lvl1pPr marL="0" lvl="0" indent="0" algn="l" defTabSz="914400" eaLnBrk="1" fontAlgn="base" latinLnBrk="0" hangingPunct="1">
        <a:lnSpc>
          <a:spcPct val="100000"/>
        </a:lnSpc>
        <a:spcBef>
          <a:spcPct val="0"/>
        </a:spcBef>
        <a:spcAft>
          <a:spcPct val="0"/>
        </a:spcAft>
        <a:buNone/>
        <a:defRPr sz="3600" b="0" i="0" u="none" kern="1200" baseline="0">
          <a:solidFill>
            <a:schemeClr val="tx2"/>
          </a:solidFill>
          <a:latin typeface="+mj-lt"/>
          <a:ea typeface="+mj-ea"/>
          <a:cs typeface="+mj-cs"/>
        </a:defRPr>
      </a:lvl1pPr>
    </p:titleStyle>
    <p:bodyStyle>
      <a:lvl1pPr marL="342900" lvl="0" indent="-342900" algn="l" defTabSz="914400" eaLnBrk="1" fontAlgn="base" latinLnBrk="0" hangingPunct="1">
        <a:lnSpc>
          <a:spcPct val="100000"/>
        </a:lnSpc>
        <a:spcBef>
          <a:spcPct val="20000"/>
        </a:spcBef>
        <a:spcAft>
          <a:spcPct val="0"/>
        </a:spcAft>
        <a:buChar char="•"/>
        <a:defRPr sz="2800" b="0" i="0" u="none" kern="1200" baseline="0">
          <a:solidFill>
            <a:schemeClr val="tx1"/>
          </a:solidFill>
          <a:latin typeface="+mn-lt"/>
          <a:ea typeface="+mn-ea"/>
          <a:cs typeface="+mn-cs"/>
        </a:defRPr>
      </a:lvl1pPr>
      <a:lvl2pPr marL="742950" lvl="1" indent="-285750" algn="l" defTabSz="914400" eaLnBrk="1" fontAlgn="base" latinLnBrk="0" hangingPunct="1">
        <a:lnSpc>
          <a:spcPct val="100000"/>
        </a:lnSpc>
        <a:spcBef>
          <a:spcPct val="20000"/>
        </a:spcBef>
        <a:spcAft>
          <a:spcPct val="0"/>
        </a:spcAft>
        <a:buChar char="–"/>
        <a:defRPr sz="2400" b="0" i="0" u="none" kern="1200" baseline="0">
          <a:solidFill>
            <a:schemeClr val="tx1"/>
          </a:solidFill>
          <a:latin typeface="+mn-lt"/>
          <a:ea typeface="+mn-ea"/>
          <a:cs typeface="+mn-cs"/>
        </a:defRPr>
      </a:lvl2pPr>
      <a:lvl3pPr marL="1143000" lvl="2"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3pPr>
      <a:lvl4pPr marL="1600200" lvl="3" indent="-228600" algn="l" defTabSz="914400" eaLnBrk="1" fontAlgn="base" latinLnBrk="0" hangingPunct="1">
        <a:lnSpc>
          <a:spcPct val="100000"/>
        </a:lnSpc>
        <a:spcBef>
          <a:spcPct val="20000"/>
        </a:spcBef>
        <a:spcAft>
          <a:spcPct val="0"/>
        </a:spcAft>
        <a:buChar char="–"/>
        <a:defRPr sz="1800" b="0" i="0" u="none" kern="1200" baseline="0">
          <a:solidFill>
            <a:schemeClr val="tx1"/>
          </a:solidFill>
          <a:latin typeface="+mn-lt"/>
          <a:ea typeface="+mn-ea"/>
          <a:cs typeface="+mn-cs"/>
        </a:defRPr>
      </a:lvl4pPr>
      <a:lvl5pPr marL="2057400" lvl="4" indent="-228600" algn="l" defTabSz="914400" eaLnBrk="1" fontAlgn="base" latinLnBrk="0" hangingPunct="1">
        <a:lnSpc>
          <a:spcPct val="100000"/>
        </a:lnSpc>
        <a:spcBef>
          <a:spcPct val="20000"/>
        </a:spcBef>
        <a:spcAft>
          <a:spcPct val="0"/>
        </a:spcAft>
        <a:buChar char="»"/>
        <a:defRPr sz="1800" b="0" i="0" u="none" kern="1200" baseline="0">
          <a:solidFill>
            <a:schemeClr val="tx1"/>
          </a:solidFill>
          <a:latin typeface="+mn-lt"/>
          <a:ea typeface="+mn-ea"/>
          <a:cs typeface="+mn-cs"/>
        </a:defRPr>
      </a:lvl5pPr>
      <a:lvl6pPr marL="2514600" lvl="5" indent="-228600" algn="l" defTabSz="914400" eaLnBrk="1" fontAlgn="base" latinLnBrk="0" hangingPunct="1">
        <a:lnSpc>
          <a:spcPct val="100000"/>
        </a:lnSpc>
        <a:spcBef>
          <a:spcPct val="20000"/>
        </a:spcBef>
        <a:spcAft>
          <a:spcPct val="0"/>
        </a:spcAft>
        <a:buChar char="»"/>
        <a:defRPr sz="1800" b="0" i="0" u="none" kern="1200" baseline="0">
          <a:solidFill>
            <a:schemeClr val="tx1"/>
          </a:solidFill>
          <a:latin typeface="+mn-lt"/>
          <a:ea typeface="+mn-ea"/>
          <a:cs typeface="+mn-cs"/>
        </a:defRPr>
      </a:lvl6pPr>
      <a:lvl7pPr marL="2971800" lvl="6" indent="-228600" algn="l" defTabSz="914400" eaLnBrk="1" fontAlgn="base" latinLnBrk="0" hangingPunct="1">
        <a:lnSpc>
          <a:spcPct val="100000"/>
        </a:lnSpc>
        <a:spcBef>
          <a:spcPct val="20000"/>
        </a:spcBef>
        <a:spcAft>
          <a:spcPct val="0"/>
        </a:spcAft>
        <a:buChar char="»"/>
        <a:defRPr sz="1800" b="0" i="0" u="none" kern="1200" baseline="0">
          <a:solidFill>
            <a:schemeClr val="tx1"/>
          </a:solidFill>
          <a:latin typeface="+mn-lt"/>
          <a:ea typeface="+mn-ea"/>
          <a:cs typeface="+mn-cs"/>
        </a:defRPr>
      </a:lvl7pPr>
      <a:lvl8pPr marL="3429000" lvl="7" indent="-228600" algn="l" defTabSz="914400" eaLnBrk="1" fontAlgn="base" latinLnBrk="0" hangingPunct="1">
        <a:lnSpc>
          <a:spcPct val="100000"/>
        </a:lnSpc>
        <a:spcBef>
          <a:spcPct val="20000"/>
        </a:spcBef>
        <a:spcAft>
          <a:spcPct val="0"/>
        </a:spcAft>
        <a:buChar char="»"/>
        <a:defRPr sz="1800" b="0" i="0" u="none" kern="1200" baseline="0">
          <a:solidFill>
            <a:schemeClr val="tx1"/>
          </a:solidFill>
          <a:latin typeface="+mn-lt"/>
          <a:ea typeface="+mn-ea"/>
          <a:cs typeface="+mn-cs"/>
        </a:defRPr>
      </a:lvl8pPr>
      <a:lvl9pPr marL="3886200" lvl="8" indent="-228600" algn="l" defTabSz="914400" eaLnBrk="1" fontAlgn="base" latinLnBrk="0" hangingPunct="1">
        <a:lnSpc>
          <a:spcPct val="100000"/>
        </a:lnSpc>
        <a:spcBef>
          <a:spcPct val="20000"/>
        </a:spcBef>
        <a:spcAft>
          <a:spcPct val="0"/>
        </a:spcAft>
        <a:buChar char="»"/>
        <a:defRPr sz="1800" b="0" i="0" u="none" kern="1200" baseline="0">
          <a:solidFill>
            <a:schemeClr val="tx1"/>
          </a:solidFill>
          <a:latin typeface="+mn-lt"/>
          <a:ea typeface="+mn-ea"/>
          <a:cs typeface="+mn-cs"/>
        </a:defRPr>
      </a:lvl9pPr>
    </p:bodyStyle>
    <p:otherStyle>
      <a:lvl1pPr marL="0" lvl="0" indent="0" algn="l" defTabSz="914400" eaLnBrk="1" fontAlgn="base" latinLnBrk="0" hangingPunct="1">
        <a:lnSpc>
          <a:spcPct val="100000"/>
        </a:lnSpc>
        <a:spcBef>
          <a:spcPct val="0"/>
        </a:spcBef>
        <a:spcAft>
          <a:spcPct val="0"/>
        </a:spcAft>
        <a:buNone/>
        <a:defRPr sz="2400" b="0" i="0" u="none" kern="1200" baseline="0">
          <a:solidFill>
            <a:schemeClr val="tx1"/>
          </a:solidFill>
          <a:latin typeface="+mn-lt"/>
          <a:ea typeface="+mn-ea"/>
          <a:cs typeface="+mn-cs"/>
        </a:defRPr>
      </a:lvl1pPr>
      <a:lvl2pPr marL="457200" lvl="1" indent="0" algn="l" defTabSz="914400" eaLnBrk="1" fontAlgn="base" latinLnBrk="0" hangingPunct="1">
        <a:lnSpc>
          <a:spcPct val="100000"/>
        </a:lnSpc>
        <a:spcBef>
          <a:spcPct val="0"/>
        </a:spcBef>
        <a:spcAft>
          <a:spcPct val="0"/>
        </a:spcAft>
        <a:buNone/>
        <a:defRPr b="0" i="0" u="none" kern="1200" baseline="0">
          <a:solidFill>
            <a:schemeClr val="tx1"/>
          </a:solidFill>
          <a:latin typeface="Times New Roman" panose="02020603050405020304" pitchFamily="2" charset="0"/>
          <a:ea typeface="宋体" panose="02010600030101010101" pitchFamily="2" charset="-122"/>
          <a:cs typeface="+mn-cs"/>
        </a:defRPr>
      </a:lvl2pPr>
      <a:lvl3pPr marL="914400" lvl="2" indent="0" algn="l" defTabSz="914400" eaLnBrk="1" fontAlgn="base" latinLnBrk="0" hangingPunct="1">
        <a:lnSpc>
          <a:spcPct val="100000"/>
        </a:lnSpc>
        <a:spcBef>
          <a:spcPct val="0"/>
        </a:spcBef>
        <a:spcAft>
          <a:spcPct val="0"/>
        </a:spcAft>
        <a:buNone/>
        <a:defRPr b="0" i="0" u="none" kern="1200" baseline="0">
          <a:solidFill>
            <a:schemeClr val="tx1"/>
          </a:solidFill>
          <a:latin typeface="Times New Roman" panose="02020603050405020304" pitchFamily="2" charset="0"/>
          <a:ea typeface="宋体" panose="02010600030101010101" pitchFamily="2" charset="-122"/>
          <a:cs typeface="+mn-cs"/>
        </a:defRPr>
      </a:lvl3pPr>
      <a:lvl4pPr marL="1371600" lvl="3" indent="0" algn="l" defTabSz="914400" eaLnBrk="1" fontAlgn="base" latinLnBrk="0" hangingPunct="1">
        <a:lnSpc>
          <a:spcPct val="100000"/>
        </a:lnSpc>
        <a:spcBef>
          <a:spcPct val="0"/>
        </a:spcBef>
        <a:spcAft>
          <a:spcPct val="0"/>
        </a:spcAft>
        <a:buNone/>
        <a:defRPr b="0" i="0" u="none" kern="1200" baseline="0">
          <a:solidFill>
            <a:schemeClr val="tx1"/>
          </a:solidFill>
          <a:latin typeface="Times New Roman" panose="02020603050405020304" pitchFamily="2" charset="0"/>
          <a:ea typeface="宋体" panose="02010600030101010101" pitchFamily="2" charset="-122"/>
          <a:cs typeface="+mn-cs"/>
        </a:defRPr>
      </a:lvl4pPr>
      <a:lvl5pPr marL="1828800" lvl="4" indent="0" algn="l" defTabSz="914400" eaLnBrk="1" fontAlgn="base" latinLnBrk="0" hangingPunct="1">
        <a:lnSpc>
          <a:spcPct val="100000"/>
        </a:lnSpc>
        <a:spcBef>
          <a:spcPct val="0"/>
        </a:spcBef>
        <a:spcAft>
          <a:spcPct val="0"/>
        </a:spcAft>
        <a:buNone/>
        <a:defRPr b="0" i="0" u="none" kern="1200" baseline="0">
          <a:solidFill>
            <a:schemeClr val="tx1"/>
          </a:solidFill>
          <a:latin typeface="Times New Roman" panose="02020603050405020304" pitchFamily="2" charset="0"/>
          <a:ea typeface="宋体" panose="02010600030101010101" pitchFamily="2" charset="-122"/>
          <a:cs typeface="+mn-cs"/>
        </a:defRPr>
      </a:lvl5pPr>
      <a:lvl6pPr marL="2286000" lvl="5" indent="0" algn="l" defTabSz="914400" eaLnBrk="1" fontAlgn="base" latinLnBrk="0" hangingPunct="1">
        <a:lnSpc>
          <a:spcPct val="100000"/>
        </a:lnSpc>
        <a:spcBef>
          <a:spcPct val="0"/>
        </a:spcBef>
        <a:spcAft>
          <a:spcPct val="0"/>
        </a:spcAft>
        <a:buNone/>
        <a:defRPr b="0" i="0" u="none" kern="1200" baseline="0">
          <a:solidFill>
            <a:schemeClr val="tx1"/>
          </a:solidFill>
          <a:latin typeface="Times New Roman" panose="02020603050405020304" pitchFamily="2" charset="0"/>
          <a:ea typeface="宋体" panose="02010600030101010101" pitchFamily="2" charset="-122"/>
          <a:cs typeface="+mn-cs"/>
        </a:defRPr>
      </a:lvl6pPr>
      <a:lvl7pPr marL="2743200" lvl="6" indent="0" algn="l" defTabSz="914400" eaLnBrk="1" fontAlgn="base" latinLnBrk="0" hangingPunct="1">
        <a:lnSpc>
          <a:spcPct val="100000"/>
        </a:lnSpc>
        <a:spcBef>
          <a:spcPct val="0"/>
        </a:spcBef>
        <a:spcAft>
          <a:spcPct val="0"/>
        </a:spcAft>
        <a:buNone/>
        <a:defRPr b="0" i="0" u="none" kern="1200" baseline="0">
          <a:solidFill>
            <a:schemeClr val="tx1"/>
          </a:solidFill>
          <a:latin typeface="Times New Roman" panose="02020603050405020304" pitchFamily="2" charset="0"/>
          <a:ea typeface="宋体" panose="02010600030101010101" pitchFamily="2" charset="-122"/>
          <a:cs typeface="+mn-cs"/>
        </a:defRPr>
      </a:lvl7pPr>
      <a:lvl8pPr marL="3200400" lvl="7" indent="0" algn="l" defTabSz="914400" eaLnBrk="1" fontAlgn="base" latinLnBrk="0" hangingPunct="1">
        <a:lnSpc>
          <a:spcPct val="100000"/>
        </a:lnSpc>
        <a:spcBef>
          <a:spcPct val="0"/>
        </a:spcBef>
        <a:spcAft>
          <a:spcPct val="0"/>
        </a:spcAft>
        <a:buNone/>
        <a:defRPr b="0" i="0" u="none" kern="1200" baseline="0">
          <a:solidFill>
            <a:schemeClr val="tx1"/>
          </a:solidFill>
          <a:latin typeface="Times New Roman" panose="02020603050405020304" pitchFamily="2" charset="0"/>
          <a:ea typeface="宋体" panose="02010600030101010101" pitchFamily="2" charset="-122"/>
          <a:cs typeface="+mn-cs"/>
        </a:defRPr>
      </a:lvl8pPr>
      <a:lvl9pPr marL="3657600" lvl="8" indent="0" algn="l" defTabSz="914400" eaLnBrk="1" fontAlgn="base" latinLnBrk="0" hangingPunct="1">
        <a:lnSpc>
          <a:spcPct val="100000"/>
        </a:lnSpc>
        <a:spcBef>
          <a:spcPct val="0"/>
        </a:spcBef>
        <a:spcAft>
          <a:spcPct val="0"/>
        </a:spcAft>
        <a:buNone/>
        <a:defRPr b="0" i="0" u="none" kern="1200" baseline="0">
          <a:solidFill>
            <a:schemeClr val="tx1"/>
          </a:solidFill>
          <a:latin typeface="Times New Roman" panose="02020603050405020304" pitchFamily="2" charset="0"/>
          <a:ea typeface="宋体" panose="02010600030101010101" pitchFamily="2" charset="-122"/>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blipFill rotWithShape="0">
          <a:blip r:embed="rId17"/>
          <a:stretch>
            <a:fillRect/>
          </a:stretch>
        </a:blipFill>
        <a:effectLst/>
      </p:bgPr>
    </p:bg>
    <p:spTree>
      <p:nvGrpSpPr>
        <p:cNvPr id="1" name=""/>
        <p:cNvGrpSpPr/>
        <p:nvPr/>
      </p:nvGrpSpPr>
      <p:grpSpPr>
        <a:xfrm>
          <a:off x="0" y="0"/>
          <a:ext cx="0" cy="0"/>
          <a:chOff x="0" y="0"/>
          <a:chExt cx="0" cy="0"/>
        </a:xfrm>
      </p:grpSpPr>
      <p:sp>
        <p:nvSpPr>
          <p:cNvPr id="1026" name="标题 1025"/>
          <p:cNvSpPr>
            <a:spLocks noGrp="1"/>
          </p:cNvSpPr>
          <p:nvPr>
            <p:ph type="title"/>
          </p:nvPr>
        </p:nvSpPr>
        <p:spPr>
          <a:xfrm>
            <a:off x="457200" y="274638"/>
            <a:ext cx="8229600" cy="1143000"/>
          </a:xfrm>
          <a:prstGeom prst="rect">
            <a:avLst/>
          </a:prstGeom>
          <a:noFill/>
          <a:ln w="9525">
            <a:noFill/>
          </a:ln>
        </p:spPr>
        <p:txBody>
          <a:bodyPr anchor="ctr" anchorCtr="0"/>
          <a:lstStyle/>
          <a:p>
            <a:pPr lvl="0"/>
            <a:r>
              <a:rPr lang="zh-CN" altLang="en-US"/>
              <a:t>单击此处编辑母版标题样式</a:t>
            </a:r>
          </a:p>
        </p:txBody>
      </p:sp>
      <p:sp>
        <p:nvSpPr>
          <p:cNvPr id="1027" name="文本占位符 1026"/>
          <p:cNvSpPr>
            <a:spLocks noGrp="1"/>
          </p:cNvSpPr>
          <p:nvPr>
            <p:ph type="body"/>
          </p:nvPr>
        </p:nvSpPr>
        <p:spPr>
          <a:xfrm>
            <a:off x="457200" y="1600200"/>
            <a:ext cx="8229600" cy="4525963"/>
          </a:xfrm>
          <a:prstGeom prst="rect">
            <a:avLst/>
          </a:prstGeom>
          <a:noFill/>
          <a:ln w="9525">
            <a:noFill/>
          </a:ln>
        </p:spPr>
        <p:txBody>
          <a:bodyPr anchor="t" anchorCtr="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28" name="日期占位符 1027"/>
          <p:cNvSpPr>
            <a:spLocks noGrp="1"/>
          </p:cNvSpPr>
          <p:nvPr>
            <p:ph type="dt" sz="half" idx="2"/>
          </p:nvPr>
        </p:nvSpPr>
        <p:spPr>
          <a:xfrm>
            <a:off x="457200" y="6245225"/>
            <a:ext cx="2133600" cy="476250"/>
          </a:xfrm>
          <a:prstGeom prst="rect">
            <a:avLst/>
          </a:prstGeom>
          <a:noFill/>
          <a:ln w="9525">
            <a:noFill/>
          </a:ln>
        </p:spPr>
        <p:txBody>
          <a:bodyPr/>
          <a:lstStyle>
            <a:lvl1pPr>
              <a:defRPr sz="1400"/>
            </a:lvl1pPr>
          </a:lstStyle>
          <a:p>
            <a:pPr lvl="0" fontAlgn="base"/>
            <a:endParaRPr lang="zh-CN" altLang="en-US" strike="noStrike" noProof="1">
              <a:latin typeface="Times New Roman" panose="02020603050405020304" pitchFamily="2" charset="0"/>
            </a:endParaRPr>
          </a:p>
        </p:txBody>
      </p:sp>
      <p:sp>
        <p:nvSpPr>
          <p:cNvPr id="1029" name="页脚占位符 1028"/>
          <p:cNvSpPr>
            <a:spLocks noGrp="1"/>
          </p:cNvSpPr>
          <p:nvPr>
            <p:ph type="ftr" sz="quarter" idx="3"/>
          </p:nvPr>
        </p:nvSpPr>
        <p:spPr>
          <a:xfrm>
            <a:off x="3124200" y="6245225"/>
            <a:ext cx="2895600" cy="476250"/>
          </a:xfrm>
          <a:prstGeom prst="rect">
            <a:avLst/>
          </a:prstGeom>
          <a:noFill/>
          <a:ln w="9525">
            <a:noFill/>
          </a:ln>
        </p:spPr>
        <p:txBody>
          <a:bodyPr/>
          <a:lstStyle>
            <a:lvl1pPr algn="ctr">
              <a:defRPr sz="1400"/>
            </a:lvl1pPr>
          </a:lstStyle>
          <a:p>
            <a:pPr lvl="0" fontAlgn="base"/>
            <a:endParaRPr lang="zh-CN" altLang="en-US" strike="noStrike" noProof="1">
              <a:latin typeface="Times New Roman" panose="02020603050405020304" pitchFamily="2" charset="0"/>
            </a:endParaRPr>
          </a:p>
        </p:txBody>
      </p:sp>
      <p:sp>
        <p:nvSpPr>
          <p:cNvPr id="1030" name="灯片编号占位符 1029"/>
          <p:cNvSpPr>
            <a:spLocks noGrp="1"/>
          </p:cNvSpPr>
          <p:nvPr>
            <p:ph type="sldNum" sz="quarter" idx="4"/>
          </p:nvPr>
        </p:nvSpPr>
        <p:spPr>
          <a:xfrm>
            <a:off x="6553200" y="6245225"/>
            <a:ext cx="2133600" cy="476250"/>
          </a:xfrm>
          <a:prstGeom prst="rect">
            <a:avLst/>
          </a:prstGeom>
          <a:noFill/>
          <a:ln w="9525">
            <a:noFill/>
          </a:ln>
        </p:spPr>
        <p:txBody>
          <a:bodyPr/>
          <a:lstStyle>
            <a:lvl1pPr algn="r">
              <a:defRPr sz="1400"/>
            </a:lvl1pPr>
          </a:lstStyle>
          <a:p>
            <a:pPr lvl="0" fontAlgn="base"/>
            <a:fld id="{9A0DB2DC-4C9A-4742-B13C-FB6460FD3503}" type="slidenum">
              <a:rPr lang="zh-CN" altLang="en-US" strike="noStrike" noProof="1" dirty="0">
                <a:latin typeface="Times New Roman" panose="02020603050405020304" pitchFamily="2" charset="0"/>
                <a:ea typeface="宋体" panose="02010600030101010101" pitchFamily="2" charset="-122"/>
                <a:cs typeface="+mn-cs"/>
              </a:rPr>
              <a:t>‹#›</a:t>
            </a:fld>
            <a:endParaRPr lang="zh-CN" altLang="en-US" strike="noStrike" noProof="1">
              <a:latin typeface="Times New Roman" panose="02020603050405020304" pitchFamily="2" charset="0"/>
            </a:endParaRPr>
          </a:p>
        </p:txBody>
      </p:sp>
    </p:spTree>
  </p:cSld>
  <p:clrMap bg1="lt1" tx1="dk1" bg2="lt2" tx2="dk2" accent1="accent1" accent2="accent2" accent3="accent3" accent4="accent4" accent5="accent5" accent6="accent6" hlink="hlink" folHlink="folHlink"/>
  <p:sldLayoutIdLst>
    <p:sldLayoutId id="2147483681" r:id="rId1"/>
    <p:sldLayoutId id="2147483682" r:id="rId2"/>
    <p:sldLayoutId id="2147483683" r:id="rId3"/>
    <p:sldLayoutId id="2147483684" r:id="rId4"/>
    <p:sldLayoutId id="2147483685" r:id="rId5"/>
    <p:sldLayoutId id="2147483686" r:id="rId6"/>
    <p:sldLayoutId id="2147483687" r:id="rId7"/>
    <p:sldLayoutId id="2147483688" r:id="rId8"/>
    <p:sldLayoutId id="2147483689" r:id="rId9"/>
    <p:sldLayoutId id="2147483690" r:id="rId10"/>
    <p:sldLayoutId id="2147483691" r:id="rId11"/>
    <p:sldLayoutId id="2147483692" r:id="rId12"/>
    <p:sldLayoutId id="2147483693" r:id="rId13"/>
    <p:sldLayoutId id="2147483694" r:id="rId14"/>
    <p:sldLayoutId id="2147483695" r:id="rId15"/>
  </p:sldLayoutIdLs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grpId="0" nodeType="withEffect">
                                  <p:stCondLst>
                                    <p:cond delay="0"/>
                                  </p:stCondLst>
                                  <p:childTnLst>
                                    <p:set>
                                      <p:cBhvr>
                                        <p:cTn id="6" dur="indefinite" fill="hold">
                                          <p:stCondLst>
                                            <p:cond delay="0"/>
                                          </p:stCondLst>
                                        </p:cTn>
                                        <p:tgtEl>
                                          <p:spTgt spid="1026"/>
                                        </p:tgtEl>
                                        <p:attrNameLst>
                                          <p:attrName>style.visibility</p:attrName>
                                        </p:attrNameLst>
                                      </p:cBhvr>
                                      <p:to>
                                        <p:strVal val="visible"/>
                                      </p:to>
                                    </p:set>
                                    <p:anim calcmode="lin" valueType="num">
                                      <p:cBhvr>
                                        <p:cTn id="7" dur="500" fill="hold"/>
                                        <p:tgtEl>
                                          <p:spTgt spid="1026"/>
                                        </p:tgtEl>
                                        <p:attrNameLst>
                                          <p:attrName>ppt_w</p:attrName>
                                        </p:attrNameLst>
                                      </p:cBhvr>
                                      <p:tavLst>
                                        <p:tav tm="0">
                                          <p:val>
                                            <p:fltVal val="0"/>
                                          </p:val>
                                        </p:tav>
                                        <p:tav tm="100000">
                                          <p:val>
                                            <p:strVal val="#ppt_w"/>
                                          </p:val>
                                        </p:tav>
                                      </p:tavLst>
                                    </p:anim>
                                    <p:anim calcmode="lin" valueType="num">
                                      <p:cBhvr>
                                        <p:cTn id="8" dur="500" fill="hold"/>
                                        <p:tgtEl>
                                          <p:spTgt spid="1026"/>
                                        </p:tgtEl>
                                        <p:attrNameLst>
                                          <p:attrName>ppt_h</p:attrName>
                                        </p:attrNameLst>
                                      </p:cBhvr>
                                      <p:tavLst>
                                        <p:tav tm="0">
                                          <p:val>
                                            <p:fltVal val="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23" presetClass="entr" presetSubtype="16" fill="hold" grpId="0" nodeType="clickEffect">
                                  <p:stCondLst>
                                    <p:cond delay="0"/>
                                  </p:stCondLst>
                                  <p:childTnLst>
                                    <p:set>
                                      <p:cBhvr>
                                        <p:cTn id="12" dur="indefinite" fill="hold">
                                          <p:stCondLst>
                                            <p:cond delay="0"/>
                                          </p:stCondLst>
                                        </p:cTn>
                                        <p:tgtEl>
                                          <p:spTgt spid="1027">
                                            <p:txEl>
                                              <p:pRg st="0" end="0"/>
                                            </p:txEl>
                                          </p:spTgt>
                                        </p:tgtEl>
                                        <p:attrNameLst>
                                          <p:attrName>style.visibility</p:attrName>
                                        </p:attrNameLst>
                                      </p:cBhvr>
                                      <p:to>
                                        <p:strVal val="visible"/>
                                      </p:to>
                                    </p:set>
                                    <p:anim calcmode="lin" valueType="num">
                                      <p:cBhvr>
                                        <p:cTn id="13" dur="500" fill="hold"/>
                                        <p:tgtEl>
                                          <p:spTgt spid="1027">
                                            <p:txEl>
                                              <p:pRg st="0" end="0"/>
                                            </p:txEl>
                                          </p:spTgt>
                                        </p:tgtEl>
                                        <p:attrNameLst>
                                          <p:attrName>ppt_w</p:attrName>
                                        </p:attrNameLst>
                                      </p:cBhvr>
                                      <p:tavLst>
                                        <p:tav tm="0">
                                          <p:val>
                                            <p:fltVal val="0"/>
                                          </p:val>
                                        </p:tav>
                                        <p:tav tm="100000">
                                          <p:val>
                                            <p:strVal val="#ppt_w"/>
                                          </p:val>
                                        </p:tav>
                                      </p:tavLst>
                                    </p:anim>
                                    <p:anim calcmode="lin" valueType="num">
                                      <p:cBhvr>
                                        <p:cTn id="14" dur="500" fill="hold"/>
                                        <p:tgtEl>
                                          <p:spTgt spid="1027">
                                            <p:txEl>
                                              <p:pRg st="0" end="0"/>
                                            </p:txEl>
                                          </p:spTgt>
                                        </p:tgtEl>
                                        <p:attrNameLst>
                                          <p:attrName>ppt_h</p:attrName>
                                        </p:attrNameLst>
                                      </p:cBhvr>
                                      <p:tavLst>
                                        <p:tav tm="0">
                                          <p:val>
                                            <p:fltVal val="0"/>
                                          </p:val>
                                        </p:tav>
                                        <p:tav tm="100000">
                                          <p:val>
                                            <p:strVal val="#ppt_h"/>
                                          </p:val>
                                        </p:tav>
                                      </p:tavLst>
                                    </p:anim>
                                  </p:childTnLst>
                                </p:cTn>
                              </p:par>
                              <p:par>
                                <p:cTn id="15" presetID="23" presetClass="entr" presetSubtype="16" fill="hold" grpId="0" nodeType="withEffect">
                                  <p:stCondLst>
                                    <p:cond delay="0"/>
                                  </p:stCondLst>
                                  <p:childTnLst>
                                    <p:set>
                                      <p:cBhvr>
                                        <p:cTn id="16" dur="indefinite" fill="hold">
                                          <p:stCondLst>
                                            <p:cond delay="0"/>
                                          </p:stCondLst>
                                        </p:cTn>
                                        <p:tgtEl>
                                          <p:spTgt spid="1027">
                                            <p:txEl>
                                              <p:pRg st="1" end="1"/>
                                            </p:txEl>
                                          </p:spTgt>
                                        </p:tgtEl>
                                        <p:attrNameLst>
                                          <p:attrName>style.visibility</p:attrName>
                                        </p:attrNameLst>
                                      </p:cBhvr>
                                      <p:to>
                                        <p:strVal val="visible"/>
                                      </p:to>
                                    </p:set>
                                    <p:anim calcmode="lin" valueType="num">
                                      <p:cBhvr>
                                        <p:cTn id="17" dur="500" fill="hold"/>
                                        <p:tgtEl>
                                          <p:spTgt spid="1027">
                                            <p:txEl>
                                              <p:pRg st="1" end="1"/>
                                            </p:txEl>
                                          </p:spTgt>
                                        </p:tgtEl>
                                        <p:attrNameLst>
                                          <p:attrName>ppt_w</p:attrName>
                                        </p:attrNameLst>
                                      </p:cBhvr>
                                      <p:tavLst>
                                        <p:tav tm="0">
                                          <p:val>
                                            <p:fltVal val="0"/>
                                          </p:val>
                                        </p:tav>
                                        <p:tav tm="100000">
                                          <p:val>
                                            <p:strVal val="#ppt_w"/>
                                          </p:val>
                                        </p:tav>
                                      </p:tavLst>
                                    </p:anim>
                                    <p:anim calcmode="lin" valueType="num">
                                      <p:cBhvr>
                                        <p:cTn id="18" dur="500" fill="hold"/>
                                        <p:tgtEl>
                                          <p:spTgt spid="1027">
                                            <p:txEl>
                                              <p:pRg st="1" end="1"/>
                                            </p:txEl>
                                          </p:spTgt>
                                        </p:tgtEl>
                                        <p:attrNameLst>
                                          <p:attrName>ppt_h</p:attrName>
                                        </p:attrNameLst>
                                      </p:cBhvr>
                                      <p:tavLst>
                                        <p:tav tm="0">
                                          <p:val>
                                            <p:fltVal val="0"/>
                                          </p:val>
                                        </p:tav>
                                        <p:tav tm="100000">
                                          <p:val>
                                            <p:strVal val="#ppt_h"/>
                                          </p:val>
                                        </p:tav>
                                      </p:tavLst>
                                    </p:anim>
                                  </p:childTnLst>
                                </p:cTn>
                              </p:par>
                              <p:par>
                                <p:cTn id="19" presetID="23" presetClass="entr" presetSubtype="16" fill="hold" grpId="0" nodeType="withEffect">
                                  <p:stCondLst>
                                    <p:cond delay="0"/>
                                  </p:stCondLst>
                                  <p:childTnLst>
                                    <p:set>
                                      <p:cBhvr>
                                        <p:cTn id="20" dur="indefinite" fill="hold">
                                          <p:stCondLst>
                                            <p:cond delay="0"/>
                                          </p:stCondLst>
                                        </p:cTn>
                                        <p:tgtEl>
                                          <p:spTgt spid="1027">
                                            <p:txEl>
                                              <p:pRg st="2" end="2"/>
                                            </p:txEl>
                                          </p:spTgt>
                                        </p:tgtEl>
                                        <p:attrNameLst>
                                          <p:attrName>style.visibility</p:attrName>
                                        </p:attrNameLst>
                                      </p:cBhvr>
                                      <p:to>
                                        <p:strVal val="visible"/>
                                      </p:to>
                                    </p:set>
                                    <p:anim calcmode="lin" valueType="num">
                                      <p:cBhvr>
                                        <p:cTn id="21" dur="500" fill="hold"/>
                                        <p:tgtEl>
                                          <p:spTgt spid="1027">
                                            <p:txEl>
                                              <p:pRg st="2" end="2"/>
                                            </p:txEl>
                                          </p:spTgt>
                                        </p:tgtEl>
                                        <p:attrNameLst>
                                          <p:attrName>ppt_w</p:attrName>
                                        </p:attrNameLst>
                                      </p:cBhvr>
                                      <p:tavLst>
                                        <p:tav tm="0">
                                          <p:val>
                                            <p:fltVal val="0"/>
                                          </p:val>
                                        </p:tav>
                                        <p:tav tm="100000">
                                          <p:val>
                                            <p:strVal val="#ppt_w"/>
                                          </p:val>
                                        </p:tav>
                                      </p:tavLst>
                                    </p:anim>
                                    <p:anim calcmode="lin" valueType="num">
                                      <p:cBhvr>
                                        <p:cTn id="22" dur="500" fill="hold"/>
                                        <p:tgtEl>
                                          <p:spTgt spid="1027">
                                            <p:txEl>
                                              <p:pRg st="2" end="2"/>
                                            </p:txEl>
                                          </p:spTgt>
                                        </p:tgtEl>
                                        <p:attrNameLst>
                                          <p:attrName>ppt_h</p:attrName>
                                        </p:attrNameLst>
                                      </p:cBhvr>
                                      <p:tavLst>
                                        <p:tav tm="0">
                                          <p:val>
                                            <p:fltVal val="0"/>
                                          </p:val>
                                        </p:tav>
                                        <p:tav tm="100000">
                                          <p:val>
                                            <p:strVal val="#ppt_h"/>
                                          </p:val>
                                        </p:tav>
                                      </p:tavLst>
                                    </p:anim>
                                  </p:childTnLst>
                                </p:cTn>
                              </p:par>
                              <p:par>
                                <p:cTn id="23" presetID="23" presetClass="entr" presetSubtype="16" fill="hold" grpId="0" nodeType="withEffect">
                                  <p:stCondLst>
                                    <p:cond delay="0"/>
                                  </p:stCondLst>
                                  <p:childTnLst>
                                    <p:set>
                                      <p:cBhvr>
                                        <p:cTn id="24" dur="indefinite" fill="hold">
                                          <p:stCondLst>
                                            <p:cond delay="0"/>
                                          </p:stCondLst>
                                        </p:cTn>
                                        <p:tgtEl>
                                          <p:spTgt spid="1027">
                                            <p:txEl>
                                              <p:pRg st="3" end="3"/>
                                            </p:txEl>
                                          </p:spTgt>
                                        </p:tgtEl>
                                        <p:attrNameLst>
                                          <p:attrName>style.visibility</p:attrName>
                                        </p:attrNameLst>
                                      </p:cBhvr>
                                      <p:to>
                                        <p:strVal val="visible"/>
                                      </p:to>
                                    </p:set>
                                    <p:anim calcmode="lin" valueType="num">
                                      <p:cBhvr>
                                        <p:cTn id="25" dur="500" fill="hold"/>
                                        <p:tgtEl>
                                          <p:spTgt spid="1027">
                                            <p:txEl>
                                              <p:pRg st="3" end="3"/>
                                            </p:txEl>
                                          </p:spTgt>
                                        </p:tgtEl>
                                        <p:attrNameLst>
                                          <p:attrName>ppt_w</p:attrName>
                                        </p:attrNameLst>
                                      </p:cBhvr>
                                      <p:tavLst>
                                        <p:tav tm="0">
                                          <p:val>
                                            <p:fltVal val="0"/>
                                          </p:val>
                                        </p:tav>
                                        <p:tav tm="100000">
                                          <p:val>
                                            <p:strVal val="#ppt_w"/>
                                          </p:val>
                                        </p:tav>
                                      </p:tavLst>
                                    </p:anim>
                                    <p:anim calcmode="lin" valueType="num">
                                      <p:cBhvr>
                                        <p:cTn id="26" dur="500" fill="hold"/>
                                        <p:tgtEl>
                                          <p:spTgt spid="1027">
                                            <p:txEl>
                                              <p:pRg st="3" end="3"/>
                                            </p:txEl>
                                          </p:spTgt>
                                        </p:tgtEl>
                                        <p:attrNameLst>
                                          <p:attrName>ppt_h</p:attrName>
                                        </p:attrNameLst>
                                      </p:cBhvr>
                                      <p:tavLst>
                                        <p:tav tm="0">
                                          <p:val>
                                            <p:fltVal val="0"/>
                                          </p:val>
                                        </p:tav>
                                        <p:tav tm="100000">
                                          <p:val>
                                            <p:strVal val="#ppt_h"/>
                                          </p:val>
                                        </p:tav>
                                      </p:tavLst>
                                    </p:anim>
                                  </p:childTnLst>
                                </p:cTn>
                              </p:par>
                              <p:par>
                                <p:cTn id="27" presetID="23" presetClass="entr" presetSubtype="16" fill="hold" grpId="0" nodeType="withEffect">
                                  <p:stCondLst>
                                    <p:cond delay="0"/>
                                  </p:stCondLst>
                                  <p:childTnLst>
                                    <p:set>
                                      <p:cBhvr>
                                        <p:cTn id="28" dur="indefinite" fill="hold">
                                          <p:stCondLst>
                                            <p:cond delay="0"/>
                                          </p:stCondLst>
                                        </p:cTn>
                                        <p:tgtEl>
                                          <p:spTgt spid="1027">
                                            <p:txEl>
                                              <p:pRg st="4" end="4"/>
                                            </p:txEl>
                                          </p:spTgt>
                                        </p:tgtEl>
                                        <p:attrNameLst>
                                          <p:attrName>style.visibility</p:attrName>
                                        </p:attrNameLst>
                                      </p:cBhvr>
                                      <p:to>
                                        <p:strVal val="visible"/>
                                      </p:to>
                                    </p:set>
                                    <p:anim calcmode="lin" valueType="num">
                                      <p:cBhvr>
                                        <p:cTn id="29" dur="500" fill="hold"/>
                                        <p:tgtEl>
                                          <p:spTgt spid="1027">
                                            <p:txEl>
                                              <p:pRg st="4" end="4"/>
                                            </p:txEl>
                                          </p:spTgt>
                                        </p:tgtEl>
                                        <p:attrNameLst>
                                          <p:attrName>ppt_w</p:attrName>
                                        </p:attrNameLst>
                                      </p:cBhvr>
                                      <p:tavLst>
                                        <p:tav tm="0">
                                          <p:val>
                                            <p:fltVal val="0"/>
                                          </p:val>
                                        </p:tav>
                                        <p:tav tm="100000">
                                          <p:val>
                                            <p:strVal val="#ppt_w"/>
                                          </p:val>
                                        </p:tav>
                                      </p:tavLst>
                                    </p:anim>
                                    <p:anim calcmode="lin" valueType="num">
                                      <p:cBhvr>
                                        <p:cTn id="30" dur="500" fill="hold"/>
                                        <p:tgtEl>
                                          <p:spTgt spid="1027">
                                            <p:txEl>
                                              <p:pRg st="4" end="4"/>
                                            </p:txEl>
                                          </p:spTgt>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6" grpId="0"/>
      <p:bldP spid="1027" grpId="0" build="p"/>
    </p:bldLst>
  </p:timing>
  <p:hf sldNum="0" hdr="0" ftr="0" dt="0"/>
  <p:txStyles>
    <p:titleStyle>
      <a:lvl1pPr marL="0" lvl="0" indent="0" algn="l" defTabSz="914400" eaLnBrk="1" fontAlgn="base" latinLnBrk="0" hangingPunct="1">
        <a:lnSpc>
          <a:spcPct val="100000"/>
        </a:lnSpc>
        <a:spcBef>
          <a:spcPct val="0"/>
        </a:spcBef>
        <a:spcAft>
          <a:spcPct val="0"/>
        </a:spcAft>
        <a:buNone/>
        <a:defRPr sz="3600" b="0" i="0" u="none" kern="1200" baseline="0">
          <a:solidFill>
            <a:schemeClr val="tx2"/>
          </a:solidFill>
          <a:latin typeface="+mj-lt"/>
          <a:ea typeface="+mj-ea"/>
          <a:cs typeface="+mj-cs"/>
        </a:defRPr>
      </a:lvl1pPr>
    </p:titleStyle>
    <p:bodyStyle>
      <a:lvl1pPr marL="342900" lvl="0" indent="-342900" algn="l" defTabSz="914400" eaLnBrk="1" fontAlgn="base" latinLnBrk="0" hangingPunct="1">
        <a:lnSpc>
          <a:spcPct val="100000"/>
        </a:lnSpc>
        <a:spcBef>
          <a:spcPct val="20000"/>
        </a:spcBef>
        <a:spcAft>
          <a:spcPct val="0"/>
        </a:spcAft>
        <a:buChar char="•"/>
        <a:defRPr sz="2800" b="0" i="0" u="none" kern="1200" baseline="0">
          <a:solidFill>
            <a:schemeClr val="tx1"/>
          </a:solidFill>
          <a:latin typeface="+mn-lt"/>
          <a:ea typeface="+mn-ea"/>
          <a:cs typeface="+mn-cs"/>
        </a:defRPr>
      </a:lvl1pPr>
      <a:lvl2pPr marL="742950" lvl="1" indent="-285750" algn="l" defTabSz="914400" eaLnBrk="1" fontAlgn="base" latinLnBrk="0" hangingPunct="1">
        <a:lnSpc>
          <a:spcPct val="100000"/>
        </a:lnSpc>
        <a:spcBef>
          <a:spcPct val="20000"/>
        </a:spcBef>
        <a:spcAft>
          <a:spcPct val="0"/>
        </a:spcAft>
        <a:buChar char="–"/>
        <a:defRPr sz="2400" b="0" i="0" u="none" kern="1200" baseline="0">
          <a:solidFill>
            <a:schemeClr val="tx1"/>
          </a:solidFill>
          <a:latin typeface="+mn-lt"/>
          <a:ea typeface="+mn-ea"/>
          <a:cs typeface="+mn-cs"/>
        </a:defRPr>
      </a:lvl2pPr>
      <a:lvl3pPr marL="1143000" lvl="2"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3pPr>
      <a:lvl4pPr marL="1600200" lvl="3" indent="-228600" algn="l" defTabSz="914400" eaLnBrk="1" fontAlgn="base" latinLnBrk="0" hangingPunct="1">
        <a:lnSpc>
          <a:spcPct val="100000"/>
        </a:lnSpc>
        <a:spcBef>
          <a:spcPct val="20000"/>
        </a:spcBef>
        <a:spcAft>
          <a:spcPct val="0"/>
        </a:spcAft>
        <a:buChar char="–"/>
        <a:defRPr sz="1800" b="0" i="0" u="none" kern="1200" baseline="0">
          <a:solidFill>
            <a:schemeClr val="tx1"/>
          </a:solidFill>
          <a:latin typeface="+mn-lt"/>
          <a:ea typeface="+mn-ea"/>
          <a:cs typeface="+mn-cs"/>
        </a:defRPr>
      </a:lvl4pPr>
      <a:lvl5pPr marL="2057400" lvl="4" indent="-228600" algn="l" defTabSz="914400" eaLnBrk="1" fontAlgn="base" latinLnBrk="0" hangingPunct="1">
        <a:lnSpc>
          <a:spcPct val="100000"/>
        </a:lnSpc>
        <a:spcBef>
          <a:spcPct val="20000"/>
        </a:spcBef>
        <a:spcAft>
          <a:spcPct val="0"/>
        </a:spcAft>
        <a:buChar char="»"/>
        <a:defRPr sz="1800" b="0" i="0" u="none" kern="1200" baseline="0">
          <a:solidFill>
            <a:schemeClr val="tx1"/>
          </a:solidFill>
          <a:latin typeface="+mn-lt"/>
          <a:ea typeface="+mn-ea"/>
          <a:cs typeface="+mn-cs"/>
        </a:defRPr>
      </a:lvl5pPr>
      <a:lvl6pPr marL="2514600" lvl="5" indent="-228600" algn="l" defTabSz="914400" eaLnBrk="1" fontAlgn="base" latinLnBrk="0" hangingPunct="1">
        <a:lnSpc>
          <a:spcPct val="100000"/>
        </a:lnSpc>
        <a:spcBef>
          <a:spcPct val="20000"/>
        </a:spcBef>
        <a:spcAft>
          <a:spcPct val="0"/>
        </a:spcAft>
        <a:buChar char="»"/>
        <a:defRPr sz="1800" b="0" i="0" u="none" kern="1200" baseline="0">
          <a:solidFill>
            <a:schemeClr val="tx1"/>
          </a:solidFill>
          <a:latin typeface="+mn-lt"/>
          <a:ea typeface="+mn-ea"/>
          <a:cs typeface="+mn-cs"/>
        </a:defRPr>
      </a:lvl6pPr>
      <a:lvl7pPr marL="2971800" lvl="6" indent="-228600" algn="l" defTabSz="914400" eaLnBrk="1" fontAlgn="base" latinLnBrk="0" hangingPunct="1">
        <a:lnSpc>
          <a:spcPct val="100000"/>
        </a:lnSpc>
        <a:spcBef>
          <a:spcPct val="20000"/>
        </a:spcBef>
        <a:spcAft>
          <a:spcPct val="0"/>
        </a:spcAft>
        <a:buChar char="»"/>
        <a:defRPr sz="1800" b="0" i="0" u="none" kern="1200" baseline="0">
          <a:solidFill>
            <a:schemeClr val="tx1"/>
          </a:solidFill>
          <a:latin typeface="+mn-lt"/>
          <a:ea typeface="+mn-ea"/>
          <a:cs typeface="+mn-cs"/>
        </a:defRPr>
      </a:lvl7pPr>
      <a:lvl8pPr marL="3429000" lvl="7" indent="-228600" algn="l" defTabSz="914400" eaLnBrk="1" fontAlgn="base" latinLnBrk="0" hangingPunct="1">
        <a:lnSpc>
          <a:spcPct val="100000"/>
        </a:lnSpc>
        <a:spcBef>
          <a:spcPct val="20000"/>
        </a:spcBef>
        <a:spcAft>
          <a:spcPct val="0"/>
        </a:spcAft>
        <a:buChar char="»"/>
        <a:defRPr sz="1800" b="0" i="0" u="none" kern="1200" baseline="0">
          <a:solidFill>
            <a:schemeClr val="tx1"/>
          </a:solidFill>
          <a:latin typeface="+mn-lt"/>
          <a:ea typeface="+mn-ea"/>
          <a:cs typeface="+mn-cs"/>
        </a:defRPr>
      </a:lvl8pPr>
      <a:lvl9pPr marL="3886200" lvl="8" indent="-228600" algn="l" defTabSz="914400" eaLnBrk="1" fontAlgn="base" latinLnBrk="0" hangingPunct="1">
        <a:lnSpc>
          <a:spcPct val="100000"/>
        </a:lnSpc>
        <a:spcBef>
          <a:spcPct val="20000"/>
        </a:spcBef>
        <a:spcAft>
          <a:spcPct val="0"/>
        </a:spcAft>
        <a:buChar char="»"/>
        <a:defRPr sz="1800" b="0" i="0" u="none" kern="1200" baseline="0">
          <a:solidFill>
            <a:schemeClr val="tx1"/>
          </a:solidFill>
          <a:latin typeface="+mn-lt"/>
          <a:ea typeface="+mn-ea"/>
          <a:cs typeface="+mn-cs"/>
        </a:defRPr>
      </a:lvl9pPr>
    </p:bodyStyle>
    <p:otherStyle>
      <a:lvl1pPr marL="0" lvl="0" indent="0" algn="l" defTabSz="914400" eaLnBrk="1" fontAlgn="base" latinLnBrk="0" hangingPunct="1">
        <a:lnSpc>
          <a:spcPct val="100000"/>
        </a:lnSpc>
        <a:spcBef>
          <a:spcPct val="0"/>
        </a:spcBef>
        <a:spcAft>
          <a:spcPct val="0"/>
        </a:spcAft>
        <a:buNone/>
        <a:defRPr sz="2400" b="0" i="0" u="none" kern="1200" baseline="0">
          <a:solidFill>
            <a:schemeClr val="tx1"/>
          </a:solidFill>
          <a:latin typeface="+mn-lt"/>
          <a:ea typeface="+mn-ea"/>
          <a:cs typeface="+mn-cs"/>
        </a:defRPr>
      </a:lvl1pPr>
      <a:lvl2pPr marL="457200" lvl="1" indent="0" algn="l" defTabSz="914400" eaLnBrk="1" fontAlgn="base" latinLnBrk="0" hangingPunct="1">
        <a:lnSpc>
          <a:spcPct val="100000"/>
        </a:lnSpc>
        <a:spcBef>
          <a:spcPct val="0"/>
        </a:spcBef>
        <a:spcAft>
          <a:spcPct val="0"/>
        </a:spcAft>
        <a:buNone/>
        <a:defRPr b="0" i="0" u="none" kern="1200" baseline="0">
          <a:solidFill>
            <a:schemeClr val="tx1"/>
          </a:solidFill>
          <a:latin typeface="Times New Roman" panose="02020603050405020304" pitchFamily="2" charset="0"/>
          <a:ea typeface="宋体" panose="02010600030101010101" pitchFamily="2" charset="-122"/>
          <a:cs typeface="+mn-cs"/>
        </a:defRPr>
      </a:lvl2pPr>
      <a:lvl3pPr marL="914400" lvl="2" indent="0" algn="l" defTabSz="914400" eaLnBrk="1" fontAlgn="base" latinLnBrk="0" hangingPunct="1">
        <a:lnSpc>
          <a:spcPct val="100000"/>
        </a:lnSpc>
        <a:spcBef>
          <a:spcPct val="0"/>
        </a:spcBef>
        <a:spcAft>
          <a:spcPct val="0"/>
        </a:spcAft>
        <a:buNone/>
        <a:defRPr b="0" i="0" u="none" kern="1200" baseline="0">
          <a:solidFill>
            <a:schemeClr val="tx1"/>
          </a:solidFill>
          <a:latin typeface="Times New Roman" panose="02020603050405020304" pitchFamily="2" charset="0"/>
          <a:ea typeface="宋体" panose="02010600030101010101" pitchFamily="2" charset="-122"/>
          <a:cs typeface="+mn-cs"/>
        </a:defRPr>
      </a:lvl3pPr>
      <a:lvl4pPr marL="1371600" lvl="3" indent="0" algn="l" defTabSz="914400" eaLnBrk="1" fontAlgn="base" latinLnBrk="0" hangingPunct="1">
        <a:lnSpc>
          <a:spcPct val="100000"/>
        </a:lnSpc>
        <a:spcBef>
          <a:spcPct val="0"/>
        </a:spcBef>
        <a:spcAft>
          <a:spcPct val="0"/>
        </a:spcAft>
        <a:buNone/>
        <a:defRPr b="0" i="0" u="none" kern="1200" baseline="0">
          <a:solidFill>
            <a:schemeClr val="tx1"/>
          </a:solidFill>
          <a:latin typeface="Times New Roman" panose="02020603050405020304" pitchFamily="2" charset="0"/>
          <a:ea typeface="宋体" panose="02010600030101010101" pitchFamily="2" charset="-122"/>
          <a:cs typeface="+mn-cs"/>
        </a:defRPr>
      </a:lvl4pPr>
      <a:lvl5pPr marL="1828800" lvl="4" indent="0" algn="l" defTabSz="914400" eaLnBrk="1" fontAlgn="base" latinLnBrk="0" hangingPunct="1">
        <a:lnSpc>
          <a:spcPct val="100000"/>
        </a:lnSpc>
        <a:spcBef>
          <a:spcPct val="0"/>
        </a:spcBef>
        <a:spcAft>
          <a:spcPct val="0"/>
        </a:spcAft>
        <a:buNone/>
        <a:defRPr b="0" i="0" u="none" kern="1200" baseline="0">
          <a:solidFill>
            <a:schemeClr val="tx1"/>
          </a:solidFill>
          <a:latin typeface="Times New Roman" panose="02020603050405020304" pitchFamily="2" charset="0"/>
          <a:ea typeface="宋体" panose="02010600030101010101" pitchFamily="2" charset="-122"/>
          <a:cs typeface="+mn-cs"/>
        </a:defRPr>
      </a:lvl5pPr>
      <a:lvl6pPr marL="2286000" lvl="5" indent="0" algn="l" defTabSz="914400" eaLnBrk="1" fontAlgn="base" latinLnBrk="0" hangingPunct="1">
        <a:lnSpc>
          <a:spcPct val="100000"/>
        </a:lnSpc>
        <a:spcBef>
          <a:spcPct val="0"/>
        </a:spcBef>
        <a:spcAft>
          <a:spcPct val="0"/>
        </a:spcAft>
        <a:buNone/>
        <a:defRPr b="0" i="0" u="none" kern="1200" baseline="0">
          <a:solidFill>
            <a:schemeClr val="tx1"/>
          </a:solidFill>
          <a:latin typeface="Times New Roman" panose="02020603050405020304" pitchFamily="2" charset="0"/>
          <a:ea typeface="宋体" panose="02010600030101010101" pitchFamily="2" charset="-122"/>
          <a:cs typeface="+mn-cs"/>
        </a:defRPr>
      </a:lvl6pPr>
      <a:lvl7pPr marL="2743200" lvl="6" indent="0" algn="l" defTabSz="914400" eaLnBrk="1" fontAlgn="base" latinLnBrk="0" hangingPunct="1">
        <a:lnSpc>
          <a:spcPct val="100000"/>
        </a:lnSpc>
        <a:spcBef>
          <a:spcPct val="0"/>
        </a:spcBef>
        <a:spcAft>
          <a:spcPct val="0"/>
        </a:spcAft>
        <a:buNone/>
        <a:defRPr b="0" i="0" u="none" kern="1200" baseline="0">
          <a:solidFill>
            <a:schemeClr val="tx1"/>
          </a:solidFill>
          <a:latin typeface="Times New Roman" panose="02020603050405020304" pitchFamily="2" charset="0"/>
          <a:ea typeface="宋体" panose="02010600030101010101" pitchFamily="2" charset="-122"/>
          <a:cs typeface="+mn-cs"/>
        </a:defRPr>
      </a:lvl7pPr>
      <a:lvl8pPr marL="3200400" lvl="7" indent="0" algn="l" defTabSz="914400" eaLnBrk="1" fontAlgn="base" latinLnBrk="0" hangingPunct="1">
        <a:lnSpc>
          <a:spcPct val="100000"/>
        </a:lnSpc>
        <a:spcBef>
          <a:spcPct val="0"/>
        </a:spcBef>
        <a:spcAft>
          <a:spcPct val="0"/>
        </a:spcAft>
        <a:buNone/>
        <a:defRPr b="0" i="0" u="none" kern="1200" baseline="0">
          <a:solidFill>
            <a:schemeClr val="tx1"/>
          </a:solidFill>
          <a:latin typeface="Times New Roman" panose="02020603050405020304" pitchFamily="2" charset="0"/>
          <a:ea typeface="宋体" panose="02010600030101010101" pitchFamily="2" charset="-122"/>
          <a:cs typeface="+mn-cs"/>
        </a:defRPr>
      </a:lvl8pPr>
      <a:lvl9pPr marL="3657600" lvl="8" indent="0" algn="l" defTabSz="914400" eaLnBrk="1" fontAlgn="base" latinLnBrk="0" hangingPunct="1">
        <a:lnSpc>
          <a:spcPct val="100000"/>
        </a:lnSpc>
        <a:spcBef>
          <a:spcPct val="0"/>
        </a:spcBef>
        <a:spcAft>
          <a:spcPct val="0"/>
        </a:spcAft>
        <a:buNone/>
        <a:defRPr b="0" i="0" u="none" kern="1200" baseline="0">
          <a:solidFill>
            <a:schemeClr val="tx1"/>
          </a:solidFill>
          <a:latin typeface="Times New Roman" panose="02020603050405020304" pitchFamily="2" charset="0"/>
          <a:ea typeface="宋体" panose="02010600030101010101" pitchFamily="2" charset="-122"/>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wmf"/><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8" Type="http://schemas.openxmlformats.org/officeDocument/2006/relationships/image" Target="../media/image6.wmf"/><Relationship Id="rId3" Type="http://schemas.openxmlformats.org/officeDocument/2006/relationships/oleObject" Target="../embeddings/oleObject1.bin"/><Relationship Id="rId7" Type="http://schemas.openxmlformats.org/officeDocument/2006/relationships/oleObject" Target="../embeddings/oleObject3.bin"/><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5.wmf"/><Relationship Id="rId5" Type="http://schemas.openxmlformats.org/officeDocument/2006/relationships/oleObject" Target="../embeddings/oleObject2.bin"/><Relationship Id="rId4" Type="http://schemas.openxmlformats.org/officeDocument/2006/relationships/image" Target="../media/image4.wmf"/></Relationships>
</file>

<file path=ppt/slides/_rels/slide8.xml.rels><?xml version="1.0" encoding="UTF-8" standalone="yes"?>
<Relationships xmlns="http://schemas.openxmlformats.org/package/2006/relationships"><Relationship Id="rId8" Type="http://schemas.openxmlformats.org/officeDocument/2006/relationships/image" Target="../media/image10.wmf"/><Relationship Id="rId3" Type="http://schemas.openxmlformats.org/officeDocument/2006/relationships/oleObject" Target="../embeddings/oleObject4.bin"/><Relationship Id="rId7" Type="http://schemas.openxmlformats.org/officeDocument/2006/relationships/oleObject" Target="../embeddings/oleObject6.bin"/><Relationship Id="rId2" Type="http://schemas.openxmlformats.org/officeDocument/2006/relationships/image" Target="../media/image7.png"/><Relationship Id="rId1" Type="http://schemas.openxmlformats.org/officeDocument/2006/relationships/slideLayout" Target="../slideLayouts/slideLayout7.xml"/><Relationship Id="rId6" Type="http://schemas.openxmlformats.org/officeDocument/2006/relationships/image" Target="../media/image9.wmf"/><Relationship Id="rId5" Type="http://schemas.openxmlformats.org/officeDocument/2006/relationships/oleObject" Target="../embeddings/oleObject5.bin"/><Relationship Id="rId4" Type="http://schemas.openxmlformats.org/officeDocument/2006/relationships/image" Target="../media/image8.wmf"/></Relationships>
</file>

<file path=ppt/slides/_rels/slide9.xml.rels><?xml version="1.0" encoding="UTF-8" standalone="yes"?>
<Relationships xmlns="http://schemas.openxmlformats.org/package/2006/relationships"><Relationship Id="rId8" Type="http://schemas.openxmlformats.org/officeDocument/2006/relationships/image" Target="../media/image13.wmf"/><Relationship Id="rId3" Type="http://schemas.openxmlformats.org/officeDocument/2006/relationships/oleObject" Target="../embeddings/oleObject7.bin"/><Relationship Id="rId7" Type="http://schemas.openxmlformats.org/officeDocument/2006/relationships/oleObject" Target="../embeddings/oleObject9.bin"/><Relationship Id="rId2" Type="http://schemas.openxmlformats.org/officeDocument/2006/relationships/notesSlide" Target="../notesSlides/notesSlide2.xml"/><Relationship Id="rId1" Type="http://schemas.openxmlformats.org/officeDocument/2006/relationships/slideLayout" Target="../slideLayouts/slideLayout22.xml"/><Relationship Id="rId6" Type="http://schemas.openxmlformats.org/officeDocument/2006/relationships/image" Target="../media/image12.wmf"/><Relationship Id="rId5" Type="http://schemas.openxmlformats.org/officeDocument/2006/relationships/oleObject" Target="../embeddings/oleObject8.bin"/><Relationship Id="rId10" Type="http://schemas.openxmlformats.org/officeDocument/2006/relationships/image" Target="../media/image14.png"/><Relationship Id="rId4" Type="http://schemas.openxmlformats.org/officeDocument/2006/relationships/image" Target="../media/image11.wmf"/><Relationship Id="rId9" Type="http://schemas.openxmlformats.org/officeDocument/2006/relationships/customXml" Target="../ink/ink1.xml"/></Relationships>
</file>

<file path=ppt/slides/_rels/slide10.xml.rels><?xml version="1.0" encoding="UTF-8" standalone="yes"?>
<Relationships xmlns="http://schemas.openxmlformats.org/package/2006/relationships"><Relationship Id="rId3" Type="http://schemas.openxmlformats.org/officeDocument/2006/relationships/image" Target="../media/image4.wmf"/><Relationship Id="rId7" Type="http://schemas.openxmlformats.org/officeDocument/2006/relationships/image" Target="../media/image16.png"/><Relationship Id="rId2" Type="http://schemas.openxmlformats.org/officeDocument/2006/relationships/oleObject" Target="../embeddings/oleObject1.bin"/><Relationship Id="rId1" Type="http://schemas.openxmlformats.org/officeDocument/2006/relationships/slideLayout" Target="../slideLayouts/slideLayout7.xml"/><Relationship Id="rId6" Type="http://schemas.openxmlformats.org/officeDocument/2006/relationships/customXml" Target="../ink/ink3.xml"/><Relationship Id="rId5" Type="http://schemas.openxmlformats.org/officeDocument/2006/relationships/image" Target="../media/image15.png"/><Relationship Id="rId4" Type="http://schemas.openxmlformats.org/officeDocument/2006/relationships/customXml" Target="../ink/ink2.xml"/></Relationships>
</file>

<file path=ppt/slides/_rels/slide11.xml.rels><?xml version="1.0" encoding="UTF-8" standalone="yes"?>
<Relationships xmlns="http://schemas.openxmlformats.org/package/2006/relationships"><Relationship Id="rId8" Type="http://schemas.openxmlformats.org/officeDocument/2006/relationships/image" Target="../media/image19.png"/><Relationship Id="rId13" Type="http://schemas.openxmlformats.org/officeDocument/2006/relationships/customXml" Target="../ink/ink7.xml"/><Relationship Id="rId3" Type="http://schemas.openxmlformats.org/officeDocument/2006/relationships/oleObject" Target="../embeddings/oleObject10.bin"/><Relationship Id="rId7" Type="http://schemas.openxmlformats.org/officeDocument/2006/relationships/customXml" Target="../ink/ink4.xml"/><Relationship Id="rId12" Type="http://schemas.openxmlformats.org/officeDocument/2006/relationships/image" Target="../media/image21.png"/><Relationship Id="rId2" Type="http://schemas.openxmlformats.org/officeDocument/2006/relationships/notesSlide" Target="../notesSlides/notesSlide3.xml"/><Relationship Id="rId16" Type="http://schemas.openxmlformats.org/officeDocument/2006/relationships/image" Target="../media/image23.png"/><Relationship Id="rId1" Type="http://schemas.openxmlformats.org/officeDocument/2006/relationships/slideLayout" Target="../slideLayouts/slideLayout2.xml"/><Relationship Id="rId6" Type="http://schemas.openxmlformats.org/officeDocument/2006/relationships/image" Target="../media/image15.wmf"/><Relationship Id="rId11" Type="http://schemas.openxmlformats.org/officeDocument/2006/relationships/customXml" Target="../ink/ink6.xml"/><Relationship Id="rId5" Type="http://schemas.openxmlformats.org/officeDocument/2006/relationships/oleObject" Target="../embeddings/oleObject11.bin"/><Relationship Id="rId15" Type="http://schemas.openxmlformats.org/officeDocument/2006/relationships/customXml" Target="../ink/ink8.xml"/><Relationship Id="rId10" Type="http://schemas.openxmlformats.org/officeDocument/2006/relationships/image" Target="../media/image20.png"/><Relationship Id="rId4" Type="http://schemas.openxmlformats.org/officeDocument/2006/relationships/image" Target="../media/image14.wmf"/><Relationship Id="rId9" Type="http://schemas.openxmlformats.org/officeDocument/2006/relationships/customXml" Target="../ink/ink5.xml"/><Relationship Id="rId14" Type="http://schemas.openxmlformats.org/officeDocument/2006/relationships/image" Target="../media/image22.png"/></Relationships>
</file>

<file path=ppt/slides/_rels/slide12.xml.rels><?xml version="1.0" encoding="UTF-8" standalone="yes"?>
<Relationships xmlns="http://schemas.openxmlformats.org/package/2006/relationships"><Relationship Id="rId3" Type="http://schemas.openxmlformats.org/officeDocument/2006/relationships/image" Target="../media/image11.wmf"/><Relationship Id="rId2" Type="http://schemas.openxmlformats.org/officeDocument/2006/relationships/oleObject" Target="../embeddings/oleObject12.bin"/><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6.wmf"/><Relationship Id="rId7" Type="http://schemas.openxmlformats.org/officeDocument/2006/relationships/image" Target="../media/image26.png"/><Relationship Id="rId2" Type="http://schemas.openxmlformats.org/officeDocument/2006/relationships/oleObject" Target="../embeddings/oleObject13.bin"/><Relationship Id="rId1" Type="http://schemas.openxmlformats.org/officeDocument/2006/relationships/slideLayout" Target="../slideLayouts/slideLayout2.xml"/><Relationship Id="rId6" Type="http://schemas.openxmlformats.org/officeDocument/2006/relationships/customXml" Target="../ink/ink9.xml"/><Relationship Id="rId5" Type="http://schemas.openxmlformats.org/officeDocument/2006/relationships/image" Target="../media/image17.wmf"/><Relationship Id="rId4" Type="http://schemas.openxmlformats.org/officeDocument/2006/relationships/oleObject" Target="../embeddings/oleObject14.bin"/></Relationships>
</file>

<file path=ppt/slides/_rels/slide14.xml.rels><?xml version="1.0" encoding="UTF-8" standalone="yes"?>
<Relationships xmlns="http://schemas.openxmlformats.org/package/2006/relationships"><Relationship Id="rId13" Type="http://schemas.openxmlformats.org/officeDocument/2006/relationships/oleObject" Target="../embeddings/oleObject20.bin"/><Relationship Id="rId18" Type="http://schemas.openxmlformats.org/officeDocument/2006/relationships/image" Target="../media/image35.png"/><Relationship Id="rId26" Type="http://schemas.openxmlformats.org/officeDocument/2006/relationships/image" Target="../media/image39.png"/><Relationship Id="rId39" Type="http://schemas.openxmlformats.org/officeDocument/2006/relationships/customXml" Target="../ink/ink21.xml"/><Relationship Id="rId21" Type="http://schemas.openxmlformats.org/officeDocument/2006/relationships/customXml" Target="../ink/ink12.xml"/><Relationship Id="rId34" Type="http://schemas.openxmlformats.org/officeDocument/2006/relationships/image" Target="../media/image43.png"/><Relationship Id="rId42" Type="http://schemas.openxmlformats.org/officeDocument/2006/relationships/image" Target="../media/image47.png"/><Relationship Id="rId7" Type="http://schemas.openxmlformats.org/officeDocument/2006/relationships/image" Target="../media/image20.wmf"/><Relationship Id="rId2" Type="http://schemas.openxmlformats.org/officeDocument/2006/relationships/oleObject" Target="../embeddings/oleObject15.bin"/><Relationship Id="rId16" Type="http://schemas.openxmlformats.org/officeDocument/2006/relationships/image" Target="../media/image28.wmf"/><Relationship Id="rId29" Type="http://schemas.openxmlformats.org/officeDocument/2006/relationships/customXml" Target="../ink/ink16.xml"/><Relationship Id="rId1" Type="http://schemas.openxmlformats.org/officeDocument/2006/relationships/slideLayout" Target="../slideLayouts/slideLayout2.xml"/><Relationship Id="rId6" Type="http://schemas.openxmlformats.org/officeDocument/2006/relationships/oleObject" Target="../embeddings/oleObject17.bin"/><Relationship Id="rId11" Type="http://schemas.openxmlformats.org/officeDocument/2006/relationships/oleObject" Target="../embeddings/oleObject19.bin"/><Relationship Id="rId24" Type="http://schemas.openxmlformats.org/officeDocument/2006/relationships/image" Target="../media/image38.png"/><Relationship Id="rId32" Type="http://schemas.openxmlformats.org/officeDocument/2006/relationships/image" Target="../media/image42.png"/><Relationship Id="rId37" Type="http://schemas.openxmlformats.org/officeDocument/2006/relationships/customXml" Target="../ink/ink20.xml"/><Relationship Id="rId40" Type="http://schemas.openxmlformats.org/officeDocument/2006/relationships/image" Target="../media/image46.png"/><Relationship Id="rId45" Type="http://schemas.openxmlformats.org/officeDocument/2006/relationships/customXml" Target="../ink/ink24.xml"/><Relationship Id="rId5" Type="http://schemas.openxmlformats.org/officeDocument/2006/relationships/image" Target="../media/image19.wmf"/><Relationship Id="rId15" Type="http://schemas.openxmlformats.org/officeDocument/2006/relationships/oleObject" Target="../embeddings/oleObject21.bin"/><Relationship Id="rId23" Type="http://schemas.openxmlformats.org/officeDocument/2006/relationships/customXml" Target="../ink/ink13.xml"/><Relationship Id="rId28" Type="http://schemas.openxmlformats.org/officeDocument/2006/relationships/image" Target="../media/image40.png"/><Relationship Id="rId36" Type="http://schemas.openxmlformats.org/officeDocument/2006/relationships/image" Target="../media/image44.png"/><Relationship Id="rId10" Type="http://schemas.openxmlformats.org/officeDocument/2006/relationships/image" Target="../media/image25.wmf"/><Relationship Id="rId19" Type="http://schemas.openxmlformats.org/officeDocument/2006/relationships/customXml" Target="../ink/ink11.xml"/><Relationship Id="rId31" Type="http://schemas.openxmlformats.org/officeDocument/2006/relationships/customXml" Target="../ink/ink17.xml"/><Relationship Id="rId44" Type="http://schemas.openxmlformats.org/officeDocument/2006/relationships/image" Target="../media/image48.png"/><Relationship Id="rId4" Type="http://schemas.openxmlformats.org/officeDocument/2006/relationships/oleObject" Target="../embeddings/oleObject16.bin"/><Relationship Id="rId9" Type="http://schemas.openxmlformats.org/officeDocument/2006/relationships/oleObject" Target="../embeddings/oleObject18.bin"/><Relationship Id="rId14" Type="http://schemas.openxmlformats.org/officeDocument/2006/relationships/image" Target="../media/image27.wmf"/><Relationship Id="rId22" Type="http://schemas.openxmlformats.org/officeDocument/2006/relationships/image" Target="../media/image37.png"/><Relationship Id="rId27" Type="http://schemas.openxmlformats.org/officeDocument/2006/relationships/customXml" Target="../ink/ink15.xml"/><Relationship Id="rId30" Type="http://schemas.openxmlformats.org/officeDocument/2006/relationships/image" Target="../media/image41.png"/><Relationship Id="rId35" Type="http://schemas.openxmlformats.org/officeDocument/2006/relationships/customXml" Target="../ink/ink19.xml"/><Relationship Id="rId43" Type="http://schemas.openxmlformats.org/officeDocument/2006/relationships/customXml" Target="../ink/ink23.xml"/><Relationship Id="rId8" Type="http://schemas.openxmlformats.org/officeDocument/2006/relationships/image" Target="../media/image24.png"/><Relationship Id="rId3" Type="http://schemas.openxmlformats.org/officeDocument/2006/relationships/image" Target="../media/image18.wmf"/><Relationship Id="rId12" Type="http://schemas.openxmlformats.org/officeDocument/2006/relationships/image" Target="../media/image26.wmf"/><Relationship Id="rId17" Type="http://schemas.openxmlformats.org/officeDocument/2006/relationships/customXml" Target="../ink/ink10.xml"/><Relationship Id="rId25" Type="http://schemas.openxmlformats.org/officeDocument/2006/relationships/customXml" Target="../ink/ink14.xml"/><Relationship Id="rId33" Type="http://schemas.openxmlformats.org/officeDocument/2006/relationships/customXml" Target="../ink/ink18.xml"/><Relationship Id="rId38" Type="http://schemas.openxmlformats.org/officeDocument/2006/relationships/image" Target="../media/image45.png"/><Relationship Id="rId46" Type="http://schemas.openxmlformats.org/officeDocument/2006/relationships/image" Target="../media/image49.png"/><Relationship Id="rId20" Type="http://schemas.openxmlformats.org/officeDocument/2006/relationships/image" Target="../media/image36.png"/><Relationship Id="rId41" Type="http://schemas.openxmlformats.org/officeDocument/2006/relationships/customXml" Target="../ink/ink22.xml"/></Relationships>
</file>

<file path=ppt/slides/_rels/slide15.xml.rels><?xml version="1.0" encoding="UTF-8" standalone="yes"?>
<Relationships xmlns="http://schemas.openxmlformats.org/package/2006/relationships"><Relationship Id="rId13" Type="http://schemas.openxmlformats.org/officeDocument/2006/relationships/image" Target="../media/image55.png"/><Relationship Id="rId18" Type="http://schemas.openxmlformats.org/officeDocument/2006/relationships/customXml" Target="../ink/ink29.xml"/><Relationship Id="rId26" Type="http://schemas.openxmlformats.org/officeDocument/2006/relationships/customXml" Target="../ink/ink33.xml"/><Relationship Id="rId39" Type="http://schemas.openxmlformats.org/officeDocument/2006/relationships/image" Target="../media/image68.png"/><Relationship Id="rId21" Type="http://schemas.openxmlformats.org/officeDocument/2006/relationships/image" Target="../media/image59.png"/><Relationship Id="rId34" Type="http://schemas.openxmlformats.org/officeDocument/2006/relationships/customXml" Target="../ink/ink37.xml"/><Relationship Id="rId42" Type="http://schemas.openxmlformats.org/officeDocument/2006/relationships/customXml" Target="../ink/ink41.xml"/><Relationship Id="rId7" Type="http://schemas.openxmlformats.org/officeDocument/2006/relationships/image" Target="../media/image31.wmf"/><Relationship Id="rId2" Type="http://schemas.openxmlformats.org/officeDocument/2006/relationships/oleObject" Target="../embeddings/oleObject22.bin"/><Relationship Id="rId16" Type="http://schemas.openxmlformats.org/officeDocument/2006/relationships/customXml" Target="../ink/ink28.xml"/><Relationship Id="rId20" Type="http://schemas.openxmlformats.org/officeDocument/2006/relationships/customXml" Target="../ink/ink30.xml"/><Relationship Id="rId29" Type="http://schemas.openxmlformats.org/officeDocument/2006/relationships/image" Target="../media/image63.png"/><Relationship Id="rId41" Type="http://schemas.openxmlformats.org/officeDocument/2006/relationships/image" Target="../media/image69.png"/><Relationship Id="rId1" Type="http://schemas.openxmlformats.org/officeDocument/2006/relationships/slideLayout" Target="../slideLayouts/slideLayout7.xml"/><Relationship Id="rId6" Type="http://schemas.openxmlformats.org/officeDocument/2006/relationships/oleObject" Target="../embeddings/oleObject24.bin"/><Relationship Id="rId11" Type="http://schemas.openxmlformats.org/officeDocument/2006/relationships/image" Target="../media/image54.png"/><Relationship Id="rId24" Type="http://schemas.openxmlformats.org/officeDocument/2006/relationships/customXml" Target="../ink/ink32.xml"/><Relationship Id="rId32" Type="http://schemas.openxmlformats.org/officeDocument/2006/relationships/customXml" Target="../ink/ink36.xml"/><Relationship Id="rId37" Type="http://schemas.openxmlformats.org/officeDocument/2006/relationships/image" Target="../media/image67.png"/><Relationship Id="rId40" Type="http://schemas.openxmlformats.org/officeDocument/2006/relationships/customXml" Target="../ink/ink40.xml"/><Relationship Id="rId5" Type="http://schemas.openxmlformats.org/officeDocument/2006/relationships/image" Target="../media/image30.wmf"/><Relationship Id="rId15" Type="http://schemas.openxmlformats.org/officeDocument/2006/relationships/image" Target="../media/image56.png"/><Relationship Id="rId23" Type="http://schemas.openxmlformats.org/officeDocument/2006/relationships/image" Target="../media/image60.png"/><Relationship Id="rId28" Type="http://schemas.openxmlformats.org/officeDocument/2006/relationships/customXml" Target="../ink/ink34.xml"/><Relationship Id="rId36" Type="http://schemas.openxmlformats.org/officeDocument/2006/relationships/customXml" Target="../ink/ink38.xml"/><Relationship Id="rId10" Type="http://schemas.openxmlformats.org/officeDocument/2006/relationships/customXml" Target="../ink/ink25.xml"/><Relationship Id="rId19" Type="http://schemas.openxmlformats.org/officeDocument/2006/relationships/image" Target="../media/image58.png"/><Relationship Id="rId31" Type="http://schemas.openxmlformats.org/officeDocument/2006/relationships/image" Target="../media/image64.png"/><Relationship Id="rId4" Type="http://schemas.openxmlformats.org/officeDocument/2006/relationships/oleObject" Target="../embeddings/oleObject23.bin"/><Relationship Id="rId9" Type="http://schemas.openxmlformats.org/officeDocument/2006/relationships/image" Target="../media/image32.wmf"/><Relationship Id="rId14" Type="http://schemas.openxmlformats.org/officeDocument/2006/relationships/customXml" Target="../ink/ink27.xml"/><Relationship Id="rId22" Type="http://schemas.openxmlformats.org/officeDocument/2006/relationships/customXml" Target="../ink/ink31.xml"/><Relationship Id="rId27" Type="http://schemas.openxmlformats.org/officeDocument/2006/relationships/image" Target="../media/image62.png"/><Relationship Id="rId30" Type="http://schemas.openxmlformats.org/officeDocument/2006/relationships/customXml" Target="../ink/ink35.xml"/><Relationship Id="rId35" Type="http://schemas.openxmlformats.org/officeDocument/2006/relationships/image" Target="../media/image66.png"/><Relationship Id="rId43" Type="http://schemas.openxmlformats.org/officeDocument/2006/relationships/image" Target="../media/image70.png"/><Relationship Id="rId8" Type="http://schemas.openxmlformats.org/officeDocument/2006/relationships/oleObject" Target="../embeddings/oleObject25.bin"/><Relationship Id="rId3" Type="http://schemas.openxmlformats.org/officeDocument/2006/relationships/image" Target="../media/image29.wmf"/><Relationship Id="rId12" Type="http://schemas.openxmlformats.org/officeDocument/2006/relationships/customXml" Target="../ink/ink26.xml"/><Relationship Id="rId17" Type="http://schemas.openxmlformats.org/officeDocument/2006/relationships/image" Target="../media/image57.png"/><Relationship Id="rId25" Type="http://schemas.openxmlformats.org/officeDocument/2006/relationships/image" Target="../media/image61.png"/><Relationship Id="rId33" Type="http://schemas.openxmlformats.org/officeDocument/2006/relationships/image" Target="../media/image65.png"/><Relationship Id="rId38" Type="http://schemas.openxmlformats.org/officeDocument/2006/relationships/customXml" Target="../ink/ink39.xml"/></Relationships>
</file>

<file path=ppt/slides/_rels/slide16.xml.rels><?xml version="1.0" encoding="UTF-8" standalone="yes"?>
<Relationships xmlns="http://schemas.openxmlformats.org/package/2006/relationships"><Relationship Id="rId26" Type="http://schemas.openxmlformats.org/officeDocument/2006/relationships/customXml" Target="../ink/ink50.xml"/><Relationship Id="rId21" Type="http://schemas.openxmlformats.org/officeDocument/2006/relationships/image" Target="../media/image80.png"/><Relationship Id="rId42" Type="http://schemas.openxmlformats.org/officeDocument/2006/relationships/customXml" Target="../ink/ink58.xml"/><Relationship Id="rId47" Type="http://schemas.openxmlformats.org/officeDocument/2006/relationships/image" Target="../media/image93.png"/><Relationship Id="rId63" Type="http://schemas.openxmlformats.org/officeDocument/2006/relationships/image" Target="../media/image101.png"/><Relationship Id="rId68" Type="http://schemas.openxmlformats.org/officeDocument/2006/relationships/customXml" Target="../ink/ink71.xml"/><Relationship Id="rId16" Type="http://schemas.openxmlformats.org/officeDocument/2006/relationships/customXml" Target="../ink/ink45.xml"/><Relationship Id="rId11" Type="http://schemas.openxmlformats.org/officeDocument/2006/relationships/image" Target="../media/image75.png"/><Relationship Id="rId32" Type="http://schemas.openxmlformats.org/officeDocument/2006/relationships/customXml" Target="../ink/ink53.xml"/><Relationship Id="rId37" Type="http://schemas.openxmlformats.org/officeDocument/2006/relationships/image" Target="../media/image88.png"/><Relationship Id="rId53" Type="http://schemas.openxmlformats.org/officeDocument/2006/relationships/image" Target="../media/image96.png"/><Relationship Id="rId58" Type="http://schemas.openxmlformats.org/officeDocument/2006/relationships/customXml" Target="../ink/ink66.xml"/><Relationship Id="rId74" Type="http://schemas.openxmlformats.org/officeDocument/2006/relationships/customXml" Target="../ink/ink74.xml"/><Relationship Id="rId79" Type="http://schemas.openxmlformats.org/officeDocument/2006/relationships/image" Target="../media/image109.png"/><Relationship Id="rId5" Type="http://schemas.openxmlformats.org/officeDocument/2006/relationships/image" Target="../media/image34.wmf"/><Relationship Id="rId61" Type="http://schemas.openxmlformats.org/officeDocument/2006/relationships/image" Target="../media/image100.png"/><Relationship Id="rId82" Type="http://schemas.openxmlformats.org/officeDocument/2006/relationships/customXml" Target="../ink/ink78.xml"/><Relationship Id="rId19" Type="http://schemas.openxmlformats.org/officeDocument/2006/relationships/image" Target="../media/image79.png"/><Relationship Id="rId14" Type="http://schemas.openxmlformats.org/officeDocument/2006/relationships/customXml" Target="../ink/ink44.xml"/><Relationship Id="rId22" Type="http://schemas.openxmlformats.org/officeDocument/2006/relationships/customXml" Target="../ink/ink48.xml"/><Relationship Id="rId27" Type="http://schemas.openxmlformats.org/officeDocument/2006/relationships/image" Target="../media/image83.png"/><Relationship Id="rId30" Type="http://schemas.openxmlformats.org/officeDocument/2006/relationships/customXml" Target="../ink/ink52.xml"/><Relationship Id="rId35" Type="http://schemas.openxmlformats.org/officeDocument/2006/relationships/image" Target="../media/image87.png"/><Relationship Id="rId43" Type="http://schemas.openxmlformats.org/officeDocument/2006/relationships/image" Target="../media/image91.png"/><Relationship Id="rId48" Type="http://schemas.openxmlformats.org/officeDocument/2006/relationships/customXml" Target="../ink/ink61.xml"/><Relationship Id="rId56" Type="http://schemas.openxmlformats.org/officeDocument/2006/relationships/customXml" Target="../ink/ink65.xml"/><Relationship Id="rId64" Type="http://schemas.openxmlformats.org/officeDocument/2006/relationships/customXml" Target="../ink/ink69.xml"/><Relationship Id="rId69" Type="http://schemas.openxmlformats.org/officeDocument/2006/relationships/image" Target="../media/image104.png"/><Relationship Id="rId77" Type="http://schemas.openxmlformats.org/officeDocument/2006/relationships/image" Target="../media/image108.png"/><Relationship Id="rId8" Type="http://schemas.openxmlformats.org/officeDocument/2006/relationships/oleObject" Target="../embeddings/oleObject29.bin"/><Relationship Id="rId51" Type="http://schemas.openxmlformats.org/officeDocument/2006/relationships/image" Target="../media/image95.png"/><Relationship Id="rId72" Type="http://schemas.openxmlformats.org/officeDocument/2006/relationships/customXml" Target="../ink/ink73.xml"/><Relationship Id="rId80" Type="http://schemas.openxmlformats.org/officeDocument/2006/relationships/customXml" Target="../ink/ink77.xml"/><Relationship Id="rId3" Type="http://schemas.openxmlformats.org/officeDocument/2006/relationships/image" Target="../media/image33.wmf"/><Relationship Id="rId12" Type="http://schemas.openxmlformats.org/officeDocument/2006/relationships/customXml" Target="../ink/ink43.xml"/><Relationship Id="rId17" Type="http://schemas.openxmlformats.org/officeDocument/2006/relationships/image" Target="../media/image78.png"/><Relationship Id="rId25" Type="http://schemas.openxmlformats.org/officeDocument/2006/relationships/image" Target="../media/image82.png"/><Relationship Id="rId33" Type="http://schemas.openxmlformats.org/officeDocument/2006/relationships/image" Target="../media/image86.png"/><Relationship Id="rId38" Type="http://schemas.openxmlformats.org/officeDocument/2006/relationships/customXml" Target="../ink/ink56.xml"/><Relationship Id="rId46" Type="http://schemas.openxmlformats.org/officeDocument/2006/relationships/customXml" Target="../ink/ink60.xml"/><Relationship Id="rId59" Type="http://schemas.openxmlformats.org/officeDocument/2006/relationships/image" Target="../media/image99.png"/><Relationship Id="rId67" Type="http://schemas.openxmlformats.org/officeDocument/2006/relationships/image" Target="../media/image103.png"/><Relationship Id="rId20" Type="http://schemas.openxmlformats.org/officeDocument/2006/relationships/customXml" Target="../ink/ink47.xml"/><Relationship Id="rId41" Type="http://schemas.openxmlformats.org/officeDocument/2006/relationships/image" Target="../media/image90.png"/><Relationship Id="rId54" Type="http://schemas.openxmlformats.org/officeDocument/2006/relationships/customXml" Target="../ink/ink64.xml"/><Relationship Id="rId62" Type="http://schemas.openxmlformats.org/officeDocument/2006/relationships/customXml" Target="../ink/ink68.xml"/><Relationship Id="rId70" Type="http://schemas.openxmlformats.org/officeDocument/2006/relationships/customXml" Target="../ink/ink72.xml"/><Relationship Id="rId75" Type="http://schemas.openxmlformats.org/officeDocument/2006/relationships/image" Target="../media/image107.png"/><Relationship Id="rId83" Type="http://schemas.openxmlformats.org/officeDocument/2006/relationships/image" Target="../media/image51.png"/><Relationship Id="rId1" Type="http://schemas.openxmlformats.org/officeDocument/2006/relationships/slideLayout" Target="../slideLayouts/slideLayout7.xml"/><Relationship Id="rId6" Type="http://schemas.openxmlformats.org/officeDocument/2006/relationships/oleObject" Target="../embeddings/oleObject28.bin"/><Relationship Id="rId15" Type="http://schemas.openxmlformats.org/officeDocument/2006/relationships/image" Target="../media/image77.png"/><Relationship Id="rId23" Type="http://schemas.openxmlformats.org/officeDocument/2006/relationships/image" Target="../media/image81.png"/><Relationship Id="rId28" Type="http://schemas.openxmlformats.org/officeDocument/2006/relationships/customXml" Target="../ink/ink51.xml"/><Relationship Id="rId36" Type="http://schemas.openxmlformats.org/officeDocument/2006/relationships/customXml" Target="../ink/ink55.xml"/><Relationship Id="rId49" Type="http://schemas.openxmlformats.org/officeDocument/2006/relationships/image" Target="../media/image94.png"/><Relationship Id="rId57" Type="http://schemas.openxmlformats.org/officeDocument/2006/relationships/image" Target="../media/image98.png"/><Relationship Id="rId10" Type="http://schemas.openxmlformats.org/officeDocument/2006/relationships/customXml" Target="../ink/ink42.xml"/><Relationship Id="rId31" Type="http://schemas.openxmlformats.org/officeDocument/2006/relationships/image" Target="../media/image85.png"/><Relationship Id="rId44" Type="http://schemas.openxmlformats.org/officeDocument/2006/relationships/customXml" Target="../ink/ink59.xml"/><Relationship Id="rId52" Type="http://schemas.openxmlformats.org/officeDocument/2006/relationships/customXml" Target="../ink/ink63.xml"/><Relationship Id="rId60" Type="http://schemas.openxmlformats.org/officeDocument/2006/relationships/customXml" Target="../ink/ink67.xml"/><Relationship Id="rId65" Type="http://schemas.openxmlformats.org/officeDocument/2006/relationships/image" Target="../media/image102.png"/><Relationship Id="rId73" Type="http://schemas.openxmlformats.org/officeDocument/2006/relationships/image" Target="../media/image106.png"/><Relationship Id="rId78" Type="http://schemas.openxmlformats.org/officeDocument/2006/relationships/customXml" Target="../ink/ink76.xml"/><Relationship Id="rId81" Type="http://schemas.openxmlformats.org/officeDocument/2006/relationships/image" Target="../media/image50.png"/><Relationship Id="rId4" Type="http://schemas.openxmlformats.org/officeDocument/2006/relationships/oleObject" Target="../embeddings/oleObject27.bin"/><Relationship Id="rId9" Type="http://schemas.openxmlformats.org/officeDocument/2006/relationships/image" Target="../media/image36.wmf"/><Relationship Id="rId13" Type="http://schemas.openxmlformats.org/officeDocument/2006/relationships/image" Target="../media/image76.png"/><Relationship Id="rId18" Type="http://schemas.openxmlformats.org/officeDocument/2006/relationships/customXml" Target="../ink/ink46.xml"/><Relationship Id="rId39" Type="http://schemas.openxmlformats.org/officeDocument/2006/relationships/image" Target="../media/image89.png"/><Relationship Id="rId34" Type="http://schemas.openxmlformats.org/officeDocument/2006/relationships/customXml" Target="../ink/ink54.xml"/><Relationship Id="rId50" Type="http://schemas.openxmlformats.org/officeDocument/2006/relationships/customXml" Target="../ink/ink62.xml"/><Relationship Id="rId55" Type="http://schemas.openxmlformats.org/officeDocument/2006/relationships/image" Target="../media/image97.png"/><Relationship Id="rId76" Type="http://schemas.openxmlformats.org/officeDocument/2006/relationships/customXml" Target="../ink/ink75.xml"/><Relationship Id="rId7" Type="http://schemas.openxmlformats.org/officeDocument/2006/relationships/image" Target="../media/image35.wmf"/><Relationship Id="rId71" Type="http://schemas.openxmlformats.org/officeDocument/2006/relationships/image" Target="../media/image105.png"/><Relationship Id="rId2" Type="http://schemas.openxmlformats.org/officeDocument/2006/relationships/oleObject" Target="../embeddings/oleObject26.bin"/><Relationship Id="rId29" Type="http://schemas.openxmlformats.org/officeDocument/2006/relationships/image" Target="../media/image84.png"/><Relationship Id="rId24" Type="http://schemas.openxmlformats.org/officeDocument/2006/relationships/customXml" Target="../ink/ink49.xml"/><Relationship Id="rId40" Type="http://schemas.openxmlformats.org/officeDocument/2006/relationships/customXml" Target="../ink/ink57.xml"/><Relationship Id="rId45" Type="http://schemas.openxmlformats.org/officeDocument/2006/relationships/image" Target="../media/image92.png"/><Relationship Id="rId66" Type="http://schemas.openxmlformats.org/officeDocument/2006/relationships/customXml" Target="../ink/ink70.xml"/></Relationships>
</file>

<file path=ppt/slides/_rels/slide17.xml.rels><?xml version="1.0" encoding="UTF-8" standalone="yes"?>
<Relationships xmlns="http://schemas.openxmlformats.org/package/2006/relationships"><Relationship Id="rId8" Type="http://schemas.openxmlformats.org/officeDocument/2006/relationships/customXml" Target="../ink/ink80.xml"/><Relationship Id="rId13" Type="http://schemas.openxmlformats.org/officeDocument/2006/relationships/image" Target="../media/image72.png"/><Relationship Id="rId18" Type="http://schemas.openxmlformats.org/officeDocument/2006/relationships/customXml" Target="../ink/ink85.xml"/><Relationship Id="rId3" Type="http://schemas.openxmlformats.org/officeDocument/2006/relationships/image" Target="../media/image37.wmf"/><Relationship Id="rId7" Type="http://schemas.openxmlformats.org/officeDocument/2006/relationships/image" Target="../media/image51.png"/><Relationship Id="rId12" Type="http://schemas.openxmlformats.org/officeDocument/2006/relationships/customXml" Target="../ink/ink82.xml"/><Relationship Id="rId17" Type="http://schemas.openxmlformats.org/officeDocument/2006/relationships/image" Target="../media/image74.png"/><Relationship Id="rId2" Type="http://schemas.openxmlformats.org/officeDocument/2006/relationships/oleObject" Target="../embeddings/oleObject30.bin"/><Relationship Id="rId16" Type="http://schemas.openxmlformats.org/officeDocument/2006/relationships/customXml" Target="../ink/ink84.xml"/><Relationship Id="rId1" Type="http://schemas.openxmlformats.org/officeDocument/2006/relationships/slideLayout" Target="../slideLayouts/slideLayout7.xml"/><Relationship Id="rId6" Type="http://schemas.openxmlformats.org/officeDocument/2006/relationships/customXml" Target="../ink/ink79.xml"/><Relationship Id="rId11" Type="http://schemas.openxmlformats.org/officeDocument/2006/relationships/image" Target="../media/image71.png"/><Relationship Id="rId5" Type="http://schemas.openxmlformats.org/officeDocument/2006/relationships/image" Target="../media/image6.wmf"/><Relationship Id="rId15" Type="http://schemas.openxmlformats.org/officeDocument/2006/relationships/image" Target="../media/image73.png"/><Relationship Id="rId10" Type="http://schemas.openxmlformats.org/officeDocument/2006/relationships/customXml" Target="../ink/ink81.xml"/><Relationship Id="rId19" Type="http://schemas.openxmlformats.org/officeDocument/2006/relationships/image" Target="../media/image110.png"/><Relationship Id="rId4" Type="http://schemas.openxmlformats.org/officeDocument/2006/relationships/oleObject" Target="../embeddings/oleObject3.bin"/><Relationship Id="rId9" Type="http://schemas.openxmlformats.org/officeDocument/2006/relationships/image" Target="../media/image53.png"/><Relationship Id="rId14" Type="http://schemas.openxmlformats.org/officeDocument/2006/relationships/customXml" Target="../ink/ink83.xml"/></Relationships>
</file>

<file path=ppt/slides/_rels/slide18.xml.rels><?xml version="1.0" encoding="UTF-8" standalone="yes"?>
<Relationships xmlns="http://schemas.openxmlformats.org/package/2006/relationships"><Relationship Id="rId8" Type="http://schemas.openxmlformats.org/officeDocument/2006/relationships/oleObject" Target="../embeddings/oleObject34.bin"/><Relationship Id="rId13" Type="http://schemas.openxmlformats.org/officeDocument/2006/relationships/oleObject" Target="../embeddings/oleObject36.bin"/><Relationship Id="rId18" Type="http://schemas.openxmlformats.org/officeDocument/2006/relationships/image" Target="../media/image28.wmf"/><Relationship Id="rId26" Type="http://schemas.openxmlformats.org/officeDocument/2006/relationships/image" Target="../media/image56.wmf"/><Relationship Id="rId3" Type="http://schemas.openxmlformats.org/officeDocument/2006/relationships/image" Target="../media/image38.wmf"/><Relationship Id="rId21" Type="http://schemas.openxmlformats.org/officeDocument/2006/relationships/oleObject" Target="../embeddings/oleObject40.bin"/><Relationship Id="rId7" Type="http://schemas.openxmlformats.org/officeDocument/2006/relationships/image" Target="../media/image40.wmf"/><Relationship Id="rId12" Type="http://schemas.openxmlformats.org/officeDocument/2006/relationships/image" Target="../media/image52.png"/><Relationship Id="rId17" Type="http://schemas.openxmlformats.org/officeDocument/2006/relationships/oleObject" Target="../embeddings/oleObject38.bin"/><Relationship Id="rId25" Type="http://schemas.openxmlformats.org/officeDocument/2006/relationships/oleObject" Target="../embeddings/oleObject42.bin"/><Relationship Id="rId2" Type="http://schemas.openxmlformats.org/officeDocument/2006/relationships/oleObject" Target="../embeddings/oleObject31.bin"/><Relationship Id="rId16" Type="http://schemas.openxmlformats.org/officeDocument/2006/relationships/image" Target="../media/image27.wmf"/><Relationship Id="rId20" Type="http://schemas.openxmlformats.org/officeDocument/2006/relationships/image" Target="../media/image53.wmf"/><Relationship Id="rId29" Type="http://schemas.openxmlformats.org/officeDocument/2006/relationships/customXml" Target="../ink/ink86.xml"/><Relationship Id="rId1" Type="http://schemas.openxmlformats.org/officeDocument/2006/relationships/slideLayout" Target="../slideLayouts/slideLayout7.xml"/><Relationship Id="rId6" Type="http://schemas.openxmlformats.org/officeDocument/2006/relationships/oleObject" Target="../embeddings/oleObject33.bin"/><Relationship Id="rId11" Type="http://schemas.openxmlformats.org/officeDocument/2006/relationships/image" Target="../media/image42.wmf"/><Relationship Id="rId24" Type="http://schemas.openxmlformats.org/officeDocument/2006/relationships/image" Target="../media/image55.wmf"/><Relationship Id="rId32" Type="http://schemas.openxmlformats.org/officeDocument/2006/relationships/image" Target="../media/image123.png"/><Relationship Id="rId5" Type="http://schemas.openxmlformats.org/officeDocument/2006/relationships/image" Target="../media/image39.wmf"/><Relationship Id="rId15" Type="http://schemas.openxmlformats.org/officeDocument/2006/relationships/oleObject" Target="../embeddings/oleObject37.bin"/><Relationship Id="rId23" Type="http://schemas.openxmlformats.org/officeDocument/2006/relationships/oleObject" Target="../embeddings/oleObject41.bin"/><Relationship Id="rId28" Type="http://schemas.openxmlformats.org/officeDocument/2006/relationships/image" Target="../media/image57.wmf"/><Relationship Id="rId10" Type="http://schemas.openxmlformats.org/officeDocument/2006/relationships/oleObject" Target="../embeddings/oleObject35.bin"/><Relationship Id="rId19" Type="http://schemas.openxmlformats.org/officeDocument/2006/relationships/oleObject" Target="../embeddings/oleObject39.bin"/><Relationship Id="rId31" Type="http://schemas.openxmlformats.org/officeDocument/2006/relationships/customXml" Target="../ink/ink87.xml"/><Relationship Id="rId4" Type="http://schemas.openxmlformats.org/officeDocument/2006/relationships/oleObject" Target="../embeddings/oleObject32.bin"/><Relationship Id="rId9" Type="http://schemas.openxmlformats.org/officeDocument/2006/relationships/image" Target="../media/image41.wmf"/><Relationship Id="rId14" Type="http://schemas.openxmlformats.org/officeDocument/2006/relationships/image" Target="../media/image26.wmf"/><Relationship Id="rId22" Type="http://schemas.openxmlformats.org/officeDocument/2006/relationships/image" Target="../media/image54.wmf"/><Relationship Id="rId27" Type="http://schemas.openxmlformats.org/officeDocument/2006/relationships/oleObject" Target="../embeddings/oleObject43.bin"/><Relationship Id="rId30" Type="http://schemas.openxmlformats.org/officeDocument/2006/relationships/image" Target="../media/image122.png"/></Relationships>
</file>

<file path=ppt/slides/_rels/slide19.xml.rels><?xml version="1.0" encoding="UTF-8" standalone="yes"?>
<Relationships xmlns="http://schemas.openxmlformats.org/package/2006/relationships"><Relationship Id="rId8" Type="http://schemas.openxmlformats.org/officeDocument/2006/relationships/image" Target="../media/image111.png"/><Relationship Id="rId13" Type="http://schemas.openxmlformats.org/officeDocument/2006/relationships/oleObject" Target="../embeddings/oleObject49.bin"/><Relationship Id="rId18" Type="http://schemas.openxmlformats.org/officeDocument/2006/relationships/image" Target="../media/image53.wmf"/><Relationship Id="rId3" Type="http://schemas.openxmlformats.org/officeDocument/2006/relationships/image" Target="../media/image58.wmf"/><Relationship Id="rId7" Type="http://schemas.openxmlformats.org/officeDocument/2006/relationships/image" Target="../media/image60.wmf"/><Relationship Id="rId12" Type="http://schemas.openxmlformats.org/officeDocument/2006/relationships/image" Target="../media/image26.wmf"/><Relationship Id="rId17" Type="http://schemas.openxmlformats.org/officeDocument/2006/relationships/oleObject" Target="../embeddings/oleObject51.bin"/><Relationship Id="rId2" Type="http://schemas.openxmlformats.org/officeDocument/2006/relationships/oleObject" Target="../embeddings/oleObject44.bin"/><Relationship Id="rId16" Type="http://schemas.openxmlformats.org/officeDocument/2006/relationships/image" Target="../media/image28.wmf"/><Relationship Id="rId20" Type="http://schemas.openxmlformats.org/officeDocument/2006/relationships/image" Target="../media/image54.wmf"/><Relationship Id="rId1" Type="http://schemas.openxmlformats.org/officeDocument/2006/relationships/slideLayout" Target="../slideLayouts/slideLayout2.xml"/><Relationship Id="rId6" Type="http://schemas.openxmlformats.org/officeDocument/2006/relationships/oleObject" Target="../embeddings/oleObject46.bin"/><Relationship Id="rId11" Type="http://schemas.openxmlformats.org/officeDocument/2006/relationships/oleObject" Target="../embeddings/oleObject48.bin"/><Relationship Id="rId5" Type="http://schemas.openxmlformats.org/officeDocument/2006/relationships/image" Target="../media/image59.wmf"/><Relationship Id="rId15" Type="http://schemas.openxmlformats.org/officeDocument/2006/relationships/oleObject" Target="../embeddings/oleObject50.bin"/><Relationship Id="rId10" Type="http://schemas.openxmlformats.org/officeDocument/2006/relationships/image" Target="../media/image112.wmf"/><Relationship Id="rId19" Type="http://schemas.openxmlformats.org/officeDocument/2006/relationships/oleObject" Target="../embeddings/oleObject52.bin"/><Relationship Id="rId4" Type="http://schemas.openxmlformats.org/officeDocument/2006/relationships/oleObject" Target="../embeddings/oleObject45.bin"/><Relationship Id="rId9" Type="http://schemas.openxmlformats.org/officeDocument/2006/relationships/oleObject" Target="../embeddings/oleObject47.bin"/><Relationship Id="rId14" Type="http://schemas.openxmlformats.org/officeDocument/2006/relationships/image" Target="../media/image27.wmf"/></Relationships>
</file>

<file path=ppt/slides/_rels/slide20.xml.rels><?xml version="1.0" encoding="UTF-8" standalone="yes"?>
<Relationships xmlns="http://schemas.openxmlformats.org/package/2006/relationships"><Relationship Id="rId13" Type="http://schemas.openxmlformats.org/officeDocument/2006/relationships/oleObject" Target="../embeddings/oleObject48.bin"/><Relationship Id="rId18" Type="http://schemas.openxmlformats.org/officeDocument/2006/relationships/image" Target="../media/image28.wmf"/><Relationship Id="rId26" Type="http://schemas.openxmlformats.org/officeDocument/2006/relationships/image" Target="../media/image138.png"/><Relationship Id="rId39" Type="http://schemas.openxmlformats.org/officeDocument/2006/relationships/customXml" Target="../ink/ink96.xml"/><Relationship Id="rId21" Type="http://schemas.openxmlformats.org/officeDocument/2006/relationships/oleObject" Target="../embeddings/oleObject60.bin"/><Relationship Id="rId34" Type="http://schemas.openxmlformats.org/officeDocument/2006/relationships/image" Target="../media/image142.png"/><Relationship Id="rId42" Type="http://schemas.openxmlformats.org/officeDocument/2006/relationships/image" Target="../media/image146.png"/><Relationship Id="rId47" Type="http://schemas.openxmlformats.org/officeDocument/2006/relationships/customXml" Target="../ink/ink100.xml"/><Relationship Id="rId50" Type="http://schemas.openxmlformats.org/officeDocument/2006/relationships/image" Target="../media/image150.png"/><Relationship Id="rId7" Type="http://schemas.openxmlformats.org/officeDocument/2006/relationships/image" Target="../media/image115.wmf"/><Relationship Id="rId2" Type="http://schemas.openxmlformats.org/officeDocument/2006/relationships/oleObject" Target="../embeddings/oleObject53.bin"/><Relationship Id="rId16" Type="http://schemas.openxmlformats.org/officeDocument/2006/relationships/image" Target="../media/image27.wmf"/><Relationship Id="rId29" Type="http://schemas.openxmlformats.org/officeDocument/2006/relationships/customXml" Target="../ink/ink91.xml"/><Relationship Id="rId11" Type="http://schemas.openxmlformats.org/officeDocument/2006/relationships/image" Target="../media/image117.wmf"/><Relationship Id="rId24" Type="http://schemas.openxmlformats.org/officeDocument/2006/relationships/image" Target="../media/image137.png"/><Relationship Id="rId32" Type="http://schemas.openxmlformats.org/officeDocument/2006/relationships/image" Target="../media/image141.png"/><Relationship Id="rId37" Type="http://schemas.openxmlformats.org/officeDocument/2006/relationships/customXml" Target="../ink/ink95.xml"/><Relationship Id="rId40" Type="http://schemas.openxmlformats.org/officeDocument/2006/relationships/image" Target="../media/image145.png"/><Relationship Id="rId45" Type="http://schemas.openxmlformats.org/officeDocument/2006/relationships/customXml" Target="../ink/ink99.xml"/><Relationship Id="rId53" Type="http://schemas.openxmlformats.org/officeDocument/2006/relationships/customXml" Target="../ink/ink103.xml"/><Relationship Id="rId5" Type="http://schemas.openxmlformats.org/officeDocument/2006/relationships/image" Target="../media/image114.wmf"/><Relationship Id="rId10" Type="http://schemas.openxmlformats.org/officeDocument/2006/relationships/oleObject" Target="../embeddings/oleObject57.bin"/><Relationship Id="rId19" Type="http://schemas.openxmlformats.org/officeDocument/2006/relationships/oleObject" Target="../embeddings/oleObject59.bin"/><Relationship Id="rId31" Type="http://schemas.openxmlformats.org/officeDocument/2006/relationships/customXml" Target="../ink/ink92.xml"/><Relationship Id="rId44" Type="http://schemas.openxmlformats.org/officeDocument/2006/relationships/image" Target="../media/image147.png"/><Relationship Id="rId52" Type="http://schemas.openxmlformats.org/officeDocument/2006/relationships/image" Target="../media/image151.png"/><Relationship Id="rId4" Type="http://schemas.openxmlformats.org/officeDocument/2006/relationships/oleObject" Target="../embeddings/oleObject54.bin"/><Relationship Id="rId9" Type="http://schemas.openxmlformats.org/officeDocument/2006/relationships/image" Target="../media/image116.wmf"/><Relationship Id="rId14" Type="http://schemas.openxmlformats.org/officeDocument/2006/relationships/image" Target="../media/image26.wmf"/><Relationship Id="rId22" Type="http://schemas.openxmlformats.org/officeDocument/2006/relationships/image" Target="../media/image120.wmf"/><Relationship Id="rId27" Type="http://schemas.openxmlformats.org/officeDocument/2006/relationships/customXml" Target="../ink/ink90.xml"/><Relationship Id="rId30" Type="http://schemas.openxmlformats.org/officeDocument/2006/relationships/image" Target="../media/image140.png"/><Relationship Id="rId35" Type="http://schemas.openxmlformats.org/officeDocument/2006/relationships/customXml" Target="../ink/ink94.xml"/><Relationship Id="rId43" Type="http://schemas.openxmlformats.org/officeDocument/2006/relationships/customXml" Target="../ink/ink98.xml"/><Relationship Id="rId48" Type="http://schemas.openxmlformats.org/officeDocument/2006/relationships/image" Target="../media/image149.png"/><Relationship Id="rId8" Type="http://schemas.openxmlformats.org/officeDocument/2006/relationships/oleObject" Target="../embeddings/oleObject56.bin"/><Relationship Id="rId51" Type="http://schemas.openxmlformats.org/officeDocument/2006/relationships/customXml" Target="../ink/ink102.xml"/><Relationship Id="rId3" Type="http://schemas.openxmlformats.org/officeDocument/2006/relationships/image" Target="../media/image113.wmf"/><Relationship Id="rId12" Type="http://schemas.openxmlformats.org/officeDocument/2006/relationships/image" Target="../media/image118.png"/><Relationship Id="rId17" Type="http://schemas.openxmlformats.org/officeDocument/2006/relationships/oleObject" Target="../embeddings/oleObject58.bin"/><Relationship Id="rId25" Type="http://schemas.openxmlformats.org/officeDocument/2006/relationships/customXml" Target="../ink/ink89.xml"/><Relationship Id="rId33" Type="http://schemas.openxmlformats.org/officeDocument/2006/relationships/customXml" Target="../ink/ink93.xml"/><Relationship Id="rId38" Type="http://schemas.openxmlformats.org/officeDocument/2006/relationships/image" Target="../media/image144.png"/><Relationship Id="rId46" Type="http://schemas.openxmlformats.org/officeDocument/2006/relationships/image" Target="../media/image148.png"/><Relationship Id="rId20" Type="http://schemas.openxmlformats.org/officeDocument/2006/relationships/image" Target="../media/image119.wmf"/><Relationship Id="rId41" Type="http://schemas.openxmlformats.org/officeDocument/2006/relationships/customXml" Target="../ink/ink97.xml"/><Relationship Id="rId54" Type="http://schemas.openxmlformats.org/officeDocument/2006/relationships/image" Target="../media/image152.png"/><Relationship Id="rId1" Type="http://schemas.openxmlformats.org/officeDocument/2006/relationships/slideLayout" Target="../slideLayouts/slideLayout2.xml"/><Relationship Id="rId6" Type="http://schemas.openxmlformats.org/officeDocument/2006/relationships/oleObject" Target="../embeddings/oleObject55.bin"/><Relationship Id="rId15" Type="http://schemas.openxmlformats.org/officeDocument/2006/relationships/oleObject" Target="../embeddings/oleObject49.bin"/><Relationship Id="rId23" Type="http://schemas.openxmlformats.org/officeDocument/2006/relationships/customXml" Target="../ink/ink88.xml"/><Relationship Id="rId28" Type="http://schemas.openxmlformats.org/officeDocument/2006/relationships/image" Target="../media/image139.png"/><Relationship Id="rId36" Type="http://schemas.openxmlformats.org/officeDocument/2006/relationships/image" Target="../media/image143.png"/><Relationship Id="rId49" Type="http://schemas.openxmlformats.org/officeDocument/2006/relationships/customXml" Target="../ink/ink101.xml"/></Relationships>
</file>

<file path=ppt/slides/_rels/slide21.xml.rels><?xml version="1.0" encoding="UTF-8" standalone="yes"?>
<Relationships xmlns="http://schemas.openxmlformats.org/package/2006/relationships"><Relationship Id="rId8" Type="http://schemas.openxmlformats.org/officeDocument/2006/relationships/oleObject" Target="../embeddings/oleObject64.bin"/><Relationship Id="rId13" Type="http://schemas.openxmlformats.org/officeDocument/2006/relationships/oleObject" Target="../embeddings/oleObject66.bin"/><Relationship Id="rId18" Type="http://schemas.openxmlformats.org/officeDocument/2006/relationships/image" Target="../media/image28.wmf"/><Relationship Id="rId3" Type="http://schemas.openxmlformats.org/officeDocument/2006/relationships/image" Target="../media/image121.wmf"/><Relationship Id="rId21" Type="http://schemas.openxmlformats.org/officeDocument/2006/relationships/oleObject" Target="../embeddings/oleObject69.bin"/><Relationship Id="rId7" Type="http://schemas.openxmlformats.org/officeDocument/2006/relationships/image" Target="../media/image123.wmf"/><Relationship Id="rId12" Type="http://schemas.openxmlformats.org/officeDocument/2006/relationships/image" Target="../media/image126.png"/><Relationship Id="rId17" Type="http://schemas.openxmlformats.org/officeDocument/2006/relationships/oleObject" Target="../embeddings/oleObject58.bin"/><Relationship Id="rId2" Type="http://schemas.openxmlformats.org/officeDocument/2006/relationships/oleObject" Target="../embeddings/oleObject61.bin"/><Relationship Id="rId16" Type="http://schemas.openxmlformats.org/officeDocument/2006/relationships/image" Target="../media/image27.wmf"/><Relationship Id="rId20" Type="http://schemas.openxmlformats.org/officeDocument/2006/relationships/image" Target="../media/image127.wmf"/><Relationship Id="rId1" Type="http://schemas.openxmlformats.org/officeDocument/2006/relationships/slideLayout" Target="../slideLayouts/slideLayout2.xml"/><Relationship Id="rId6" Type="http://schemas.openxmlformats.org/officeDocument/2006/relationships/oleObject" Target="../embeddings/oleObject63.bin"/><Relationship Id="rId11" Type="http://schemas.openxmlformats.org/officeDocument/2006/relationships/image" Target="../media/image125.wmf"/><Relationship Id="rId5" Type="http://schemas.openxmlformats.org/officeDocument/2006/relationships/image" Target="../media/image122.wmf"/><Relationship Id="rId15" Type="http://schemas.openxmlformats.org/officeDocument/2006/relationships/oleObject" Target="../embeddings/oleObject67.bin"/><Relationship Id="rId10" Type="http://schemas.openxmlformats.org/officeDocument/2006/relationships/oleObject" Target="../embeddings/oleObject65.bin"/><Relationship Id="rId19" Type="http://schemas.openxmlformats.org/officeDocument/2006/relationships/oleObject" Target="../embeddings/oleObject68.bin"/><Relationship Id="rId4" Type="http://schemas.openxmlformats.org/officeDocument/2006/relationships/oleObject" Target="../embeddings/oleObject62.bin"/><Relationship Id="rId9" Type="http://schemas.openxmlformats.org/officeDocument/2006/relationships/image" Target="../media/image124.wmf"/><Relationship Id="rId14" Type="http://schemas.openxmlformats.org/officeDocument/2006/relationships/image" Target="../media/image26.wmf"/><Relationship Id="rId22" Type="http://schemas.openxmlformats.org/officeDocument/2006/relationships/image" Target="../media/image128.wmf"/></Relationships>
</file>

<file path=ppt/slides/_rels/slide22.xml.rels><?xml version="1.0" encoding="UTF-8" standalone="yes"?>
<Relationships xmlns="http://schemas.openxmlformats.org/package/2006/relationships"><Relationship Id="rId8" Type="http://schemas.openxmlformats.org/officeDocument/2006/relationships/oleObject" Target="../embeddings/oleObject73.bin"/><Relationship Id="rId13" Type="http://schemas.openxmlformats.org/officeDocument/2006/relationships/image" Target="../media/image165.png"/><Relationship Id="rId3" Type="http://schemas.openxmlformats.org/officeDocument/2006/relationships/image" Target="../media/image129.wmf"/><Relationship Id="rId7" Type="http://schemas.openxmlformats.org/officeDocument/2006/relationships/image" Target="../media/image131.wmf"/><Relationship Id="rId12" Type="http://schemas.openxmlformats.org/officeDocument/2006/relationships/customXml" Target="../ink/ink104.xml"/><Relationship Id="rId17" Type="http://schemas.openxmlformats.org/officeDocument/2006/relationships/image" Target="../media/image167.png"/><Relationship Id="rId2" Type="http://schemas.openxmlformats.org/officeDocument/2006/relationships/oleObject" Target="../embeddings/oleObject70.bin"/><Relationship Id="rId16" Type="http://schemas.openxmlformats.org/officeDocument/2006/relationships/customXml" Target="../ink/ink106.xml"/><Relationship Id="rId1" Type="http://schemas.openxmlformats.org/officeDocument/2006/relationships/slideLayout" Target="../slideLayouts/slideLayout7.xml"/><Relationship Id="rId6" Type="http://schemas.openxmlformats.org/officeDocument/2006/relationships/oleObject" Target="../embeddings/oleObject72.bin"/><Relationship Id="rId11" Type="http://schemas.openxmlformats.org/officeDocument/2006/relationships/image" Target="../media/image6.wmf"/><Relationship Id="rId5" Type="http://schemas.openxmlformats.org/officeDocument/2006/relationships/image" Target="../media/image130.wmf"/><Relationship Id="rId15" Type="http://schemas.openxmlformats.org/officeDocument/2006/relationships/image" Target="../media/image166.png"/><Relationship Id="rId10" Type="http://schemas.openxmlformats.org/officeDocument/2006/relationships/oleObject" Target="../embeddings/oleObject74.bin"/><Relationship Id="rId4" Type="http://schemas.openxmlformats.org/officeDocument/2006/relationships/oleObject" Target="../embeddings/oleObject71.bin"/><Relationship Id="rId9" Type="http://schemas.openxmlformats.org/officeDocument/2006/relationships/image" Target="../media/image132.wmf"/><Relationship Id="rId14" Type="http://schemas.openxmlformats.org/officeDocument/2006/relationships/customXml" Target="../ink/ink105.xml"/></Relationships>
</file>

<file path=ppt/slides/_rels/slide23.xml.rels><?xml version="1.0" encoding="UTF-8" standalone="yes"?>
<Relationships xmlns="http://schemas.openxmlformats.org/package/2006/relationships"><Relationship Id="rId8" Type="http://schemas.openxmlformats.org/officeDocument/2006/relationships/oleObject" Target="../embeddings/oleObject78.bin"/><Relationship Id="rId13" Type="http://schemas.openxmlformats.org/officeDocument/2006/relationships/image" Target="../media/image138.wmf"/><Relationship Id="rId18" Type="http://schemas.openxmlformats.org/officeDocument/2006/relationships/customXml" Target="../ink/ink108.xml"/><Relationship Id="rId3" Type="http://schemas.openxmlformats.org/officeDocument/2006/relationships/image" Target="../media/image133.wmf"/><Relationship Id="rId7" Type="http://schemas.openxmlformats.org/officeDocument/2006/relationships/image" Target="../media/image135.wmf"/><Relationship Id="rId12" Type="http://schemas.openxmlformats.org/officeDocument/2006/relationships/oleObject" Target="../embeddings/oleObject80.bin"/><Relationship Id="rId17" Type="http://schemas.openxmlformats.org/officeDocument/2006/relationships/image" Target="../media/image175.png"/><Relationship Id="rId2" Type="http://schemas.openxmlformats.org/officeDocument/2006/relationships/oleObject" Target="../embeddings/oleObject75.bin"/><Relationship Id="rId16" Type="http://schemas.openxmlformats.org/officeDocument/2006/relationships/customXml" Target="../ink/ink107.xml"/><Relationship Id="rId1" Type="http://schemas.openxmlformats.org/officeDocument/2006/relationships/slideLayout" Target="../slideLayouts/slideLayout7.xml"/><Relationship Id="rId6" Type="http://schemas.openxmlformats.org/officeDocument/2006/relationships/oleObject" Target="../embeddings/oleObject77.bin"/><Relationship Id="rId11" Type="http://schemas.openxmlformats.org/officeDocument/2006/relationships/image" Target="../media/image137.wmf"/><Relationship Id="rId5" Type="http://schemas.openxmlformats.org/officeDocument/2006/relationships/image" Target="../media/image134.wmf"/><Relationship Id="rId15" Type="http://schemas.openxmlformats.org/officeDocument/2006/relationships/image" Target="../media/image139.wmf"/><Relationship Id="rId10" Type="http://schemas.openxmlformats.org/officeDocument/2006/relationships/oleObject" Target="../embeddings/oleObject79.bin"/><Relationship Id="rId19" Type="http://schemas.openxmlformats.org/officeDocument/2006/relationships/image" Target="../media/image176.png"/><Relationship Id="rId4" Type="http://schemas.openxmlformats.org/officeDocument/2006/relationships/oleObject" Target="../embeddings/oleObject76.bin"/><Relationship Id="rId9" Type="http://schemas.openxmlformats.org/officeDocument/2006/relationships/image" Target="../media/image136.wmf"/><Relationship Id="rId14" Type="http://schemas.openxmlformats.org/officeDocument/2006/relationships/oleObject" Target="../embeddings/oleObject81.bin"/></Relationships>
</file>

<file path=ppt/slides/_rels/slide24.xml.rels><?xml version="1.0" encoding="UTF-8" standalone="yes"?>
<Relationships xmlns="http://schemas.openxmlformats.org/package/2006/relationships"><Relationship Id="rId8" Type="http://schemas.openxmlformats.org/officeDocument/2006/relationships/customXml" Target="../ink/ink110.xml"/><Relationship Id="rId13" Type="http://schemas.openxmlformats.org/officeDocument/2006/relationships/image" Target="../media/image182.png"/><Relationship Id="rId18" Type="http://schemas.openxmlformats.org/officeDocument/2006/relationships/customXml" Target="../ink/ink115.xml"/><Relationship Id="rId3" Type="http://schemas.openxmlformats.org/officeDocument/2006/relationships/image" Target="../media/image140.wmf"/><Relationship Id="rId21" Type="http://schemas.openxmlformats.org/officeDocument/2006/relationships/image" Target="../media/image186.png"/><Relationship Id="rId7" Type="http://schemas.openxmlformats.org/officeDocument/2006/relationships/image" Target="../media/image179.png"/><Relationship Id="rId12" Type="http://schemas.openxmlformats.org/officeDocument/2006/relationships/customXml" Target="../ink/ink112.xml"/><Relationship Id="rId17" Type="http://schemas.openxmlformats.org/officeDocument/2006/relationships/image" Target="../media/image184.png"/><Relationship Id="rId2" Type="http://schemas.openxmlformats.org/officeDocument/2006/relationships/oleObject" Target="../embeddings/oleObject82.bin"/><Relationship Id="rId16" Type="http://schemas.openxmlformats.org/officeDocument/2006/relationships/customXml" Target="../ink/ink114.xml"/><Relationship Id="rId20" Type="http://schemas.openxmlformats.org/officeDocument/2006/relationships/customXml" Target="../ink/ink116.xml"/><Relationship Id="rId1" Type="http://schemas.openxmlformats.org/officeDocument/2006/relationships/slideLayout" Target="../slideLayouts/slideLayout2.xml"/><Relationship Id="rId6" Type="http://schemas.openxmlformats.org/officeDocument/2006/relationships/customXml" Target="../ink/ink109.xml"/><Relationship Id="rId11" Type="http://schemas.openxmlformats.org/officeDocument/2006/relationships/image" Target="../media/image181.png"/><Relationship Id="rId5" Type="http://schemas.openxmlformats.org/officeDocument/2006/relationships/image" Target="../media/image141.wmf"/><Relationship Id="rId15" Type="http://schemas.openxmlformats.org/officeDocument/2006/relationships/image" Target="../media/image183.png"/><Relationship Id="rId23" Type="http://schemas.openxmlformats.org/officeDocument/2006/relationships/image" Target="../media/image187.png"/><Relationship Id="rId10" Type="http://schemas.openxmlformats.org/officeDocument/2006/relationships/customXml" Target="../ink/ink111.xml"/><Relationship Id="rId19" Type="http://schemas.openxmlformats.org/officeDocument/2006/relationships/image" Target="../media/image185.png"/><Relationship Id="rId4" Type="http://schemas.openxmlformats.org/officeDocument/2006/relationships/oleObject" Target="../embeddings/oleObject83.bin"/><Relationship Id="rId9" Type="http://schemas.openxmlformats.org/officeDocument/2006/relationships/image" Target="../media/image180.png"/><Relationship Id="rId14" Type="http://schemas.openxmlformats.org/officeDocument/2006/relationships/customXml" Target="../ink/ink113.xml"/><Relationship Id="rId22" Type="http://schemas.openxmlformats.org/officeDocument/2006/relationships/customXml" Target="../ink/ink117.xml"/></Relationships>
</file>

<file path=ppt/slides/_rels/slide25.xml.rels><?xml version="1.0" encoding="UTF-8" standalone="yes"?>
<Relationships xmlns="http://schemas.openxmlformats.org/package/2006/relationships"><Relationship Id="rId8" Type="http://schemas.openxmlformats.org/officeDocument/2006/relationships/image" Target="../media/image27.wmf"/><Relationship Id="rId13" Type="http://schemas.openxmlformats.org/officeDocument/2006/relationships/oleObject" Target="../embeddings/oleObject89.bin"/><Relationship Id="rId18" Type="http://schemas.openxmlformats.org/officeDocument/2006/relationships/image" Target="../media/image146.wmf"/><Relationship Id="rId26" Type="http://schemas.openxmlformats.org/officeDocument/2006/relationships/image" Target="../media/image196.png"/><Relationship Id="rId3" Type="http://schemas.openxmlformats.org/officeDocument/2006/relationships/oleObject" Target="../embeddings/oleObject84.bin"/><Relationship Id="rId21" Type="http://schemas.openxmlformats.org/officeDocument/2006/relationships/oleObject" Target="../embeddings/oleObject93.bin"/><Relationship Id="rId7" Type="http://schemas.openxmlformats.org/officeDocument/2006/relationships/oleObject" Target="../embeddings/oleObject86.bin"/><Relationship Id="rId12" Type="http://schemas.openxmlformats.org/officeDocument/2006/relationships/image" Target="../media/image143.wmf"/><Relationship Id="rId17" Type="http://schemas.openxmlformats.org/officeDocument/2006/relationships/oleObject" Target="../embeddings/oleObject91.bin"/><Relationship Id="rId25" Type="http://schemas.openxmlformats.org/officeDocument/2006/relationships/customXml" Target="../ink/ink118.xml"/><Relationship Id="rId2" Type="http://schemas.openxmlformats.org/officeDocument/2006/relationships/notesSlide" Target="../notesSlides/notesSlide4.xml"/><Relationship Id="rId16" Type="http://schemas.openxmlformats.org/officeDocument/2006/relationships/image" Target="../media/image145.wmf"/><Relationship Id="rId20" Type="http://schemas.openxmlformats.org/officeDocument/2006/relationships/image" Target="../media/image147.wmf"/><Relationship Id="rId29" Type="http://schemas.openxmlformats.org/officeDocument/2006/relationships/customXml" Target="../ink/ink120.xml"/><Relationship Id="rId1" Type="http://schemas.openxmlformats.org/officeDocument/2006/relationships/slideLayout" Target="../slideLayouts/slideLayout2.xml"/><Relationship Id="rId6" Type="http://schemas.openxmlformats.org/officeDocument/2006/relationships/image" Target="../media/image26.wmf"/><Relationship Id="rId11" Type="http://schemas.openxmlformats.org/officeDocument/2006/relationships/oleObject" Target="../embeddings/oleObject88.bin"/><Relationship Id="rId24" Type="http://schemas.openxmlformats.org/officeDocument/2006/relationships/image" Target="../media/image149.wmf"/><Relationship Id="rId32" Type="http://schemas.openxmlformats.org/officeDocument/2006/relationships/image" Target="../media/image199.png"/><Relationship Id="rId5" Type="http://schemas.openxmlformats.org/officeDocument/2006/relationships/oleObject" Target="../embeddings/oleObject85.bin"/><Relationship Id="rId15" Type="http://schemas.openxmlformats.org/officeDocument/2006/relationships/oleObject" Target="../embeddings/oleObject90.bin"/><Relationship Id="rId23" Type="http://schemas.openxmlformats.org/officeDocument/2006/relationships/oleObject" Target="../embeddings/oleObject94.bin"/><Relationship Id="rId28" Type="http://schemas.openxmlformats.org/officeDocument/2006/relationships/image" Target="../media/image197.png"/><Relationship Id="rId10" Type="http://schemas.openxmlformats.org/officeDocument/2006/relationships/image" Target="../media/image28.wmf"/><Relationship Id="rId19" Type="http://schemas.openxmlformats.org/officeDocument/2006/relationships/oleObject" Target="../embeddings/oleObject92.bin"/><Relationship Id="rId31" Type="http://schemas.openxmlformats.org/officeDocument/2006/relationships/customXml" Target="../ink/ink121.xml"/><Relationship Id="rId4" Type="http://schemas.openxmlformats.org/officeDocument/2006/relationships/image" Target="../media/image142.wmf"/><Relationship Id="rId9" Type="http://schemas.openxmlformats.org/officeDocument/2006/relationships/oleObject" Target="../embeddings/oleObject87.bin"/><Relationship Id="rId14" Type="http://schemas.openxmlformats.org/officeDocument/2006/relationships/image" Target="../media/image144.wmf"/><Relationship Id="rId22" Type="http://schemas.openxmlformats.org/officeDocument/2006/relationships/image" Target="../media/image148.wmf"/><Relationship Id="rId27" Type="http://schemas.openxmlformats.org/officeDocument/2006/relationships/customXml" Target="../ink/ink119.xml"/><Relationship Id="rId30" Type="http://schemas.openxmlformats.org/officeDocument/2006/relationships/image" Target="../media/image198.png"/></Relationships>
</file>

<file path=ppt/slides/_rels/slide26.xml.rels><?xml version="1.0" encoding="UTF-8" standalone="yes"?>
<Relationships xmlns="http://schemas.openxmlformats.org/package/2006/relationships"><Relationship Id="rId8" Type="http://schemas.openxmlformats.org/officeDocument/2006/relationships/oleObject" Target="../embeddings/oleObject98.bin"/><Relationship Id="rId13" Type="http://schemas.openxmlformats.org/officeDocument/2006/relationships/image" Target="../media/image151.wmf"/><Relationship Id="rId18" Type="http://schemas.openxmlformats.org/officeDocument/2006/relationships/oleObject" Target="../embeddings/oleObject103.bin"/><Relationship Id="rId26" Type="http://schemas.openxmlformats.org/officeDocument/2006/relationships/customXml" Target="../ink/ink122.xml"/><Relationship Id="rId3" Type="http://schemas.openxmlformats.org/officeDocument/2006/relationships/image" Target="../media/image150.wmf"/><Relationship Id="rId21" Type="http://schemas.openxmlformats.org/officeDocument/2006/relationships/image" Target="../media/image153.wmf"/><Relationship Id="rId7" Type="http://schemas.openxmlformats.org/officeDocument/2006/relationships/image" Target="../media/image27.wmf"/><Relationship Id="rId12" Type="http://schemas.openxmlformats.org/officeDocument/2006/relationships/oleObject" Target="../embeddings/oleObject100.bin"/><Relationship Id="rId17" Type="http://schemas.openxmlformats.org/officeDocument/2006/relationships/image" Target="../media/image146.wmf"/><Relationship Id="rId25" Type="http://schemas.openxmlformats.org/officeDocument/2006/relationships/image" Target="../media/image155.wmf"/><Relationship Id="rId2" Type="http://schemas.openxmlformats.org/officeDocument/2006/relationships/oleObject" Target="../embeddings/oleObject95.bin"/><Relationship Id="rId16" Type="http://schemas.openxmlformats.org/officeDocument/2006/relationships/oleObject" Target="../embeddings/oleObject102.bin"/><Relationship Id="rId20" Type="http://schemas.openxmlformats.org/officeDocument/2006/relationships/oleObject" Target="../embeddings/oleObject104.bin"/><Relationship Id="rId1" Type="http://schemas.openxmlformats.org/officeDocument/2006/relationships/slideLayout" Target="../slideLayouts/slideLayout2.xml"/><Relationship Id="rId6" Type="http://schemas.openxmlformats.org/officeDocument/2006/relationships/oleObject" Target="../embeddings/oleObject97.bin"/><Relationship Id="rId11" Type="http://schemas.openxmlformats.org/officeDocument/2006/relationships/image" Target="../media/image143.wmf"/><Relationship Id="rId24" Type="http://schemas.openxmlformats.org/officeDocument/2006/relationships/oleObject" Target="../embeddings/oleObject106.bin"/><Relationship Id="rId5" Type="http://schemas.openxmlformats.org/officeDocument/2006/relationships/image" Target="../media/image26.wmf"/><Relationship Id="rId15" Type="http://schemas.openxmlformats.org/officeDocument/2006/relationships/image" Target="../media/image145.wmf"/><Relationship Id="rId23" Type="http://schemas.openxmlformats.org/officeDocument/2006/relationships/image" Target="../media/image154.wmf"/><Relationship Id="rId10" Type="http://schemas.openxmlformats.org/officeDocument/2006/relationships/oleObject" Target="../embeddings/oleObject99.bin"/><Relationship Id="rId19" Type="http://schemas.openxmlformats.org/officeDocument/2006/relationships/image" Target="../media/image152.wmf"/><Relationship Id="rId4" Type="http://schemas.openxmlformats.org/officeDocument/2006/relationships/oleObject" Target="../embeddings/oleObject96.bin"/><Relationship Id="rId9" Type="http://schemas.openxmlformats.org/officeDocument/2006/relationships/image" Target="../media/image28.wmf"/><Relationship Id="rId14" Type="http://schemas.openxmlformats.org/officeDocument/2006/relationships/oleObject" Target="../embeddings/oleObject101.bin"/><Relationship Id="rId22" Type="http://schemas.openxmlformats.org/officeDocument/2006/relationships/oleObject" Target="../embeddings/oleObject105.bin"/><Relationship Id="rId27" Type="http://schemas.openxmlformats.org/officeDocument/2006/relationships/image" Target="../media/image206.png"/></Relationships>
</file>

<file path=ppt/slides/_rels/slide27.xml.rels><?xml version="1.0" encoding="UTF-8" standalone="yes"?>
<Relationships xmlns="http://schemas.openxmlformats.org/package/2006/relationships"><Relationship Id="rId13" Type="http://schemas.openxmlformats.org/officeDocument/2006/relationships/image" Target="../media/image161.wmf"/><Relationship Id="rId18" Type="http://schemas.openxmlformats.org/officeDocument/2006/relationships/customXml" Target="../ink/ink123.xml"/><Relationship Id="rId26" Type="http://schemas.openxmlformats.org/officeDocument/2006/relationships/customXml" Target="../ink/ink127.xml"/><Relationship Id="rId39" Type="http://schemas.openxmlformats.org/officeDocument/2006/relationships/image" Target="../media/image225.png"/><Relationship Id="rId21" Type="http://schemas.openxmlformats.org/officeDocument/2006/relationships/image" Target="../media/image216.png"/><Relationship Id="rId34" Type="http://schemas.openxmlformats.org/officeDocument/2006/relationships/customXml" Target="../ink/ink131.xml"/><Relationship Id="rId42" Type="http://schemas.openxmlformats.org/officeDocument/2006/relationships/customXml" Target="../ink/ink135.xml"/><Relationship Id="rId47" Type="http://schemas.openxmlformats.org/officeDocument/2006/relationships/image" Target="../media/image229.png"/><Relationship Id="rId7" Type="http://schemas.openxmlformats.org/officeDocument/2006/relationships/image" Target="../media/image158.wmf"/><Relationship Id="rId2" Type="http://schemas.openxmlformats.org/officeDocument/2006/relationships/oleObject" Target="../embeddings/oleObject107.bin"/><Relationship Id="rId16" Type="http://schemas.openxmlformats.org/officeDocument/2006/relationships/oleObject" Target="../embeddings/oleObject114.bin"/><Relationship Id="rId29" Type="http://schemas.openxmlformats.org/officeDocument/2006/relationships/image" Target="../media/image220.png"/><Relationship Id="rId1" Type="http://schemas.openxmlformats.org/officeDocument/2006/relationships/slideLayout" Target="../slideLayouts/slideLayout2.xml"/><Relationship Id="rId6" Type="http://schemas.openxmlformats.org/officeDocument/2006/relationships/oleObject" Target="../embeddings/oleObject109.bin"/><Relationship Id="rId11" Type="http://schemas.openxmlformats.org/officeDocument/2006/relationships/image" Target="../media/image160.wmf"/><Relationship Id="rId24" Type="http://schemas.openxmlformats.org/officeDocument/2006/relationships/customXml" Target="../ink/ink126.xml"/><Relationship Id="rId32" Type="http://schemas.openxmlformats.org/officeDocument/2006/relationships/customXml" Target="../ink/ink130.xml"/><Relationship Id="rId37" Type="http://schemas.openxmlformats.org/officeDocument/2006/relationships/image" Target="../media/image224.png"/><Relationship Id="rId40" Type="http://schemas.openxmlformats.org/officeDocument/2006/relationships/customXml" Target="../ink/ink134.xml"/><Relationship Id="rId45" Type="http://schemas.openxmlformats.org/officeDocument/2006/relationships/image" Target="../media/image228.png"/><Relationship Id="rId5" Type="http://schemas.openxmlformats.org/officeDocument/2006/relationships/image" Target="../media/image157.wmf"/><Relationship Id="rId15" Type="http://schemas.openxmlformats.org/officeDocument/2006/relationships/image" Target="../media/image162.wmf"/><Relationship Id="rId23" Type="http://schemas.openxmlformats.org/officeDocument/2006/relationships/image" Target="../media/image217.png"/><Relationship Id="rId28" Type="http://schemas.openxmlformats.org/officeDocument/2006/relationships/customXml" Target="../ink/ink128.xml"/><Relationship Id="rId36" Type="http://schemas.openxmlformats.org/officeDocument/2006/relationships/customXml" Target="../ink/ink132.xml"/><Relationship Id="rId10" Type="http://schemas.openxmlformats.org/officeDocument/2006/relationships/oleObject" Target="../embeddings/oleObject111.bin"/><Relationship Id="rId19" Type="http://schemas.openxmlformats.org/officeDocument/2006/relationships/image" Target="../media/image215.png"/><Relationship Id="rId31" Type="http://schemas.openxmlformats.org/officeDocument/2006/relationships/image" Target="../media/image221.png"/><Relationship Id="rId44" Type="http://schemas.openxmlformats.org/officeDocument/2006/relationships/customXml" Target="../ink/ink136.xml"/><Relationship Id="rId4" Type="http://schemas.openxmlformats.org/officeDocument/2006/relationships/oleObject" Target="../embeddings/oleObject108.bin"/><Relationship Id="rId9" Type="http://schemas.openxmlformats.org/officeDocument/2006/relationships/image" Target="../media/image159.wmf"/><Relationship Id="rId14" Type="http://schemas.openxmlformats.org/officeDocument/2006/relationships/oleObject" Target="../embeddings/oleObject113.bin"/><Relationship Id="rId22" Type="http://schemas.openxmlformats.org/officeDocument/2006/relationships/customXml" Target="../ink/ink125.xml"/><Relationship Id="rId27" Type="http://schemas.openxmlformats.org/officeDocument/2006/relationships/image" Target="../media/image219.png"/><Relationship Id="rId30" Type="http://schemas.openxmlformats.org/officeDocument/2006/relationships/customXml" Target="../ink/ink129.xml"/><Relationship Id="rId35" Type="http://schemas.openxmlformats.org/officeDocument/2006/relationships/image" Target="../media/image223.png"/><Relationship Id="rId43" Type="http://schemas.openxmlformats.org/officeDocument/2006/relationships/image" Target="../media/image227.png"/><Relationship Id="rId8" Type="http://schemas.openxmlformats.org/officeDocument/2006/relationships/oleObject" Target="../embeddings/oleObject110.bin"/><Relationship Id="rId3" Type="http://schemas.openxmlformats.org/officeDocument/2006/relationships/image" Target="../media/image156.wmf"/><Relationship Id="rId12" Type="http://schemas.openxmlformats.org/officeDocument/2006/relationships/oleObject" Target="../embeddings/oleObject112.bin"/><Relationship Id="rId17" Type="http://schemas.openxmlformats.org/officeDocument/2006/relationships/image" Target="../media/image163.wmf"/><Relationship Id="rId25" Type="http://schemas.openxmlformats.org/officeDocument/2006/relationships/image" Target="../media/image218.png"/><Relationship Id="rId33" Type="http://schemas.openxmlformats.org/officeDocument/2006/relationships/image" Target="../media/image222.png"/><Relationship Id="rId38" Type="http://schemas.openxmlformats.org/officeDocument/2006/relationships/customXml" Target="../ink/ink133.xml"/><Relationship Id="rId46" Type="http://schemas.openxmlformats.org/officeDocument/2006/relationships/customXml" Target="../ink/ink137.xml"/><Relationship Id="rId20" Type="http://schemas.openxmlformats.org/officeDocument/2006/relationships/customXml" Target="../ink/ink124.xml"/><Relationship Id="rId41" Type="http://schemas.openxmlformats.org/officeDocument/2006/relationships/image" Target="../media/image226.png"/></Relationships>
</file>

<file path=ppt/slides/_rels/slide28.xml.rels><?xml version="1.0" encoding="UTF-8" standalone="yes"?>
<Relationships xmlns="http://schemas.openxmlformats.org/package/2006/relationships"><Relationship Id="rId8" Type="http://schemas.openxmlformats.org/officeDocument/2006/relationships/oleObject" Target="../embeddings/oleObject115.bin"/><Relationship Id="rId13" Type="http://schemas.openxmlformats.org/officeDocument/2006/relationships/image" Target="../media/image165.wmf"/><Relationship Id="rId18" Type="http://schemas.openxmlformats.org/officeDocument/2006/relationships/oleObject" Target="../embeddings/oleObject120.bin"/><Relationship Id="rId26" Type="http://schemas.openxmlformats.org/officeDocument/2006/relationships/customXml" Target="../ink/ink141.xml"/><Relationship Id="rId3" Type="http://schemas.openxmlformats.org/officeDocument/2006/relationships/image" Target="../media/image26.wmf"/><Relationship Id="rId21" Type="http://schemas.openxmlformats.org/officeDocument/2006/relationships/image" Target="../media/image235.png"/><Relationship Id="rId7" Type="http://schemas.openxmlformats.org/officeDocument/2006/relationships/image" Target="../media/image28.wmf"/><Relationship Id="rId12" Type="http://schemas.openxmlformats.org/officeDocument/2006/relationships/oleObject" Target="../embeddings/oleObject117.bin"/><Relationship Id="rId17" Type="http://schemas.openxmlformats.org/officeDocument/2006/relationships/image" Target="../media/image167.wmf"/><Relationship Id="rId25" Type="http://schemas.openxmlformats.org/officeDocument/2006/relationships/image" Target="../media/image237.png"/><Relationship Id="rId2" Type="http://schemas.openxmlformats.org/officeDocument/2006/relationships/oleObject" Target="../embeddings/oleObject19.bin"/><Relationship Id="rId16" Type="http://schemas.openxmlformats.org/officeDocument/2006/relationships/oleObject" Target="../embeddings/oleObject119.bin"/><Relationship Id="rId20" Type="http://schemas.openxmlformats.org/officeDocument/2006/relationships/customXml" Target="../ink/ink138.xml"/><Relationship Id="rId1" Type="http://schemas.openxmlformats.org/officeDocument/2006/relationships/slideLayout" Target="../slideLayouts/slideLayout2.xml"/><Relationship Id="rId6" Type="http://schemas.openxmlformats.org/officeDocument/2006/relationships/oleObject" Target="../embeddings/oleObject21.bin"/><Relationship Id="rId11" Type="http://schemas.openxmlformats.org/officeDocument/2006/relationships/image" Target="../media/image164.wmf"/><Relationship Id="rId24" Type="http://schemas.openxmlformats.org/officeDocument/2006/relationships/customXml" Target="../ink/ink140.xml"/><Relationship Id="rId5" Type="http://schemas.openxmlformats.org/officeDocument/2006/relationships/image" Target="../media/image27.wmf"/><Relationship Id="rId15" Type="http://schemas.openxmlformats.org/officeDocument/2006/relationships/image" Target="../media/image166.wmf"/><Relationship Id="rId23" Type="http://schemas.openxmlformats.org/officeDocument/2006/relationships/image" Target="../media/image236.png"/><Relationship Id="rId10" Type="http://schemas.openxmlformats.org/officeDocument/2006/relationships/oleObject" Target="../embeddings/oleObject116.bin"/><Relationship Id="rId19" Type="http://schemas.openxmlformats.org/officeDocument/2006/relationships/image" Target="../media/image168.wmf"/><Relationship Id="rId4" Type="http://schemas.openxmlformats.org/officeDocument/2006/relationships/oleObject" Target="../embeddings/oleObject20.bin"/><Relationship Id="rId9" Type="http://schemas.openxmlformats.org/officeDocument/2006/relationships/image" Target="../media/image143.wmf"/><Relationship Id="rId14" Type="http://schemas.openxmlformats.org/officeDocument/2006/relationships/oleObject" Target="../embeddings/oleObject118.bin"/><Relationship Id="rId22" Type="http://schemas.openxmlformats.org/officeDocument/2006/relationships/customXml" Target="../ink/ink139.xml"/><Relationship Id="rId27" Type="http://schemas.openxmlformats.org/officeDocument/2006/relationships/image" Target="../media/image51.png"/></Relationships>
</file>

<file path=ppt/slides/_rels/slide29.xml.rels><?xml version="1.0" encoding="UTF-8" standalone="yes"?>
<Relationships xmlns="http://schemas.openxmlformats.org/package/2006/relationships"><Relationship Id="rId8" Type="http://schemas.openxmlformats.org/officeDocument/2006/relationships/customXml" Target="../ink/ink145.xml"/><Relationship Id="rId3" Type="http://schemas.openxmlformats.org/officeDocument/2006/relationships/image" Target="../media/image238.png"/><Relationship Id="rId7" Type="http://schemas.openxmlformats.org/officeDocument/2006/relationships/image" Target="../media/image240.png"/><Relationship Id="rId2" Type="http://schemas.openxmlformats.org/officeDocument/2006/relationships/customXml" Target="../ink/ink142.xml"/><Relationship Id="rId1" Type="http://schemas.openxmlformats.org/officeDocument/2006/relationships/slideLayout" Target="../slideLayouts/slideLayout2.xml"/><Relationship Id="rId6" Type="http://schemas.openxmlformats.org/officeDocument/2006/relationships/customXml" Target="../ink/ink144.xml"/><Relationship Id="rId5" Type="http://schemas.openxmlformats.org/officeDocument/2006/relationships/image" Target="../media/image239.png"/><Relationship Id="rId4" Type="http://schemas.openxmlformats.org/officeDocument/2006/relationships/customXml" Target="../ink/ink143.xml"/><Relationship Id="rId9" Type="http://schemas.openxmlformats.org/officeDocument/2006/relationships/image" Target="../media/image241.png"/></Relationships>
</file>

<file path=ppt/slides/_rels/slide30.xml.rels><?xml version="1.0" encoding="UTF-8" standalone="yes"?>
<Relationships xmlns="http://schemas.openxmlformats.org/package/2006/relationships"><Relationship Id="rId8" Type="http://schemas.openxmlformats.org/officeDocument/2006/relationships/oleObject" Target="../embeddings/oleObject115.bin"/><Relationship Id="rId13" Type="http://schemas.openxmlformats.org/officeDocument/2006/relationships/image" Target="../media/image170.wmf"/><Relationship Id="rId3" Type="http://schemas.openxmlformats.org/officeDocument/2006/relationships/image" Target="../media/image26.wmf"/><Relationship Id="rId7" Type="http://schemas.openxmlformats.org/officeDocument/2006/relationships/image" Target="../media/image28.wmf"/><Relationship Id="rId12" Type="http://schemas.openxmlformats.org/officeDocument/2006/relationships/oleObject" Target="../embeddings/oleObject122.bin"/><Relationship Id="rId2" Type="http://schemas.openxmlformats.org/officeDocument/2006/relationships/oleObject" Target="../embeddings/oleObject19.bin"/><Relationship Id="rId1" Type="http://schemas.openxmlformats.org/officeDocument/2006/relationships/slideLayout" Target="../slideLayouts/slideLayout2.xml"/><Relationship Id="rId6" Type="http://schemas.openxmlformats.org/officeDocument/2006/relationships/oleObject" Target="../embeddings/oleObject21.bin"/><Relationship Id="rId11" Type="http://schemas.openxmlformats.org/officeDocument/2006/relationships/image" Target="../media/image169.wmf"/><Relationship Id="rId5" Type="http://schemas.openxmlformats.org/officeDocument/2006/relationships/image" Target="../media/image27.wmf"/><Relationship Id="rId10" Type="http://schemas.openxmlformats.org/officeDocument/2006/relationships/oleObject" Target="../embeddings/oleObject121.bin"/><Relationship Id="rId4" Type="http://schemas.openxmlformats.org/officeDocument/2006/relationships/oleObject" Target="../embeddings/oleObject20.bin"/><Relationship Id="rId9" Type="http://schemas.openxmlformats.org/officeDocument/2006/relationships/image" Target="../media/image143.wmf"/></Relationships>
</file>

<file path=ppt/slides/_rels/slide31.xml.rels><?xml version="1.0" encoding="UTF-8" standalone="yes"?>
<Relationships xmlns="http://schemas.openxmlformats.org/package/2006/relationships"><Relationship Id="rId8" Type="http://schemas.openxmlformats.org/officeDocument/2006/relationships/image" Target="../media/image13.wmf"/><Relationship Id="rId13" Type="http://schemas.openxmlformats.org/officeDocument/2006/relationships/customXml" Target="../ink/ink148.xml"/><Relationship Id="rId3" Type="http://schemas.openxmlformats.org/officeDocument/2006/relationships/oleObject" Target="../embeddings/oleObject12.bin"/><Relationship Id="rId7" Type="http://schemas.openxmlformats.org/officeDocument/2006/relationships/oleObject" Target="../embeddings/oleObject124.bin"/><Relationship Id="rId12" Type="http://schemas.openxmlformats.org/officeDocument/2006/relationships/image" Target="../media/image245.png"/><Relationship Id="rId2" Type="http://schemas.openxmlformats.org/officeDocument/2006/relationships/notesSlide" Target="../notesSlides/notesSlide5.xml"/><Relationship Id="rId16" Type="http://schemas.openxmlformats.org/officeDocument/2006/relationships/image" Target="../media/image247.png"/><Relationship Id="rId1" Type="http://schemas.openxmlformats.org/officeDocument/2006/relationships/slideLayout" Target="../slideLayouts/slideLayout7.xml"/><Relationship Id="rId6" Type="http://schemas.openxmlformats.org/officeDocument/2006/relationships/image" Target="../media/image12.wmf"/><Relationship Id="rId11" Type="http://schemas.openxmlformats.org/officeDocument/2006/relationships/customXml" Target="../ink/ink147.xml"/><Relationship Id="rId5" Type="http://schemas.openxmlformats.org/officeDocument/2006/relationships/oleObject" Target="../embeddings/oleObject123.bin"/><Relationship Id="rId15" Type="http://schemas.openxmlformats.org/officeDocument/2006/relationships/customXml" Target="../ink/ink149.xml"/><Relationship Id="rId10" Type="http://schemas.openxmlformats.org/officeDocument/2006/relationships/image" Target="../media/image244.png"/><Relationship Id="rId4" Type="http://schemas.openxmlformats.org/officeDocument/2006/relationships/image" Target="../media/image11.wmf"/><Relationship Id="rId9" Type="http://schemas.openxmlformats.org/officeDocument/2006/relationships/customXml" Target="../ink/ink146.xml"/><Relationship Id="rId14" Type="http://schemas.openxmlformats.org/officeDocument/2006/relationships/image" Target="../media/image246.png"/></Relationships>
</file>

<file path=ppt/slides/_rels/slide32.xml.rels><?xml version="1.0" encoding="UTF-8" standalone="yes"?>
<Relationships xmlns="http://schemas.openxmlformats.org/package/2006/relationships"><Relationship Id="rId8" Type="http://schemas.openxmlformats.org/officeDocument/2006/relationships/image" Target="../media/image250.png"/><Relationship Id="rId3" Type="http://schemas.openxmlformats.org/officeDocument/2006/relationships/customXml" Target="../ink/ink150.xml"/><Relationship Id="rId7" Type="http://schemas.openxmlformats.org/officeDocument/2006/relationships/customXml" Target="../ink/ink152.xml"/><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249.png"/><Relationship Id="rId5" Type="http://schemas.openxmlformats.org/officeDocument/2006/relationships/customXml" Target="../ink/ink151.xml"/><Relationship Id="rId4" Type="http://schemas.openxmlformats.org/officeDocument/2006/relationships/image" Target="../media/image248.png"/></Relationships>
</file>

<file path=ppt/slides/_rels/slide33.xml.rels><?xml version="1.0" encoding="UTF-8" standalone="yes"?>
<Relationships xmlns="http://schemas.openxmlformats.org/package/2006/relationships"><Relationship Id="rId26" Type="http://schemas.openxmlformats.org/officeDocument/2006/relationships/image" Target="../media/image188.png"/><Relationship Id="rId21" Type="http://schemas.openxmlformats.org/officeDocument/2006/relationships/customXml" Target="../ink/ink161.xml"/><Relationship Id="rId42" Type="http://schemas.openxmlformats.org/officeDocument/2006/relationships/image" Target="../media/image200.png"/><Relationship Id="rId47" Type="http://schemas.openxmlformats.org/officeDocument/2006/relationships/customXml" Target="../ink/ink174.xml"/><Relationship Id="rId63" Type="http://schemas.openxmlformats.org/officeDocument/2006/relationships/customXml" Target="../ink/ink182.xml"/><Relationship Id="rId68" Type="http://schemas.openxmlformats.org/officeDocument/2006/relationships/image" Target="../media/image214.png"/><Relationship Id="rId16" Type="http://schemas.openxmlformats.org/officeDocument/2006/relationships/customXml" Target="../ink/ink158.xml"/><Relationship Id="rId11" Type="http://schemas.openxmlformats.org/officeDocument/2006/relationships/image" Target="../media/image253.png"/><Relationship Id="rId32" Type="http://schemas.openxmlformats.org/officeDocument/2006/relationships/image" Target="../media/image191.png"/><Relationship Id="rId37" Type="http://schemas.openxmlformats.org/officeDocument/2006/relationships/customXml" Target="../ink/ink169.xml"/><Relationship Id="rId53" Type="http://schemas.openxmlformats.org/officeDocument/2006/relationships/customXml" Target="../ink/ink177.xml"/><Relationship Id="rId58" Type="http://schemas.openxmlformats.org/officeDocument/2006/relationships/image" Target="../media/image209.png"/><Relationship Id="rId74" Type="http://schemas.openxmlformats.org/officeDocument/2006/relationships/image" Target="../media/image232.png"/><Relationship Id="rId79" Type="http://schemas.openxmlformats.org/officeDocument/2006/relationships/customXml" Target="../ink/ink190.xml"/><Relationship Id="rId5" Type="http://schemas.openxmlformats.org/officeDocument/2006/relationships/oleObject" Target="../embeddings/oleObject126.bin"/><Relationship Id="rId61" Type="http://schemas.openxmlformats.org/officeDocument/2006/relationships/customXml" Target="../ink/ink181.xml"/><Relationship Id="rId82" Type="http://schemas.openxmlformats.org/officeDocument/2006/relationships/image" Target="../media/image243.png"/><Relationship Id="rId19" Type="http://schemas.openxmlformats.org/officeDocument/2006/relationships/image" Target="../media/image174.png"/><Relationship Id="rId14" Type="http://schemas.openxmlformats.org/officeDocument/2006/relationships/customXml" Target="../ink/ink157.xml"/><Relationship Id="rId22" Type="http://schemas.openxmlformats.org/officeDocument/2006/relationships/image" Target="../media/image177.png"/><Relationship Id="rId27" Type="http://schemas.openxmlformats.org/officeDocument/2006/relationships/customXml" Target="../ink/ink164.xml"/><Relationship Id="rId30" Type="http://schemas.openxmlformats.org/officeDocument/2006/relationships/image" Target="../media/image190.png"/><Relationship Id="rId35" Type="http://schemas.openxmlformats.org/officeDocument/2006/relationships/customXml" Target="../ink/ink168.xml"/><Relationship Id="rId43" Type="http://schemas.openxmlformats.org/officeDocument/2006/relationships/customXml" Target="../ink/ink172.xml"/><Relationship Id="rId48" Type="http://schemas.openxmlformats.org/officeDocument/2006/relationships/image" Target="../media/image203.png"/><Relationship Id="rId56" Type="http://schemas.openxmlformats.org/officeDocument/2006/relationships/image" Target="../media/image208.png"/><Relationship Id="rId64" Type="http://schemas.openxmlformats.org/officeDocument/2006/relationships/image" Target="../media/image212.png"/><Relationship Id="rId69" Type="http://schemas.openxmlformats.org/officeDocument/2006/relationships/customXml" Target="../ink/ink185.xml"/><Relationship Id="rId77" Type="http://schemas.openxmlformats.org/officeDocument/2006/relationships/customXml" Target="../ink/ink189.xml"/><Relationship Id="rId8" Type="http://schemas.openxmlformats.org/officeDocument/2006/relationships/image" Target="../media/image51.png"/><Relationship Id="rId51" Type="http://schemas.openxmlformats.org/officeDocument/2006/relationships/customXml" Target="../ink/ink176.xml"/><Relationship Id="rId72" Type="http://schemas.openxmlformats.org/officeDocument/2006/relationships/image" Target="../media/image231.png"/><Relationship Id="rId80" Type="http://schemas.openxmlformats.org/officeDocument/2006/relationships/image" Target="../media/image242.png"/><Relationship Id="rId3" Type="http://schemas.openxmlformats.org/officeDocument/2006/relationships/oleObject" Target="../embeddings/oleObject125.bin"/><Relationship Id="rId12" Type="http://schemas.openxmlformats.org/officeDocument/2006/relationships/customXml" Target="../ink/ink156.xml"/><Relationship Id="rId17" Type="http://schemas.openxmlformats.org/officeDocument/2006/relationships/image" Target="../media/image173.png"/><Relationship Id="rId25" Type="http://schemas.openxmlformats.org/officeDocument/2006/relationships/customXml" Target="../ink/ink163.xml"/><Relationship Id="rId33" Type="http://schemas.openxmlformats.org/officeDocument/2006/relationships/customXml" Target="../ink/ink167.xml"/><Relationship Id="rId38" Type="http://schemas.openxmlformats.org/officeDocument/2006/relationships/image" Target="../media/image194.png"/><Relationship Id="rId46" Type="http://schemas.openxmlformats.org/officeDocument/2006/relationships/image" Target="../media/image202.png"/><Relationship Id="rId59" Type="http://schemas.openxmlformats.org/officeDocument/2006/relationships/customXml" Target="../ink/ink180.xml"/><Relationship Id="rId67" Type="http://schemas.openxmlformats.org/officeDocument/2006/relationships/customXml" Target="../ink/ink184.xml"/><Relationship Id="rId20" Type="http://schemas.openxmlformats.org/officeDocument/2006/relationships/customXml" Target="../ink/ink160.xml"/><Relationship Id="rId41" Type="http://schemas.openxmlformats.org/officeDocument/2006/relationships/customXml" Target="../ink/ink171.xml"/><Relationship Id="rId54" Type="http://schemas.openxmlformats.org/officeDocument/2006/relationships/image" Target="../media/image207.png"/><Relationship Id="rId62" Type="http://schemas.openxmlformats.org/officeDocument/2006/relationships/image" Target="../media/image211.png"/><Relationship Id="rId70" Type="http://schemas.openxmlformats.org/officeDocument/2006/relationships/image" Target="../media/image230.png"/><Relationship Id="rId75" Type="http://schemas.openxmlformats.org/officeDocument/2006/relationships/customXml" Target="../ink/ink188.xml"/><Relationship Id="rId1" Type="http://schemas.openxmlformats.org/officeDocument/2006/relationships/slideLayout" Target="../slideLayouts/slideLayout7.xml"/><Relationship Id="rId6" Type="http://schemas.openxmlformats.org/officeDocument/2006/relationships/image" Target="../media/image172.wmf"/><Relationship Id="rId15" Type="http://schemas.openxmlformats.org/officeDocument/2006/relationships/image" Target="../media/image255.png"/><Relationship Id="rId23" Type="http://schemas.openxmlformats.org/officeDocument/2006/relationships/customXml" Target="../ink/ink162.xml"/><Relationship Id="rId28" Type="http://schemas.openxmlformats.org/officeDocument/2006/relationships/image" Target="../media/image189.png"/><Relationship Id="rId36" Type="http://schemas.openxmlformats.org/officeDocument/2006/relationships/image" Target="../media/image193.png"/><Relationship Id="rId49" Type="http://schemas.openxmlformats.org/officeDocument/2006/relationships/customXml" Target="../ink/ink175.xml"/><Relationship Id="rId57" Type="http://schemas.openxmlformats.org/officeDocument/2006/relationships/customXml" Target="../ink/ink179.xml"/><Relationship Id="rId10" Type="http://schemas.openxmlformats.org/officeDocument/2006/relationships/customXml" Target="../ink/ink155.xml"/><Relationship Id="rId31" Type="http://schemas.openxmlformats.org/officeDocument/2006/relationships/customXml" Target="../ink/ink166.xml"/><Relationship Id="rId44" Type="http://schemas.openxmlformats.org/officeDocument/2006/relationships/image" Target="../media/image201.png"/><Relationship Id="rId52" Type="http://schemas.openxmlformats.org/officeDocument/2006/relationships/image" Target="../media/image205.png"/><Relationship Id="rId60" Type="http://schemas.openxmlformats.org/officeDocument/2006/relationships/image" Target="../media/image210.png"/><Relationship Id="rId65" Type="http://schemas.openxmlformats.org/officeDocument/2006/relationships/customXml" Target="../ink/ink183.xml"/><Relationship Id="rId73" Type="http://schemas.openxmlformats.org/officeDocument/2006/relationships/customXml" Target="../ink/ink187.xml"/><Relationship Id="rId78" Type="http://schemas.openxmlformats.org/officeDocument/2006/relationships/image" Target="../media/image234.png"/><Relationship Id="rId81" Type="http://schemas.openxmlformats.org/officeDocument/2006/relationships/customXml" Target="../ink/ink191.xml"/><Relationship Id="rId4" Type="http://schemas.openxmlformats.org/officeDocument/2006/relationships/image" Target="../media/image171.wmf"/><Relationship Id="rId9" Type="http://schemas.openxmlformats.org/officeDocument/2006/relationships/customXml" Target="../ink/ink154.xml"/><Relationship Id="rId13" Type="http://schemas.openxmlformats.org/officeDocument/2006/relationships/image" Target="../media/image254.png"/><Relationship Id="rId18" Type="http://schemas.openxmlformats.org/officeDocument/2006/relationships/customXml" Target="../ink/ink159.xml"/><Relationship Id="rId39" Type="http://schemas.openxmlformats.org/officeDocument/2006/relationships/customXml" Target="../ink/ink170.xml"/><Relationship Id="rId34" Type="http://schemas.openxmlformats.org/officeDocument/2006/relationships/image" Target="../media/image192.png"/><Relationship Id="rId50" Type="http://schemas.openxmlformats.org/officeDocument/2006/relationships/image" Target="../media/image204.png"/><Relationship Id="rId55" Type="http://schemas.openxmlformats.org/officeDocument/2006/relationships/customXml" Target="../ink/ink178.xml"/><Relationship Id="rId76" Type="http://schemas.openxmlformats.org/officeDocument/2006/relationships/image" Target="../media/image233.png"/><Relationship Id="rId7" Type="http://schemas.openxmlformats.org/officeDocument/2006/relationships/customXml" Target="../ink/ink153.xml"/><Relationship Id="rId71" Type="http://schemas.openxmlformats.org/officeDocument/2006/relationships/customXml" Target="../ink/ink186.xml"/><Relationship Id="rId2" Type="http://schemas.openxmlformats.org/officeDocument/2006/relationships/notesSlide" Target="../notesSlides/notesSlide7.xml"/><Relationship Id="rId29" Type="http://schemas.openxmlformats.org/officeDocument/2006/relationships/customXml" Target="../ink/ink165.xml"/><Relationship Id="rId24" Type="http://schemas.openxmlformats.org/officeDocument/2006/relationships/image" Target="../media/image178.png"/><Relationship Id="rId40" Type="http://schemas.openxmlformats.org/officeDocument/2006/relationships/image" Target="../media/image195.png"/><Relationship Id="rId45" Type="http://schemas.openxmlformats.org/officeDocument/2006/relationships/customXml" Target="../ink/ink173.xml"/><Relationship Id="rId66" Type="http://schemas.openxmlformats.org/officeDocument/2006/relationships/image" Target="../media/image213.png"/></Relationships>
</file>

<file path=ppt/slides/_rels/slide34.xml.rels><?xml version="1.0" encoding="UTF-8" standalone="yes"?>
<Relationships xmlns="http://schemas.openxmlformats.org/package/2006/relationships"><Relationship Id="rId3" Type="http://schemas.openxmlformats.org/officeDocument/2006/relationships/oleObject" Target="../embeddings/oleObject127.bin"/><Relationship Id="rId2" Type="http://schemas.openxmlformats.org/officeDocument/2006/relationships/notesSlide" Target="../notesSlides/notesSlide8.xml"/><Relationship Id="rId1" Type="http://schemas.openxmlformats.org/officeDocument/2006/relationships/slideLayout" Target="../slideLayouts/slideLayout7.xml"/><Relationship Id="rId4" Type="http://schemas.openxmlformats.org/officeDocument/2006/relationships/image" Target="../media/image173.wmf"/></Relationships>
</file>

<file path=ppt/slides/_rels/slide35.xml.rels><?xml version="1.0" encoding="UTF-8" standalone="yes"?>
<Relationships xmlns="http://schemas.openxmlformats.org/package/2006/relationships"><Relationship Id="rId3" Type="http://schemas.openxmlformats.org/officeDocument/2006/relationships/oleObject" Target="../embeddings/oleObject128.bin"/><Relationship Id="rId2" Type="http://schemas.openxmlformats.org/officeDocument/2006/relationships/notesSlide" Target="../notesSlides/notesSlide9.xml"/><Relationship Id="rId1" Type="http://schemas.openxmlformats.org/officeDocument/2006/relationships/slideLayout" Target="../slideLayouts/slideLayout7.xml"/><Relationship Id="rId6" Type="http://schemas.openxmlformats.org/officeDocument/2006/relationships/image" Target="../media/image175.wmf"/><Relationship Id="rId5" Type="http://schemas.openxmlformats.org/officeDocument/2006/relationships/oleObject" Target="../embeddings/oleObject129.bin"/><Relationship Id="rId4" Type="http://schemas.openxmlformats.org/officeDocument/2006/relationships/image" Target="../media/image174.wmf"/></Relationships>
</file>

<file path=ppt/slides/_rels/slide36.xml.rels><?xml version="1.0" encoding="UTF-8" standalone="yes"?>
<Relationships xmlns="http://schemas.openxmlformats.org/package/2006/relationships"><Relationship Id="rId3" Type="http://schemas.openxmlformats.org/officeDocument/2006/relationships/oleObject" Target="../embeddings/oleObject130.bin"/><Relationship Id="rId2" Type="http://schemas.openxmlformats.org/officeDocument/2006/relationships/notesSlide" Target="../notesSlides/notesSlide10.xml"/><Relationship Id="rId1" Type="http://schemas.openxmlformats.org/officeDocument/2006/relationships/slideLayout" Target="../slideLayouts/slideLayout7.xml"/><Relationship Id="rId6" Type="http://schemas.openxmlformats.org/officeDocument/2006/relationships/image" Target="../media/image177.wmf"/><Relationship Id="rId5" Type="http://schemas.openxmlformats.org/officeDocument/2006/relationships/oleObject" Target="../embeddings/oleObject131.bin"/><Relationship Id="rId4" Type="http://schemas.openxmlformats.org/officeDocument/2006/relationships/image" Target="../media/image176.wmf"/></Relationships>
</file>

<file path=ppt/slides/_rels/slide37.xml.rels><?xml version="1.0" encoding="UTF-8" standalone="yes"?>
<Relationships xmlns="http://schemas.openxmlformats.org/package/2006/relationships"><Relationship Id="rId8" Type="http://schemas.openxmlformats.org/officeDocument/2006/relationships/image" Target="../media/image180.wmf"/><Relationship Id="rId3" Type="http://schemas.openxmlformats.org/officeDocument/2006/relationships/oleObject" Target="../embeddings/oleObject132.bin"/><Relationship Id="rId7" Type="http://schemas.openxmlformats.org/officeDocument/2006/relationships/oleObject" Target="../embeddings/oleObject134.bin"/><Relationship Id="rId2" Type="http://schemas.openxmlformats.org/officeDocument/2006/relationships/notesSlide" Target="../notesSlides/notesSlide11.xml"/><Relationship Id="rId1" Type="http://schemas.openxmlformats.org/officeDocument/2006/relationships/slideLayout" Target="../slideLayouts/slideLayout7.xml"/><Relationship Id="rId6" Type="http://schemas.openxmlformats.org/officeDocument/2006/relationships/image" Target="../media/image179.wmf"/><Relationship Id="rId5" Type="http://schemas.openxmlformats.org/officeDocument/2006/relationships/oleObject" Target="../embeddings/oleObject133.bin"/><Relationship Id="rId10" Type="http://schemas.openxmlformats.org/officeDocument/2006/relationships/image" Target="../media/image181.wmf"/><Relationship Id="rId4" Type="http://schemas.openxmlformats.org/officeDocument/2006/relationships/image" Target="../media/image178.wmf"/><Relationship Id="rId9" Type="http://schemas.openxmlformats.org/officeDocument/2006/relationships/oleObject" Target="../embeddings/oleObject135.bin"/></Relationships>
</file>

<file path=ppt/slides/_rels/slide38.xml.rels><?xml version="1.0" encoding="UTF-8" standalone="yes"?>
<Relationships xmlns="http://schemas.openxmlformats.org/package/2006/relationships"><Relationship Id="rId8" Type="http://schemas.openxmlformats.org/officeDocument/2006/relationships/image" Target="../media/image184.wmf"/><Relationship Id="rId13" Type="http://schemas.openxmlformats.org/officeDocument/2006/relationships/oleObject" Target="../embeddings/oleObject141.bin"/><Relationship Id="rId3" Type="http://schemas.openxmlformats.org/officeDocument/2006/relationships/oleObject" Target="../embeddings/oleObject136.bin"/><Relationship Id="rId7" Type="http://schemas.openxmlformats.org/officeDocument/2006/relationships/oleObject" Target="../embeddings/oleObject138.bin"/><Relationship Id="rId12" Type="http://schemas.openxmlformats.org/officeDocument/2006/relationships/image" Target="../media/image186.wmf"/><Relationship Id="rId2" Type="http://schemas.openxmlformats.org/officeDocument/2006/relationships/notesSlide" Target="../notesSlides/notesSlide12.xml"/><Relationship Id="rId1" Type="http://schemas.openxmlformats.org/officeDocument/2006/relationships/slideLayout" Target="../slideLayouts/slideLayout7.xml"/><Relationship Id="rId6" Type="http://schemas.openxmlformats.org/officeDocument/2006/relationships/image" Target="../media/image183.wmf"/><Relationship Id="rId11" Type="http://schemas.openxmlformats.org/officeDocument/2006/relationships/oleObject" Target="../embeddings/oleObject140.bin"/><Relationship Id="rId5" Type="http://schemas.openxmlformats.org/officeDocument/2006/relationships/oleObject" Target="../embeddings/oleObject137.bin"/><Relationship Id="rId10" Type="http://schemas.openxmlformats.org/officeDocument/2006/relationships/image" Target="../media/image185.wmf"/><Relationship Id="rId4" Type="http://schemas.openxmlformats.org/officeDocument/2006/relationships/image" Target="../media/image182.wmf"/><Relationship Id="rId9" Type="http://schemas.openxmlformats.org/officeDocument/2006/relationships/oleObject" Target="../embeddings/oleObject139.bin"/><Relationship Id="rId14" Type="http://schemas.openxmlformats.org/officeDocument/2006/relationships/image" Target="../media/image187.wmf"/></Relationships>
</file>

<file path=ppt/slides/_rels/slide39.xml.rels><?xml version="1.0" encoding="UTF-8" standalone="yes"?>
<Relationships xmlns="http://schemas.openxmlformats.org/package/2006/relationships"><Relationship Id="rId8" Type="http://schemas.openxmlformats.org/officeDocument/2006/relationships/image" Target="../media/image190.wmf"/><Relationship Id="rId3" Type="http://schemas.openxmlformats.org/officeDocument/2006/relationships/oleObject" Target="../embeddings/oleObject142.bin"/><Relationship Id="rId7" Type="http://schemas.openxmlformats.org/officeDocument/2006/relationships/oleObject" Target="../embeddings/oleObject144.bin"/><Relationship Id="rId2" Type="http://schemas.openxmlformats.org/officeDocument/2006/relationships/notesSlide" Target="../notesSlides/notesSlide13.xml"/><Relationship Id="rId1" Type="http://schemas.openxmlformats.org/officeDocument/2006/relationships/slideLayout" Target="../slideLayouts/slideLayout7.xml"/><Relationship Id="rId6" Type="http://schemas.openxmlformats.org/officeDocument/2006/relationships/image" Target="../media/image189.wmf"/><Relationship Id="rId5" Type="http://schemas.openxmlformats.org/officeDocument/2006/relationships/oleObject" Target="../embeddings/oleObject143.bin"/><Relationship Id="rId4" Type="http://schemas.openxmlformats.org/officeDocument/2006/relationships/image" Target="../media/image188.wmf"/></Relationships>
</file>

<file path=ppt/slides/_rels/slide40.xml.rels><?xml version="1.0" encoding="UTF-8" standalone="yes"?>
<Relationships xmlns="http://schemas.openxmlformats.org/package/2006/relationships"><Relationship Id="rId3" Type="http://schemas.openxmlformats.org/officeDocument/2006/relationships/oleObject" Target="../embeddings/oleObject145.bin"/><Relationship Id="rId2" Type="http://schemas.openxmlformats.org/officeDocument/2006/relationships/notesSlide" Target="../notesSlides/notesSlide14.xml"/><Relationship Id="rId1" Type="http://schemas.openxmlformats.org/officeDocument/2006/relationships/slideLayout" Target="../slideLayouts/slideLayout7.xml"/><Relationship Id="rId4" Type="http://schemas.openxmlformats.org/officeDocument/2006/relationships/image" Target="../media/image191.wmf"/></Relationships>
</file>

<file path=ppt/slides/_rels/slide41.xml.rels><?xml version="1.0" encoding="UTF-8" standalone="yes"?>
<Relationships xmlns="http://schemas.openxmlformats.org/package/2006/relationships"><Relationship Id="rId26" Type="http://schemas.openxmlformats.org/officeDocument/2006/relationships/customXml" Target="../ink/ink194.xml"/><Relationship Id="rId21" Type="http://schemas.openxmlformats.org/officeDocument/2006/relationships/image" Target="../media/image196.wmf"/><Relationship Id="rId42" Type="http://schemas.openxmlformats.org/officeDocument/2006/relationships/customXml" Target="../ink/ink202.xml"/><Relationship Id="rId47" Type="http://schemas.openxmlformats.org/officeDocument/2006/relationships/image" Target="../media/image280.png"/><Relationship Id="rId63" Type="http://schemas.openxmlformats.org/officeDocument/2006/relationships/image" Target="../media/image288.png"/><Relationship Id="rId68" Type="http://schemas.openxmlformats.org/officeDocument/2006/relationships/customXml" Target="../ink/ink215.xml"/><Relationship Id="rId84" Type="http://schemas.openxmlformats.org/officeDocument/2006/relationships/customXml" Target="../ink/ink223.xml"/><Relationship Id="rId89" Type="http://schemas.openxmlformats.org/officeDocument/2006/relationships/image" Target="../media/image301.png"/><Relationship Id="rId16" Type="http://schemas.openxmlformats.org/officeDocument/2006/relationships/oleObject" Target="../embeddings/oleObject150.bin"/><Relationship Id="rId11" Type="http://schemas.openxmlformats.org/officeDocument/2006/relationships/image" Target="../media/image27.wmf"/><Relationship Id="rId32" Type="http://schemas.openxmlformats.org/officeDocument/2006/relationships/customXml" Target="../ink/ink197.xml"/><Relationship Id="rId37" Type="http://schemas.openxmlformats.org/officeDocument/2006/relationships/image" Target="../media/image275.png"/><Relationship Id="rId53" Type="http://schemas.openxmlformats.org/officeDocument/2006/relationships/image" Target="../media/image283.png"/><Relationship Id="rId58" Type="http://schemas.openxmlformats.org/officeDocument/2006/relationships/customXml" Target="../ink/ink210.xml"/><Relationship Id="rId74" Type="http://schemas.openxmlformats.org/officeDocument/2006/relationships/customXml" Target="../ink/ink218.xml"/><Relationship Id="rId79" Type="http://schemas.openxmlformats.org/officeDocument/2006/relationships/image" Target="../media/image296.png"/><Relationship Id="rId5" Type="http://schemas.openxmlformats.org/officeDocument/2006/relationships/image" Target="../media/image193.wmf"/><Relationship Id="rId90" Type="http://schemas.openxmlformats.org/officeDocument/2006/relationships/customXml" Target="../ink/ink226.xml"/><Relationship Id="rId14" Type="http://schemas.openxmlformats.org/officeDocument/2006/relationships/oleObject" Target="../embeddings/oleObject149.bin"/><Relationship Id="rId22" Type="http://schemas.openxmlformats.org/officeDocument/2006/relationships/customXml" Target="../ink/ink192.xml"/><Relationship Id="rId27" Type="http://schemas.openxmlformats.org/officeDocument/2006/relationships/image" Target="../media/image270.png"/><Relationship Id="rId30" Type="http://schemas.openxmlformats.org/officeDocument/2006/relationships/customXml" Target="../ink/ink196.xml"/><Relationship Id="rId35" Type="http://schemas.openxmlformats.org/officeDocument/2006/relationships/image" Target="../media/image274.png"/><Relationship Id="rId43" Type="http://schemas.openxmlformats.org/officeDocument/2006/relationships/image" Target="../media/image278.png"/><Relationship Id="rId48" Type="http://schemas.openxmlformats.org/officeDocument/2006/relationships/customXml" Target="../ink/ink205.xml"/><Relationship Id="rId56" Type="http://schemas.openxmlformats.org/officeDocument/2006/relationships/customXml" Target="../ink/ink209.xml"/><Relationship Id="rId64" Type="http://schemas.openxmlformats.org/officeDocument/2006/relationships/customXml" Target="../ink/ink213.xml"/><Relationship Id="rId69" Type="http://schemas.openxmlformats.org/officeDocument/2006/relationships/image" Target="../media/image291.png"/><Relationship Id="rId77" Type="http://schemas.openxmlformats.org/officeDocument/2006/relationships/image" Target="../media/image295.png"/><Relationship Id="rId8" Type="http://schemas.openxmlformats.org/officeDocument/2006/relationships/oleObject" Target="../embeddings/oleObject19.bin"/><Relationship Id="rId51" Type="http://schemas.openxmlformats.org/officeDocument/2006/relationships/image" Target="../media/image282.png"/><Relationship Id="rId72" Type="http://schemas.openxmlformats.org/officeDocument/2006/relationships/customXml" Target="../ink/ink217.xml"/><Relationship Id="rId80" Type="http://schemas.openxmlformats.org/officeDocument/2006/relationships/customXml" Target="../ink/ink221.xml"/><Relationship Id="rId85" Type="http://schemas.openxmlformats.org/officeDocument/2006/relationships/image" Target="../media/image299.png"/><Relationship Id="rId3" Type="http://schemas.openxmlformats.org/officeDocument/2006/relationships/image" Target="../media/image192.wmf"/><Relationship Id="rId12" Type="http://schemas.openxmlformats.org/officeDocument/2006/relationships/oleObject" Target="../embeddings/oleObject21.bin"/><Relationship Id="rId17" Type="http://schemas.openxmlformats.org/officeDocument/2006/relationships/image" Target="../media/image128.wmf"/><Relationship Id="rId25" Type="http://schemas.openxmlformats.org/officeDocument/2006/relationships/image" Target="../media/image269.png"/><Relationship Id="rId33" Type="http://schemas.openxmlformats.org/officeDocument/2006/relationships/image" Target="../media/image273.png"/><Relationship Id="rId38" Type="http://schemas.openxmlformats.org/officeDocument/2006/relationships/customXml" Target="../ink/ink200.xml"/><Relationship Id="rId46" Type="http://schemas.openxmlformats.org/officeDocument/2006/relationships/customXml" Target="../ink/ink204.xml"/><Relationship Id="rId59" Type="http://schemas.openxmlformats.org/officeDocument/2006/relationships/image" Target="../media/image286.png"/><Relationship Id="rId67" Type="http://schemas.openxmlformats.org/officeDocument/2006/relationships/image" Target="../media/image290.png"/><Relationship Id="rId20" Type="http://schemas.openxmlformats.org/officeDocument/2006/relationships/oleObject" Target="../embeddings/oleObject152.bin"/><Relationship Id="rId41" Type="http://schemas.openxmlformats.org/officeDocument/2006/relationships/image" Target="../media/image277.png"/><Relationship Id="rId54" Type="http://schemas.openxmlformats.org/officeDocument/2006/relationships/customXml" Target="../ink/ink208.xml"/><Relationship Id="rId62" Type="http://schemas.openxmlformats.org/officeDocument/2006/relationships/customXml" Target="../ink/ink212.xml"/><Relationship Id="rId70" Type="http://schemas.openxmlformats.org/officeDocument/2006/relationships/customXml" Target="../ink/ink216.xml"/><Relationship Id="rId75" Type="http://schemas.openxmlformats.org/officeDocument/2006/relationships/image" Target="../media/image294.png"/><Relationship Id="rId83" Type="http://schemas.openxmlformats.org/officeDocument/2006/relationships/image" Target="../media/image298.png"/><Relationship Id="rId88" Type="http://schemas.openxmlformats.org/officeDocument/2006/relationships/customXml" Target="../ink/ink225.xml"/><Relationship Id="rId91" Type="http://schemas.openxmlformats.org/officeDocument/2006/relationships/image" Target="../media/image302.png"/><Relationship Id="rId1" Type="http://schemas.openxmlformats.org/officeDocument/2006/relationships/slideLayout" Target="../slideLayouts/slideLayout2.xml"/><Relationship Id="rId6" Type="http://schemas.openxmlformats.org/officeDocument/2006/relationships/oleObject" Target="../embeddings/oleObject148.bin"/><Relationship Id="rId15" Type="http://schemas.openxmlformats.org/officeDocument/2006/relationships/image" Target="../media/image127.wmf"/><Relationship Id="rId23" Type="http://schemas.openxmlformats.org/officeDocument/2006/relationships/image" Target="../media/image268.png"/><Relationship Id="rId28" Type="http://schemas.openxmlformats.org/officeDocument/2006/relationships/customXml" Target="../ink/ink195.xml"/><Relationship Id="rId36" Type="http://schemas.openxmlformats.org/officeDocument/2006/relationships/customXml" Target="../ink/ink199.xml"/><Relationship Id="rId49" Type="http://schemas.openxmlformats.org/officeDocument/2006/relationships/image" Target="../media/image281.png"/><Relationship Id="rId57" Type="http://schemas.openxmlformats.org/officeDocument/2006/relationships/image" Target="../media/image285.png"/><Relationship Id="rId10" Type="http://schemas.openxmlformats.org/officeDocument/2006/relationships/oleObject" Target="../embeddings/oleObject20.bin"/><Relationship Id="rId31" Type="http://schemas.openxmlformats.org/officeDocument/2006/relationships/image" Target="../media/image272.png"/><Relationship Id="rId44" Type="http://schemas.openxmlformats.org/officeDocument/2006/relationships/customXml" Target="../ink/ink203.xml"/><Relationship Id="rId52" Type="http://schemas.openxmlformats.org/officeDocument/2006/relationships/customXml" Target="../ink/ink207.xml"/><Relationship Id="rId60" Type="http://schemas.openxmlformats.org/officeDocument/2006/relationships/customXml" Target="../ink/ink211.xml"/><Relationship Id="rId65" Type="http://schemas.openxmlformats.org/officeDocument/2006/relationships/image" Target="../media/image289.png"/><Relationship Id="rId73" Type="http://schemas.openxmlformats.org/officeDocument/2006/relationships/image" Target="../media/image293.png"/><Relationship Id="rId78" Type="http://schemas.openxmlformats.org/officeDocument/2006/relationships/customXml" Target="../ink/ink220.xml"/><Relationship Id="rId81" Type="http://schemas.openxmlformats.org/officeDocument/2006/relationships/image" Target="../media/image297.png"/><Relationship Id="rId86" Type="http://schemas.openxmlformats.org/officeDocument/2006/relationships/customXml" Target="../ink/ink224.xml"/><Relationship Id="rId4" Type="http://schemas.openxmlformats.org/officeDocument/2006/relationships/oleObject" Target="../embeddings/oleObject147.bin"/><Relationship Id="rId9" Type="http://schemas.openxmlformats.org/officeDocument/2006/relationships/image" Target="../media/image26.wmf"/><Relationship Id="rId13" Type="http://schemas.openxmlformats.org/officeDocument/2006/relationships/image" Target="../media/image28.wmf"/><Relationship Id="rId18" Type="http://schemas.openxmlformats.org/officeDocument/2006/relationships/oleObject" Target="../embeddings/oleObject151.bin"/><Relationship Id="rId39" Type="http://schemas.openxmlformats.org/officeDocument/2006/relationships/image" Target="../media/image276.png"/><Relationship Id="rId34" Type="http://schemas.openxmlformats.org/officeDocument/2006/relationships/customXml" Target="../ink/ink198.xml"/><Relationship Id="rId50" Type="http://schemas.openxmlformats.org/officeDocument/2006/relationships/customXml" Target="../ink/ink206.xml"/><Relationship Id="rId55" Type="http://schemas.openxmlformats.org/officeDocument/2006/relationships/image" Target="../media/image284.png"/><Relationship Id="rId76" Type="http://schemas.openxmlformats.org/officeDocument/2006/relationships/customXml" Target="../ink/ink219.xml"/><Relationship Id="rId7" Type="http://schemas.openxmlformats.org/officeDocument/2006/relationships/image" Target="../media/image194.wmf"/><Relationship Id="rId71" Type="http://schemas.openxmlformats.org/officeDocument/2006/relationships/image" Target="../media/image292.png"/><Relationship Id="rId2" Type="http://schemas.openxmlformats.org/officeDocument/2006/relationships/oleObject" Target="../embeddings/oleObject146.bin"/><Relationship Id="rId29" Type="http://schemas.openxmlformats.org/officeDocument/2006/relationships/image" Target="../media/image271.png"/><Relationship Id="rId24" Type="http://schemas.openxmlformats.org/officeDocument/2006/relationships/customXml" Target="../ink/ink193.xml"/><Relationship Id="rId40" Type="http://schemas.openxmlformats.org/officeDocument/2006/relationships/customXml" Target="../ink/ink201.xml"/><Relationship Id="rId45" Type="http://schemas.openxmlformats.org/officeDocument/2006/relationships/image" Target="../media/image279.png"/><Relationship Id="rId66" Type="http://schemas.openxmlformats.org/officeDocument/2006/relationships/customXml" Target="../ink/ink214.xml"/><Relationship Id="rId87" Type="http://schemas.openxmlformats.org/officeDocument/2006/relationships/image" Target="../media/image300.png"/><Relationship Id="rId61" Type="http://schemas.openxmlformats.org/officeDocument/2006/relationships/image" Target="../media/image287.png"/><Relationship Id="rId82" Type="http://schemas.openxmlformats.org/officeDocument/2006/relationships/customXml" Target="../ink/ink222.xml"/><Relationship Id="rId19" Type="http://schemas.openxmlformats.org/officeDocument/2006/relationships/image" Target="../media/image195.wmf"/></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8" Type="http://schemas.openxmlformats.org/officeDocument/2006/relationships/image" Target="../media/image305.png"/><Relationship Id="rId3" Type="http://schemas.openxmlformats.org/officeDocument/2006/relationships/oleObject" Target="../embeddings/oleObject153.bin"/><Relationship Id="rId7" Type="http://schemas.openxmlformats.org/officeDocument/2006/relationships/customXml" Target="../ink/ink227.xml"/><Relationship Id="rId2" Type="http://schemas.openxmlformats.org/officeDocument/2006/relationships/notesSlide" Target="../notesSlides/notesSlide15.xml"/><Relationship Id="rId1" Type="http://schemas.openxmlformats.org/officeDocument/2006/relationships/slideLayout" Target="../slideLayouts/slideLayout7.xml"/><Relationship Id="rId6" Type="http://schemas.openxmlformats.org/officeDocument/2006/relationships/image" Target="../media/image198.wmf"/><Relationship Id="rId5" Type="http://schemas.openxmlformats.org/officeDocument/2006/relationships/oleObject" Target="../embeddings/oleObject154.bin"/><Relationship Id="rId10" Type="http://schemas.openxmlformats.org/officeDocument/2006/relationships/image" Target="../media/image306.png"/><Relationship Id="rId4" Type="http://schemas.openxmlformats.org/officeDocument/2006/relationships/image" Target="../media/image197.wmf"/><Relationship Id="rId9" Type="http://schemas.openxmlformats.org/officeDocument/2006/relationships/customXml" Target="../ink/ink228.xml"/></Relationships>
</file>

<file path=ppt/slides/_rels/slide44.xml.rels><?xml version="1.0" encoding="UTF-8" standalone="yes"?>
<Relationships xmlns="http://schemas.openxmlformats.org/package/2006/relationships"><Relationship Id="rId13" Type="http://schemas.openxmlformats.org/officeDocument/2006/relationships/image" Target="../media/image128.wmf"/><Relationship Id="rId18" Type="http://schemas.openxmlformats.org/officeDocument/2006/relationships/customXml" Target="../ink/ink230.xml"/><Relationship Id="rId26" Type="http://schemas.openxmlformats.org/officeDocument/2006/relationships/customXml" Target="../ink/ink234.xml"/><Relationship Id="rId39" Type="http://schemas.openxmlformats.org/officeDocument/2006/relationships/image" Target="../media/image319.png"/><Relationship Id="rId21" Type="http://schemas.openxmlformats.org/officeDocument/2006/relationships/image" Target="../media/image310.png"/><Relationship Id="rId34" Type="http://schemas.openxmlformats.org/officeDocument/2006/relationships/customXml" Target="../ink/ink238.xml"/><Relationship Id="rId42" Type="http://schemas.openxmlformats.org/officeDocument/2006/relationships/customXml" Target="../ink/ink242.xml"/><Relationship Id="rId47" Type="http://schemas.openxmlformats.org/officeDocument/2006/relationships/image" Target="../media/image323.png"/><Relationship Id="rId50" Type="http://schemas.openxmlformats.org/officeDocument/2006/relationships/customXml" Target="../ink/ink246.xml"/><Relationship Id="rId55" Type="http://schemas.openxmlformats.org/officeDocument/2006/relationships/image" Target="../media/image327.png"/><Relationship Id="rId7" Type="http://schemas.openxmlformats.org/officeDocument/2006/relationships/image" Target="../media/image27.wmf"/><Relationship Id="rId2" Type="http://schemas.openxmlformats.org/officeDocument/2006/relationships/oleObject" Target="../embeddings/oleObject155.bin"/><Relationship Id="rId16" Type="http://schemas.openxmlformats.org/officeDocument/2006/relationships/customXml" Target="../ink/ink229.xml"/><Relationship Id="rId29" Type="http://schemas.openxmlformats.org/officeDocument/2006/relationships/image" Target="../media/image314.png"/><Relationship Id="rId11" Type="http://schemas.openxmlformats.org/officeDocument/2006/relationships/image" Target="../media/image127.wmf"/><Relationship Id="rId24" Type="http://schemas.openxmlformats.org/officeDocument/2006/relationships/customXml" Target="../ink/ink233.xml"/><Relationship Id="rId32" Type="http://schemas.openxmlformats.org/officeDocument/2006/relationships/customXml" Target="../ink/ink237.xml"/><Relationship Id="rId37" Type="http://schemas.openxmlformats.org/officeDocument/2006/relationships/image" Target="../media/image318.png"/><Relationship Id="rId40" Type="http://schemas.openxmlformats.org/officeDocument/2006/relationships/customXml" Target="../ink/ink241.xml"/><Relationship Id="rId45" Type="http://schemas.openxmlformats.org/officeDocument/2006/relationships/image" Target="../media/image322.png"/><Relationship Id="rId53" Type="http://schemas.openxmlformats.org/officeDocument/2006/relationships/image" Target="../media/image326.png"/><Relationship Id="rId5" Type="http://schemas.openxmlformats.org/officeDocument/2006/relationships/image" Target="../media/image26.wmf"/><Relationship Id="rId19" Type="http://schemas.openxmlformats.org/officeDocument/2006/relationships/image" Target="../media/image309.png"/><Relationship Id="rId4" Type="http://schemas.openxmlformats.org/officeDocument/2006/relationships/oleObject" Target="../embeddings/oleObject19.bin"/><Relationship Id="rId9" Type="http://schemas.openxmlformats.org/officeDocument/2006/relationships/image" Target="../media/image28.wmf"/><Relationship Id="rId14" Type="http://schemas.openxmlformats.org/officeDocument/2006/relationships/oleObject" Target="../embeddings/oleObject151.bin"/><Relationship Id="rId22" Type="http://schemas.openxmlformats.org/officeDocument/2006/relationships/customXml" Target="../ink/ink232.xml"/><Relationship Id="rId27" Type="http://schemas.openxmlformats.org/officeDocument/2006/relationships/image" Target="../media/image313.png"/><Relationship Id="rId30" Type="http://schemas.openxmlformats.org/officeDocument/2006/relationships/customXml" Target="../ink/ink236.xml"/><Relationship Id="rId35" Type="http://schemas.openxmlformats.org/officeDocument/2006/relationships/image" Target="../media/image317.png"/><Relationship Id="rId43" Type="http://schemas.openxmlformats.org/officeDocument/2006/relationships/image" Target="../media/image321.png"/><Relationship Id="rId48" Type="http://schemas.openxmlformats.org/officeDocument/2006/relationships/customXml" Target="../ink/ink245.xml"/><Relationship Id="rId56" Type="http://schemas.openxmlformats.org/officeDocument/2006/relationships/customXml" Target="../ink/ink249.xml"/><Relationship Id="rId8" Type="http://schemas.openxmlformats.org/officeDocument/2006/relationships/oleObject" Target="../embeddings/oleObject21.bin"/><Relationship Id="rId51" Type="http://schemas.openxmlformats.org/officeDocument/2006/relationships/image" Target="../media/image325.png"/><Relationship Id="rId3" Type="http://schemas.openxmlformats.org/officeDocument/2006/relationships/image" Target="../media/image199.wmf"/><Relationship Id="rId12" Type="http://schemas.openxmlformats.org/officeDocument/2006/relationships/oleObject" Target="../embeddings/oleObject150.bin"/><Relationship Id="rId17" Type="http://schemas.openxmlformats.org/officeDocument/2006/relationships/image" Target="../media/image308.png"/><Relationship Id="rId25" Type="http://schemas.openxmlformats.org/officeDocument/2006/relationships/image" Target="../media/image312.png"/><Relationship Id="rId33" Type="http://schemas.openxmlformats.org/officeDocument/2006/relationships/image" Target="../media/image316.png"/><Relationship Id="rId38" Type="http://schemas.openxmlformats.org/officeDocument/2006/relationships/customXml" Target="../ink/ink240.xml"/><Relationship Id="rId46" Type="http://schemas.openxmlformats.org/officeDocument/2006/relationships/customXml" Target="../ink/ink244.xml"/><Relationship Id="rId20" Type="http://schemas.openxmlformats.org/officeDocument/2006/relationships/customXml" Target="../ink/ink231.xml"/><Relationship Id="rId41" Type="http://schemas.openxmlformats.org/officeDocument/2006/relationships/image" Target="../media/image320.png"/><Relationship Id="rId54" Type="http://schemas.openxmlformats.org/officeDocument/2006/relationships/customXml" Target="../ink/ink248.xml"/><Relationship Id="rId1" Type="http://schemas.openxmlformats.org/officeDocument/2006/relationships/slideLayout" Target="../slideLayouts/slideLayout2.xml"/><Relationship Id="rId6" Type="http://schemas.openxmlformats.org/officeDocument/2006/relationships/oleObject" Target="../embeddings/oleObject20.bin"/><Relationship Id="rId15" Type="http://schemas.openxmlformats.org/officeDocument/2006/relationships/image" Target="../media/image195.wmf"/><Relationship Id="rId23" Type="http://schemas.openxmlformats.org/officeDocument/2006/relationships/image" Target="../media/image311.png"/><Relationship Id="rId28" Type="http://schemas.openxmlformats.org/officeDocument/2006/relationships/customXml" Target="../ink/ink235.xml"/><Relationship Id="rId36" Type="http://schemas.openxmlformats.org/officeDocument/2006/relationships/customXml" Target="../ink/ink239.xml"/><Relationship Id="rId49" Type="http://schemas.openxmlformats.org/officeDocument/2006/relationships/image" Target="../media/image324.png"/><Relationship Id="rId57" Type="http://schemas.openxmlformats.org/officeDocument/2006/relationships/image" Target="../media/image328.png"/><Relationship Id="rId10" Type="http://schemas.openxmlformats.org/officeDocument/2006/relationships/oleObject" Target="../embeddings/oleObject149.bin"/><Relationship Id="rId31" Type="http://schemas.openxmlformats.org/officeDocument/2006/relationships/image" Target="../media/image315.png"/><Relationship Id="rId44" Type="http://schemas.openxmlformats.org/officeDocument/2006/relationships/customXml" Target="../ink/ink243.xml"/><Relationship Id="rId52" Type="http://schemas.openxmlformats.org/officeDocument/2006/relationships/customXml" Target="../ink/ink247.xml"/></Relationships>
</file>

<file path=ppt/slides/_rels/slide45.xml.rels><?xml version="1.0" encoding="UTF-8" standalone="yes"?>
<Relationships xmlns="http://schemas.openxmlformats.org/package/2006/relationships"><Relationship Id="rId3" Type="http://schemas.openxmlformats.org/officeDocument/2006/relationships/oleObject" Target="../embeddings/oleObject156.bin"/><Relationship Id="rId2" Type="http://schemas.openxmlformats.org/officeDocument/2006/relationships/notesSlide" Target="../notesSlides/notesSlide16.xml"/><Relationship Id="rId1" Type="http://schemas.openxmlformats.org/officeDocument/2006/relationships/slideLayout" Target="../slideLayouts/slideLayout7.xml"/><Relationship Id="rId6" Type="http://schemas.openxmlformats.org/officeDocument/2006/relationships/image" Target="../media/image201.wmf"/><Relationship Id="rId5" Type="http://schemas.openxmlformats.org/officeDocument/2006/relationships/oleObject" Target="../embeddings/oleObject157.bin"/><Relationship Id="rId4" Type="http://schemas.openxmlformats.org/officeDocument/2006/relationships/image" Target="../media/image200.wmf"/></Relationships>
</file>

<file path=ppt/slides/_rels/slide46.xml.rels><?xml version="1.0" encoding="UTF-8" standalone="yes"?>
<Relationships xmlns="http://schemas.openxmlformats.org/package/2006/relationships"><Relationship Id="rId26" Type="http://schemas.openxmlformats.org/officeDocument/2006/relationships/oleObject" Target="../embeddings/oleObject166.bin"/><Relationship Id="rId21" Type="http://schemas.openxmlformats.org/officeDocument/2006/relationships/image" Target="../media/image207.wmf"/><Relationship Id="rId34" Type="http://schemas.openxmlformats.org/officeDocument/2006/relationships/customXml" Target="../ink/ink253.xml"/><Relationship Id="rId42" Type="http://schemas.openxmlformats.org/officeDocument/2006/relationships/customXml" Target="../ink/ink258.xml"/><Relationship Id="rId47" Type="http://schemas.openxmlformats.org/officeDocument/2006/relationships/image" Target="../media/image347.png"/><Relationship Id="rId50" Type="http://schemas.openxmlformats.org/officeDocument/2006/relationships/customXml" Target="../ink/ink262.xml"/><Relationship Id="rId55" Type="http://schemas.openxmlformats.org/officeDocument/2006/relationships/image" Target="../media/image351.png"/><Relationship Id="rId63" Type="http://schemas.openxmlformats.org/officeDocument/2006/relationships/image" Target="../media/image355.png"/><Relationship Id="rId7" Type="http://schemas.openxmlformats.org/officeDocument/2006/relationships/image" Target="../media/image27.wmf"/><Relationship Id="rId2" Type="http://schemas.openxmlformats.org/officeDocument/2006/relationships/oleObject" Target="../embeddings/oleObject158.bin"/><Relationship Id="rId16" Type="http://schemas.openxmlformats.org/officeDocument/2006/relationships/oleObject" Target="../embeddings/oleObject161.bin"/><Relationship Id="rId29" Type="http://schemas.openxmlformats.org/officeDocument/2006/relationships/image" Target="../media/image268.png"/><Relationship Id="rId11" Type="http://schemas.openxmlformats.org/officeDocument/2006/relationships/image" Target="../media/image195.wmf"/><Relationship Id="rId24" Type="http://schemas.openxmlformats.org/officeDocument/2006/relationships/oleObject" Target="../embeddings/oleObject165.bin"/><Relationship Id="rId32" Type="http://schemas.openxmlformats.org/officeDocument/2006/relationships/customXml" Target="../ink/ink252.xml"/><Relationship Id="rId37" Type="http://schemas.openxmlformats.org/officeDocument/2006/relationships/image" Target="../media/image342.png"/><Relationship Id="rId40" Type="http://schemas.openxmlformats.org/officeDocument/2006/relationships/customXml" Target="../ink/ink257.xml"/><Relationship Id="rId45" Type="http://schemas.openxmlformats.org/officeDocument/2006/relationships/image" Target="../media/image346.png"/><Relationship Id="rId53" Type="http://schemas.openxmlformats.org/officeDocument/2006/relationships/image" Target="../media/image350.png"/><Relationship Id="rId58" Type="http://schemas.openxmlformats.org/officeDocument/2006/relationships/customXml" Target="../ink/ink266.xml"/><Relationship Id="rId66" Type="http://schemas.openxmlformats.org/officeDocument/2006/relationships/customXml" Target="../ink/ink270.xml"/><Relationship Id="rId5" Type="http://schemas.openxmlformats.org/officeDocument/2006/relationships/image" Target="../media/image26.wmf"/><Relationship Id="rId61" Type="http://schemas.openxmlformats.org/officeDocument/2006/relationships/image" Target="../media/image354.png"/><Relationship Id="rId19" Type="http://schemas.openxmlformats.org/officeDocument/2006/relationships/image" Target="../media/image206.wmf"/><Relationship Id="rId14" Type="http://schemas.openxmlformats.org/officeDocument/2006/relationships/oleObject" Target="../embeddings/oleObject160.bin"/><Relationship Id="rId22" Type="http://schemas.openxmlformats.org/officeDocument/2006/relationships/oleObject" Target="../embeddings/oleObject164.bin"/><Relationship Id="rId27" Type="http://schemas.openxmlformats.org/officeDocument/2006/relationships/image" Target="../media/image210.wmf"/><Relationship Id="rId30" Type="http://schemas.openxmlformats.org/officeDocument/2006/relationships/customXml" Target="../ink/ink251.xml"/><Relationship Id="rId35" Type="http://schemas.openxmlformats.org/officeDocument/2006/relationships/customXml" Target="../ink/ink254.xml"/><Relationship Id="rId43" Type="http://schemas.openxmlformats.org/officeDocument/2006/relationships/image" Target="../media/image345.png"/><Relationship Id="rId48" Type="http://schemas.openxmlformats.org/officeDocument/2006/relationships/customXml" Target="../ink/ink261.xml"/><Relationship Id="rId56" Type="http://schemas.openxmlformats.org/officeDocument/2006/relationships/customXml" Target="../ink/ink265.xml"/><Relationship Id="rId64" Type="http://schemas.openxmlformats.org/officeDocument/2006/relationships/customXml" Target="../ink/ink269.xml"/><Relationship Id="rId8" Type="http://schemas.openxmlformats.org/officeDocument/2006/relationships/oleObject" Target="../embeddings/oleObject21.bin"/><Relationship Id="rId51" Type="http://schemas.openxmlformats.org/officeDocument/2006/relationships/image" Target="../media/image349.png"/><Relationship Id="rId3" Type="http://schemas.openxmlformats.org/officeDocument/2006/relationships/image" Target="../media/image202.wmf"/><Relationship Id="rId12" Type="http://schemas.openxmlformats.org/officeDocument/2006/relationships/oleObject" Target="../embeddings/oleObject159.bin"/><Relationship Id="rId17" Type="http://schemas.openxmlformats.org/officeDocument/2006/relationships/image" Target="../media/image205.wmf"/><Relationship Id="rId25" Type="http://schemas.openxmlformats.org/officeDocument/2006/relationships/image" Target="../media/image209.wmf"/><Relationship Id="rId33" Type="http://schemas.openxmlformats.org/officeDocument/2006/relationships/image" Target="../media/image341.png"/><Relationship Id="rId38" Type="http://schemas.openxmlformats.org/officeDocument/2006/relationships/customXml" Target="../ink/ink256.xml"/><Relationship Id="rId46" Type="http://schemas.openxmlformats.org/officeDocument/2006/relationships/customXml" Target="../ink/ink260.xml"/><Relationship Id="rId59" Type="http://schemas.openxmlformats.org/officeDocument/2006/relationships/image" Target="../media/image353.png"/><Relationship Id="rId67" Type="http://schemas.openxmlformats.org/officeDocument/2006/relationships/image" Target="../media/image357.png"/><Relationship Id="rId20" Type="http://schemas.openxmlformats.org/officeDocument/2006/relationships/oleObject" Target="../embeddings/oleObject163.bin"/><Relationship Id="rId41" Type="http://schemas.openxmlformats.org/officeDocument/2006/relationships/image" Target="../media/image344.png"/><Relationship Id="rId54" Type="http://schemas.openxmlformats.org/officeDocument/2006/relationships/customXml" Target="../ink/ink264.xml"/><Relationship Id="rId62" Type="http://schemas.openxmlformats.org/officeDocument/2006/relationships/customXml" Target="../ink/ink268.xml"/><Relationship Id="rId1" Type="http://schemas.openxmlformats.org/officeDocument/2006/relationships/slideLayout" Target="../slideLayouts/slideLayout2.xml"/><Relationship Id="rId6" Type="http://schemas.openxmlformats.org/officeDocument/2006/relationships/oleObject" Target="../embeddings/oleObject20.bin"/><Relationship Id="rId15" Type="http://schemas.openxmlformats.org/officeDocument/2006/relationships/image" Target="../media/image204.wmf"/><Relationship Id="rId23" Type="http://schemas.openxmlformats.org/officeDocument/2006/relationships/image" Target="../media/image208.wmf"/><Relationship Id="rId28" Type="http://schemas.openxmlformats.org/officeDocument/2006/relationships/customXml" Target="../ink/ink250.xml"/><Relationship Id="rId36" Type="http://schemas.openxmlformats.org/officeDocument/2006/relationships/customXml" Target="../ink/ink255.xml"/><Relationship Id="rId49" Type="http://schemas.openxmlformats.org/officeDocument/2006/relationships/image" Target="../media/image348.png"/><Relationship Id="rId57" Type="http://schemas.openxmlformats.org/officeDocument/2006/relationships/image" Target="../media/image352.png"/><Relationship Id="rId10" Type="http://schemas.openxmlformats.org/officeDocument/2006/relationships/oleObject" Target="../embeddings/oleObject151.bin"/><Relationship Id="rId31" Type="http://schemas.openxmlformats.org/officeDocument/2006/relationships/image" Target="../media/image340.png"/><Relationship Id="rId44" Type="http://schemas.openxmlformats.org/officeDocument/2006/relationships/customXml" Target="../ink/ink259.xml"/><Relationship Id="rId52" Type="http://schemas.openxmlformats.org/officeDocument/2006/relationships/customXml" Target="../ink/ink263.xml"/><Relationship Id="rId60" Type="http://schemas.openxmlformats.org/officeDocument/2006/relationships/customXml" Target="../ink/ink267.xml"/><Relationship Id="rId65" Type="http://schemas.openxmlformats.org/officeDocument/2006/relationships/image" Target="../media/image356.png"/><Relationship Id="rId4" Type="http://schemas.openxmlformats.org/officeDocument/2006/relationships/oleObject" Target="../embeddings/oleObject19.bin"/><Relationship Id="rId9" Type="http://schemas.openxmlformats.org/officeDocument/2006/relationships/image" Target="../media/image28.wmf"/><Relationship Id="rId13" Type="http://schemas.openxmlformats.org/officeDocument/2006/relationships/image" Target="../media/image203.wmf"/><Relationship Id="rId18" Type="http://schemas.openxmlformats.org/officeDocument/2006/relationships/oleObject" Target="../embeddings/oleObject162.bin"/><Relationship Id="rId39" Type="http://schemas.openxmlformats.org/officeDocument/2006/relationships/image" Target="../media/image343.png"/></Relationships>
</file>

<file path=ppt/slides/_rels/slide47.xml.rels><?xml version="1.0" encoding="UTF-8" standalone="yes"?>
<Relationships xmlns="http://schemas.openxmlformats.org/package/2006/relationships"><Relationship Id="rId13" Type="http://schemas.openxmlformats.org/officeDocument/2006/relationships/image" Target="../media/image216.wmf"/><Relationship Id="rId18" Type="http://schemas.openxmlformats.org/officeDocument/2006/relationships/oleObject" Target="../embeddings/oleObject21.bin"/><Relationship Id="rId26" Type="http://schemas.openxmlformats.org/officeDocument/2006/relationships/oleObject" Target="../embeddings/oleObject173.bin"/><Relationship Id="rId21" Type="http://schemas.openxmlformats.org/officeDocument/2006/relationships/image" Target="../media/image195.wmf"/><Relationship Id="rId34" Type="http://schemas.openxmlformats.org/officeDocument/2006/relationships/customXml" Target="../ink/ink274.xml"/><Relationship Id="rId7" Type="http://schemas.openxmlformats.org/officeDocument/2006/relationships/image" Target="../media/image213.wmf"/><Relationship Id="rId12" Type="http://schemas.openxmlformats.org/officeDocument/2006/relationships/oleObject" Target="../embeddings/oleObject172.bin"/><Relationship Id="rId17" Type="http://schemas.openxmlformats.org/officeDocument/2006/relationships/image" Target="../media/image27.wmf"/><Relationship Id="rId25" Type="http://schemas.openxmlformats.org/officeDocument/2006/relationships/image" Target="../media/image204.wmf"/><Relationship Id="rId33" Type="http://schemas.openxmlformats.org/officeDocument/2006/relationships/image" Target="../media/image367.png"/><Relationship Id="rId2" Type="http://schemas.openxmlformats.org/officeDocument/2006/relationships/oleObject" Target="../embeddings/oleObject167.bin"/><Relationship Id="rId16" Type="http://schemas.openxmlformats.org/officeDocument/2006/relationships/oleObject" Target="../embeddings/oleObject20.bin"/><Relationship Id="rId20" Type="http://schemas.openxmlformats.org/officeDocument/2006/relationships/oleObject" Target="../embeddings/oleObject151.bin"/><Relationship Id="rId29" Type="http://schemas.openxmlformats.org/officeDocument/2006/relationships/image" Target="../media/image365.png"/><Relationship Id="rId1" Type="http://schemas.openxmlformats.org/officeDocument/2006/relationships/slideLayout" Target="../slideLayouts/slideLayout2.xml"/><Relationship Id="rId6" Type="http://schemas.openxmlformats.org/officeDocument/2006/relationships/oleObject" Target="../embeddings/oleObject169.bin"/><Relationship Id="rId11" Type="http://schemas.openxmlformats.org/officeDocument/2006/relationships/image" Target="../media/image215.wmf"/><Relationship Id="rId24" Type="http://schemas.openxmlformats.org/officeDocument/2006/relationships/oleObject" Target="../embeddings/oleObject160.bin"/><Relationship Id="rId32" Type="http://schemas.openxmlformats.org/officeDocument/2006/relationships/customXml" Target="../ink/ink273.xml"/><Relationship Id="rId37" Type="http://schemas.openxmlformats.org/officeDocument/2006/relationships/image" Target="../media/image369.png"/><Relationship Id="rId5" Type="http://schemas.openxmlformats.org/officeDocument/2006/relationships/image" Target="../media/image212.wmf"/><Relationship Id="rId15" Type="http://schemas.openxmlformats.org/officeDocument/2006/relationships/image" Target="../media/image26.wmf"/><Relationship Id="rId23" Type="http://schemas.openxmlformats.org/officeDocument/2006/relationships/image" Target="../media/image203.wmf"/><Relationship Id="rId28" Type="http://schemas.openxmlformats.org/officeDocument/2006/relationships/customXml" Target="../ink/ink271.xml"/><Relationship Id="rId36" Type="http://schemas.openxmlformats.org/officeDocument/2006/relationships/customXml" Target="../ink/ink275.xml"/><Relationship Id="rId10" Type="http://schemas.openxmlformats.org/officeDocument/2006/relationships/oleObject" Target="../embeddings/oleObject171.bin"/><Relationship Id="rId19" Type="http://schemas.openxmlformats.org/officeDocument/2006/relationships/image" Target="../media/image28.wmf"/><Relationship Id="rId31" Type="http://schemas.openxmlformats.org/officeDocument/2006/relationships/image" Target="../media/image366.png"/><Relationship Id="rId4" Type="http://schemas.openxmlformats.org/officeDocument/2006/relationships/oleObject" Target="../embeddings/oleObject168.bin"/><Relationship Id="rId9" Type="http://schemas.openxmlformats.org/officeDocument/2006/relationships/image" Target="../media/image214.wmf"/><Relationship Id="rId14" Type="http://schemas.openxmlformats.org/officeDocument/2006/relationships/oleObject" Target="../embeddings/oleObject19.bin"/><Relationship Id="rId22" Type="http://schemas.openxmlformats.org/officeDocument/2006/relationships/oleObject" Target="../embeddings/oleObject159.bin"/><Relationship Id="rId27" Type="http://schemas.openxmlformats.org/officeDocument/2006/relationships/image" Target="../media/image217.wmf"/><Relationship Id="rId30" Type="http://schemas.openxmlformats.org/officeDocument/2006/relationships/customXml" Target="../ink/ink272.xml"/><Relationship Id="rId35" Type="http://schemas.openxmlformats.org/officeDocument/2006/relationships/image" Target="../media/image368.png"/><Relationship Id="rId8" Type="http://schemas.openxmlformats.org/officeDocument/2006/relationships/oleObject" Target="../embeddings/oleObject170.bin"/><Relationship Id="rId3" Type="http://schemas.openxmlformats.org/officeDocument/2006/relationships/image" Target="../media/image211.wmf"/></Relationships>
</file>

<file path=ppt/slides/_rels/slide48.xml.rels><?xml version="1.0" encoding="UTF-8" standalone="yes"?>
<Relationships xmlns="http://schemas.openxmlformats.org/package/2006/relationships"><Relationship Id="rId13" Type="http://schemas.openxmlformats.org/officeDocument/2006/relationships/image" Target="../media/image203.wmf"/><Relationship Id="rId18" Type="http://schemas.openxmlformats.org/officeDocument/2006/relationships/oleObject" Target="../embeddings/oleObject176.bin"/><Relationship Id="rId26" Type="http://schemas.openxmlformats.org/officeDocument/2006/relationships/customXml" Target="../ink/ink276.xml"/><Relationship Id="rId3" Type="http://schemas.openxmlformats.org/officeDocument/2006/relationships/image" Target="../media/image218.wmf"/><Relationship Id="rId21" Type="http://schemas.openxmlformats.org/officeDocument/2006/relationships/image" Target="../media/image221.wmf"/><Relationship Id="rId34" Type="http://schemas.openxmlformats.org/officeDocument/2006/relationships/customXml" Target="../ink/ink280.xml"/><Relationship Id="rId7" Type="http://schemas.openxmlformats.org/officeDocument/2006/relationships/image" Target="../media/image27.wmf"/><Relationship Id="rId12" Type="http://schemas.openxmlformats.org/officeDocument/2006/relationships/oleObject" Target="../embeddings/oleObject159.bin"/><Relationship Id="rId17" Type="http://schemas.openxmlformats.org/officeDocument/2006/relationships/image" Target="../media/image219.wmf"/><Relationship Id="rId25" Type="http://schemas.openxmlformats.org/officeDocument/2006/relationships/image" Target="../media/image223.wmf"/><Relationship Id="rId33" Type="http://schemas.openxmlformats.org/officeDocument/2006/relationships/image" Target="../media/image379.png"/><Relationship Id="rId2" Type="http://schemas.openxmlformats.org/officeDocument/2006/relationships/oleObject" Target="../embeddings/oleObject174.bin"/><Relationship Id="rId16" Type="http://schemas.openxmlformats.org/officeDocument/2006/relationships/oleObject" Target="../embeddings/oleObject175.bin"/><Relationship Id="rId20" Type="http://schemas.openxmlformats.org/officeDocument/2006/relationships/oleObject" Target="../embeddings/oleObject177.bin"/><Relationship Id="rId29" Type="http://schemas.openxmlformats.org/officeDocument/2006/relationships/image" Target="../media/image377.png"/><Relationship Id="rId1" Type="http://schemas.openxmlformats.org/officeDocument/2006/relationships/slideLayout" Target="../slideLayouts/slideLayout2.xml"/><Relationship Id="rId6" Type="http://schemas.openxmlformats.org/officeDocument/2006/relationships/oleObject" Target="../embeddings/oleObject20.bin"/><Relationship Id="rId11" Type="http://schemas.openxmlformats.org/officeDocument/2006/relationships/image" Target="../media/image195.wmf"/><Relationship Id="rId24" Type="http://schemas.openxmlformats.org/officeDocument/2006/relationships/oleObject" Target="../embeddings/oleObject179.bin"/><Relationship Id="rId32" Type="http://schemas.openxmlformats.org/officeDocument/2006/relationships/customXml" Target="../ink/ink279.xml"/><Relationship Id="rId5" Type="http://schemas.openxmlformats.org/officeDocument/2006/relationships/image" Target="../media/image26.wmf"/><Relationship Id="rId15" Type="http://schemas.openxmlformats.org/officeDocument/2006/relationships/image" Target="../media/image204.wmf"/><Relationship Id="rId23" Type="http://schemas.openxmlformats.org/officeDocument/2006/relationships/image" Target="../media/image222.wmf"/><Relationship Id="rId28" Type="http://schemas.openxmlformats.org/officeDocument/2006/relationships/customXml" Target="../ink/ink277.xml"/><Relationship Id="rId10" Type="http://schemas.openxmlformats.org/officeDocument/2006/relationships/oleObject" Target="../embeddings/oleObject151.bin"/><Relationship Id="rId19" Type="http://schemas.openxmlformats.org/officeDocument/2006/relationships/image" Target="../media/image220.wmf"/><Relationship Id="rId31" Type="http://schemas.openxmlformats.org/officeDocument/2006/relationships/image" Target="../media/image378.png"/><Relationship Id="rId4" Type="http://schemas.openxmlformats.org/officeDocument/2006/relationships/oleObject" Target="../embeddings/oleObject19.bin"/><Relationship Id="rId9" Type="http://schemas.openxmlformats.org/officeDocument/2006/relationships/image" Target="../media/image28.wmf"/><Relationship Id="rId14" Type="http://schemas.openxmlformats.org/officeDocument/2006/relationships/oleObject" Target="../embeddings/oleObject160.bin"/><Relationship Id="rId22" Type="http://schemas.openxmlformats.org/officeDocument/2006/relationships/oleObject" Target="../embeddings/oleObject178.bin"/><Relationship Id="rId27" Type="http://schemas.openxmlformats.org/officeDocument/2006/relationships/image" Target="../media/image376.png"/><Relationship Id="rId30" Type="http://schemas.openxmlformats.org/officeDocument/2006/relationships/customXml" Target="../ink/ink278.xml"/><Relationship Id="rId35" Type="http://schemas.openxmlformats.org/officeDocument/2006/relationships/image" Target="../media/image380.png"/><Relationship Id="rId8" Type="http://schemas.openxmlformats.org/officeDocument/2006/relationships/oleObject" Target="../embeddings/oleObject21.bin"/></Relationships>
</file>

<file path=ppt/slides/_rels/slide49.xml.rels><?xml version="1.0" encoding="UTF-8" standalone="yes"?>
<Relationships xmlns="http://schemas.openxmlformats.org/package/2006/relationships"><Relationship Id="rId8" Type="http://schemas.openxmlformats.org/officeDocument/2006/relationships/oleObject" Target="../embeddings/oleObject19.bin"/><Relationship Id="rId13" Type="http://schemas.openxmlformats.org/officeDocument/2006/relationships/image" Target="../media/image28.wmf"/><Relationship Id="rId18" Type="http://schemas.openxmlformats.org/officeDocument/2006/relationships/oleObject" Target="../embeddings/oleObject160.bin"/><Relationship Id="rId26" Type="http://schemas.openxmlformats.org/officeDocument/2006/relationships/oleObject" Target="../embeddings/oleObject186.bin"/><Relationship Id="rId3" Type="http://schemas.openxmlformats.org/officeDocument/2006/relationships/image" Target="../media/image224.wmf"/><Relationship Id="rId21" Type="http://schemas.openxmlformats.org/officeDocument/2006/relationships/image" Target="../media/image227.wmf"/><Relationship Id="rId7" Type="http://schemas.openxmlformats.org/officeDocument/2006/relationships/image" Target="../media/image226.wmf"/><Relationship Id="rId12" Type="http://schemas.openxmlformats.org/officeDocument/2006/relationships/oleObject" Target="../embeddings/oleObject21.bin"/><Relationship Id="rId17" Type="http://schemas.openxmlformats.org/officeDocument/2006/relationships/image" Target="../media/image203.wmf"/><Relationship Id="rId25" Type="http://schemas.openxmlformats.org/officeDocument/2006/relationships/image" Target="../media/image229.wmf"/><Relationship Id="rId2" Type="http://schemas.openxmlformats.org/officeDocument/2006/relationships/oleObject" Target="../embeddings/oleObject180.bin"/><Relationship Id="rId16" Type="http://schemas.openxmlformats.org/officeDocument/2006/relationships/oleObject" Target="../embeddings/oleObject159.bin"/><Relationship Id="rId20" Type="http://schemas.openxmlformats.org/officeDocument/2006/relationships/oleObject" Target="../embeddings/oleObject183.bin"/><Relationship Id="rId29" Type="http://schemas.openxmlformats.org/officeDocument/2006/relationships/image" Target="../media/image231.wmf"/><Relationship Id="rId1" Type="http://schemas.openxmlformats.org/officeDocument/2006/relationships/slideLayout" Target="../slideLayouts/slideLayout2.xml"/><Relationship Id="rId6" Type="http://schemas.openxmlformats.org/officeDocument/2006/relationships/oleObject" Target="../embeddings/oleObject182.bin"/><Relationship Id="rId11" Type="http://schemas.openxmlformats.org/officeDocument/2006/relationships/image" Target="../media/image27.wmf"/><Relationship Id="rId24" Type="http://schemas.openxmlformats.org/officeDocument/2006/relationships/oleObject" Target="../embeddings/oleObject185.bin"/><Relationship Id="rId5" Type="http://schemas.openxmlformats.org/officeDocument/2006/relationships/image" Target="../media/image225.wmf"/><Relationship Id="rId15" Type="http://schemas.openxmlformats.org/officeDocument/2006/relationships/image" Target="../media/image195.wmf"/><Relationship Id="rId23" Type="http://schemas.openxmlformats.org/officeDocument/2006/relationships/image" Target="../media/image228.wmf"/><Relationship Id="rId28" Type="http://schemas.openxmlformats.org/officeDocument/2006/relationships/oleObject" Target="../embeddings/oleObject187.bin"/><Relationship Id="rId10" Type="http://schemas.openxmlformats.org/officeDocument/2006/relationships/oleObject" Target="../embeddings/oleObject20.bin"/><Relationship Id="rId19" Type="http://schemas.openxmlformats.org/officeDocument/2006/relationships/image" Target="../media/image204.wmf"/><Relationship Id="rId4" Type="http://schemas.openxmlformats.org/officeDocument/2006/relationships/oleObject" Target="../embeddings/oleObject181.bin"/><Relationship Id="rId9" Type="http://schemas.openxmlformats.org/officeDocument/2006/relationships/image" Target="../media/image26.wmf"/><Relationship Id="rId14" Type="http://schemas.openxmlformats.org/officeDocument/2006/relationships/oleObject" Target="../embeddings/oleObject151.bin"/><Relationship Id="rId22" Type="http://schemas.openxmlformats.org/officeDocument/2006/relationships/oleObject" Target="../embeddings/oleObject184.bin"/><Relationship Id="rId27" Type="http://schemas.openxmlformats.org/officeDocument/2006/relationships/image" Target="../media/image230.wmf"/></Relationships>
</file>

<file path=ppt/slides/_rels/slide50.xml.rels><?xml version="1.0" encoding="UTF-8" standalone="yes"?>
<Relationships xmlns="http://schemas.openxmlformats.org/package/2006/relationships"><Relationship Id="rId13" Type="http://schemas.openxmlformats.org/officeDocument/2006/relationships/image" Target="../media/image394.png"/><Relationship Id="rId18" Type="http://schemas.openxmlformats.org/officeDocument/2006/relationships/customXml" Target="../ink/ink284.xml"/><Relationship Id="rId26" Type="http://schemas.openxmlformats.org/officeDocument/2006/relationships/customXml" Target="../ink/ink288.xml"/><Relationship Id="rId39" Type="http://schemas.openxmlformats.org/officeDocument/2006/relationships/image" Target="../media/image407.png"/><Relationship Id="rId21" Type="http://schemas.openxmlformats.org/officeDocument/2006/relationships/image" Target="../media/image398.png"/><Relationship Id="rId34" Type="http://schemas.openxmlformats.org/officeDocument/2006/relationships/customXml" Target="../ink/ink292.xml"/><Relationship Id="rId42" Type="http://schemas.openxmlformats.org/officeDocument/2006/relationships/customXml" Target="../ink/ink296.xml"/><Relationship Id="rId47" Type="http://schemas.openxmlformats.org/officeDocument/2006/relationships/image" Target="../media/image411.png"/><Relationship Id="rId50" Type="http://schemas.openxmlformats.org/officeDocument/2006/relationships/customXml" Target="../ink/ink300.xml"/><Relationship Id="rId55" Type="http://schemas.openxmlformats.org/officeDocument/2006/relationships/image" Target="../media/image415.png"/><Relationship Id="rId7" Type="http://schemas.openxmlformats.org/officeDocument/2006/relationships/image" Target="../media/image234.wmf"/><Relationship Id="rId2" Type="http://schemas.openxmlformats.org/officeDocument/2006/relationships/oleObject" Target="../embeddings/oleObject188.bin"/><Relationship Id="rId16" Type="http://schemas.openxmlformats.org/officeDocument/2006/relationships/customXml" Target="../ink/ink283.xml"/><Relationship Id="rId29" Type="http://schemas.openxmlformats.org/officeDocument/2006/relationships/image" Target="../media/image402.png"/><Relationship Id="rId11" Type="http://schemas.openxmlformats.org/officeDocument/2006/relationships/image" Target="../media/image236.wmf"/><Relationship Id="rId24" Type="http://schemas.openxmlformats.org/officeDocument/2006/relationships/customXml" Target="../ink/ink287.xml"/><Relationship Id="rId32" Type="http://schemas.openxmlformats.org/officeDocument/2006/relationships/customXml" Target="../ink/ink291.xml"/><Relationship Id="rId37" Type="http://schemas.openxmlformats.org/officeDocument/2006/relationships/image" Target="../media/image406.png"/><Relationship Id="rId40" Type="http://schemas.openxmlformats.org/officeDocument/2006/relationships/customXml" Target="../ink/ink295.xml"/><Relationship Id="rId45" Type="http://schemas.openxmlformats.org/officeDocument/2006/relationships/image" Target="../media/image410.png"/><Relationship Id="rId53" Type="http://schemas.openxmlformats.org/officeDocument/2006/relationships/image" Target="../media/image414.png"/><Relationship Id="rId5" Type="http://schemas.openxmlformats.org/officeDocument/2006/relationships/image" Target="../media/image233.wmf"/><Relationship Id="rId10" Type="http://schemas.openxmlformats.org/officeDocument/2006/relationships/oleObject" Target="../embeddings/oleObject192.bin"/><Relationship Id="rId19" Type="http://schemas.openxmlformats.org/officeDocument/2006/relationships/image" Target="../media/image397.png"/><Relationship Id="rId31" Type="http://schemas.openxmlformats.org/officeDocument/2006/relationships/image" Target="../media/image403.png"/><Relationship Id="rId44" Type="http://schemas.openxmlformats.org/officeDocument/2006/relationships/customXml" Target="../ink/ink297.xml"/><Relationship Id="rId52" Type="http://schemas.openxmlformats.org/officeDocument/2006/relationships/customXml" Target="../ink/ink301.xml"/><Relationship Id="rId4" Type="http://schemas.openxmlformats.org/officeDocument/2006/relationships/oleObject" Target="../embeddings/oleObject189.bin"/><Relationship Id="rId9" Type="http://schemas.openxmlformats.org/officeDocument/2006/relationships/image" Target="../media/image235.wmf"/><Relationship Id="rId14" Type="http://schemas.openxmlformats.org/officeDocument/2006/relationships/customXml" Target="../ink/ink282.xml"/><Relationship Id="rId22" Type="http://schemas.openxmlformats.org/officeDocument/2006/relationships/customXml" Target="../ink/ink286.xml"/><Relationship Id="rId27" Type="http://schemas.openxmlformats.org/officeDocument/2006/relationships/image" Target="../media/image401.png"/><Relationship Id="rId30" Type="http://schemas.openxmlformats.org/officeDocument/2006/relationships/customXml" Target="../ink/ink290.xml"/><Relationship Id="rId35" Type="http://schemas.openxmlformats.org/officeDocument/2006/relationships/image" Target="../media/image405.png"/><Relationship Id="rId43" Type="http://schemas.openxmlformats.org/officeDocument/2006/relationships/image" Target="../media/image409.png"/><Relationship Id="rId48" Type="http://schemas.openxmlformats.org/officeDocument/2006/relationships/customXml" Target="../ink/ink299.xml"/><Relationship Id="rId8" Type="http://schemas.openxmlformats.org/officeDocument/2006/relationships/oleObject" Target="../embeddings/oleObject191.bin"/><Relationship Id="rId51" Type="http://schemas.openxmlformats.org/officeDocument/2006/relationships/image" Target="../media/image413.png"/><Relationship Id="rId3" Type="http://schemas.openxmlformats.org/officeDocument/2006/relationships/image" Target="../media/image232.wmf"/><Relationship Id="rId12" Type="http://schemas.openxmlformats.org/officeDocument/2006/relationships/customXml" Target="../ink/ink281.xml"/><Relationship Id="rId17" Type="http://schemas.openxmlformats.org/officeDocument/2006/relationships/image" Target="../media/image396.png"/><Relationship Id="rId25" Type="http://schemas.openxmlformats.org/officeDocument/2006/relationships/image" Target="../media/image400.png"/><Relationship Id="rId33" Type="http://schemas.openxmlformats.org/officeDocument/2006/relationships/image" Target="../media/image404.png"/><Relationship Id="rId38" Type="http://schemas.openxmlformats.org/officeDocument/2006/relationships/customXml" Target="../ink/ink294.xml"/><Relationship Id="rId46" Type="http://schemas.openxmlformats.org/officeDocument/2006/relationships/customXml" Target="../ink/ink298.xml"/><Relationship Id="rId20" Type="http://schemas.openxmlformats.org/officeDocument/2006/relationships/customXml" Target="../ink/ink285.xml"/><Relationship Id="rId41" Type="http://schemas.openxmlformats.org/officeDocument/2006/relationships/image" Target="../media/image408.png"/><Relationship Id="rId54" Type="http://schemas.openxmlformats.org/officeDocument/2006/relationships/customXml" Target="../ink/ink302.xml"/><Relationship Id="rId1" Type="http://schemas.openxmlformats.org/officeDocument/2006/relationships/slideLayout" Target="../slideLayouts/slideLayout2.xml"/><Relationship Id="rId6" Type="http://schemas.openxmlformats.org/officeDocument/2006/relationships/oleObject" Target="../embeddings/oleObject190.bin"/><Relationship Id="rId15" Type="http://schemas.openxmlformats.org/officeDocument/2006/relationships/image" Target="../media/image395.png"/><Relationship Id="rId23" Type="http://schemas.openxmlformats.org/officeDocument/2006/relationships/image" Target="../media/image399.png"/><Relationship Id="rId28" Type="http://schemas.openxmlformats.org/officeDocument/2006/relationships/customXml" Target="../ink/ink289.xml"/><Relationship Id="rId36" Type="http://schemas.openxmlformats.org/officeDocument/2006/relationships/customXml" Target="../ink/ink293.xml"/><Relationship Id="rId49" Type="http://schemas.openxmlformats.org/officeDocument/2006/relationships/image" Target="../media/image412.png"/></Relationships>
</file>

<file path=ppt/slides/_rels/slide51.xml.rels><?xml version="1.0" encoding="UTF-8" standalone="yes"?>
<Relationships xmlns="http://schemas.openxmlformats.org/package/2006/relationships"><Relationship Id="rId13" Type="http://schemas.openxmlformats.org/officeDocument/2006/relationships/image" Target="../media/image143.wmf"/><Relationship Id="rId18" Type="http://schemas.openxmlformats.org/officeDocument/2006/relationships/oleObject" Target="../embeddings/oleObject197.bin"/><Relationship Id="rId26" Type="http://schemas.openxmlformats.org/officeDocument/2006/relationships/oleObject" Target="../embeddings/oleObject200.bin"/><Relationship Id="rId39" Type="http://schemas.openxmlformats.org/officeDocument/2006/relationships/image" Target="../media/image427.png"/><Relationship Id="rId21" Type="http://schemas.openxmlformats.org/officeDocument/2006/relationships/image" Target="../media/image241.wmf"/><Relationship Id="rId34" Type="http://schemas.openxmlformats.org/officeDocument/2006/relationships/customXml" Target="../ink/ink303.xml"/><Relationship Id="rId7" Type="http://schemas.openxmlformats.org/officeDocument/2006/relationships/image" Target="../media/image28.wmf"/><Relationship Id="rId2" Type="http://schemas.openxmlformats.org/officeDocument/2006/relationships/oleObject" Target="../embeddings/oleObject19.bin"/><Relationship Id="rId16" Type="http://schemas.openxmlformats.org/officeDocument/2006/relationships/oleObject" Target="../embeddings/oleObject196.bin"/><Relationship Id="rId20" Type="http://schemas.openxmlformats.org/officeDocument/2006/relationships/oleObject" Target="../embeddings/oleObject198.bin"/><Relationship Id="rId29" Type="http://schemas.openxmlformats.org/officeDocument/2006/relationships/image" Target="../media/image244.wmf"/><Relationship Id="rId41" Type="http://schemas.openxmlformats.org/officeDocument/2006/relationships/image" Target="../media/image428.png"/><Relationship Id="rId1" Type="http://schemas.openxmlformats.org/officeDocument/2006/relationships/slideLayout" Target="../slideLayouts/slideLayout2.xml"/><Relationship Id="rId6" Type="http://schemas.openxmlformats.org/officeDocument/2006/relationships/oleObject" Target="../embeddings/oleObject21.bin"/><Relationship Id="rId11" Type="http://schemas.openxmlformats.org/officeDocument/2006/relationships/image" Target="../media/image237.wmf"/><Relationship Id="rId24" Type="http://schemas.openxmlformats.org/officeDocument/2006/relationships/oleObject" Target="../embeddings/oleObject199.bin"/><Relationship Id="rId32" Type="http://schemas.openxmlformats.org/officeDocument/2006/relationships/oleObject" Target="../embeddings/oleObject203.bin"/><Relationship Id="rId37" Type="http://schemas.openxmlformats.org/officeDocument/2006/relationships/image" Target="../media/image426.png"/><Relationship Id="rId40" Type="http://schemas.openxmlformats.org/officeDocument/2006/relationships/customXml" Target="../ink/ink306.xml"/><Relationship Id="rId5" Type="http://schemas.openxmlformats.org/officeDocument/2006/relationships/image" Target="../media/image27.wmf"/><Relationship Id="rId15" Type="http://schemas.openxmlformats.org/officeDocument/2006/relationships/image" Target="../media/image238.wmf"/><Relationship Id="rId23" Type="http://schemas.openxmlformats.org/officeDocument/2006/relationships/image" Target="../media/image224.wmf"/><Relationship Id="rId28" Type="http://schemas.openxmlformats.org/officeDocument/2006/relationships/oleObject" Target="../embeddings/oleObject201.bin"/><Relationship Id="rId36" Type="http://schemas.openxmlformats.org/officeDocument/2006/relationships/customXml" Target="../ink/ink304.xml"/><Relationship Id="rId10" Type="http://schemas.openxmlformats.org/officeDocument/2006/relationships/oleObject" Target="../embeddings/oleObject193.bin"/><Relationship Id="rId19" Type="http://schemas.openxmlformats.org/officeDocument/2006/relationships/image" Target="../media/image240.wmf"/><Relationship Id="rId31" Type="http://schemas.openxmlformats.org/officeDocument/2006/relationships/image" Target="../media/image245.wmf"/><Relationship Id="rId4" Type="http://schemas.openxmlformats.org/officeDocument/2006/relationships/oleObject" Target="../embeddings/oleObject20.bin"/><Relationship Id="rId9" Type="http://schemas.openxmlformats.org/officeDocument/2006/relationships/image" Target="../media/image195.wmf"/><Relationship Id="rId14" Type="http://schemas.openxmlformats.org/officeDocument/2006/relationships/oleObject" Target="../embeddings/oleObject195.bin"/><Relationship Id="rId22" Type="http://schemas.openxmlformats.org/officeDocument/2006/relationships/oleObject" Target="../embeddings/oleObject180.bin"/><Relationship Id="rId27" Type="http://schemas.openxmlformats.org/officeDocument/2006/relationships/image" Target="../media/image243.wmf"/><Relationship Id="rId30" Type="http://schemas.openxmlformats.org/officeDocument/2006/relationships/oleObject" Target="../embeddings/oleObject202.bin"/><Relationship Id="rId35" Type="http://schemas.openxmlformats.org/officeDocument/2006/relationships/image" Target="../media/image268.png"/><Relationship Id="rId8" Type="http://schemas.openxmlformats.org/officeDocument/2006/relationships/oleObject" Target="../embeddings/oleObject151.bin"/><Relationship Id="rId3" Type="http://schemas.openxmlformats.org/officeDocument/2006/relationships/image" Target="../media/image26.wmf"/><Relationship Id="rId12" Type="http://schemas.openxmlformats.org/officeDocument/2006/relationships/oleObject" Target="../embeddings/oleObject194.bin"/><Relationship Id="rId17" Type="http://schemas.openxmlformats.org/officeDocument/2006/relationships/image" Target="../media/image239.wmf"/><Relationship Id="rId25" Type="http://schemas.openxmlformats.org/officeDocument/2006/relationships/image" Target="../media/image242.wmf"/><Relationship Id="rId33" Type="http://schemas.openxmlformats.org/officeDocument/2006/relationships/image" Target="../media/image246.wmf"/><Relationship Id="rId38" Type="http://schemas.openxmlformats.org/officeDocument/2006/relationships/customXml" Target="../ink/ink305.xml"/></Relationships>
</file>

<file path=ppt/slides/_rels/slide52.xml.rels><?xml version="1.0" encoding="UTF-8" standalone="yes"?>
<Relationships xmlns="http://schemas.openxmlformats.org/package/2006/relationships"><Relationship Id="rId13" Type="http://schemas.openxmlformats.org/officeDocument/2006/relationships/image" Target="../media/image143.wmf"/><Relationship Id="rId18" Type="http://schemas.openxmlformats.org/officeDocument/2006/relationships/oleObject" Target="../embeddings/oleObject206.bin"/><Relationship Id="rId26" Type="http://schemas.openxmlformats.org/officeDocument/2006/relationships/oleObject" Target="../embeddings/oleObject210.bin"/><Relationship Id="rId39" Type="http://schemas.openxmlformats.org/officeDocument/2006/relationships/image" Target="../media/image441.png"/><Relationship Id="rId21" Type="http://schemas.openxmlformats.org/officeDocument/2006/relationships/image" Target="../media/image250.wmf"/><Relationship Id="rId34" Type="http://schemas.openxmlformats.org/officeDocument/2006/relationships/customXml" Target="../ink/ink307.xml"/><Relationship Id="rId42" Type="http://schemas.openxmlformats.org/officeDocument/2006/relationships/customXml" Target="../ink/ink311.xml"/><Relationship Id="rId47" Type="http://schemas.openxmlformats.org/officeDocument/2006/relationships/image" Target="../media/image445.png"/><Relationship Id="rId50" Type="http://schemas.openxmlformats.org/officeDocument/2006/relationships/customXml" Target="../ink/ink315.xml"/><Relationship Id="rId55" Type="http://schemas.openxmlformats.org/officeDocument/2006/relationships/image" Target="../media/image449.png"/><Relationship Id="rId7" Type="http://schemas.openxmlformats.org/officeDocument/2006/relationships/image" Target="../media/image28.wmf"/><Relationship Id="rId2" Type="http://schemas.openxmlformats.org/officeDocument/2006/relationships/oleObject" Target="../embeddings/oleObject19.bin"/><Relationship Id="rId16" Type="http://schemas.openxmlformats.org/officeDocument/2006/relationships/oleObject" Target="../embeddings/oleObject180.bin"/><Relationship Id="rId29" Type="http://schemas.openxmlformats.org/officeDocument/2006/relationships/image" Target="../media/image254.wmf"/><Relationship Id="rId11" Type="http://schemas.openxmlformats.org/officeDocument/2006/relationships/image" Target="../media/image247.wmf"/><Relationship Id="rId24" Type="http://schemas.openxmlformats.org/officeDocument/2006/relationships/oleObject" Target="../embeddings/oleObject209.bin"/><Relationship Id="rId32" Type="http://schemas.openxmlformats.org/officeDocument/2006/relationships/oleObject" Target="../embeddings/oleObject213.bin"/><Relationship Id="rId37" Type="http://schemas.openxmlformats.org/officeDocument/2006/relationships/image" Target="../media/image440.png"/><Relationship Id="rId40" Type="http://schemas.openxmlformats.org/officeDocument/2006/relationships/customXml" Target="../ink/ink310.xml"/><Relationship Id="rId45" Type="http://schemas.openxmlformats.org/officeDocument/2006/relationships/image" Target="../media/image444.png"/><Relationship Id="rId53" Type="http://schemas.openxmlformats.org/officeDocument/2006/relationships/image" Target="../media/image448.png"/><Relationship Id="rId58" Type="http://schemas.openxmlformats.org/officeDocument/2006/relationships/customXml" Target="../ink/ink319.xml"/><Relationship Id="rId5" Type="http://schemas.openxmlformats.org/officeDocument/2006/relationships/image" Target="../media/image27.wmf"/><Relationship Id="rId19" Type="http://schemas.openxmlformats.org/officeDocument/2006/relationships/image" Target="../media/image249.wmf"/><Relationship Id="rId4" Type="http://schemas.openxmlformats.org/officeDocument/2006/relationships/oleObject" Target="../embeddings/oleObject20.bin"/><Relationship Id="rId9" Type="http://schemas.openxmlformats.org/officeDocument/2006/relationships/image" Target="../media/image195.wmf"/><Relationship Id="rId14" Type="http://schemas.openxmlformats.org/officeDocument/2006/relationships/oleObject" Target="../embeddings/oleObject205.bin"/><Relationship Id="rId22" Type="http://schemas.openxmlformats.org/officeDocument/2006/relationships/oleObject" Target="../embeddings/oleObject208.bin"/><Relationship Id="rId27" Type="http://schemas.openxmlformats.org/officeDocument/2006/relationships/image" Target="../media/image253.wmf"/><Relationship Id="rId30" Type="http://schemas.openxmlformats.org/officeDocument/2006/relationships/oleObject" Target="../embeddings/oleObject212.bin"/><Relationship Id="rId35" Type="http://schemas.openxmlformats.org/officeDocument/2006/relationships/image" Target="../media/image439.png"/><Relationship Id="rId43" Type="http://schemas.openxmlformats.org/officeDocument/2006/relationships/image" Target="../media/image443.png"/><Relationship Id="rId48" Type="http://schemas.openxmlformats.org/officeDocument/2006/relationships/customXml" Target="../ink/ink314.xml"/><Relationship Id="rId56" Type="http://schemas.openxmlformats.org/officeDocument/2006/relationships/customXml" Target="../ink/ink318.xml"/><Relationship Id="rId8" Type="http://schemas.openxmlformats.org/officeDocument/2006/relationships/oleObject" Target="../embeddings/oleObject151.bin"/><Relationship Id="rId51" Type="http://schemas.openxmlformats.org/officeDocument/2006/relationships/image" Target="../media/image447.png"/><Relationship Id="rId3" Type="http://schemas.openxmlformats.org/officeDocument/2006/relationships/image" Target="../media/image26.wmf"/><Relationship Id="rId12" Type="http://schemas.openxmlformats.org/officeDocument/2006/relationships/oleObject" Target="../embeddings/oleObject194.bin"/><Relationship Id="rId17" Type="http://schemas.openxmlformats.org/officeDocument/2006/relationships/image" Target="../media/image224.wmf"/><Relationship Id="rId25" Type="http://schemas.openxmlformats.org/officeDocument/2006/relationships/image" Target="../media/image252.wmf"/><Relationship Id="rId33" Type="http://schemas.openxmlformats.org/officeDocument/2006/relationships/image" Target="../media/image256.wmf"/><Relationship Id="rId38" Type="http://schemas.openxmlformats.org/officeDocument/2006/relationships/customXml" Target="../ink/ink309.xml"/><Relationship Id="rId46" Type="http://schemas.openxmlformats.org/officeDocument/2006/relationships/customXml" Target="../ink/ink313.xml"/><Relationship Id="rId59" Type="http://schemas.openxmlformats.org/officeDocument/2006/relationships/image" Target="../media/image451.png"/><Relationship Id="rId20" Type="http://schemas.openxmlformats.org/officeDocument/2006/relationships/oleObject" Target="../embeddings/oleObject207.bin"/><Relationship Id="rId41" Type="http://schemas.openxmlformats.org/officeDocument/2006/relationships/image" Target="../media/image442.png"/><Relationship Id="rId54" Type="http://schemas.openxmlformats.org/officeDocument/2006/relationships/customXml" Target="../ink/ink317.xml"/><Relationship Id="rId1" Type="http://schemas.openxmlformats.org/officeDocument/2006/relationships/slideLayout" Target="../slideLayouts/slideLayout2.xml"/><Relationship Id="rId6" Type="http://schemas.openxmlformats.org/officeDocument/2006/relationships/oleObject" Target="../embeddings/oleObject21.bin"/><Relationship Id="rId15" Type="http://schemas.openxmlformats.org/officeDocument/2006/relationships/image" Target="../media/image248.wmf"/><Relationship Id="rId23" Type="http://schemas.openxmlformats.org/officeDocument/2006/relationships/image" Target="../media/image251.wmf"/><Relationship Id="rId28" Type="http://schemas.openxmlformats.org/officeDocument/2006/relationships/oleObject" Target="../embeddings/oleObject211.bin"/><Relationship Id="rId36" Type="http://schemas.openxmlformats.org/officeDocument/2006/relationships/customXml" Target="../ink/ink308.xml"/><Relationship Id="rId49" Type="http://schemas.openxmlformats.org/officeDocument/2006/relationships/image" Target="../media/image446.png"/><Relationship Id="rId57" Type="http://schemas.openxmlformats.org/officeDocument/2006/relationships/image" Target="../media/image450.png"/><Relationship Id="rId10" Type="http://schemas.openxmlformats.org/officeDocument/2006/relationships/oleObject" Target="../embeddings/oleObject204.bin"/><Relationship Id="rId31" Type="http://schemas.openxmlformats.org/officeDocument/2006/relationships/image" Target="../media/image255.wmf"/><Relationship Id="rId44" Type="http://schemas.openxmlformats.org/officeDocument/2006/relationships/customXml" Target="../ink/ink312.xml"/><Relationship Id="rId52" Type="http://schemas.openxmlformats.org/officeDocument/2006/relationships/customXml" Target="../ink/ink316.xml"/></Relationships>
</file>

<file path=ppt/slides/_rels/slide53.xml.rels><?xml version="1.0" encoding="UTF-8" standalone="yes"?>
<Relationships xmlns="http://schemas.openxmlformats.org/package/2006/relationships"><Relationship Id="rId13" Type="http://schemas.openxmlformats.org/officeDocument/2006/relationships/image" Target="../media/image143.wmf"/><Relationship Id="rId18" Type="http://schemas.openxmlformats.org/officeDocument/2006/relationships/oleObject" Target="../embeddings/oleObject219.bin"/><Relationship Id="rId26" Type="http://schemas.openxmlformats.org/officeDocument/2006/relationships/oleObject" Target="../embeddings/oleObject223.bin"/><Relationship Id="rId39" Type="http://schemas.openxmlformats.org/officeDocument/2006/relationships/image" Target="../media/image463.png"/><Relationship Id="rId21" Type="http://schemas.openxmlformats.org/officeDocument/2006/relationships/image" Target="../media/image251.wmf"/><Relationship Id="rId34" Type="http://schemas.openxmlformats.org/officeDocument/2006/relationships/customXml" Target="../ink/ink321.xml"/><Relationship Id="rId42" Type="http://schemas.openxmlformats.org/officeDocument/2006/relationships/customXml" Target="../ink/ink325.xml"/><Relationship Id="rId7" Type="http://schemas.openxmlformats.org/officeDocument/2006/relationships/image" Target="../media/image28.wmf"/><Relationship Id="rId2" Type="http://schemas.openxmlformats.org/officeDocument/2006/relationships/oleObject" Target="../embeddings/oleObject36.bin"/><Relationship Id="rId16" Type="http://schemas.openxmlformats.org/officeDocument/2006/relationships/oleObject" Target="../embeddings/oleObject218.bin"/><Relationship Id="rId29" Type="http://schemas.openxmlformats.org/officeDocument/2006/relationships/image" Target="../media/image263.wmf"/><Relationship Id="rId1" Type="http://schemas.openxmlformats.org/officeDocument/2006/relationships/slideLayout" Target="../slideLayouts/slideLayout2.xml"/><Relationship Id="rId6" Type="http://schemas.openxmlformats.org/officeDocument/2006/relationships/oleObject" Target="../embeddings/oleObject38.bin"/><Relationship Id="rId11" Type="http://schemas.openxmlformats.org/officeDocument/2006/relationships/image" Target="../media/image257.wmf"/><Relationship Id="rId24" Type="http://schemas.openxmlformats.org/officeDocument/2006/relationships/oleObject" Target="../embeddings/oleObject222.bin"/><Relationship Id="rId32" Type="http://schemas.openxmlformats.org/officeDocument/2006/relationships/customXml" Target="../ink/ink320.xml"/><Relationship Id="rId37" Type="http://schemas.openxmlformats.org/officeDocument/2006/relationships/image" Target="../media/image462.png"/><Relationship Id="rId40" Type="http://schemas.openxmlformats.org/officeDocument/2006/relationships/customXml" Target="../ink/ink324.xml"/><Relationship Id="rId45" Type="http://schemas.openxmlformats.org/officeDocument/2006/relationships/image" Target="../media/image466.png"/><Relationship Id="rId5" Type="http://schemas.openxmlformats.org/officeDocument/2006/relationships/image" Target="../media/image27.wmf"/><Relationship Id="rId15" Type="http://schemas.openxmlformats.org/officeDocument/2006/relationships/image" Target="../media/image224.wmf"/><Relationship Id="rId23" Type="http://schemas.openxmlformats.org/officeDocument/2006/relationships/image" Target="../media/image260.wmf"/><Relationship Id="rId28" Type="http://schemas.openxmlformats.org/officeDocument/2006/relationships/oleObject" Target="../embeddings/oleObject224.bin"/><Relationship Id="rId36" Type="http://schemas.openxmlformats.org/officeDocument/2006/relationships/customXml" Target="../ink/ink322.xml"/><Relationship Id="rId10" Type="http://schemas.openxmlformats.org/officeDocument/2006/relationships/oleObject" Target="../embeddings/oleObject215.bin"/><Relationship Id="rId19" Type="http://schemas.openxmlformats.org/officeDocument/2006/relationships/image" Target="../media/image259.wmf"/><Relationship Id="rId31" Type="http://schemas.openxmlformats.org/officeDocument/2006/relationships/image" Target="../media/image264.wmf"/><Relationship Id="rId44" Type="http://schemas.openxmlformats.org/officeDocument/2006/relationships/customXml" Target="../ink/ink326.xml"/><Relationship Id="rId4" Type="http://schemas.openxmlformats.org/officeDocument/2006/relationships/oleObject" Target="../embeddings/oleObject37.bin"/><Relationship Id="rId9" Type="http://schemas.openxmlformats.org/officeDocument/2006/relationships/image" Target="../media/image195.wmf"/><Relationship Id="rId14" Type="http://schemas.openxmlformats.org/officeDocument/2006/relationships/oleObject" Target="../embeddings/oleObject217.bin"/><Relationship Id="rId22" Type="http://schemas.openxmlformats.org/officeDocument/2006/relationships/oleObject" Target="../embeddings/oleObject221.bin"/><Relationship Id="rId27" Type="http://schemas.openxmlformats.org/officeDocument/2006/relationships/image" Target="../media/image262.wmf"/><Relationship Id="rId30" Type="http://schemas.openxmlformats.org/officeDocument/2006/relationships/oleObject" Target="../embeddings/oleObject225.bin"/><Relationship Id="rId35" Type="http://schemas.openxmlformats.org/officeDocument/2006/relationships/image" Target="../media/image461.png"/><Relationship Id="rId43" Type="http://schemas.openxmlformats.org/officeDocument/2006/relationships/image" Target="../media/image465.png"/><Relationship Id="rId8" Type="http://schemas.openxmlformats.org/officeDocument/2006/relationships/oleObject" Target="../embeddings/oleObject214.bin"/><Relationship Id="rId3" Type="http://schemas.openxmlformats.org/officeDocument/2006/relationships/image" Target="../media/image26.wmf"/><Relationship Id="rId12" Type="http://schemas.openxmlformats.org/officeDocument/2006/relationships/oleObject" Target="../embeddings/oleObject216.bin"/><Relationship Id="rId17" Type="http://schemas.openxmlformats.org/officeDocument/2006/relationships/image" Target="../media/image258.wmf"/><Relationship Id="rId25" Type="http://schemas.openxmlformats.org/officeDocument/2006/relationships/image" Target="../media/image261.wmf"/><Relationship Id="rId33" Type="http://schemas.openxmlformats.org/officeDocument/2006/relationships/image" Target="../media/image460.png"/><Relationship Id="rId38" Type="http://schemas.openxmlformats.org/officeDocument/2006/relationships/customXml" Target="../ink/ink323.xml"/><Relationship Id="rId20" Type="http://schemas.openxmlformats.org/officeDocument/2006/relationships/oleObject" Target="../embeddings/oleObject220.bin"/><Relationship Id="rId41" Type="http://schemas.openxmlformats.org/officeDocument/2006/relationships/image" Target="../media/image464.png"/></Relationships>
</file>

<file path=ppt/slides/_rels/slide54.xml.rels><?xml version="1.0" encoding="UTF-8" standalone="yes"?>
<Relationships xmlns="http://schemas.openxmlformats.org/package/2006/relationships"><Relationship Id="rId117" Type="http://schemas.openxmlformats.org/officeDocument/2006/relationships/image" Target="../media/image433.png"/><Relationship Id="rId21" Type="http://schemas.openxmlformats.org/officeDocument/2006/relationships/image" Target="../media/image332.png"/><Relationship Id="rId42" Type="http://schemas.openxmlformats.org/officeDocument/2006/relationships/customXml" Target="../ink/ink344.xml"/><Relationship Id="rId63" Type="http://schemas.openxmlformats.org/officeDocument/2006/relationships/image" Target="../media/image381.png"/><Relationship Id="rId84" Type="http://schemas.openxmlformats.org/officeDocument/2006/relationships/customXml" Target="../ink/ink365.xml"/><Relationship Id="rId138" Type="http://schemas.openxmlformats.org/officeDocument/2006/relationships/customXml" Target="../ink/ink392.xml"/><Relationship Id="rId107" Type="http://schemas.openxmlformats.org/officeDocument/2006/relationships/image" Target="../media/image425.png"/><Relationship Id="rId11" Type="http://schemas.openxmlformats.org/officeDocument/2006/relationships/image" Target="../media/image304.png"/><Relationship Id="rId32" Type="http://schemas.openxmlformats.org/officeDocument/2006/relationships/customXml" Target="../ink/ink339.xml"/><Relationship Id="rId53" Type="http://schemas.openxmlformats.org/officeDocument/2006/relationships/image" Target="../media/image371.png"/><Relationship Id="rId74" Type="http://schemas.openxmlformats.org/officeDocument/2006/relationships/customXml" Target="../ink/ink360.xml"/><Relationship Id="rId128" Type="http://schemas.openxmlformats.org/officeDocument/2006/relationships/customXml" Target="../ink/ink387.xml"/><Relationship Id="rId149" Type="http://schemas.openxmlformats.org/officeDocument/2006/relationships/image" Target="../media/image469.png"/><Relationship Id="rId5" Type="http://schemas.openxmlformats.org/officeDocument/2006/relationships/image" Target="../media/image266.wmf"/><Relationship Id="rId95" Type="http://schemas.openxmlformats.org/officeDocument/2006/relationships/image" Target="../media/image419.png"/><Relationship Id="rId22" Type="http://schemas.openxmlformats.org/officeDocument/2006/relationships/customXml" Target="../ink/ink334.xml"/><Relationship Id="rId27" Type="http://schemas.openxmlformats.org/officeDocument/2006/relationships/image" Target="../media/image335.png"/><Relationship Id="rId43" Type="http://schemas.openxmlformats.org/officeDocument/2006/relationships/image" Target="../media/image361.png"/><Relationship Id="rId48" Type="http://schemas.openxmlformats.org/officeDocument/2006/relationships/customXml" Target="../ink/ink347.xml"/><Relationship Id="rId64" Type="http://schemas.openxmlformats.org/officeDocument/2006/relationships/customXml" Target="../ink/ink355.xml"/><Relationship Id="rId69" Type="http://schemas.openxmlformats.org/officeDocument/2006/relationships/image" Target="../media/image384.png"/><Relationship Id="rId113" Type="http://schemas.openxmlformats.org/officeDocument/2006/relationships/image" Target="../media/image431.png"/><Relationship Id="rId118" Type="http://schemas.openxmlformats.org/officeDocument/2006/relationships/customXml" Target="../ink/ink382.xml"/><Relationship Id="rId134" Type="http://schemas.openxmlformats.org/officeDocument/2006/relationships/customXml" Target="../ink/ink390.xml"/><Relationship Id="rId139" Type="http://schemas.openxmlformats.org/officeDocument/2006/relationships/image" Target="../media/image457.png"/><Relationship Id="rId80" Type="http://schemas.openxmlformats.org/officeDocument/2006/relationships/customXml" Target="../ink/ink363.xml"/><Relationship Id="rId85" Type="http://schemas.openxmlformats.org/officeDocument/2006/relationships/image" Target="../media/image392.png"/><Relationship Id="rId150" Type="http://schemas.openxmlformats.org/officeDocument/2006/relationships/customXml" Target="../ink/ink398.xml"/><Relationship Id="rId155" Type="http://schemas.openxmlformats.org/officeDocument/2006/relationships/image" Target="../media/image472.png"/><Relationship Id="rId12" Type="http://schemas.openxmlformats.org/officeDocument/2006/relationships/customXml" Target="../ink/ink329.xml"/><Relationship Id="rId17" Type="http://schemas.openxmlformats.org/officeDocument/2006/relationships/image" Target="../media/image330.png"/><Relationship Id="rId33" Type="http://schemas.openxmlformats.org/officeDocument/2006/relationships/image" Target="../media/image338.png"/><Relationship Id="rId38" Type="http://schemas.openxmlformats.org/officeDocument/2006/relationships/customXml" Target="../ink/ink342.xml"/><Relationship Id="rId59" Type="http://schemas.openxmlformats.org/officeDocument/2006/relationships/image" Target="../media/image374.png"/><Relationship Id="rId103" Type="http://schemas.openxmlformats.org/officeDocument/2006/relationships/image" Target="../media/image423.png"/><Relationship Id="rId108" Type="http://schemas.openxmlformats.org/officeDocument/2006/relationships/customXml" Target="../ink/ink377.xml"/><Relationship Id="rId124" Type="http://schemas.openxmlformats.org/officeDocument/2006/relationships/customXml" Target="../ink/ink385.xml"/><Relationship Id="rId129" Type="http://schemas.openxmlformats.org/officeDocument/2006/relationships/image" Target="../media/image452.png"/><Relationship Id="rId54" Type="http://schemas.openxmlformats.org/officeDocument/2006/relationships/customXml" Target="../ink/ink350.xml"/><Relationship Id="rId70" Type="http://schemas.openxmlformats.org/officeDocument/2006/relationships/customXml" Target="../ink/ink358.xml"/><Relationship Id="rId75" Type="http://schemas.openxmlformats.org/officeDocument/2006/relationships/image" Target="../media/image387.png"/><Relationship Id="rId91" Type="http://schemas.openxmlformats.org/officeDocument/2006/relationships/image" Target="../media/image417.png"/><Relationship Id="rId96" Type="http://schemas.openxmlformats.org/officeDocument/2006/relationships/customXml" Target="../ink/ink371.xml"/><Relationship Id="rId140" Type="http://schemas.openxmlformats.org/officeDocument/2006/relationships/customXml" Target="../ink/ink393.xml"/><Relationship Id="rId145" Type="http://schemas.openxmlformats.org/officeDocument/2006/relationships/image" Target="../media/image467.png"/><Relationship Id="rId1" Type="http://schemas.openxmlformats.org/officeDocument/2006/relationships/slideLayout" Target="../slideLayouts/slideLayout2.xml"/><Relationship Id="rId6" Type="http://schemas.openxmlformats.org/officeDocument/2006/relationships/oleObject" Target="../embeddings/oleObject228.bin"/><Relationship Id="rId23" Type="http://schemas.openxmlformats.org/officeDocument/2006/relationships/image" Target="../media/image333.png"/><Relationship Id="rId28" Type="http://schemas.openxmlformats.org/officeDocument/2006/relationships/customXml" Target="../ink/ink337.xml"/><Relationship Id="rId49" Type="http://schemas.openxmlformats.org/officeDocument/2006/relationships/image" Target="../media/image364.png"/><Relationship Id="rId114" Type="http://schemas.openxmlformats.org/officeDocument/2006/relationships/customXml" Target="../ink/ink380.xml"/><Relationship Id="rId119" Type="http://schemas.openxmlformats.org/officeDocument/2006/relationships/image" Target="../media/image434.png"/><Relationship Id="rId44" Type="http://schemas.openxmlformats.org/officeDocument/2006/relationships/customXml" Target="../ink/ink345.xml"/><Relationship Id="rId60" Type="http://schemas.openxmlformats.org/officeDocument/2006/relationships/customXml" Target="../ink/ink353.xml"/><Relationship Id="rId65" Type="http://schemas.openxmlformats.org/officeDocument/2006/relationships/image" Target="../media/image382.png"/><Relationship Id="rId81" Type="http://schemas.openxmlformats.org/officeDocument/2006/relationships/image" Target="../media/image390.png"/><Relationship Id="rId86" Type="http://schemas.openxmlformats.org/officeDocument/2006/relationships/customXml" Target="../ink/ink366.xml"/><Relationship Id="rId130" Type="http://schemas.openxmlformats.org/officeDocument/2006/relationships/customXml" Target="../ink/ink388.xml"/><Relationship Id="rId135" Type="http://schemas.openxmlformats.org/officeDocument/2006/relationships/image" Target="../media/image455.png"/><Relationship Id="rId151" Type="http://schemas.openxmlformats.org/officeDocument/2006/relationships/image" Target="../media/image470.png"/><Relationship Id="rId13" Type="http://schemas.openxmlformats.org/officeDocument/2006/relationships/image" Target="../media/image307.png"/><Relationship Id="rId18" Type="http://schemas.openxmlformats.org/officeDocument/2006/relationships/customXml" Target="../ink/ink332.xml"/><Relationship Id="rId39" Type="http://schemas.openxmlformats.org/officeDocument/2006/relationships/image" Target="../media/image359.png"/><Relationship Id="rId109" Type="http://schemas.openxmlformats.org/officeDocument/2006/relationships/image" Target="../media/image429.png"/><Relationship Id="rId34" Type="http://schemas.openxmlformats.org/officeDocument/2006/relationships/customXml" Target="../ink/ink340.xml"/><Relationship Id="rId50" Type="http://schemas.openxmlformats.org/officeDocument/2006/relationships/customXml" Target="../ink/ink348.xml"/><Relationship Id="rId55" Type="http://schemas.openxmlformats.org/officeDocument/2006/relationships/image" Target="../media/image372.png"/><Relationship Id="rId76" Type="http://schemas.openxmlformats.org/officeDocument/2006/relationships/customXml" Target="../ink/ink361.xml"/><Relationship Id="rId97" Type="http://schemas.openxmlformats.org/officeDocument/2006/relationships/image" Target="../media/image420.png"/><Relationship Id="rId104" Type="http://schemas.openxmlformats.org/officeDocument/2006/relationships/customXml" Target="../ink/ink375.xml"/><Relationship Id="rId120" Type="http://schemas.openxmlformats.org/officeDocument/2006/relationships/customXml" Target="../ink/ink383.xml"/><Relationship Id="rId125" Type="http://schemas.openxmlformats.org/officeDocument/2006/relationships/image" Target="../media/image437.png"/><Relationship Id="rId141" Type="http://schemas.openxmlformats.org/officeDocument/2006/relationships/image" Target="../media/image458.png"/><Relationship Id="rId146" Type="http://schemas.openxmlformats.org/officeDocument/2006/relationships/customXml" Target="../ink/ink396.xml"/><Relationship Id="rId7" Type="http://schemas.openxmlformats.org/officeDocument/2006/relationships/image" Target="../media/image267.wmf"/><Relationship Id="rId71" Type="http://schemas.openxmlformats.org/officeDocument/2006/relationships/image" Target="../media/image385.png"/><Relationship Id="rId92" Type="http://schemas.openxmlformats.org/officeDocument/2006/relationships/customXml" Target="../ink/ink369.xml"/><Relationship Id="rId2" Type="http://schemas.openxmlformats.org/officeDocument/2006/relationships/oleObject" Target="../embeddings/oleObject226.bin"/><Relationship Id="rId29" Type="http://schemas.openxmlformats.org/officeDocument/2006/relationships/image" Target="../media/image336.png"/><Relationship Id="rId24" Type="http://schemas.openxmlformats.org/officeDocument/2006/relationships/customXml" Target="../ink/ink335.xml"/><Relationship Id="rId40" Type="http://schemas.openxmlformats.org/officeDocument/2006/relationships/customXml" Target="../ink/ink343.xml"/><Relationship Id="rId45" Type="http://schemas.openxmlformats.org/officeDocument/2006/relationships/image" Target="../media/image362.png"/><Relationship Id="rId66" Type="http://schemas.openxmlformats.org/officeDocument/2006/relationships/customXml" Target="../ink/ink356.xml"/><Relationship Id="rId87" Type="http://schemas.openxmlformats.org/officeDocument/2006/relationships/image" Target="../media/image393.png"/><Relationship Id="rId110" Type="http://schemas.openxmlformats.org/officeDocument/2006/relationships/customXml" Target="../ink/ink378.xml"/><Relationship Id="rId115" Type="http://schemas.openxmlformats.org/officeDocument/2006/relationships/image" Target="../media/image432.png"/><Relationship Id="rId131" Type="http://schemas.openxmlformats.org/officeDocument/2006/relationships/image" Target="../media/image453.png"/><Relationship Id="rId136" Type="http://schemas.openxmlformats.org/officeDocument/2006/relationships/customXml" Target="../ink/ink391.xml"/><Relationship Id="rId61" Type="http://schemas.openxmlformats.org/officeDocument/2006/relationships/image" Target="../media/image375.png"/><Relationship Id="rId82" Type="http://schemas.openxmlformats.org/officeDocument/2006/relationships/customXml" Target="../ink/ink364.xml"/><Relationship Id="rId152" Type="http://schemas.openxmlformats.org/officeDocument/2006/relationships/customXml" Target="../ink/ink399.xml"/><Relationship Id="rId19" Type="http://schemas.openxmlformats.org/officeDocument/2006/relationships/image" Target="../media/image331.png"/><Relationship Id="rId14" Type="http://schemas.openxmlformats.org/officeDocument/2006/relationships/customXml" Target="../ink/ink330.xml"/><Relationship Id="rId30" Type="http://schemas.openxmlformats.org/officeDocument/2006/relationships/customXml" Target="../ink/ink338.xml"/><Relationship Id="rId35" Type="http://schemas.openxmlformats.org/officeDocument/2006/relationships/image" Target="../media/image339.png"/><Relationship Id="rId56" Type="http://schemas.openxmlformats.org/officeDocument/2006/relationships/customXml" Target="../ink/ink351.xml"/><Relationship Id="rId77" Type="http://schemas.openxmlformats.org/officeDocument/2006/relationships/image" Target="../media/image388.png"/><Relationship Id="rId100" Type="http://schemas.openxmlformats.org/officeDocument/2006/relationships/customXml" Target="../ink/ink373.xml"/><Relationship Id="rId105" Type="http://schemas.openxmlformats.org/officeDocument/2006/relationships/image" Target="../media/image424.png"/><Relationship Id="rId126" Type="http://schemas.openxmlformats.org/officeDocument/2006/relationships/customXml" Target="../ink/ink386.xml"/><Relationship Id="rId147" Type="http://schemas.openxmlformats.org/officeDocument/2006/relationships/image" Target="../media/image468.png"/><Relationship Id="rId8" Type="http://schemas.openxmlformats.org/officeDocument/2006/relationships/customXml" Target="../ink/ink327.xml"/><Relationship Id="rId51" Type="http://schemas.openxmlformats.org/officeDocument/2006/relationships/image" Target="../media/image370.png"/><Relationship Id="rId72" Type="http://schemas.openxmlformats.org/officeDocument/2006/relationships/customXml" Target="../ink/ink359.xml"/><Relationship Id="rId93" Type="http://schemas.openxmlformats.org/officeDocument/2006/relationships/image" Target="../media/image418.png"/><Relationship Id="rId98" Type="http://schemas.openxmlformats.org/officeDocument/2006/relationships/customXml" Target="../ink/ink372.xml"/><Relationship Id="rId121" Type="http://schemas.openxmlformats.org/officeDocument/2006/relationships/image" Target="../media/image435.png"/><Relationship Id="rId142" Type="http://schemas.openxmlformats.org/officeDocument/2006/relationships/customXml" Target="../ink/ink394.xml"/><Relationship Id="rId3" Type="http://schemas.openxmlformats.org/officeDocument/2006/relationships/image" Target="../media/image265.wmf"/><Relationship Id="rId25" Type="http://schemas.openxmlformats.org/officeDocument/2006/relationships/image" Target="../media/image334.png"/><Relationship Id="rId46" Type="http://schemas.openxmlformats.org/officeDocument/2006/relationships/customXml" Target="../ink/ink346.xml"/><Relationship Id="rId67" Type="http://schemas.openxmlformats.org/officeDocument/2006/relationships/image" Target="../media/image383.png"/><Relationship Id="rId116" Type="http://schemas.openxmlformats.org/officeDocument/2006/relationships/customXml" Target="../ink/ink381.xml"/><Relationship Id="rId137" Type="http://schemas.openxmlformats.org/officeDocument/2006/relationships/image" Target="../media/image456.png"/><Relationship Id="rId20" Type="http://schemas.openxmlformats.org/officeDocument/2006/relationships/customXml" Target="../ink/ink333.xml"/><Relationship Id="rId41" Type="http://schemas.openxmlformats.org/officeDocument/2006/relationships/image" Target="../media/image360.png"/><Relationship Id="rId62" Type="http://schemas.openxmlformats.org/officeDocument/2006/relationships/customXml" Target="../ink/ink354.xml"/><Relationship Id="rId83" Type="http://schemas.openxmlformats.org/officeDocument/2006/relationships/image" Target="../media/image391.png"/><Relationship Id="rId88" Type="http://schemas.openxmlformats.org/officeDocument/2006/relationships/customXml" Target="../ink/ink367.xml"/><Relationship Id="rId111" Type="http://schemas.openxmlformats.org/officeDocument/2006/relationships/image" Target="../media/image430.png"/><Relationship Id="rId132" Type="http://schemas.openxmlformats.org/officeDocument/2006/relationships/customXml" Target="../ink/ink389.xml"/><Relationship Id="rId153" Type="http://schemas.openxmlformats.org/officeDocument/2006/relationships/image" Target="../media/image471.png"/><Relationship Id="rId15" Type="http://schemas.openxmlformats.org/officeDocument/2006/relationships/image" Target="../media/image329.png"/><Relationship Id="rId36" Type="http://schemas.openxmlformats.org/officeDocument/2006/relationships/customXml" Target="../ink/ink341.xml"/><Relationship Id="rId57" Type="http://schemas.openxmlformats.org/officeDocument/2006/relationships/image" Target="../media/image373.png"/><Relationship Id="rId106" Type="http://schemas.openxmlformats.org/officeDocument/2006/relationships/customXml" Target="../ink/ink376.xml"/><Relationship Id="rId127" Type="http://schemas.openxmlformats.org/officeDocument/2006/relationships/image" Target="../media/image438.png"/><Relationship Id="rId10" Type="http://schemas.openxmlformats.org/officeDocument/2006/relationships/customXml" Target="../ink/ink328.xml"/><Relationship Id="rId31" Type="http://schemas.openxmlformats.org/officeDocument/2006/relationships/image" Target="../media/image337.png"/><Relationship Id="rId52" Type="http://schemas.openxmlformats.org/officeDocument/2006/relationships/customXml" Target="../ink/ink349.xml"/><Relationship Id="rId73" Type="http://schemas.openxmlformats.org/officeDocument/2006/relationships/image" Target="../media/image386.png"/><Relationship Id="rId78" Type="http://schemas.openxmlformats.org/officeDocument/2006/relationships/customXml" Target="../ink/ink362.xml"/><Relationship Id="rId94" Type="http://schemas.openxmlformats.org/officeDocument/2006/relationships/customXml" Target="../ink/ink370.xml"/><Relationship Id="rId99" Type="http://schemas.openxmlformats.org/officeDocument/2006/relationships/image" Target="../media/image421.png"/><Relationship Id="rId101" Type="http://schemas.openxmlformats.org/officeDocument/2006/relationships/image" Target="../media/image422.png"/><Relationship Id="rId122" Type="http://schemas.openxmlformats.org/officeDocument/2006/relationships/customXml" Target="../ink/ink384.xml"/><Relationship Id="rId143" Type="http://schemas.openxmlformats.org/officeDocument/2006/relationships/image" Target="../media/image459.png"/><Relationship Id="rId148" Type="http://schemas.openxmlformats.org/officeDocument/2006/relationships/customXml" Target="../ink/ink397.xml"/><Relationship Id="rId4" Type="http://schemas.openxmlformats.org/officeDocument/2006/relationships/oleObject" Target="../embeddings/oleObject227.bin"/><Relationship Id="rId9" Type="http://schemas.openxmlformats.org/officeDocument/2006/relationships/image" Target="../media/image303.png"/><Relationship Id="rId26" Type="http://schemas.openxmlformats.org/officeDocument/2006/relationships/customXml" Target="../ink/ink336.xml"/><Relationship Id="rId47" Type="http://schemas.openxmlformats.org/officeDocument/2006/relationships/image" Target="../media/image363.png"/><Relationship Id="rId68" Type="http://schemas.openxmlformats.org/officeDocument/2006/relationships/customXml" Target="../ink/ink357.xml"/><Relationship Id="rId89" Type="http://schemas.openxmlformats.org/officeDocument/2006/relationships/image" Target="../media/image416.png"/><Relationship Id="rId112" Type="http://schemas.openxmlformats.org/officeDocument/2006/relationships/customXml" Target="../ink/ink379.xml"/><Relationship Id="rId133" Type="http://schemas.openxmlformats.org/officeDocument/2006/relationships/image" Target="../media/image454.png"/><Relationship Id="rId154" Type="http://schemas.openxmlformats.org/officeDocument/2006/relationships/customXml" Target="../ink/ink400.xml"/><Relationship Id="rId16" Type="http://schemas.openxmlformats.org/officeDocument/2006/relationships/customXml" Target="../ink/ink331.xml"/><Relationship Id="rId37" Type="http://schemas.openxmlformats.org/officeDocument/2006/relationships/image" Target="../media/image358.png"/><Relationship Id="rId58" Type="http://schemas.openxmlformats.org/officeDocument/2006/relationships/customXml" Target="../ink/ink352.xml"/><Relationship Id="rId79" Type="http://schemas.openxmlformats.org/officeDocument/2006/relationships/image" Target="../media/image389.png"/><Relationship Id="rId102" Type="http://schemas.openxmlformats.org/officeDocument/2006/relationships/customXml" Target="../ink/ink374.xml"/><Relationship Id="rId123" Type="http://schemas.openxmlformats.org/officeDocument/2006/relationships/image" Target="../media/image436.png"/><Relationship Id="rId144" Type="http://schemas.openxmlformats.org/officeDocument/2006/relationships/customXml" Target="../ink/ink395.xml"/><Relationship Id="rId90" Type="http://schemas.openxmlformats.org/officeDocument/2006/relationships/customXml" Target="../ink/ink368.xml"/></Relationships>
</file>

<file path=ppt/slides/_rels/slide55.xml.rels><?xml version="1.0" encoding="UTF-8" standalone="yes"?>
<Relationships xmlns="http://schemas.openxmlformats.org/package/2006/relationships"><Relationship Id="rId8" Type="http://schemas.openxmlformats.org/officeDocument/2006/relationships/image" Target="../media/image475.png"/><Relationship Id="rId3" Type="http://schemas.openxmlformats.org/officeDocument/2006/relationships/oleObject" Target="../embeddings/oleObject229.bin"/><Relationship Id="rId7" Type="http://schemas.openxmlformats.org/officeDocument/2006/relationships/customXml" Target="../ink/ink401.xml"/><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image" Target="../media/image269.wmf"/><Relationship Id="rId5" Type="http://schemas.openxmlformats.org/officeDocument/2006/relationships/oleObject" Target="../embeddings/oleObject230.bin"/><Relationship Id="rId4" Type="http://schemas.openxmlformats.org/officeDocument/2006/relationships/image" Target="../media/image268.wmf"/></Relationships>
</file>

<file path=ppt/slides/_rels/slide56.xml.rels><?xml version="1.0" encoding="UTF-8" standalone="yes"?>
<Relationships xmlns="http://schemas.openxmlformats.org/package/2006/relationships"><Relationship Id="rId8" Type="http://schemas.openxmlformats.org/officeDocument/2006/relationships/oleObject" Target="../embeddings/oleObject234.bin"/><Relationship Id="rId13" Type="http://schemas.openxmlformats.org/officeDocument/2006/relationships/image" Target="../media/image26.wmf"/><Relationship Id="rId18" Type="http://schemas.openxmlformats.org/officeDocument/2006/relationships/oleObject" Target="../embeddings/oleObject236.bin"/><Relationship Id="rId3" Type="http://schemas.openxmlformats.org/officeDocument/2006/relationships/image" Target="../media/image270.wmf"/><Relationship Id="rId21" Type="http://schemas.openxmlformats.org/officeDocument/2006/relationships/image" Target="../media/image276.wmf"/><Relationship Id="rId7" Type="http://schemas.openxmlformats.org/officeDocument/2006/relationships/image" Target="../media/image272.wmf"/><Relationship Id="rId12" Type="http://schemas.openxmlformats.org/officeDocument/2006/relationships/oleObject" Target="../embeddings/oleObject36.bin"/><Relationship Id="rId17" Type="http://schemas.openxmlformats.org/officeDocument/2006/relationships/image" Target="../media/image28.wmf"/><Relationship Id="rId2" Type="http://schemas.openxmlformats.org/officeDocument/2006/relationships/oleObject" Target="../embeddings/oleObject231.bin"/><Relationship Id="rId16" Type="http://schemas.openxmlformats.org/officeDocument/2006/relationships/oleObject" Target="../embeddings/oleObject38.bin"/><Relationship Id="rId20" Type="http://schemas.openxmlformats.org/officeDocument/2006/relationships/oleObject" Target="../embeddings/oleObject237.bin"/><Relationship Id="rId1" Type="http://schemas.openxmlformats.org/officeDocument/2006/relationships/slideLayout" Target="../slideLayouts/slideLayout2.xml"/><Relationship Id="rId6" Type="http://schemas.openxmlformats.org/officeDocument/2006/relationships/oleObject" Target="../embeddings/oleObject233.bin"/><Relationship Id="rId11" Type="http://schemas.openxmlformats.org/officeDocument/2006/relationships/image" Target="../media/image274.wmf"/><Relationship Id="rId5" Type="http://schemas.openxmlformats.org/officeDocument/2006/relationships/image" Target="../media/image271.wmf"/><Relationship Id="rId15" Type="http://schemas.openxmlformats.org/officeDocument/2006/relationships/image" Target="../media/image27.wmf"/><Relationship Id="rId23" Type="http://schemas.openxmlformats.org/officeDocument/2006/relationships/image" Target="../media/image483.png"/><Relationship Id="rId10" Type="http://schemas.openxmlformats.org/officeDocument/2006/relationships/oleObject" Target="../embeddings/oleObject235.bin"/><Relationship Id="rId19" Type="http://schemas.openxmlformats.org/officeDocument/2006/relationships/image" Target="../media/image275.wmf"/><Relationship Id="rId4" Type="http://schemas.openxmlformats.org/officeDocument/2006/relationships/oleObject" Target="../embeddings/oleObject232.bin"/><Relationship Id="rId9" Type="http://schemas.openxmlformats.org/officeDocument/2006/relationships/image" Target="../media/image273.wmf"/><Relationship Id="rId14" Type="http://schemas.openxmlformats.org/officeDocument/2006/relationships/oleObject" Target="../embeddings/oleObject37.bin"/><Relationship Id="rId22" Type="http://schemas.openxmlformats.org/officeDocument/2006/relationships/customXml" Target="../ink/ink402.xml"/></Relationships>
</file>

<file path=ppt/slides/_rels/slide57.xml.rels><?xml version="1.0" encoding="UTF-8" standalone="yes"?>
<Relationships xmlns="http://schemas.openxmlformats.org/package/2006/relationships"><Relationship Id="rId8" Type="http://schemas.openxmlformats.org/officeDocument/2006/relationships/oleObject" Target="../embeddings/oleObject241.bin"/><Relationship Id="rId13" Type="http://schemas.openxmlformats.org/officeDocument/2006/relationships/image" Target="../media/image282.wmf"/><Relationship Id="rId18" Type="http://schemas.openxmlformats.org/officeDocument/2006/relationships/oleObject" Target="../embeddings/oleObject246.bin"/><Relationship Id="rId26" Type="http://schemas.openxmlformats.org/officeDocument/2006/relationships/customXml" Target="../ink/ink403.xml"/><Relationship Id="rId3" Type="http://schemas.openxmlformats.org/officeDocument/2006/relationships/image" Target="../media/image277.wmf"/><Relationship Id="rId21" Type="http://schemas.openxmlformats.org/officeDocument/2006/relationships/image" Target="../media/image286.wmf"/><Relationship Id="rId7" Type="http://schemas.openxmlformats.org/officeDocument/2006/relationships/image" Target="../media/image279.wmf"/><Relationship Id="rId12" Type="http://schemas.openxmlformats.org/officeDocument/2006/relationships/oleObject" Target="../embeddings/oleObject243.bin"/><Relationship Id="rId17" Type="http://schemas.openxmlformats.org/officeDocument/2006/relationships/image" Target="../media/image284.wmf"/><Relationship Id="rId25" Type="http://schemas.openxmlformats.org/officeDocument/2006/relationships/image" Target="../media/image288.wmf"/><Relationship Id="rId2" Type="http://schemas.openxmlformats.org/officeDocument/2006/relationships/oleObject" Target="../embeddings/oleObject238.bin"/><Relationship Id="rId16" Type="http://schemas.openxmlformats.org/officeDocument/2006/relationships/oleObject" Target="../embeddings/oleObject245.bin"/><Relationship Id="rId20" Type="http://schemas.openxmlformats.org/officeDocument/2006/relationships/oleObject" Target="../embeddings/oleObject247.bin"/><Relationship Id="rId29" Type="http://schemas.openxmlformats.org/officeDocument/2006/relationships/image" Target="../media/image497.png"/><Relationship Id="rId1" Type="http://schemas.openxmlformats.org/officeDocument/2006/relationships/slideLayout" Target="../slideLayouts/slideLayout13.xml"/><Relationship Id="rId6" Type="http://schemas.openxmlformats.org/officeDocument/2006/relationships/oleObject" Target="../embeddings/oleObject240.bin"/><Relationship Id="rId11" Type="http://schemas.openxmlformats.org/officeDocument/2006/relationships/image" Target="../media/image281.wmf"/><Relationship Id="rId24" Type="http://schemas.openxmlformats.org/officeDocument/2006/relationships/oleObject" Target="../embeddings/oleObject249.bin"/><Relationship Id="rId5" Type="http://schemas.openxmlformats.org/officeDocument/2006/relationships/image" Target="../media/image278.wmf"/><Relationship Id="rId15" Type="http://schemas.openxmlformats.org/officeDocument/2006/relationships/image" Target="../media/image283.wmf"/><Relationship Id="rId23" Type="http://schemas.openxmlformats.org/officeDocument/2006/relationships/image" Target="../media/image287.wmf"/><Relationship Id="rId28" Type="http://schemas.openxmlformats.org/officeDocument/2006/relationships/customXml" Target="../ink/ink404.xml"/><Relationship Id="rId10" Type="http://schemas.openxmlformats.org/officeDocument/2006/relationships/oleObject" Target="../embeddings/oleObject242.bin"/><Relationship Id="rId19" Type="http://schemas.openxmlformats.org/officeDocument/2006/relationships/image" Target="../media/image285.wmf"/><Relationship Id="rId4" Type="http://schemas.openxmlformats.org/officeDocument/2006/relationships/oleObject" Target="../embeddings/oleObject239.bin"/><Relationship Id="rId9" Type="http://schemas.openxmlformats.org/officeDocument/2006/relationships/image" Target="../media/image280.wmf"/><Relationship Id="rId14" Type="http://schemas.openxmlformats.org/officeDocument/2006/relationships/oleObject" Target="../embeddings/oleObject244.bin"/><Relationship Id="rId22" Type="http://schemas.openxmlformats.org/officeDocument/2006/relationships/oleObject" Target="../embeddings/oleObject248.bin"/><Relationship Id="rId27" Type="http://schemas.openxmlformats.org/officeDocument/2006/relationships/image" Target="../media/image496.png"/></Relationships>
</file>

<file path=ppt/slides/_rels/slide58.xml.rels><?xml version="1.0" encoding="UTF-8" standalone="yes"?>
<Relationships xmlns="http://schemas.openxmlformats.org/package/2006/relationships"><Relationship Id="rId13" Type="http://schemas.openxmlformats.org/officeDocument/2006/relationships/image" Target="../media/image503.png"/><Relationship Id="rId18" Type="http://schemas.openxmlformats.org/officeDocument/2006/relationships/customXml" Target="../ink/ink410.xml"/><Relationship Id="rId26" Type="http://schemas.openxmlformats.org/officeDocument/2006/relationships/customXml" Target="../ink/ink414.xml"/><Relationship Id="rId39" Type="http://schemas.openxmlformats.org/officeDocument/2006/relationships/image" Target="../media/image516.png"/><Relationship Id="rId21" Type="http://schemas.openxmlformats.org/officeDocument/2006/relationships/image" Target="../media/image507.png"/><Relationship Id="rId34" Type="http://schemas.openxmlformats.org/officeDocument/2006/relationships/customXml" Target="../ink/ink418.xml"/><Relationship Id="rId42" Type="http://schemas.openxmlformats.org/officeDocument/2006/relationships/customXml" Target="../ink/ink422.xml"/><Relationship Id="rId47" Type="http://schemas.openxmlformats.org/officeDocument/2006/relationships/image" Target="../media/image520.png"/><Relationship Id="rId50" Type="http://schemas.openxmlformats.org/officeDocument/2006/relationships/customXml" Target="../ink/ink426.xml"/><Relationship Id="rId7" Type="http://schemas.openxmlformats.org/officeDocument/2006/relationships/image" Target="../media/image291.wmf"/><Relationship Id="rId2" Type="http://schemas.openxmlformats.org/officeDocument/2006/relationships/oleObject" Target="../embeddings/oleObject250.bin"/><Relationship Id="rId16" Type="http://schemas.openxmlformats.org/officeDocument/2006/relationships/customXml" Target="../ink/ink409.xml"/><Relationship Id="rId29" Type="http://schemas.openxmlformats.org/officeDocument/2006/relationships/image" Target="../media/image511.png"/><Relationship Id="rId11" Type="http://schemas.openxmlformats.org/officeDocument/2006/relationships/image" Target="../media/image502.png"/><Relationship Id="rId24" Type="http://schemas.openxmlformats.org/officeDocument/2006/relationships/customXml" Target="../ink/ink413.xml"/><Relationship Id="rId32" Type="http://schemas.openxmlformats.org/officeDocument/2006/relationships/customXml" Target="../ink/ink417.xml"/><Relationship Id="rId37" Type="http://schemas.openxmlformats.org/officeDocument/2006/relationships/image" Target="../media/image515.png"/><Relationship Id="rId40" Type="http://schemas.openxmlformats.org/officeDocument/2006/relationships/customXml" Target="../ink/ink421.xml"/><Relationship Id="rId45" Type="http://schemas.openxmlformats.org/officeDocument/2006/relationships/image" Target="../media/image519.png"/><Relationship Id="rId53" Type="http://schemas.openxmlformats.org/officeDocument/2006/relationships/image" Target="../media/image523.png"/><Relationship Id="rId5" Type="http://schemas.openxmlformats.org/officeDocument/2006/relationships/image" Target="../media/image290.wmf"/><Relationship Id="rId10" Type="http://schemas.openxmlformats.org/officeDocument/2006/relationships/customXml" Target="../ink/ink406.xml"/><Relationship Id="rId19" Type="http://schemas.openxmlformats.org/officeDocument/2006/relationships/image" Target="../media/image506.png"/><Relationship Id="rId31" Type="http://schemas.openxmlformats.org/officeDocument/2006/relationships/image" Target="../media/image512.png"/><Relationship Id="rId44" Type="http://schemas.openxmlformats.org/officeDocument/2006/relationships/customXml" Target="../ink/ink423.xml"/><Relationship Id="rId52" Type="http://schemas.openxmlformats.org/officeDocument/2006/relationships/customXml" Target="../ink/ink427.xml"/><Relationship Id="rId4" Type="http://schemas.openxmlformats.org/officeDocument/2006/relationships/oleObject" Target="../embeddings/oleObject251.bin"/><Relationship Id="rId9" Type="http://schemas.openxmlformats.org/officeDocument/2006/relationships/image" Target="../media/image501.png"/><Relationship Id="rId14" Type="http://schemas.openxmlformats.org/officeDocument/2006/relationships/customXml" Target="../ink/ink408.xml"/><Relationship Id="rId22" Type="http://schemas.openxmlformats.org/officeDocument/2006/relationships/customXml" Target="../ink/ink412.xml"/><Relationship Id="rId27" Type="http://schemas.openxmlformats.org/officeDocument/2006/relationships/image" Target="../media/image510.png"/><Relationship Id="rId30" Type="http://schemas.openxmlformats.org/officeDocument/2006/relationships/customXml" Target="../ink/ink416.xml"/><Relationship Id="rId35" Type="http://schemas.openxmlformats.org/officeDocument/2006/relationships/image" Target="../media/image514.png"/><Relationship Id="rId43" Type="http://schemas.openxmlformats.org/officeDocument/2006/relationships/image" Target="../media/image518.png"/><Relationship Id="rId48" Type="http://schemas.openxmlformats.org/officeDocument/2006/relationships/customXml" Target="../ink/ink425.xml"/><Relationship Id="rId8" Type="http://schemas.openxmlformats.org/officeDocument/2006/relationships/customXml" Target="../ink/ink405.xml"/><Relationship Id="rId51" Type="http://schemas.openxmlformats.org/officeDocument/2006/relationships/image" Target="../media/image522.png"/><Relationship Id="rId3" Type="http://schemas.openxmlformats.org/officeDocument/2006/relationships/image" Target="../media/image289.wmf"/><Relationship Id="rId12" Type="http://schemas.openxmlformats.org/officeDocument/2006/relationships/customXml" Target="../ink/ink407.xml"/><Relationship Id="rId17" Type="http://schemas.openxmlformats.org/officeDocument/2006/relationships/image" Target="../media/image505.png"/><Relationship Id="rId25" Type="http://schemas.openxmlformats.org/officeDocument/2006/relationships/image" Target="../media/image509.png"/><Relationship Id="rId33" Type="http://schemas.openxmlformats.org/officeDocument/2006/relationships/image" Target="../media/image513.png"/><Relationship Id="rId38" Type="http://schemas.openxmlformats.org/officeDocument/2006/relationships/customXml" Target="../ink/ink420.xml"/><Relationship Id="rId46" Type="http://schemas.openxmlformats.org/officeDocument/2006/relationships/customXml" Target="../ink/ink424.xml"/><Relationship Id="rId20" Type="http://schemas.openxmlformats.org/officeDocument/2006/relationships/customXml" Target="../ink/ink411.xml"/><Relationship Id="rId41" Type="http://schemas.openxmlformats.org/officeDocument/2006/relationships/image" Target="../media/image517.png"/><Relationship Id="rId1" Type="http://schemas.openxmlformats.org/officeDocument/2006/relationships/slideLayout" Target="../slideLayouts/slideLayout7.xml"/><Relationship Id="rId6" Type="http://schemas.openxmlformats.org/officeDocument/2006/relationships/oleObject" Target="../embeddings/oleObject252.bin"/><Relationship Id="rId15" Type="http://schemas.openxmlformats.org/officeDocument/2006/relationships/image" Target="../media/image504.png"/><Relationship Id="rId23" Type="http://schemas.openxmlformats.org/officeDocument/2006/relationships/image" Target="../media/image508.png"/><Relationship Id="rId28" Type="http://schemas.openxmlformats.org/officeDocument/2006/relationships/customXml" Target="../ink/ink415.xml"/><Relationship Id="rId36" Type="http://schemas.openxmlformats.org/officeDocument/2006/relationships/customXml" Target="../ink/ink419.xml"/><Relationship Id="rId49" Type="http://schemas.openxmlformats.org/officeDocument/2006/relationships/image" Target="../media/image521.png"/></Relationships>
</file>

<file path=ppt/slides/_rels/slide59.xml.rels><?xml version="1.0" encoding="UTF-8" standalone="yes"?>
<Relationships xmlns="http://schemas.openxmlformats.org/package/2006/relationships"><Relationship Id="rId3" Type="http://schemas.openxmlformats.org/officeDocument/2006/relationships/image" Target="../media/image292.wmf"/><Relationship Id="rId2" Type="http://schemas.openxmlformats.org/officeDocument/2006/relationships/oleObject" Target="../embeddings/oleObject253.bin"/><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8" Type="http://schemas.openxmlformats.org/officeDocument/2006/relationships/image" Target="../media/image528.png"/><Relationship Id="rId13" Type="http://schemas.openxmlformats.org/officeDocument/2006/relationships/customXml" Target="../ink/ink431.xml"/><Relationship Id="rId3" Type="http://schemas.openxmlformats.org/officeDocument/2006/relationships/image" Target="../media/image293.wmf"/><Relationship Id="rId7" Type="http://schemas.openxmlformats.org/officeDocument/2006/relationships/customXml" Target="../ink/ink428.xml"/><Relationship Id="rId12" Type="http://schemas.openxmlformats.org/officeDocument/2006/relationships/image" Target="../media/image530.png"/><Relationship Id="rId2" Type="http://schemas.openxmlformats.org/officeDocument/2006/relationships/oleObject" Target="../embeddings/oleObject254.bin"/><Relationship Id="rId1" Type="http://schemas.openxmlformats.org/officeDocument/2006/relationships/slideLayout" Target="../slideLayouts/slideLayout2.xml"/><Relationship Id="rId6" Type="http://schemas.openxmlformats.org/officeDocument/2006/relationships/image" Target="../media/image295.wmf"/><Relationship Id="rId11" Type="http://schemas.openxmlformats.org/officeDocument/2006/relationships/customXml" Target="../ink/ink430.xml"/><Relationship Id="rId5" Type="http://schemas.openxmlformats.org/officeDocument/2006/relationships/image" Target="../media/image294.wmf"/><Relationship Id="rId10" Type="http://schemas.openxmlformats.org/officeDocument/2006/relationships/image" Target="../media/image529.png"/><Relationship Id="rId4" Type="http://schemas.openxmlformats.org/officeDocument/2006/relationships/oleObject" Target="../embeddings/oleObject255.bin"/><Relationship Id="rId9" Type="http://schemas.openxmlformats.org/officeDocument/2006/relationships/customXml" Target="../ink/ink429.xml"/><Relationship Id="rId14" Type="http://schemas.openxmlformats.org/officeDocument/2006/relationships/image" Target="../media/image531.png"/></Relationships>
</file>

<file path=ppt/slides/_rels/slide61.xml.rels><?xml version="1.0" encoding="UTF-8" standalone="yes"?>
<Relationships xmlns="http://schemas.openxmlformats.org/package/2006/relationships"><Relationship Id="rId8" Type="http://schemas.openxmlformats.org/officeDocument/2006/relationships/oleObject" Target="../embeddings/oleObject259.bin"/><Relationship Id="rId13" Type="http://schemas.openxmlformats.org/officeDocument/2006/relationships/image" Target="../media/image301.wmf"/><Relationship Id="rId18" Type="http://schemas.openxmlformats.org/officeDocument/2006/relationships/oleObject" Target="../embeddings/oleObject264.bin"/><Relationship Id="rId3" Type="http://schemas.openxmlformats.org/officeDocument/2006/relationships/image" Target="../media/image296.wmf"/><Relationship Id="rId21" Type="http://schemas.openxmlformats.org/officeDocument/2006/relationships/image" Target="../media/image305.wmf"/><Relationship Id="rId7" Type="http://schemas.openxmlformats.org/officeDocument/2006/relationships/image" Target="../media/image298.wmf"/><Relationship Id="rId12" Type="http://schemas.openxmlformats.org/officeDocument/2006/relationships/oleObject" Target="../embeddings/oleObject261.bin"/><Relationship Id="rId17" Type="http://schemas.openxmlformats.org/officeDocument/2006/relationships/image" Target="../media/image303.wmf"/><Relationship Id="rId2" Type="http://schemas.openxmlformats.org/officeDocument/2006/relationships/oleObject" Target="../embeddings/oleObject256.bin"/><Relationship Id="rId16" Type="http://schemas.openxmlformats.org/officeDocument/2006/relationships/oleObject" Target="../embeddings/oleObject263.bin"/><Relationship Id="rId20" Type="http://schemas.openxmlformats.org/officeDocument/2006/relationships/oleObject" Target="../embeddings/oleObject265.bin"/><Relationship Id="rId1" Type="http://schemas.openxmlformats.org/officeDocument/2006/relationships/slideLayout" Target="../slideLayouts/slideLayout2.xml"/><Relationship Id="rId6" Type="http://schemas.openxmlformats.org/officeDocument/2006/relationships/oleObject" Target="../embeddings/oleObject258.bin"/><Relationship Id="rId11" Type="http://schemas.openxmlformats.org/officeDocument/2006/relationships/image" Target="../media/image300.wmf"/><Relationship Id="rId5" Type="http://schemas.openxmlformats.org/officeDocument/2006/relationships/image" Target="../media/image297.wmf"/><Relationship Id="rId15" Type="http://schemas.openxmlformats.org/officeDocument/2006/relationships/image" Target="../media/image302.wmf"/><Relationship Id="rId23" Type="http://schemas.openxmlformats.org/officeDocument/2006/relationships/image" Target="../media/image306.wmf"/><Relationship Id="rId10" Type="http://schemas.openxmlformats.org/officeDocument/2006/relationships/oleObject" Target="../embeddings/oleObject260.bin"/><Relationship Id="rId19" Type="http://schemas.openxmlformats.org/officeDocument/2006/relationships/image" Target="../media/image304.wmf"/><Relationship Id="rId4" Type="http://schemas.openxmlformats.org/officeDocument/2006/relationships/oleObject" Target="../embeddings/oleObject257.bin"/><Relationship Id="rId9" Type="http://schemas.openxmlformats.org/officeDocument/2006/relationships/image" Target="../media/image299.wmf"/><Relationship Id="rId14" Type="http://schemas.openxmlformats.org/officeDocument/2006/relationships/oleObject" Target="../embeddings/oleObject262.bin"/><Relationship Id="rId22" Type="http://schemas.openxmlformats.org/officeDocument/2006/relationships/oleObject" Target="../embeddings/oleObject266.bin"/></Relationships>
</file>

<file path=ppt/slides/_rels/slide62.xml.rels><?xml version="1.0" encoding="UTF-8" standalone="yes"?>
<Relationships xmlns="http://schemas.openxmlformats.org/package/2006/relationships"><Relationship Id="rId8" Type="http://schemas.openxmlformats.org/officeDocument/2006/relationships/oleObject" Target="../embeddings/oleObject270.bin"/><Relationship Id="rId13" Type="http://schemas.openxmlformats.org/officeDocument/2006/relationships/image" Target="../media/image312.wmf"/><Relationship Id="rId18" Type="http://schemas.openxmlformats.org/officeDocument/2006/relationships/oleObject" Target="../embeddings/oleObject275.bin"/><Relationship Id="rId3" Type="http://schemas.openxmlformats.org/officeDocument/2006/relationships/image" Target="../media/image307.wmf"/><Relationship Id="rId21" Type="http://schemas.openxmlformats.org/officeDocument/2006/relationships/image" Target="../media/image304.wmf"/><Relationship Id="rId7" Type="http://schemas.openxmlformats.org/officeDocument/2006/relationships/image" Target="../media/image309.wmf"/><Relationship Id="rId12" Type="http://schemas.openxmlformats.org/officeDocument/2006/relationships/oleObject" Target="../embeddings/oleObject272.bin"/><Relationship Id="rId17" Type="http://schemas.openxmlformats.org/officeDocument/2006/relationships/image" Target="../media/image314.wmf"/><Relationship Id="rId2" Type="http://schemas.openxmlformats.org/officeDocument/2006/relationships/oleObject" Target="../embeddings/oleObject267.bin"/><Relationship Id="rId16" Type="http://schemas.openxmlformats.org/officeDocument/2006/relationships/oleObject" Target="../embeddings/oleObject274.bin"/><Relationship Id="rId20" Type="http://schemas.openxmlformats.org/officeDocument/2006/relationships/oleObject" Target="../embeddings/oleObject264.bin"/><Relationship Id="rId1" Type="http://schemas.openxmlformats.org/officeDocument/2006/relationships/slideLayout" Target="../slideLayouts/slideLayout2.xml"/><Relationship Id="rId6" Type="http://schemas.openxmlformats.org/officeDocument/2006/relationships/oleObject" Target="../embeddings/oleObject269.bin"/><Relationship Id="rId11" Type="http://schemas.openxmlformats.org/officeDocument/2006/relationships/image" Target="../media/image311.wmf"/><Relationship Id="rId5" Type="http://schemas.openxmlformats.org/officeDocument/2006/relationships/image" Target="../media/image308.wmf"/><Relationship Id="rId15" Type="http://schemas.openxmlformats.org/officeDocument/2006/relationships/image" Target="../media/image313.wmf"/><Relationship Id="rId10" Type="http://schemas.openxmlformats.org/officeDocument/2006/relationships/oleObject" Target="../embeddings/oleObject271.bin"/><Relationship Id="rId19" Type="http://schemas.openxmlformats.org/officeDocument/2006/relationships/image" Target="../media/image315.wmf"/><Relationship Id="rId4" Type="http://schemas.openxmlformats.org/officeDocument/2006/relationships/oleObject" Target="../embeddings/oleObject268.bin"/><Relationship Id="rId9" Type="http://schemas.openxmlformats.org/officeDocument/2006/relationships/image" Target="../media/image310.wmf"/><Relationship Id="rId14" Type="http://schemas.openxmlformats.org/officeDocument/2006/relationships/oleObject" Target="../embeddings/oleObject273.bin"/></Relationships>
</file>

<file path=ppt/slides/_rels/slide63.xml.rels><?xml version="1.0" encoding="UTF-8" standalone="yes"?>
<Relationships xmlns="http://schemas.openxmlformats.org/package/2006/relationships"><Relationship Id="rId8" Type="http://schemas.openxmlformats.org/officeDocument/2006/relationships/oleObject" Target="../embeddings/oleObject279.bin"/><Relationship Id="rId13" Type="http://schemas.openxmlformats.org/officeDocument/2006/relationships/image" Target="../media/image321.wmf"/><Relationship Id="rId3" Type="http://schemas.openxmlformats.org/officeDocument/2006/relationships/image" Target="../media/image316.wmf"/><Relationship Id="rId7" Type="http://schemas.openxmlformats.org/officeDocument/2006/relationships/image" Target="../media/image318.wmf"/><Relationship Id="rId12" Type="http://schemas.openxmlformats.org/officeDocument/2006/relationships/oleObject" Target="../embeddings/oleObject281.bin"/><Relationship Id="rId2" Type="http://schemas.openxmlformats.org/officeDocument/2006/relationships/oleObject" Target="../embeddings/oleObject276.bin"/><Relationship Id="rId1" Type="http://schemas.openxmlformats.org/officeDocument/2006/relationships/slideLayout" Target="../slideLayouts/slideLayout2.xml"/><Relationship Id="rId6" Type="http://schemas.openxmlformats.org/officeDocument/2006/relationships/oleObject" Target="../embeddings/oleObject278.bin"/><Relationship Id="rId11" Type="http://schemas.openxmlformats.org/officeDocument/2006/relationships/image" Target="../media/image320.wmf"/><Relationship Id="rId5" Type="http://schemas.openxmlformats.org/officeDocument/2006/relationships/image" Target="../media/image317.wmf"/><Relationship Id="rId10" Type="http://schemas.openxmlformats.org/officeDocument/2006/relationships/oleObject" Target="../embeddings/oleObject280.bin"/><Relationship Id="rId4" Type="http://schemas.openxmlformats.org/officeDocument/2006/relationships/oleObject" Target="../embeddings/oleObject277.bin"/><Relationship Id="rId9" Type="http://schemas.openxmlformats.org/officeDocument/2006/relationships/image" Target="../media/image319.wmf"/></Relationships>
</file>

<file path=ppt/slides/_rels/slide64.xml.rels><?xml version="1.0" encoding="UTF-8" standalone="yes"?>
<Relationships xmlns="http://schemas.openxmlformats.org/package/2006/relationships"><Relationship Id="rId8" Type="http://schemas.openxmlformats.org/officeDocument/2006/relationships/oleObject" Target="../embeddings/oleObject285.bin"/><Relationship Id="rId3" Type="http://schemas.openxmlformats.org/officeDocument/2006/relationships/image" Target="../media/image322.wmf"/><Relationship Id="rId7" Type="http://schemas.openxmlformats.org/officeDocument/2006/relationships/image" Target="../media/image324.wmf"/><Relationship Id="rId2" Type="http://schemas.openxmlformats.org/officeDocument/2006/relationships/oleObject" Target="../embeddings/oleObject282.bin"/><Relationship Id="rId1" Type="http://schemas.openxmlformats.org/officeDocument/2006/relationships/slideLayout" Target="../slideLayouts/slideLayout2.xml"/><Relationship Id="rId6" Type="http://schemas.openxmlformats.org/officeDocument/2006/relationships/oleObject" Target="../embeddings/oleObject284.bin"/><Relationship Id="rId11" Type="http://schemas.openxmlformats.org/officeDocument/2006/relationships/image" Target="../media/image326.wmf"/><Relationship Id="rId5" Type="http://schemas.openxmlformats.org/officeDocument/2006/relationships/image" Target="../media/image323.wmf"/><Relationship Id="rId10" Type="http://schemas.openxmlformats.org/officeDocument/2006/relationships/oleObject" Target="../embeddings/oleObject286.bin"/><Relationship Id="rId4" Type="http://schemas.openxmlformats.org/officeDocument/2006/relationships/oleObject" Target="../embeddings/oleObject283.bin"/><Relationship Id="rId9" Type="http://schemas.openxmlformats.org/officeDocument/2006/relationships/image" Target="../media/image325.wmf"/></Relationships>
</file>

<file path=ppt/slides/_rels/slide65.xml.rels><?xml version="1.0" encoding="UTF-8" standalone="yes"?>
<Relationships xmlns="http://schemas.openxmlformats.org/package/2006/relationships"><Relationship Id="rId3" Type="http://schemas.openxmlformats.org/officeDocument/2006/relationships/image" Target="../media/image327.wmf"/><Relationship Id="rId2" Type="http://schemas.openxmlformats.org/officeDocument/2006/relationships/oleObject" Target="../embeddings/oleObject287.bin"/><Relationship Id="rId1" Type="http://schemas.openxmlformats.org/officeDocument/2006/relationships/slideLayout" Target="../slideLayouts/slideLayout2.xml"/><Relationship Id="rId5" Type="http://schemas.openxmlformats.org/officeDocument/2006/relationships/image" Target="../media/image328.wmf"/><Relationship Id="rId4" Type="http://schemas.openxmlformats.org/officeDocument/2006/relationships/oleObject" Target="../embeddings/oleObject288.bin"/></Relationships>
</file>

<file path=ppt/slides/_rels/slide66.xml.rels><?xml version="1.0" encoding="UTF-8" standalone="yes"?>
<Relationships xmlns="http://schemas.openxmlformats.org/package/2006/relationships"><Relationship Id="rId8" Type="http://schemas.openxmlformats.org/officeDocument/2006/relationships/oleObject" Target="../embeddings/oleObject292.bin"/><Relationship Id="rId3" Type="http://schemas.openxmlformats.org/officeDocument/2006/relationships/image" Target="../media/image329.wmf"/><Relationship Id="rId7" Type="http://schemas.openxmlformats.org/officeDocument/2006/relationships/image" Target="../media/image331.wmf"/><Relationship Id="rId2" Type="http://schemas.openxmlformats.org/officeDocument/2006/relationships/oleObject" Target="../embeddings/oleObject289.bin"/><Relationship Id="rId1" Type="http://schemas.openxmlformats.org/officeDocument/2006/relationships/slideLayout" Target="../slideLayouts/slideLayout14.xml"/><Relationship Id="rId6" Type="http://schemas.openxmlformats.org/officeDocument/2006/relationships/oleObject" Target="../embeddings/oleObject291.bin"/><Relationship Id="rId11" Type="http://schemas.openxmlformats.org/officeDocument/2006/relationships/image" Target="../media/image333.wmf"/><Relationship Id="rId5" Type="http://schemas.openxmlformats.org/officeDocument/2006/relationships/image" Target="../media/image330.wmf"/><Relationship Id="rId10" Type="http://schemas.openxmlformats.org/officeDocument/2006/relationships/oleObject" Target="../embeddings/oleObject293.bin"/><Relationship Id="rId4" Type="http://schemas.openxmlformats.org/officeDocument/2006/relationships/oleObject" Target="../embeddings/oleObject290.bin"/><Relationship Id="rId9" Type="http://schemas.openxmlformats.org/officeDocument/2006/relationships/image" Target="../media/image332.wmf"/></Relationships>
</file>

<file path=ppt/slides/_rels/slide67.xml.rels><?xml version="1.0" encoding="UTF-8" standalone="yes"?>
<Relationships xmlns="http://schemas.openxmlformats.org/package/2006/relationships"><Relationship Id="rId3" Type="http://schemas.openxmlformats.org/officeDocument/2006/relationships/image" Target="../media/image334.wmf"/><Relationship Id="rId7" Type="http://schemas.openxmlformats.org/officeDocument/2006/relationships/image" Target="../media/image336.wmf"/><Relationship Id="rId2" Type="http://schemas.openxmlformats.org/officeDocument/2006/relationships/oleObject" Target="../embeddings/oleObject294.bin"/><Relationship Id="rId1" Type="http://schemas.openxmlformats.org/officeDocument/2006/relationships/slideLayout" Target="../slideLayouts/slideLayout4.xml"/><Relationship Id="rId6" Type="http://schemas.openxmlformats.org/officeDocument/2006/relationships/oleObject" Target="../embeddings/oleObject296.bin"/><Relationship Id="rId5" Type="http://schemas.openxmlformats.org/officeDocument/2006/relationships/image" Target="../media/image335.wmf"/><Relationship Id="rId4" Type="http://schemas.openxmlformats.org/officeDocument/2006/relationships/oleObject" Target="../embeddings/oleObject295.bin"/></Relationships>
</file>

<file path=ppt/slides/_rels/slide68.xml.rels><?xml version="1.0" encoding="UTF-8" standalone="yes"?>
<Relationships xmlns="http://schemas.openxmlformats.org/package/2006/relationships"><Relationship Id="rId3" Type="http://schemas.openxmlformats.org/officeDocument/2006/relationships/image" Target="../media/image337.wmf"/><Relationship Id="rId7" Type="http://schemas.openxmlformats.org/officeDocument/2006/relationships/image" Target="../media/image339.wmf"/><Relationship Id="rId2" Type="http://schemas.openxmlformats.org/officeDocument/2006/relationships/oleObject" Target="../embeddings/oleObject297.bin"/><Relationship Id="rId1" Type="http://schemas.openxmlformats.org/officeDocument/2006/relationships/slideLayout" Target="../slideLayouts/slideLayout2.xml"/><Relationship Id="rId6" Type="http://schemas.openxmlformats.org/officeDocument/2006/relationships/oleObject" Target="../embeddings/oleObject299.bin"/><Relationship Id="rId5" Type="http://schemas.openxmlformats.org/officeDocument/2006/relationships/image" Target="../media/image338.wmf"/><Relationship Id="rId4" Type="http://schemas.openxmlformats.org/officeDocument/2006/relationships/oleObject" Target="../embeddings/oleObject298.bin"/></Relationships>
</file>

<file path=ppt/slides/_rels/slide69.xml.rels><?xml version="1.0" encoding="UTF-8" standalone="yes"?>
<Relationships xmlns="http://schemas.openxmlformats.org/package/2006/relationships"><Relationship Id="rId3" Type="http://schemas.openxmlformats.org/officeDocument/2006/relationships/image" Target="../media/image340.wmf"/><Relationship Id="rId2" Type="http://schemas.openxmlformats.org/officeDocument/2006/relationships/oleObject" Target="../embeddings/oleObject300.bin"/><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8" Type="http://schemas.openxmlformats.org/officeDocument/2006/relationships/oleObject" Target="../embeddings/oleObject3.bin"/><Relationship Id="rId3" Type="http://schemas.openxmlformats.org/officeDocument/2006/relationships/image" Target="../media/image341.wmf"/><Relationship Id="rId7" Type="http://schemas.openxmlformats.org/officeDocument/2006/relationships/image" Target="../media/image343.wmf"/><Relationship Id="rId2" Type="http://schemas.openxmlformats.org/officeDocument/2006/relationships/oleObject" Target="../embeddings/oleObject301.bin"/><Relationship Id="rId1" Type="http://schemas.openxmlformats.org/officeDocument/2006/relationships/slideLayout" Target="../slideLayouts/slideLayout2.xml"/><Relationship Id="rId6" Type="http://schemas.openxmlformats.org/officeDocument/2006/relationships/oleObject" Target="../embeddings/oleObject303.bin"/><Relationship Id="rId5" Type="http://schemas.openxmlformats.org/officeDocument/2006/relationships/image" Target="../media/image342.wmf"/><Relationship Id="rId4" Type="http://schemas.openxmlformats.org/officeDocument/2006/relationships/oleObject" Target="../embeddings/oleObject302.bin"/><Relationship Id="rId9" Type="http://schemas.openxmlformats.org/officeDocument/2006/relationships/image" Target="../media/image6.wmf"/></Relationships>
</file>

<file path=ppt/slides/_rels/slide71.xml.rels><?xml version="1.0" encoding="UTF-8" standalone="yes"?>
<Relationships xmlns="http://schemas.openxmlformats.org/package/2006/relationships"><Relationship Id="rId3" Type="http://schemas.openxmlformats.org/officeDocument/2006/relationships/image" Target="../media/image344.wmf"/><Relationship Id="rId2" Type="http://schemas.openxmlformats.org/officeDocument/2006/relationships/oleObject" Target="../embeddings/oleObject304.bin"/><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8" Type="http://schemas.openxmlformats.org/officeDocument/2006/relationships/oleObject" Target="../embeddings/oleObject308.bin"/><Relationship Id="rId3" Type="http://schemas.openxmlformats.org/officeDocument/2006/relationships/image" Target="../media/image345.wmf"/><Relationship Id="rId7" Type="http://schemas.openxmlformats.org/officeDocument/2006/relationships/image" Target="../media/image347.wmf"/><Relationship Id="rId2" Type="http://schemas.openxmlformats.org/officeDocument/2006/relationships/oleObject" Target="../embeddings/oleObject305.bin"/><Relationship Id="rId1" Type="http://schemas.openxmlformats.org/officeDocument/2006/relationships/slideLayout" Target="../slideLayouts/slideLayout2.xml"/><Relationship Id="rId6" Type="http://schemas.openxmlformats.org/officeDocument/2006/relationships/oleObject" Target="../embeddings/oleObject307.bin"/><Relationship Id="rId11" Type="http://schemas.openxmlformats.org/officeDocument/2006/relationships/image" Target="../media/image349.wmf"/><Relationship Id="rId5" Type="http://schemas.openxmlformats.org/officeDocument/2006/relationships/image" Target="../media/image346.wmf"/><Relationship Id="rId10" Type="http://schemas.openxmlformats.org/officeDocument/2006/relationships/oleObject" Target="../embeddings/oleObject309.bin"/><Relationship Id="rId4" Type="http://schemas.openxmlformats.org/officeDocument/2006/relationships/oleObject" Target="../embeddings/oleObject306.bin"/><Relationship Id="rId9" Type="http://schemas.openxmlformats.org/officeDocument/2006/relationships/image" Target="../media/image348.wmf"/></Relationships>
</file>

<file path=ppt/slides/_rels/slide73.xml.rels><?xml version="1.0" encoding="UTF-8" standalone="yes"?>
<Relationships xmlns="http://schemas.openxmlformats.org/package/2006/relationships"><Relationship Id="rId3" Type="http://schemas.openxmlformats.org/officeDocument/2006/relationships/image" Target="../media/image350.wmf"/><Relationship Id="rId2" Type="http://schemas.openxmlformats.org/officeDocument/2006/relationships/oleObject" Target="../embeddings/oleObject310.bin"/><Relationship Id="rId1" Type="http://schemas.openxmlformats.org/officeDocument/2006/relationships/slideLayout" Target="../slideLayouts/slideLayout2.xml"/><Relationship Id="rId5" Type="http://schemas.openxmlformats.org/officeDocument/2006/relationships/image" Target="../media/image351.wmf"/><Relationship Id="rId4" Type="http://schemas.openxmlformats.org/officeDocument/2006/relationships/oleObject" Target="../embeddings/oleObject311.bin"/></Relationships>
</file>

<file path=ppt/slides/_rels/slide74.xml.rels><?xml version="1.0" encoding="UTF-8" standalone="yes"?>
<Relationships xmlns="http://schemas.openxmlformats.org/package/2006/relationships"><Relationship Id="rId3" Type="http://schemas.openxmlformats.org/officeDocument/2006/relationships/image" Target="../media/image352.wmf"/><Relationship Id="rId2" Type="http://schemas.openxmlformats.org/officeDocument/2006/relationships/oleObject" Target="../embeddings/oleObject312.bin"/><Relationship Id="rId1" Type="http://schemas.openxmlformats.org/officeDocument/2006/relationships/slideLayout" Target="../slideLayouts/slideLayout2.xml"/><Relationship Id="rId5" Type="http://schemas.openxmlformats.org/officeDocument/2006/relationships/image" Target="../media/image353.wmf"/><Relationship Id="rId4" Type="http://schemas.openxmlformats.org/officeDocument/2006/relationships/oleObject" Target="../embeddings/oleObject313.bin"/></Relationships>
</file>

<file path=ppt/slides/_rels/slide75.xml.rels><?xml version="1.0" encoding="UTF-8" standalone="yes"?>
<Relationships xmlns="http://schemas.openxmlformats.org/package/2006/relationships"><Relationship Id="rId3" Type="http://schemas.openxmlformats.org/officeDocument/2006/relationships/image" Target="../media/image354.wmf"/><Relationship Id="rId2" Type="http://schemas.openxmlformats.org/officeDocument/2006/relationships/oleObject" Target="../embeddings/oleObject314.bin"/><Relationship Id="rId1" Type="http://schemas.openxmlformats.org/officeDocument/2006/relationships/slideLayout" Target="../slideLayouts/slideLayout2.xml"/><Relationship Id="rId5" Type="http://schemas.openxmlformats.org/officeDocument/2006/relationships/image" Target="../media/image355.wmf"/><Relationship Id="rId4" Type="http://schemas.openxmlformats.org/officeDocument/2006/relationships/oleObject" Target="../embeddings/oleObject315.bin"/></Relationships>
</file>

<file path=ppt/slides/_rels/slide76.xml.rels><?xml version="1.0" encoding="UTF-8" standalone="yes"?>
<Relationships xmlns="http://schemas.openxmlformats.org/package/2006/relationships"><Relationship Id="rId3" Type="http://schemas.openxmlformats.org/officeDocument/2006/relationships/image" Target="../media/image356.wmf"/><Relationship Id="rId2" Type="http://schemas.openxmlformats.org/officeDocument/2006/relationships/oleObject" Target="../embeddings/oleObject316.bin"/><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3" Type="http://schemas.openxmlformats.org/officeDocument/2006/relationships/image" Target="../media/image357.wmf"/><Relationship Id="rId2" Type="http://schemas.openxmlformats.org/officeDocument/2006/relationships/oleObject" Target="../embeddings/oleObject317.bin"/><Relationship Id="rId1" Type="http://schemas.openxmlformats.org/officeDocument/2006/relationships/slideLayout" Target="../slideLayouts/slideLayout2.xml"/><Relationship Id="rId5" Type="http://schemas.openxmlformats.org/officeDocument/2006/relationships/image" Target="../media/image358.wmf"/><Relationship Id="rId4" Type="http://schemas.openxmlformats.org/officeDocument/2006/relationships/oleObject" Target="../embeddings/oleObject318.bin"/></Relationships>
</file>

<file path=ppt/slides/_rels/slide78.xml.rels><?xml version="1.0" encoding="UTF-8" standalone="yes"?>
<Relationships xmlns="http://schemas.openxmlformats.org/package/2006/relationships"><Relationship Id="rId3" Type="http://schemas.openxmlformats.org/officeDocument/2006/relationships/image" Target="../media/image359.wmf"/><Relationship Id="rId2" Type="http://schemas.openxmlformats.org/officeDocument/2006/relationships/oleObject" Target="../embeddings/oleObject319.bin"/><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3" Type="http://schemas.openxmlformats.org/officeDocument/2006/relationships/image" Target="../media/image360.wmf"/><Relationship Id="rId7" Type="http://schemas.openxmlformats.org/officeDocument/2006/relationships/image" Target="../media/image362.wmf"/><Relationship Id="rId2" Type="http://schemas.openxmlformats.org/officeDocument/2006/relationships/oleObject" Target="../embeddings/oleObject320.bin"/><Relationship Id="rId1" Type="http://schemas.openxmlformats.org/officeDocument/2006/relationships/slideLayout" Target="../slideLayouts/slideLayout2.xml"/><Relationship Id="rId6" Type="http://schemas.openxmlformats.org/officeDocument/2006/relationships/oleObject" Target="../embeddings/oleObject322.bin"/><Relationship Id="rId5" Type="http://schemas.openxmlformats.org/officeDocument/2006/relationships/image" Target="../media/image361.wmf"/><Relationship Id="rId4" Type="http://schemas.openxmlformats.org/officeDocument/2006/relationships/oleObject" Target="../embeddings/oleObject321.bin"/></Relationships>
</file>

<file path=ppt/slides/_rels/slide80.xml.rels><?xml version="1.0" encoding="UTF-8" standalone="yes"?>
<Relationships xmlns="http://schemas.openxmlformats.org/package/2006/relationships"><Relationship Id="rId3" Type="http://schemas.openxmlformats.org/officeDocument/2006/relationships/image" Target="../media/image363.wmf"/><Relationship Id="rId2" Type="http://schemas.openxmlformats.org/officeDocument/2006/relationships/oleObject" Target="../embeddings/oleObject323.bin"/><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3" Type="http://schemas.openxmlformats.org/officeDocument/2006/relationships/oleObject" Target="../embeddings/oleObject324.bin"/><Relationship Id="rId2" Type="http://schemas.openxmlformats.org/officeDocument/2006/relationships/notesSlide" Target="../notesSlides/notesSlide17.xml"/><Relationship Id="rId1" Type="http://schemas.openxmlformats.org/officeDocument/2006/relationships/slideLayout" Target="../slideLayouts/slideLayout7.xml"/><Relationship Id="rId4" Type="http://schemas.openxmlformats.org/officeDocument/2006/relationships/image" Target="../media/image364.wmf"/></Relationships>
</file>

<file path=ppt/slides/_rels/slide82.xml.rels><?xml version="1.0" encoding="UTF-8" standalone="yes"?>
<Relationships xmlns="http://schemas.openxmlformats.org/package/2006/relationships"><Relationship Id="rId8" Type="http://schemas.openxmlformats.org/officeDocument/2006/relationships/image" Target="../media/image367.wmf"/><Relationship Id="rId13" Type="http://schemas.openxmlformats.org/officeDocument/2006/relationships/oleObject" Target="../embeddings/oleObject38.bin"/><Relationship Id="rId18" Type="http://schemas.openxmlformats.org/officeDocument/2006/relationships/image" Target="../media/image143.wmf"/><Relationship Id="rId3" Type="http://schemas.openxmlformats.org/officeDocument/2006/relationships/oleObject" Target="../embeddings/oleObject325.bin"/><Relationship Id="rId7" Type="http://schemas.openxmlformats.org/officeDocument/2006/relationships/oleObject" Target="../embeddings/oleObject327.bin"/><Relationship Id="rId12" Type="http://schemas.openxmlformats.org/officeDocument/2006/relationships/image" Target="../media/image27.wmf"/><Relationship Id="rId17" Type="http://schemas.openxmlformats.org/officeDocument/2006/relationships/oleObject" Target="../embeddings/oleObject329.bin"/><Relationship Id="rId2" Type="http://schemas.openxmlformats.org/officeDocument/2006/relationships/notesSlide" Target="../notesSlides/notesSlide18.xml"/><Relationship Id="rId16" Type="http://schemas.openxmlformats.org/officeDocument/2006/relationships/image" Target="../media/image169.wmf"/><Relationship Id="rId1" Type="http://schemas.openxmlformats.org/officeDocument/2006/relationships/slideLayout" Target="../slideLayouts/slideLayout7.xml"/><Relationship Id="rId6" Type="http://schemas.openxmlformats.org/officeDocument/2006/relationships/image" Target="../media/image366.wmf"/><Relationship Id="rId11" Type="http://schemas.openxmlformats.org/officeDocument/2006/relationships/oleObject" Target="../embeddings/oleObject37.bin"/><Relationship Id="rId5" Type="http://schemas.openxmlformats.org/officeDocument/2006/relationships/oleObject" Target="../embeddings/oleObject326.bin"/><Relationship Id="rId15" Type="http://schemas.openxmlformats.org/officeDocument/2006/relationships/oleObject" Target="../embeddings/oleObject328.bin"/><Relationship Id="rId10" Type="http://schemas.openxmlformats.org/officeDocument/2006/relationships/image" Target="../media/image26.wmf"/><Relationship Id="rId4" Type="http://schemas.openxmlformats.org/officeDocument/2006/relationships/image" Target="../media/image365.wmf"/><Relationship Id="rId9" Type="http://schemas.openxmlformats.org/officeDocument/2006/relationships/oleObject" Target="../embeddings/oleObject36.bin"/><Relationship Id="rId14" Type="http://schemas.openxmlformats.org/officeDocument/2006/relationships/image" Target="../media/image28.wmf"/></Relationships>
</file>

<file path=ppt/slides/_rels/slide83.xml.rels><?xml version="1.0" encoding="UTF-8" standalone="yes"?>
<Relationships xmlns="http://schemas.openxmlformats.org/package/2006/relationships"><Relationship Id="rId8" Type="http://schemas.openxmlformats.org/officeDocument/2006/relationships/oleObject" Target="../embeddings/oleObject333.bin"/><Relationship Id="rId13" Type="http://schemas.openxmlformats.org/officeDocument/2006/relationships/image" Target="../media/image373.wmf"/><Relationship Id="rId3" Type="http://schemas.openxmlformats.org/officeDocument/2006/relationships/image" Target="../media/image368.wmf"/><Relationship Id="rId7" Type="http://schemas.openxmlformats.org/officeDocument/2006/relationships/image" Target="../media/image370.wmf"/><Relationship Id="rId12" Type="http://schemas.openxmlformats.org/officeDocument/2006/relationships/oleObject" Target="../embeddings/oleObject335.bin"/><Relationship Id="rId17" Type="http://schemas.openxmlformats.org/officeDocument/2006/relationships/image" Target="../media/image375.wmf"/><Relationship Id="rId2" Type="http://schemas.openxmlformats.org/officeDocument/2006/relationships/oleObject" Target="../embeddings/oleObject330.bin"/><Relationship Id="rId16" Type="http://schemas.openxmlformats.org/officeDocument/2006/relationships/oleObject" Target="../embeddings/oleObject337.bin"/><Relationship Id="rId1" Type="http://schemas.openxmlformats.org/officeDocument/2006/relationships/slideLayout" Target="../slideLayouts/slideLayout2.xml"/><Relationship Id="rId6" Type="http://schemas.openxmlformats.org/officeDocument/2006/relationships/oleObject" Target="../embeddings/oleObject332.bin"/><Relationship Id="rId11" Type="http://schemas.openxmlformats.org/officeDocument/2006/relationships/image" Target="../media/image372.wmf"/><Relationship Id="rId5" Type="http://schemas.openxmlformats.org/officeDocument/2006/relationships/image" Target="../media/image369.wmf"/><Relationship Id="rId15" Type="http://schemas.openxmlformats.org/officeDocument/2006/relationships/image" Target="../media/image374.wmf"/><Relationship Id="rId10" Type="http://schemas.openxmlformats.org/officeDocument/2006/relationships/oleObject" Target="../embeddings/oleObject334.bin"/><Relationship Id="rId4" Type="http://schemas.openxmlformats.org/officeDocument/2006/relationships/oleObject" Target="../embeddings/oleObject331.bin"/><Relationship Id="rId9" Type="http://schemas.openxmlformats.org/officeDocument/2006/relationships/image" Target="../media/image371.wmf"/><Relationship Id="rId14" Type="http://schemas.openxmlformats.org/officeDocument/2006/relationships/oleObject" Target="../embeddings/oleObject336.bin"/></Relationships>
</file>

<file path=ppt/slides/_rels/slide84.xml.rels><?xml version="1.0" encoding="UTF-8" standalone="yes"?>
<Relationships xmlns="http://schemas.openxmlformats.org/package/2006/relationships"><Relationship Id="rId26" Type="http://schemas.openxmlformats.org/officeDocument/2006/relationships/customXml" Target="../ink/ink443.xml"/><Relationship Id="rId21" Type="http://schemas.openxmlformats.org/officeDocument/2006/relationships/image" Target="../media/image482.png"/><Relationship Id="rId42" Type="http://schemas.openxmlformats.org/officeDocument/2006/relationships/customXml" Target="../ink/ink451.xml"/><Relationship Id="rId47" Type="http://schemas.openxmlformats.org/officeDocument/2006/relationships/image" Target="../media/image498.png"/><Relationship Id="rId63" Type="http://schemas.openxmlformats.org/officeDocument/2006/relationships/image" Target="../media/image533.png"/><Relationship Id="rId68" Type="http://schemas.openxmlformats.org/officeDocument/2006/relationships/customXml" Target="../ink/ink464.xml"/><Relationship Id="rId2" Type="http://schemas.openxmlformats.org/officeDocument/2006/relationships/oleObject" Target="../embeddings/oleObject338.bin"/><Relationship Id="rId16" Type="http://schemas.openxmlformats.org/officeDocument/2006/relationships/customXml" Target="../ink/ink438.xml"/><Relationship Id="rId29" Type="http://schemas.openxmlformats.org/officeDocument/2006/relationships/image" Target="../media/image487.png"/><Relationship Id="rId11" Type="http://schemas.openxmlformats.org/officeDocument/2006/relationships/image" Target="../media/image477.png"/><Relationship Id="rId24" Type="http://schemas.openxmlformats.org/officeDocument/2006/relationships/customXml" Target="../ink/ink442.xml"/><Relationship Id="rId32" Type="http://schemas.openxmlformats.org/officeDocument/2006/relationships/customXml" Target="../ink/ink446.xml"/><Relationship Id="rId37" Type="http://schemas.openxmlformats.org/officeDocument/2006/relationships/image" Target="../media/image491.png"/><Relationship Id="rId40" Type="http://schemas.openxmlformats.org/officeDocument/2006/relationships/customXml" Target="../ink/ink450.xml"/><Relationship Id="rId45" Type="http://schemas.openxmlformats.org/officeDocument/2006/relationships/image" Target="../media/image495.png"/><Relationship Id="rId53" Type="http://schemas.openxmlformats.org/officeDocument/2006/relationships/image" Target="../media/image524.png"/><Relationship Id="rId58" Type="http://schemas.openxmlformats.org/officeDocument/2006/relationships/customXml" Target="../ink/ink459.xml"/><Relationship Id="rId66" Type="http://schemas.openxmlformats.org/officeDocument/2006/relationships/customXml" Target="../ink/ink463.xml"/><Relationship Id="rId74" Type="http://schemas.openxmlformats.org/officeDocument/2006/relationships/customXml" Target="../ink/ink467.xml"/><Relationship Id="rId5" Type="http://schemas.openxmlformats.org/officeDocument/2006/relationships/image" Target="../media/image473.png"/><Relationship Id="rId61" Type="http://schemas.openxmlformats.org/officeDocument/2006/relationships/image" Target="../media/image532.png"/><Relationship Id="rId19" Type="http://schemas.openxmlformats.org/officeDocument/2006/relationships/image" Target="../media/image481.png"/><Relationship Id="rId14" Type="http://schemas.openxmlformats.org/officeDocument/2006/relationships/customXml" Target="../ink/ink437.xml"/><Relationship Id="rId22" Type="http://schemas.openxmlformats.org/officeDocument/2006/relationships/customXml" Target="../ink/ink441.xml"/><Relationship Id="rId27" Type="http://schemas.openxmlformats.org/officeDocument/2006/relationships/image" Target="../media/image486.png"/><Relationship Id="rId30" Type="http://schemas.openxmlformats.org/officeDocument/2006/relationships/customXml" Target="../ink/ink445.xml"/><Relationship Id="rId35" Type="http://schemas.openxmlformats.org/officeDocument/2006/relationships/image" Target="../media/image490.png"/><Relationship Id="rId43" Type="http://schemas.openxmlformats.org/officeDocument/2006/relationships/image" Target="../media/image494.png"/><Relationship Id="rId48" Type="http://schemas.openxmlformats.org/officeDocument/2006/relationships/customXml" Target="../ink/ink454.xml"/><Relationship Id="rId56" Type="http://schemas.openxmlformats.org/officeDocument/2006/relationships/customXml" Target="../ink/ink458.xml"/><Relationship Id="rId64" Type="http://schemas.openxmlformats.org/officeDocument/2006/relationships/customXml" Target="../ink/ink462.xml"/><Relationship Id="rId69" Type="http://schemas.openxmlformats.org/officeDocument/2006/relationships/image" Target="../media/image536.png"/><Relationship Id="rId8" Type="http://schemas.openxmlformats.org/officeDocument/2006/relationships/customXml" Target="../ink/ink434.xml"/><Relationship Id="rId51" Type="http://schemas.openxmlformats.org/officeDocument/2006/relationships/image" Target="../media/image500.png"/><Relationship Id="rId72" Type="http://schemas.openxmlformats.org/officeDocument/2006/relationships/customXml" Target="../ink/ink466.xml"/><Relationship Id="rId3" Type="http://schemas.openxmlformats.org/officeDocument/2006/relationships/image" Target="../media/image376.wmf"/><Relationship Id="rId12" Type="http://schemas.openxmlformats.org/officeDocument/2006/relationships/customXml" Target="../ink/ink436.xml"/><Relationship Id="rId17" Type="http://schemas.openxmlformats.org/officeDocument/2006/relationships/image" Target="../media/image480.png"/><Relationship Id="rId25" Type="http://schemas.openxmlformats.org/officeDocument/2006/relationships/image" Target="../media/image485.png"/><Relationship Id="rId33" Type="http://schemas.openxmlformats.org/officeDocument/2006/relationships/image" Target="../media/image489.png"/><Relationship Id="rId38" Type="http://schemas.openxmlformats.org/officeDocument/2006/relationships/customXml" Target="../ink/ink449.xml"/><Relationship Id="rId46" Type="http://schemas.openxmlformats.org/officeDocument/2006/relationships/customXml" Target="../ink/ink453.xml"/><Relationship Id="rId59" Type="http://schemas.openxmlformats.org/officeDocument/2006/relationships/image" Target="../media/image527.png"/><Relationship Id="rId67" Type="http://schemas.openxmlformats.org/officeDocument/2006/relationships/image" Target="../media/image535.png"/><Relationship Id="rId20" Type="http://schemas.openxmlformats.org/officeDocument/2006/relationships/customXml" Target="../ink/ink440.xml"/><Relationship Id="rId41" Type="http://schemas.openxmlformats.org/officeDocument/2006/relationships/image" Target="../media/image493.png"/><Relationship Id="rId54" Type="http://schemas.openxmlformats.org/officeDocument/2006/relationships/customXml" Target="../ink/ink457.xml"/><Relationship Id="rId62" Type="http://schemas.openxmlformats.org/officeDocument/2006/relationships/customXml" Target="../ink/ink461.xml"/><Relationship Id="rId70" Type="http://schemas.openxmlformats.org/officeDocument/2006/relationships/customXml" Target="../ink/ink465.xml"/><Relationship Id="rId75" Type="http://schemas.openxmlformats.org/officeDocument/2006/relationships/image" Target="../media/image539.png"/><Relationship Id="rId1" Type="http://schemas.openxmlformats.org/officeDocument/2006/relationships/slideLayout" Target="../slideLayouts/slideLayout2.xml"/><Relationship Id="rId6" Type="http://schemas.openxmlformats.org/officeDocument/2006/relationships/customXml" Target="../ink/ink433.xml"/><Relationship Id="rId15" Type="http://schemas.openxmlformats.org/officeDocument/2006/relationships/image" Target="../media/image479.png"/><Relationship Id="rId23" Type="http://schemas.openxmlformats.org/officeDocument/2006/relationships/image" Target="../media/image484.png"/><Relationship Id="rId28" Type="http://schemas.openxmlformats.org/officeDocument/2006/relationships/customXml" Target="../ink/ink444.xml"/><Relationship Id="rId36" Type="http://schemas.openxmlformats.org/officeDocument/2006/relationships/customXml" Target="../ink/ink448.xml"/><Relationship Id="rId49" Type="http://schemas.openxmlformats.org/officeDocument/2006/relationships/image" Target="../media/image499.png"/><Relationship Id="rId57" Type="http://schemas.openxmlformats.org/officeDocument/2006/relationships/image" Target="../media/image526.png"/><Relationship Id="rId10" Type="http://schemas.openxmlformats.org/officeDocument/2006/relationships/customXml" Target="../ink/ink435.xml"/><Relationship Id="rId31" Type="http://schemas.openxmlformats.org/officeDocument/2006/relationships/image" Target="../media/image488.png"/><Relationship Id="rId44" Type="http://schemas.openxmlformats.org/officeDocument/2006/relationships/customXml" Target="../ink/ink452.xml"/><Relationship Id="rId52" Type="http://schemas.openxmlformats.org/officeDocument/2006/relationships/customXml" Target="../ink/ink456.xml"/><Relationship Id="rId60" Type="http://schemas.openxmlformats.org/officeDocument/2006/relationships/customXml" Target="../ink/ink460.xml"/><Relationship Id="rId65" Type="http://schemas.openxmlformats.org/officeDocument/2006/relationships/image" Target="../media/image534.png"/><Relationship Id="rId73" Type="http://schemas.openxmlformats.org/officeDocument/2006/relationships/image" Target="../media/image538.png"/><Relationship Id="rId4" Type="http://schemas.openxmlformats.org/officeDocument/2006/relationships/customXml" Target="../ink/ink432.xml"/><Relationship Id="rId9" Type="http://schemas.openxmlformats.org/officeDocument/2006/relationships/image" Target="../media/image476.png"/><Relationship Id="rId13" Type="http://schemas.openxmlformats.org/officeDocument/2006/relationships/image" Target="../media/image478.png"/><Relationship Id="rId18" Type="http://schemas.openxmlformats.org/officeDocument/2006/relationships/customXml" Target="../ink/ink439.xml"/><Relationship Id="rId39" Type="http://schemas.openxmlformats.org/officeDocument/2006/relationships/image" Target="../media/image492.png"/><Relationship Id="rId34" Type="http://schemas.openxmlformats.org/officeDocument/2006/relationships/customXml" Target="../ink/ink447.xml"/><Relationship Id="rId50" Type="http://schemas.openxmlformats.org/officeDocument/2006/relationships/customXml" Target="../ink/ink455.xml"/><Relationship Id="rId55" Type="http://schemas.openxmlformats.org/officeDocument/2006/relationships/image" Target="../media/image525.png"/><Relationship Id="rId7" Type="http://schemas.openxmlformats.org/officeDocument/2006/relationships/image" Target="../media/image474.png"/><Relationship Id="rId71" Type="http://schemas.openxmlformats.org/officeDocument/2006/relationships/image" Target="../media/image537.png"/></Relationships>
</file>

<file path=ppt/slides/_rels/slide85.xml.rels><?xml version="1.0" encoding="UTF-8" standalone="yes"?>
<Relationships xmlns="http://schemas.openxmlformats.org/package/2006/relationships"><Relationship Id="rId3" Type="http://schemas.openxmlformats.org/officeDocument/2006/relationships/image" Target="../media/image377.wmf"/><Relationship Id="rId2" Type="http://schemas.openxmlformats.org/officeDocument/2006/relationships/oleObject" Target="../embeddings/oleObject339.bin"/><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8" Type="http://schemas.openxmlformats.org/officeDocument/2006/relationships/oleObject" Target="../embeddings/oleObject343.bin"/><Relationship Id="rId13" Type="http://schemas.openxmlformats.org/officeDocument/2006/relationships/image" Target="../media/image546.png"/><Relationship Id="rId3" Type="http://schemas.openxmlformats.org/officeDocument/2006/relationships/image" Target="../media/image378.wmf"/><Relationship Id="rId7" Type="http://schemas.openxmlformats.org/officeDocument/2006/relationships/image" Target="../media/image380.wmf"/><Relationship Id="rId12" Type="http://schemas.openxmlformats.org/officeDocument/2006/relationships/customXml" Target="../ink/ink468.xml"/><Relationship Id="rId2" Type="http://schemas.openxmlformats.org/officeDocument/2006/relationships/oleObject" Target="../embeddings/oleObject340.bin"/><Relationship Id="rId1" Type="http://schemas.openxmlformats.org/officeDocument/2006/relationships/slideLayout" Target="../slideLayouts/slideLayout2.xml"/><Relationship Id="rId6" Type="http://schemas.openxmlformats.org/officeDocument/2006/relationships/oleObject" Target="../embeddings/oleObject342.bin"/><Relationship Id="rId11" Type="http://schemas.openxmlformats.org/officeDocument/2006/relationships/image" Target="../media/image382.wmf"/><Relationship Id="rId5" Type="http://schemas.openxmlformats.org/officeDocument/2006/relationships/image" Target="../media/image379.wmf"/><Relationship Id="rId15" Type="http://schemas.openxmlformats.org/officeDocument/2006/relationships/image" Target="../media/image547.png"/><Relationship Id="rId10" Type="http://schemas.openxmlformats.org/officeDocument/2006/relationships/oleObject" Target="../embeddings/oleObject344.bin"/><Relationship Id="rId4" Type="http://schemas.openxmlformats.org/officeDocument/2006/relationships/oleObject" Target="../embeddings/oleObject341.bin"/><Relationship Id="rId9" Type="http://schemas.openxmlformats.org/officeDocument/2006/relationships/image" Target="../media/image381.wmf"/><Relationship Id="rId14" Type="http://schemas.openxmlformats.org/officeDocument/2006/relationships/customXml" Target="../ink/ink469.xml"/></Relationships>
</file>

<file path=ppt/slides/_rels/slide87.xml.rels><?xml version="1.0" encoding="UTF-8" standalone="yes"?>
<Relationships xmlns="http://schemas.openxmlformats.org/package/2006/relationships"><Relationship Id="rId8" Type="http://schemas.openxmlformats.org/officeDocument/2006/relationships/oleObject" Target="../embeddings/oleObject348.bin"/><Relationship Id="rId3" Type="http://schemas.openxmlformats.org/officeDocument/2006/relationships/image" Target="../media/image383.wmf"/><Relationship Id="rId7" Type="http://schemas.openxmlformats.org/officeDocument/2006/relationships/image" Target="../media/image385.wmf"/><Relationship Id="rId2" Type="http://schemas.openxmlformats.org/officeDocument/2006/relationships/oleObject" Target="../embeddings/oleObject345.bin"/><Relationship Id="rId1" Type="http://schemas.openxmlformats.org/officeDocument/2006/relationships/slideLayout" Target="../slideLayouts/slideLayout2.xml"/><Relationship Id="rId6" Type="http://schemas.openxmlformats.org/officeDocument/2006/relationships/oleObject" Target="../embeddings/oleObject347.bin"/><Relationship Id="rId5" Type="http://schemas.openxmlformats.org/officeDocument/2006/relationships/image" Target="../media/image384.wmf"/><Relationship Id="rId4" Type="http://schemas.openxmlformats.org/officeDocument/2006/relationships/oleObject" Target="../embeddings/oleObject346.bin"/><Relationship Id="rId9" Type="http://schemas.openxmlformats.org/officeDocument/2006/relationships/image" Target="../media/image386.wmf"/></Relationships>
</file>

<file path=ppt/slides/_rels/slide88.xml.rels><?xml version="1.0" encoding="UTF-8" standalone="yes"?>
<Relationships xmlns="http://schemas.openxmlformats.org/package/2006/relationships"><Relationship Id="rId3" Type="http://schemas.openxmlformats.org/officeDocument/2006/relationships/image" Target="../media/image387.wmf"/><Relationship Id="rId2" Type="http://schemas.openxmlformats.org/officeDocument/2006/relationships/oleObject" Target="../embeddings/oleObject349.bin"/><Relationship Id="rId1" Type="http://schemas.openxmlformats.org/officeDocument/2006/relationships/slideLayout" Target="../slideLayouts/slideLayout2.xml"/><Relationship Id="rId5" Type="http://schemas.openxmlformats.org/officeDocument/2006/relationships/image" Target="../media/image388.wmf"/><Relationship Id="rId4" Type="http://schemas.openxmlformats.org/officeDocument/2006/relationships/oleObject" Target="../embeddings/oleObject350.bin"/></Relationships>
</file>

<file path=ppt/slides/_rels/slide89.xml.rels><?xml version="1.0" encoding="UTF-8" standalone="yes"?>
<Relationships xmlns="http://schemas.openxmlformats.org/package/2006/relationships"><Relationship Id="rId8" Type="http://schemas.openxmlformats.org/officeDocument/2006/relationships/oleObject" Target="../embeddings/oleObject354.bin"/><Relationship Id="rId13" Type="http://schemas.openxmlformats.org/officeDocument/2006/relationships/image" Target="../media/image559.png"/><Relationship Id="rId18" Type="http://schemas.openxmlformats.org/officeDocument/2006/relationships/customXml" Target="../ink/ink473.xml"/><Relationship Id="rId26" Type="http://schemas.openxmlformats.org/officeDocument/2006/relationships/customXml" Target="../ink/ink477.xml"/><Relationship Id="rId3" Type="http://schemas.openxmlformats.org/officeDocument/2006/relationships/image" Target="../media/image389.wmf"/><Relationship Id="rId21" Type="http://schemas.openxmlformats.org/officeDocument/2006/relationships/image" Target="../media/image540.png"/><Relationship Id="rId7" Type="http://schemas.openxmlformats.org/officeDocument/2006/relationships/image" Target="../media/image391.wmf"/><Relationship Id="rId17" Type="http://schemas.openxmlformats.org/officeDocument/2006/relationships/image" Target="../media/image561.png"/><Relationship Id="rId25" Type="http://schemas.openxmlformats.org/officeDocument/2006/relationships/image" Target="../media/image542.png"/><Relationship Id="rId2" Type="http://schemas.openxmlformats.org/officeDocument/2006/relationships/oleObject" Target="../embeddings/oleObject351.bin"/><Relationship Id="rId16" Type="http://schemas.openxmlformats.org/officeDocument/2006/relationships/customXml" Target="../ink/ink472.xml"/><Relationship Id="rId20" Type="http://schemas.openxmlformats.org/officeDocument/2006/relationships/customXml" Target="../ink/ink474.xml"/><Relationship Id="rId29" Type="http://schemas.openxmlformats.org/officeDocument/2006/relationships/image" Target="../media/image544.png"/><Relationship Id="rId1" Type="http://schemas.openxmlformats.org/officeDocument/2006/relationships/slideLayout" Target="../slideLayouts/slideLayout2.xml"/><Relationship Id="rId6" Type="http://schemas.openxmlformats.org/officeDocument/2006/relationships/oleObject" Target="../embeddings/oleObject353.bin"/><Relationship Id="rId24" Type="http://schemas.openxmlformats.org/officeDocument/2006/relationships/customXml" Target="../ink/ink476.xml"/><Relationship Id="rId5" Type="http://schemas.openxmlformats.org/officeDocument/2006/relationships/image" Target="../media/image390.wmf"/><Relationship Id="rId15" Type="http://schemas.openxmlformats.org/officeDocument/2006/relationships/image" Target="../media/image560.png"/><Relationship Id="rId23" Type="http://schemas.openxmlformats.org/officeDocument/2006/relationships/image" Target="../media/image541.png"/><Relationship Id="rId28" Type="http://schemas.openxmlformats.org/officeDocument/2006/relationships/customXml" Target="../ink/ink478.xml"/><Relationship Id="rId10" Type="http://schemas.openxmlformats.org/officeDocument/2006/relationships/customXml" Target="../ink/ink470.xml"/><Relationship Id="rId19" Type="http://schemas.openxmlformats.org/officeDocument/2006/relationships/image" Target="../media/image562.png"/><Relationship Id="rId31" Type="http://schemas.openxmlformats.org/officeDocument/2006/relationships/image" Target="../media/image545.png"/><Relationship Id="rId4" Type="http://schemas.openxmlformats.org/officeDocument/2006/relationships/oleObject" Target="../embeddings/oleObject352.bin"/><Relationship Id="rId9" Type="http://schemas.openxmlformats.org/officeDocument/2006/relationships/image" Target="../media/image392.wmf"/><Relationship Id="rId14" Type="http://schemas.openxmlformats.org/officeDocument/2006/relationships/customXml" Target="../ink/ink471.xml"/><Relationship Id="rId22" Type="http://schemas.openxmlformats.org/officeDocument/2006/relationships/customXml" Target="../ink/ink475.xml"/><Relationship Id="rId27" Type="http://schemas.openxmlformats.org/officeDocument/2006/relationships/image" Target="../media/image543.png"/><Relationship Id="rId30" Type="http://schemas.openxmlformats.org/officeDocument/2006/relationships/customXml" Target="../ink/ink479.xml"/></Relationships>
</file>

<file path=ppt/slides/_rels/slide90.xml.rels><?xml version="1.0" encoding="UTF-8" standalone="yes"?>
<Relationships xmlns="http://schemas.openxmlformats.org/package/2006/relationships"><Relationship Id="rId8" Type="http://schemas.openxmlformats.org/officeDocument/2006/relationships/oleObject" Target="../embeddings/oleObject358.bin"/><Relationship Id="rId13" Type="http://schemas.openxmlformats.org/officeDocument/2006/relationships/image" Target="../media/image551.png"/><Relationship Id="rId3" Type="http://schemas.openxmlformats.org/officeDocument/2006/relationships/image" Target="../media/image393.wmf"/><Relationship Id="rId7" Type="http://schemas.openxmlformats.org/officeDocument/2006/relationships/image" Target="../media/image395.wmf"/><Relationship Id="rId12" Type="http://schemas.openxmlformats.org/officeDocument/2006/relationships/customXml" Target="../ink/ink481.xml"/><Relationship Id="rId2" Type="http://schemas.openxmlformats.org/officeDocument/2006/relationships/oleObject" Target="../embeddings/oleObject355.bin"/><Relationship Id="rId1" Type="http://schemas.openxmlformats.org/officeDocument/2006/relationships/slideLayout" Target="../slideLayouts/slideLayout2.xml"/><Relationship Id="rId6" Type="http://schemas.openxmlformats.org/officeDocument/2006/relationships/oleObject" Target="../embeddings/oleObject357.bin"/><Relationship Id="rId11" Type="http://schemas.openxmlformats.org/officeDocument/2006/relationships/image" Target="../media/image550.png"/><Relationship Id="rId5" Type="http://schemas.openxmlformats.org/officeDocument/2006/relationships/image" Target="../media/image394.wmf"/><Relationship Id="rId15" Type="http://schemas.openxmlformats.org/officeDocument/2006/relationships/image" Target="../media/image552.png"/><Relationship Id="rId10" Type="http://schemas.openxmlformats.org/officeDocument/2006/relationships/customXml" Target="../ink/ink480.xml"/><Relationship Id="rId4" Type="http://schemas.openxmlformats.org/officeDocument/2006/relationships/oleObject" Target="../embeddings/oleObject356.bin"/><Relationship Id="rId9" Type="http://schemas.openxmlformats.org/officeDocument/2006/relationships/image" Target="../media/image396.wmf"/><Relationship Id="rId14" Type="http://schemas.openxmlformats.org/officeDocument/2006/relationships/customXml" Target="../ink/ink482.xml"/></Relationships>
</file>

<file path=ppt/slides/_rels/slide91.xml.rels><?xml version="1.0" encoding="UTF-8" standalone="yes"?>
<Relationships xmlns="http://schemas.openxmlformats.org/package/2006/relationships"><Relationship Id="rId8" Type="http://schemas.openxmlformats.org/officeDocument/2006/relationships/oleObject" Target="../embeddings/oleObject362.bin"/><Relationship Id="rId13" Type="http://schemas.openxmlformats.org/officeDocument/2006/relationships/image" Target="../media/image557.png"/><Relationship Id="rId3" Type="http://schemas.openxmlformats.org/officeDocument/2006/relationships/image" Target="../media/image397.wmf"/><Relationship Id="rId7" Type="http://schemas.openxmlformats.org/officeDocument/2006/relationships/image" Target="../media/image399.wmf"/><Relationship Id="rId12" Type="http://schemas.openxmlformats.org/officeDocument/2006/relationships/customXml" Target="../ink/ink484.xml"/><Relationship Id="rId2" Type="http://schemas.openxmlformats.org/officeDocument/2006/relationships/oleObject" Target="../embeddings/oleObject359.bin"/><Relationship Id="rId1" Type="http://schemas.openxmlformats.org/officeDocument/2006/relationships/slideLayout" Target="../slideLayouts/slideLayout2.xml"/><Relationship Id="rId6" Type="http://schemas.openxmlformats.org/officeDocument/2006/relationships/oleObject" Target="../embeddings/oleObject361.bin"/><Relationship Id="rId11" Type="http://schemas.openxmlformats.org/officeDocument/2006/relationships/image" Target="../media/image571.png"/><Relationship Id="rId5" Type="http://schemas.openxmlformats.org/officeDocument/2006/relationships/image" Target="../media/image398.wmf"/><Relationship Id="rId10" Type="http://schemas.openxmlformats.org/officeDocument/2006/relationships/customXml" Target="../ink/ink483.xml"/><Relationship Id="rId4" Type="http://schemas.openxmlformats.org/officeDocument/2006/relationships/oleObject" Target="../embeddings/oleObject360.bin"/><Relationship Id="rId9" Type="http://schemas.openxmlformats.org/officeDocument/2006/relationships/image" Target="../media/image400.wmf"/></Relationships>
</file>

<file path=ppt/slides/_rels/slide92.xml.rels><?xml version="1.0" encoding="UTF-8" standalone="yes"?>
<Relationships xmlns="http://schemas.openxmlformats.org/package/2006/relationships"><Relationship Id="rId3" Type="http://schemas.openxmlformats.org/officeDocument/2006/relationships/image" Target="../media/image401.wmf"/><Relationship Id="rId2" Type="http://schemas.openxmlformats.org/officeDocument/2006/relationships/oleObject" Target="../embeddings/oleObject363.bin"/><Relationship Id="rId1" Type="http://schemas.openxmlformats.org/officeDocument/2006/relationships/slideLayout" Target="../slideLayouts/slideLayout2.xml"/><Relationship Id="rId5" Type="http://schemas.openxmlformats.org/officeDocument/2006/relationships/image" Target="../media/image573.png"/><Relationship Id="rId4" Type="http://schemas.openxmlformats.org/officeDocument/2006/relationships/customXml" Target="../ink/ink485.xml"/></Relationships>
</file>

<file path=ppt/slides/_rels/slide93.xml.rels><?xml version="1.0" encoding="UTF-8" standalone="yes"?>
<Relationships xmlns="http://schemas.openxmlformats.org/package/2006/relationships"><Relationship Id="rId26" Type="http://schemas.openxmlformats.org/officeDocument/2006/relationships/customXml" Target="../ink/ink494.xml"/><Relationship Id="rId21" Type="http://schemas.openxmlformats.org/officeDocument/2006/relationships/image" Target="../media/image5440.png"/><Relationship Id="rId42" Type="http://schemas.openxmlformats.org/officeDocument/2006/relationships/customXml" Target="../ink/ink502.xml"/><Relationship Id="rId47" Type="http://schemas.openxmlformats.org/officeDocument/2006/relationships/image" Target="../media/image564.png"/><Relationship Id="rId63" Type="http://schemas.openxmlformats.org/officeDocument/2006/relationships/image" Target="../media/image574.png"/><Relationship Id="rId68" Type="http://schemas.openxmlformats.org/officeDocument/2006/relationships/customXml" Target="../ink/ink515.xml"/><Relationship Id="rId84" Type="http://schemas.openxmlformats.org/officeDocument/2006/relationships/customXml" Target="../ink/ink523.xml"/><Relationship Id="rId89" Type="http://schemas.openxmlformats.org/officeDocument/2006/relationships/image" Target="../media/image588.png"/><Relationship Id="rId16" Type="http://schemas.openxmlformats.org/officeDocument/2006/relationships/customXml" Target="../ink/ink489.xml"/><Relationship Id="rId11" Type="http://schemas.openxmlformats.org/officeDocument/2006/relationships/image" Target="../media/image578.png"/><Relationship Id="rId32" Type="http://schemas.openxmlformats.org/officeDocument/2006/relationships/customXml" Target="../ink/ink497.xml"/><Relationship Id="rId37" Type="http://schemas.openxmlformats.org/officeDocument/2006/relationships/image" Target="../media/image554.png"/><Relationship Id="rId53" Type="http://schemas.openxmlformats.org/officeDocument/2006/relationships/image" Target="../media/image567.png"/><Relationship Id="rId58" Type="http://schemas.openxmlformats.org/officeDocument/2006/relationships/customXml" Target="../ink/ink510.xml"/><Relationship Id="rId74" Type="http://schemas.openxmlformats.org/officeDocument/2006/relationships/customXml" Target="../ink/ink518.xml"/><Relationship Id="rId79" Type="http://schemas.openxmlformats.org/officeDocument/2006/relationships/image" Target="../media/image583.png"/><Relationship Id="rId102" Type="http://schemas.openxmlformats.org/officeDocument/2006/relationships/customXml" Target="../ink/ink532.xml"/><Relationship Id="rId5" Type="http://schemas.openxmlformats.org/officeDocument/2006/relationships/image" Target="../media/image403.wmf"/><Relationship Id="rId90" Type="http://schemas.openxmlformats.org/officeDocument/2006/relationships/customXml" Target="../ink/ink526.xml"/><Relationship Id="rId95" Type="http://schemas.openxmlformats.org/officeDocument/2006/relationships/image" Target="../media/image591.png"/><Relationship Id="rId22" Type="http://schemas.openxmlformats.org/officeDocument/2006/relationships/customXml" Target="../ink/ink492.xml"/><Relationship Id="rId27" Type="http://schemas.openxmlformats.org/officeDocument/2006/relationships/image" Target="../media/image549.png"/><Relationship Id="rId43" Type="http://schemas.openxmlformats.org/officeDocument/2006/relationships/image" Target="../media/image5570.png"/><Relationship Id="rId48" Type="http://schemas.openxmlformats.org/officeDocument/2006/relationships/customXml" Target="../ink/ink505.xml"/><Relationship Id="rId64" Type="http://schemas.openxmlformats.org/officeDocument/2006/relationships/customXml" Target="../ink/ink513.xml"/><Relationship Id="rId69" Type="http://schemas.openxmlformats.org/officeDocument/2006/relationships/image" Target="../media/image577.png"/><Relationship Id="rId80" Type="http://schemas.openxmlformats.org/officeDocument/2006/relationships/customXml" Target="../ink/ink521.xml"/><Relationship Id="rId85" Type="http://schemas.openxmlformats.org/officeDocument/2006/relationships/image" Target="../media/image586.png"/><Relationship Id="rId12" Type="http://schemas.openxmlformats.org/officeDocument/2006/relationships/customXml" Target="../ink/ink487.xml"/><Relationship Id="rId17" Type="http://schemas.openxmlformats.org/officeDocument/2006/relationships/image" Target="../media/image5420.png"/><Relationship Id="rId25" Type="http://schemas.openxmlformats.org/officeDocument/2006/relationships/image" Target="../media/image548.png"/><Relationship Id="rId33" Type="http://schemas.openxmlformats.org/officeDocument/2006/relationships/image" Target="../media/image5520.png"/><Relationship Id="rId38" Type="http://schemas.openxmlformats.org/officeDocument/2006/relationships/customXml" Target="../ink/ink500.xml"/><Relationship Id="rId46" Type="http://schemas.openxmlformats.org/officeDocument/2006/relationships/customXml" Target="../ink/ink504.xml"/><Relationship Id="rId59" Type="http://schemas.openxmlformats.org/officeDocument/2006/relationships/image" Target="../media/image570.png"/><Relationship Id="rId67" Type="http://schemas.openxmlformats.org/officeDocument/2006/relationships/image" Target="../media/image576.png"/><Relationship Id="rId103" Type="http://schemas.openxmlformats.org/officeDocument/2006/relationships/image" Target="../media/image558.png"/><Relationship Id="rId20" Type="http://schemas.openxmlformats.org/officeDocument/2006/relationships/customXml" Target="../ink/ink491.xml"/><Relationship Id="rId41" Type="http://schemas.openxmlformats.org/officeDocument/2006/relationships/image" Target="../media/image556.png"/><Relationship Id="rId54" Type="http://schemas.openxmlformats.org/officeDocument/2006/relationships/customXml" Target="../ink/ink508.xml"/><Relationship Id="rId62" Type="http://schemas.openxmlformats.org/officeDocument/2006/relationships/customXml" Target="../ink/ink512.xml"/><Relationship Id="rId70" Type="http://schemas.openxmlformats.org/officeDocument/2006/relationships/customXml" Target="../ink/ink516.xml"/><Relationship Id="rId75" Type="http://schemas.openxmlformats.org/officeDocument/2006/relationships/image" Target="../media/image581.png"/><Relationship Id="rId83" Type="http://schemas.openxmlformats.org/officeDocument/2006/relationships/image" Target="../media/image585.png"/><Relationship Id="rId88" Type="http://schemas.openxmlformats.org/officeDocument/2006/relationships/customXml" Target="../ink/ink525.xml"/><Relationship Id="rId91" Type="http://schemas.openxmlformats.org/officeDocument/2006/relationships/image" Target="../media/image589.png"/><Relationship Id="rId96" Type="http://schemas.openxmlformats.org/officeDocument/2006/relationships/customXml" Target="../ink/ink529.xml"/><Relationship Id="rId1" Type="http://schemas.openxmlformats.org/officeDocument/2006/relationships/slideLayout" Target="../slideLayouts/slideLayout2.xml"/><Relationship Id="rId6" Type="http://schemas.openxmlformats.org/officeDocument/2006/relationships/oleObject" Target="../embeddings/oleObject366.bin"/><Relationship Id="rId15" Type="http://schemas.openxmlformats.org/officeDocument/2006/relationships/image" Target="../media/image5410.png"/><Relationship Id="rId23" Type="http://schemas.openxmlformats.org/officeDocument/2006/relationships/image" Target="../media/image5450.png"/><Relationship Id="rId28" Type="http://schemas.openxmlformats.org/officeDocument/2006/relationships/customXml" Target="../ink/ink495.xml"/><Relationship Id="rId36" Type="http://schemas.openxmlformats.org/officeDocument/2006/relationships/customXml" Target="../ink/ink499.xml"/><Relationship Id="rId49" Type="http://schemas.openxmlformats.org/officeDocument/2006/relationships/image" Target="../media/image565.png"/><Relationship Id="rId57" Type="http://schemas.openxmlformats.org/officeDocument/2006/relationships/image" Target="../media/image569.png"/><Relationship Id="rId10" Type="http://schemas.openxmlformats.org/officeDocument/2006/relationships/customXml" Target="../ink/ink486.xml"/><Relationship Id="rId31" Type="http://schemas.openxmlformats.org/officeDocument/2006/relationships/image" Target="../media/image5510.png"/><Relationship Id="rId44" Type="http://schemas.openxmlformats.org/officeDocument/2006/relationships/customXml" Target="../ink/ink503.xml"/><Relationship Id="rId52" Type="http://schemas.openxmlformats.org/officeDocument/2006/relationships/customXml" Target="../ink/ink507.xml"/><Relationship Id="rId60" Type="http://schemas.openxmlformats.org/officeDocument/2006/relationships/customXml" Target="../ink/ink511.xml"/><Relationship Id="rId65" Type="http://schemas.openxmlformats.org/officeDocument/2006/relationships/image" Target="../media/image575.png"/><Relationship Id="rId73" Type="http://schemas.openxmlformats.org/officeDocument/2006/relationships/image" Target="../media/image580.png"/><Relationship Id="rId78" Type="http://schemas.openxmlformats.org/officeDocument/2006/relationships/customXml" Target="../ink/ink520.xml"/><Relationship Id="rId81" Type="http://schemas.openxmlformats.org/officeDocument/2006/relationships/image" Target="../media/image584.png"/><Relationship Id="rId86" Type="http://schemas.openxmlformats.org/officeDocument/2006/relationships/customXml" Target="../ink/ink524.xml"/><Relationship Id="rId94" Type="http://schemas.openxmlformats.org/officeDocument/2006/relationships/customXml" Target="../ink/ink528.xml"/><Relationship Id="rId99" Type="http://schemas.openxmlformats.org/officeDocument/2006/relationships/image" Target="../media/image593.png"/><Relationship Id="rId101" Type="http://schemas.openxmlformats.org/officeDocument/2006/relationships/image" Target="../media/image594.png"/><Relationship Id="rId4" Type="http://schemas.openxmlformats.org/officeDocument/2006/relationships/oleObject" Target="../embeddings/oleObject365.bin"/><Relationship Id="rId9" Type="http://schemas.openxmlformats.org/officeDocument/2006/relationships/image" Target="../media/image405.wmf"/><Relationship Id="rId13" Type="http://schemas.openxmlformats.org/officeDocument/2006/relationships/image" Target="../media/image5400.png"/><Relationship Id="rId18" Type="http://schemas.openxmlformats.org/officeDocument/2006/relationships/customXml" Target="../ink/ink490.xml"/><Relationship Id="rId39" Type="http://schemas.openxmlformats.org/officeDocument/2006/relationships/image" Target="../media/image555.png"/><Relationship Id="rId34" Type="http://schemas.openxmlformats.org/officeDocument/2006/relationships/customXml" Target="../ink/ink498.xml"/><Relationship Id="rId50" Type="http://schemas.openxmlformats.org/officeDocument/2006/relationships/customXml" Target="../ink/ink506.xml"/><Relationship Id="rId55" Type="http://schemas.openxmlformats.org/officeDocument/2006/relationships/image" Target="../media/image568.png"/><Relationship Id="rId76" Type="http://schemas.openxmlformats.org/officeDocument/2006/relationships/customXml" Target="../ink/ink519.xml"/><Relationship Id="rId97" Type="http://schemas.openxmlformats.org/officeDocument/2006/relationships/image" Target="../media/image592.png"/><Relationship Id="rId7" Type="http://schemas.openxmlformats.org/officeDocument/2006/relationships/image" Target="../media/image404.wmf"/><Relationship Id="rId71" Type="http://schemas.openxmlformats.org/officeDocument/2006/relationships/image" Target="../media/image579.png"/><Relationship Id="rId92" Type="http://schemas.openxmlformats.org/officeDocument/2006/relationships/customXml" Target="../ink/ink527.xml"/><Relationship Id="rId2" Type="http://schemas.openxmlformats.org/officeDocument/2006/relationships/oleObject" Target="../embeddings/oleObject364.bin"/><Relationship Id="rId29" Type="http://schemas.openxmlformats.org/officeDocument/2006/relationships/image" Target="../media/image5500.png"/><Relationship Id="rId24" Type="http://schemas.openxmlformats.org/officeDocument/2006/relationships/customXml" Target="../ink/ink493.xml"/><Relationship Id="rId40" Type="http://schemas.openxmlformats.org/officeDocument/2006/relationships/customXml" Target="../ink/ink501.xml"/><Relationship Id="rId45" Type="http://schemas.openxmlformats.org/officeDocument/2006/relationships/image" Target="../media/image563.png"/><Relationship Id="rId66" Type="http://schemas.openxmlformats.org/officeDocument/2006/relationships/customXml" Target="../ink/ink514.xml"/><Relationship Id="rId87" Type="http://schemas.openxmlformats.org/officeDocument/2006/relationships/image" Target="../media/image587.png"/><Relationship Id="rId61" Type="http://schemas.openxmlformats.org/officeDocument/2006/relationships/image" Target="../media/image572.png"/><Relationship Id="rId82" Type="http://schemas.openxmlformats.org/officeDocument/2006/relationships/customXml" Target="../ink/ink522.xml"/><Relationship Id="rId19" Type="http://schemas.openxmlformats.org/officeDocument/2006/relationships/image" Target="../media/image5430.png"/><Relationship Id="rId14" Type="http://schemas.openxmlformats.org/officeDocument/2006/relationships/customXml" Target="../ink/ink488.xml"/><Relationship Id="rId30" Type="http://schemas.openxmlformats.org/officeDocument/2006/relationships/customXml" Target="../ink/ink496.xml"/><Relationship Id="rId35" Type="http://schemas.openxmlformats.org/officeDocument/2006/relationships/image" Target="../media/image553.png"/><Relationship Id="rId56" Type="http://schemas.openxmlformats.org/officeDocument/2006/relationships/customXml" Target="../ink/ink509.xml"/><Relationship Id="rId77" Type="http://schemas.openxmlformats.org/officeDocument/2006/relationships/image" Target="../media/image582.png"/><Relationship Id="rId100" Type="http://schemas.openxmlformats.org/officeDocument/2006/relationships/customXml" Target="../ink/ink531.xml"/><Relationship Id="rId8" Type="http://schemas.openxmlformats.org/officeDocument/2006/relationships/oleObject" Target="../embeddings/oleObject367.bin"/><Relationship Id="rId51" Type="http://schemas.openxmlformats.org/officeDocument/2006/relationships/image" Target="../media/image566.png"/><Relationship Id="rId72" Type="http://schemas.openxmlformats.org/officeDocument/2006/relationships/customXml" Target="../ink/ink517.xml"/><Relationship Id="rId93" Type="http://schemas.openxmlformats.org/officeDocument/2006/relationships/image" Target="../media/image590.png"/><Relationship Id="rId98" Type="http://schemas.openxmlformats.org/officeDocument/2006/relationships/customXml" Target="../ink/ink530.xml"/><Relationship Id="rId3" Type="http://schemas.openxmlformats.org/officeDocument/2006/relationships/image" Target="../media/image402.wmf"/></Relationships>
</file>

<file path=ppt/slides/_rels/slide94.xml.rels><?xml version="1.0" encoding="UTF-8" standalone="yes"?>
<Relationships xmlns="http://schemas.openxmlformats.org/package/2006/relationships"><Relationship Id="rId26" Type="http://schemas.openxmlformats.org/officeDocument/2006/relationships/customXml" Target="../ink/ink541.xml"/><Relationship Id="rId21" Type="http://schemas.openxmlformats.org/officeDocument/2006/relationships/image" Target="../media/image602.png"/><Relationship Id="rId34" Type="http://schemas.openxmlformats.org/officeDocument/2006/relationships/customXml" Target="../ink/ink545.xml"/><Relationship Id="rId42" Type="http://schemas.openxmlformats.org/officeDocument/2006/relationships/customXml" Target="../ink/ink549.xml"/><Relationship Id="rId47" Type="http://schemas.openxmlformats.org/officeDocument/2006/relationships/image" Target="../media/image615.png"/><Relationship Id="rId50" Type="http://schemas.openxmlformats.org/officeDocument/2006/relationships/customXml" Target="../ink/ink553.xml"/><Relationship Id="rId55" Type="http://schemas.openxmlformats.org/officeDocument/2006/relationships/image" Target="../media/image595.png"/><Relationship Id="rId63" Type="http://schemas.openxmlformats.org/officeDocument/2006/relationships/image" Target="../media/image619.png"/><Relationship Id="rId7" Type="http://schemas.openxmlformats.org/officeDocument/2006/relationships/image" Target="../media/image408.wmf"/><Relationship Id="rId2" Type="http://schemas.openxmlformats.org/officeDocument/2006/relationships/oleObject" Target="../embeddings/oleObject368.bin"/><Relationship Id="rId16" Type="http://schemas.openxmlformats.org/officeDocument/2006/relationships/customXml" Target="../ink/ink536.xml"/><Relationship Id="rId29" Type="http://schemas.openxmlformats.org/officeDocument/2006/relationships/image" Target="../media/image606.png"/><Relationship Id="rId11" Type="http://schemas.openxmlformats.org/officeDocument/2006/relationships/image" Target="../media/image5830.png"/><Relationship Id="rId24" Type="http://schemas.openxmlformats.org/officeDocument/2006/relationships/customXml" Target="../ink/ink540.xml"/><Relationship Id="rId32" Type="http://schemas.openxmlformats.org/officeDocument/2006/relationships/customXml" Target="../ink/ink544.xml"/><Relationship Id="rId37" Type="http://schemas.openxmlformats.org/officeDocument/2006/relationships/image" Target="../media/image610.png"/><Relationship Id="rId40" Type="http://schemas.openxmlformats.org/officeDocument/2006/relationships/customXml" Target="../ink/ink548.xml"/><Relationship Id="rId45" Type="http://schemas.openxmlformats.org/officeDocument/2006/relationships/image" Target="../media/image614.png"/><Relationship Id="rId53" Type="http://schemas.openxmlformats.org/officeDocument/2006/relationships/image" Target="../media/image618.png"/><Relationship Id="rId58" Type="http://schemas.openxmlformats.org/officeDocument/2006/relationships/customXml" Target="../ink/ink557.xml"/><Relationship Id="rId5" Type="http://schemas.openxmlformats.org/officeDocument/2006/relationships/image" Target="../media/image407.wmf"/><Relationship Id="rId61" Type="http://schemas.openxmlformats.org/officeDocument/2006/relationships/image" Target="../media/image598.png"/><Relationship Id="rId19" Type="http://schemas.openxmlformats.org/officeDocument/2006/relationships/image" Target="../media/image601.png"/><Relationship Id="rId14" Type="http://schemas.openxmlformats.org/officeDocument/2006/relationships/customXml" Target="../ink/ink535.xml"/><Relationship Id="rId22" Type="http://schemas.openxmlformats.org/officeDocument/2006/relationships/customXml" Target="../ink/ink539.xml"/><Relationship Id="rId27" Type="http://schemas.openxmlformats.org/officeDocument/2006/relationships/image" Target="../media/image605.png"/><Relationship Id="rId30" Type="http://schemas.openxmlformats.org/officeDocument/2006/relationships/customXml" Target="../ink/ink543.xml"/><Relationship Id="rId35" Type="http://schemas.openxmlformats.org/officeDocument/2006/relationships/image" Target="../media/image609.png"/><Relationship Id="rId43" Type="http://schemas.openxmlformats.org/officeDocument/2006/relationships/image" Target="../media/image613.png"/><Relationship Id="rId48" Type="http://schemas.openxmlformats.org/officeDocument/2006/relationships/customXml" Target="../ink/ink552.xml"/><Relationship Id="rId56" Type="http://schemas.openxmlformats.org/officeDocument/2006/relationships/customXml" Target="../ink/ink556.xml"/><Relationship Id="rId64" Type="http://schemas.openxmlformats.org/officeDocument/2006/relationships/customXml" Target="../ink/ink560.xml"/><Relationship Id="rId8" Type="http://schemas.openxmlformats.org/officeDocument/2006/relationships/oleObject" Target="../embeddings/oleObject371.bin"/><Relationship Id="rId51" Type="http://schemas.openxmlformats.org/officeDocument/2006/relationships/image" Target="../media/image617.png"/><Relationship Id="rId3" Type="http://schemas.openxmlformats.org/officeDocument/2006/relationships/image" Target="../media/image406.wmf"/><Relationship Id="rId12" Type="http://schemas.openxmlformats.org/officeDocument/2006/relationships/customXml" Target="../ink/ink534.xml"/><Relationship Id="rId17" Type="http://schemas.openxmlformats.org/officeDocument/2006/relationships/image" Target="../media/image600.png"/><Relationship Id="rId25" Type="http://schemas.openxmlformats.org/officeDocument/2006/relationships/image" Target="../media/image604.png"/><Relationship Id="rId33" Type="http://schemas.openxmlformats.org/officeDocument/2006/relationships/image" Target="../media/image608.png"/><Relationship Id="rId38" Type="http://schemas.openxmlformats.org/officeDocument/2006/relationships/customXml" Target="../ink/ink547.xml"/><Relationship Id="rId46" Type="http://schemas.openxmlformats.org/officeDocument/2006/relationships/customXml" Target="../ink/ink551.xml"/><Relationship Id="rId59" Type="http://schemas.openxmlformats.org/officeDocument/2006/relationships/image" Target="../media/image597.png"/><Relationship Id="rId20" Type="http://schemas.openxmlformats.org/officeDocument/2006/relationships/customXml" Target="../ink/ink538.xml"/><Relationship Id="rId41" Type="http://schemas.openxmlformats.org/officeDocument/2006/relationships/image" Target="../media/image612.png"/><Relationship Id="rId54" Type="http://schemas.openxmlformats.org/officeDocument/2006/relationships/customXml" Target="../ink/ink555.xml"/><Relationship Id="rId62" Type="http://schemas.openxmlformats.org/officeDocument/2006/relationships/customXml" Target="../ink/ink559.xml"/><Relationship Id="rId1" Type="http://schemas.openxmlformats.org/officeDocument/2006/relationships/slideLayout" Target="../slideLayouts/slideLayout2.xml"/><Relationship Id="rId6" Type="http://schemas.openxmlformats.org/officeDocument/2006/relationships/oleObject" Target="../embeddings/oleObject370.bin"/><Relationship Id="rId15" Type="http://schemas.openxmlformats.org/officeDocument/2006/relationships/image" Target="../media/image599.png"/><Relationship Id="rId23" Type="http://schemas.openxmlformats.org/officeDocument/2006/relationships/image" Target="../media/image603.png"/><Relationship Id="rId28" Type="http://schemas.openxmlformats.org/officeDocument/2006/relationships/customXml" Target="../ink/ink542.xml"/><Relationship Id="rId36" Type="http://schemas.openxmlformats.org/officeDocument/2006/relationships/customXml" Target="../ink/ink546.xml"/><Relationship Id="rId49" Type="http://schemas.openxmlformats.org/officeDocument/2006/relationships/image" Target="../media/image616.png"/><Relationship Id="rId57" Type="http://schemas.openxmlformats.org/officeDocument/2006/relationships/image" Target="../media/image596.png"/><Relationship Id="rId10" Type="http://schemas.openxmlformats.org/officeDocument/2006/relationships/customXml" Target="../ink/ink533.xml"/><Relationship Id="rId31" Type="http://schemas.openxmlformats.org/officeDocument/2006/relationships/image" Target="../media/image607.png"/><Relationship Id="rId44" Type="http://schemas.openxmlformats.org/officeDocument/2006/relationships/customXml" Target="../ink/ink550.xml"/><Relationship Id="rId52" Type="http://schemas.openxmlformats.org/officeDocument/2006/relationships/customXml" Target="../ink/ink554.xml"/><Relationship Id="rId60" Type="http://schemas.openxmlformats.org/officeDocument/2006/relationships/customXml" Target="../ink/ink558.xml"/><Relationship Id="rId65" Type="http://schemas.openxmlformats.org/officeDocument/2006/relationships/image" Target="../media/image620.png"/><Relationship Id="rId4" Type="http://schemas.openxmlformats.org/officeDocument/2006/relationships/oleObject" Target="../embeddings/oleObject369.bin"/><Relationship Id="rId9" Type="http://schemas.openxmlformats.org/officeDocument/2006/relationships/image" Target="../media/image409.wmf"/><Relationship Id="rId13" Type="http://schemas.openxmlformats.org/officeDocument/2006/relationships/image" Target="../media/image5840.png"/><Relationship Id="rId18" Type="http://schemas.openxmlformats.org/officeDocument/2006/relationships/customXml" Target="../ink/ink537.xml"/><Relationship Id="rId39" Type="http://schemas.openxmlformats.org/officeDocument/2006/relationships/image" Target="../media/image611.png"/></Relationships>
</file>

<file path=ppt/slides/_rels/slide95.xml.rels><?xml version="1.0" encoding="UTF-8" standalone="yes"?>
<Relationships xmlns="http://schemas.openxmlformats.org/package/2006/relationships"><Relationship Id="rId8" Type="http://schemas.openxmlformats.org/officeDocument/2006/relationships/customXml" Target="../ink/ink563.xml"/><Relationship Id="rId13" Type="http://schemas.openxmlformats.org/officeDocument/2006/relationships/image" Target="../media/image5790.png"/><Relationship Id="rId18" Type="http://schemas.openxmlformats.org/officeDocument/2006/relationships/customXml" Target="../ink/ink568.xml"/><Relationship Id="rId3" Type="http://schemas.openxmlformats.org/officeDocument/2006/relationships/image" Target="../media/image410.wmf"/><Relationship Id="rId7" Type="http://schemas.openxmlformats.org/officeDocument/2006/relationships/image" Target="../media/image5750.png"/><Relationship Id="rId12" Type="http://schemas.openxmlformats.org/officeDocument/2006/relationships/customXml" Target="../ink/ink565.xml"/><Relationship Id="rId17" Type="http://schemas.openxmlformats.org/officeDocument/2006/relationships/image" Target="../media/image5810.png"/><Relationship Id="rId2" Type="http://schemas.openxmlformats.org/officeDocument/2006/relationships/oleObject" Target="../embeddings/oleObject372.bin"/><Relationship Id="rId16" Type="http://schemas.openxmlformats.org/officeDocument/2006/relationships/customXml" Target="../ink/ink567.xml"/><Relationship Id="rId1" Type="http://schemas.openxmlformats.org/officeDocument/2006/relationships/slideLayout" Target="../slideLayouts/slideLayout2.xml"/><Relationship Id="rId6" Type="http://schemas.openxmlformats.org/officeDocument/2006/relationships/customXml" Target="../ink/ink562.xml"/><Relationship Id="rId11" Type="http://schemas.openxmlformats.org/officeDocument/2006/relationships/image" Target="../media/image5770.png"/><Relationship Id="rId5" Type="http://schemas.openxmlformats.org/officeDocument/2006/relationships/image" Target="../media/image5740.png"/><Relationship Id="rId15" Type="http://schemas.openxmlformats.org/officeDocument/2006/relationships/image" Target="../media/image5800.png"/><Relationship Id="rId10" Type="http://schemas.openxmlformats.org/officeDocument/2006/relationships/customXml" Target="../ink/ink564.xml"/><Relationship Id="rId19" Type="http://schemas.openxmlformats.org/officeDocument/2006/relationships/image" Target="../media/image5820.png"/><Relationship Id="rId4" Type="http://schemas.openxmlformats.org/officeDocument/2006/relationships/customXml" Target="../ink/ink561.xml"/><Relationship Id="rId9" Type="http://schemas.openxmlformats.org/officeDocument/2006/relationships/image" Target="../media/image5760.png"/><Relationship Id="rId14" Type="http://schemas.openxmlformats.org/officeDocument/2006/relationships/customXml" Target="../ink/ink566.xml"/></Relationships>
</file>

<file path=ppt/slides/_rels/slide96.xml.rels><?xml version="1.0" encoding="UTF-8" standalone="yes"?>
<Relationships xmlns="http://schemas.openxmlformats.org/package/2006/relationships"><Relationship Id="rId3" Type="http://schemas.openxmlformats.org/officeDocument/2006/relationships/oleObject" Target="../embeddings/oleObject373.bin"/><Relationship Id="rId63" Type="http://schemas.openxmlformats.org/officeDocument/2006/relationships/image" Target="../media/image628.png"/><Relationship Id="rId68" Type="http://schemas.openxmlformats.org/officeDocument/2006/relationships/customXml" Target="../ink/ink575.xml"/><Relationship Id="rId76" Type="http://schemas.openxmlformats.org/officeDocument/2006/relationships/customXml" Target="../ink/ink579.xml"/><Relationship Id="rId7" Type="http://schemas.openxmlformats.org/officeDocument/2006/relationships/oleObject" Target="../embeddings/oleObject375.bin"/><Relationship Id="rId59" Type="http://schemas.openxmlformats.org/officeDocument/2006/relationships/image" Target="../media/image626.png"/><Relationship Id="rId67" Type="http://schemas.openxmlformats.org/officeDocument/2006/relationships/image" Target="../media/image630.png"/><Relationship Id="rId71" Type="http://schemas.openxmlformats.org/officeDocument/2006/relationships/image" Target="../media/image632.png"/><Relationship Id="rId2" Type="http://schemas.openxmlformats.org/officeDocument/2006/relationships/image" Target="../media/image6200.png"/><Relationship Id="rId62" Type="http://schemas.openxmlformats.org/officeDocument/2006/relationships/customXml" Target="../ink/ink572.xml"/><Relationship Id="rId70" Type="http://schemas.openxmlformats.org/officeDocument/2006/relationships/customXml" Target="../ink/ink576.xml"/><Relationship Id="rId75" Type="http://schemas.openxmlformats.org/officeDocument/2006/relationships/image" Target="../media/image634.png"/><Relationship Id="rId1" Type="http://schemas.openxmlformats.org/officeDocument/2006/relationships/slideLayout" Target="../slideLayouts/slideLayout2.xml"/><Relationship Id="rId6" Type="http://schemas.openxmlformats.org/officeDocument/2006/relationships/image" Target="../media/image412.wmf"/><Relationship Id="rId11" Type="http://schemas.openxmlformats.org/officeDocument/2006/relationships/customXml" Target="../ink/ink569.xml"/><Relationship Id="rId58" Type="http://schemas.openxmlformats.org/officeDocument/2006/relationships/customXml" Target="../ink/ink570.xml"/><Relationship Id="rId66" Type="http://schemas.openxmlformats.org/officeDocument/2006/relationships/customXml" Target="../ink/ink574.xml"/><Relationship Id="rId74" Type="http://schemas.openxmlformats.org/officeDocument/2006/relationships/customXml" Target="../ink/ink578.xml"/><Relationship Id="rId79" Type="http://schemas.openxmlformats.org/officeDocument/2006/relationships/image" Target="../media/image636.png"/><Relationship Id="rId5" Type="http://schemas.openxmlformats.org/officeDocument/2006/relationships/oleObject" Target="../embeddings/oleObject374.bin"/><Relationship Id="rId57" Type="http://schemas.openxmlformats.org/officeDocument/2006/relationships/image" Target="../media/image6100.png"/><Relationship Id="rId61" Type="http://schemas.openxmlformats.org/officeDocument/2006/relationships/image" Target="../media/image627.png"/><Relationship Id="rId10" Type="http://schemas.openxmlformats.org/officeDocument/2006/relationships/image" Target="../media/image414.wmf"/><Relationship Id="rId60" Type="http://schemas.openxmlformats.org/officeDocument/2006/relationships/customXml" Target="../ink/ink571.xml"/><Relationship Id="rId65" Type="http://schemas.openxmlformats.org/officeDocument/2006/relationships/image" Target="../media/image629.png"/><Relationship Id="rId73" Type="http://schemas.openxmlformats.org/officeDocument/2006/relationships/image" Target="../media/image633.png"/><Relationship Id="rId78" Type="http://schemas.openxmlformats.org/officeDocument/2006/relationships/customXml" Target="../ink/ink580.xml"/><Relationship Id="rId81" Type="http://schemas.openxmlformats.org/officeDocument/2006/relationships/image" Target="../media/image637.png"/><Relationship Id="rId4" Type="http://schemas.openxmlformats.org/officeDocument/2006/relationships/image" Target="../media/image411.wmf"/><Relationship Id="rId9" Type="http://schemas.openxmlformats.org/officeDocument/2006/relationships/oleObject" Target="../embeddings/oleObject376.bin"/><Relationship Id="rId64" Type="http://schemas.openxmlformats.org/officeDocument/2006/relationships/customXml" Target="../ink/ink573.xml"/><Relationship Id="rId69" Type="http://schemas.openxmlformats.org/officeDocument/2006/relationships/image" Target="../media/image631.png"/><Relationship Id="rId77" Type="http://schemas.openxmlformats.org/officeDocument/2006/relationships/image" Target="../media/image635.png"/><Relationship Id="rId8" Type="http://schemas.openxmlformats.org/officeDocument/2006/relationships/image" Target="../media/image413.wmf"/><Relationship Id="rId72" Type="http://schemas.openxmlformats.org/officeDocument/2006/relationships/customXml" Target="../ink/ink577.xml"/><Relationship Id="rId80" Type="http://schemas.openxmlformats.org/officeDocument/2006/relationships/customXml" Target="../ink/ink581.xml"/></Relationships>
</file>

<file path=ppt/slides/_rels/slide97.xml.rels><?xml version="1.0" encoding="UTF-8" standalone="yes"?>
<Relationships xmlns="http://schemas.openxmlformats.org/package/2006/relationships"><Relationship Id="rId8" Type="http://schemas.openxmlformats.org/officeDocument/2006/relationships/oleObject" Target="../embeddings/oleObject380.bin"/><Relationship Id="rId13" Type="http://schemas.openxmlformats.org/officeDocument/2006/relationships/image" Target="../media/image420.wmf"/><Relationship Id="rId18" Type="http://schemas.openxmlformats.org/officeDocument/2006/relationships/customXml" Target="../ink/ink582.xml"/><Relationship Id="rId26" Type="http://schemas.openxmlformats.org/officeDocument/2006/relationships/customXml" Target="../ink/ink583.xml"/><Relationship Id="rId3" Type="http://schemas.openxmlformats.org/officeDocument/2006/relationships/image" Target="../media/image415.wmf"/><Relationship Id="rId7" Type="http://schemas.openxmlformats.org/officeDocument/2006/relationships/image" Target="../media/image417.wmf"/><Relationship Id="rId12" Type="http://schemas.openxmlformats.org/officeDocument/2006/relationships/oleObject" Target="../embeddings/oleObject382.bin"/><Relationship Id="rId17" Type="http://schemas.openxmlformats.org/officeDocument/2006/relationships/image" Target="../media/image422.wmf"/><Relationship Id="rId25" Type="http://schemas.openxmlformats.org/officeDocument/2006/relationships/image" Target="../media/image623.png"/><Relationship Id="rId2" Type="http://schemas.openxmlformats.org/officeDocument/2006/relationships/oleObject" Target="../embeddings/oleObject377.bin"/><Relationship Id="rId16" Type="http://schemas.openxmlformats.org/officeDocument/2006/relationships/oleObject" Target="../embeddings/oleObject384.bin"/><Relationship Id="rId1" Type="http://schemas.openxmlformats.org/officeDocument/2006/relationships/slideLayout" Target="../slideLayouts/slideLayout2.xml"/><Relationship Id="rId6" Type="http://schemas.openxmlformats.org/officeDocument/2006/relationships/oleObject" Target="../embeddings/oleObject379.bin"/><Relationship Id="rId11" Type="http://schemas.openxmlformats.org/officeDocument/2006/relationships/image" Target="../media/image419.wmf"/><Relationship Id="rId5" Type="http://schemas.openxmlformats.org/officeDocument/2006/relationships/image" Target="../media/image416.wmf"/><Relationship Id="rId15" Type="http://schemas.openxmlformats.org/officeDocument/2006/relationships/image" Target="../media/image421.wmf"/><Relationship Id="rId10" Type="http://schemas.openxmlformats.org/officeDocument/2006/relationships/oleObject" Target="../embeddings/oleObject381.bin"/><Relationship Id="rId4" Type="http://schemas.openxmlformats.org/officeDocument/2006/relationships/oleObject" Target="../embeddings/oleObject378.bin"/><Relationship Id="rId9" Type="http://schemas.openxmlformats.org/officeDocument/2006/relationships/image" Target="../media/image418.wmf"/><Relationship Id="rId14" Type="http://schemas.openxmlformats.org/officeDocument/2006/relationships/oleObject" Target="../embeddings/oleObject383.bin"/><Relationship Id="rId27" Type="http://schemas.openxmlformats.org/officeDocument/2006/relationships/image" Target="../media/image624.png"/></Relationships>
</file>

<file path=ppt/slides/_rels/slide98.xml.rels><?xml version="1.0" encoding="UTF-8" standalone="yes"?>
<Relationships xmlns="http://schemas.openxmlformats.org/package/2006/relationships"><Relationship Id="rId8" Type="http://schemas.openxmlformats.org/officeDocument/2006/relationships/customXml" Target="../ink/ink584.xml"/><Relationship Id="rId13" Type="http://schemas.openxmlformats.org/officeDocument/2006/relationships/image" Target="../media/image6300.png"/><Relationship Id="rId3" Type="http://schemas.openxmlformats.org/officeDocument/2006/relationships/image" Target="../media/image423.wmf"/><Relationship Id="rId7" Type="http://schemas.openxmlformats.org/officeDocument/2006/relationships/image" Target="../media/image425.wmf"/><Relationship Id="rId12" Type="http://schemas.openxmlformats.org/officeDocument/2006/relationships/customXml" Target="../ink/ink586.xml"/><Relationship Id="rId2" Type="http://schemas.openxmlformats.org/officeDocument/2006/relationships/oleObject" Target="../embeddings/oleObject385.bin"/><Relationship Id="rId1" Type="http://schemas.openxmlformats.org/officeDocument/2006/relationships/slideLayout" Target="../slideLayouts/slideLayout2.xml"/><Relationship Id="rId6" Type="http://schemas.openxmlformats.org/officeDocument/2006/relationships/oleObject" Target="../embeddings/oleObject387.bin"/><Relationship Id="rId11" Type="http://schemas.openxmlformats.org/officeDocument/2006/relationships/image" Target="../media/image6290.png"/><Relationship Id="rId5" Type="http://schemas.openxmlformats.org/officeDocument/2006/relationships/image" Target="../media/image424.wmf"/><Relationship Id="rId10" Type="http://schemas.openxmlformats.org/officeDocument/2006/relationships/customXml" Target="../ink/ink585.xml"/><Relationship Id="rId4" Type="http://schemas.openxmlformats.org/officeDocument/2006/relationships/oleObject" Target="../embeddings/oleObject386.bin"/><Relationship Id="rId9" Type="http://schemas.openxmlformats.org/officeDocument/2006/relationships/image" Target="../media/image6280.png"/></Relationships>
</file>

<file path=ppt/slides/_rels/slide99.xml.rels><?xml version="1.0" encoding="UTF-8" standalone="yes"?>
<Relationships xmlns="http://schemas.openxmlformats.org/package/2006/relationships"><Relationship Id="rId8" Type="http://schemas.openxmlformats.org/officeDocument/2006/relationships/oleObject" Target="../embeddings/oleObject391.bin"/><Relationship Id="rId13" Type="http://schemas.openxmlformats.org/officeDocument/2006/relationships/image" Target="../media/image431.wmf"/><Relationship Id="rId3" Type="http://schemas.openxmlformats.org/officeDocument/2006/relationships/image" Target="../media/image426.wmf"/><Relationship Id="rId7" Type="http://schemas.openxmlformats.org/officeDocument/2006/relationships/image" Target="../media/image428.wmf"/><Relationship Id="rId12" Type="http://schemas.openxmlformats.org/officeDocument/2006/relationships/oleObject" Target="../embeddings/oleObject393.bin"/><Relationship Id="rId17" Type="http://schemas.openxmlformats.org/officeDocument/2006/relationships/image" Target="../media/image433.wmf"/><Relationship Id="rId2" Type="http://schemas.openxmlformats.org/officeDocument/2006/relationships/oleObject" Target="../embeddings/oleObject388.bin"/><Relationship Id="rId16" Type="http://schemas.openxmlformats.org/officeDocument/2006/relationships/oleObject" Target="../embeddings/oleObject395.bin"/><Relationship Id="rId1" Type="http://schemas.openxmlformats.org/officeDocument/2006/relationships/slideLayout" Target="../slideLayouts/slideLayout2.xml"/><Relationship Id="rId6" Type="http://schemas.openxmlformats.org/officeDocument/2006/relationships/oleObject" Target="../embeddings/oleObject390.bin"/><Relationship Id="rId11" Type="http://schemas.openxmlformats.org/officeDocument/2006/relationships/image" Target="../media/image430.wmf"/><Relationship Id="rId5" Type="http://schemas.openxmlformats.org/officeDocument/2006/relationships/image" Target="../media/image427.wmf"/><Relationship Id="rId15" Type="http://schemas.openxmlformats.org/officeDocument/2006/relationships/image" Target="../media/image432.wmf"/><Relationship Id="rId10" Type="http://schemas.openxmlformats.org/officeDocument/2006/relationships/oleObject" Target="../embeddings/oleObject392.bin"/><Relationship Id="rId4" Type="http://schemas.openxmlformats.org/officeDocument/2006/relationships/oleObject" Target="../embeddings/oleObject389.bin"/><Relationship Id="rId9" Type="http://schemas.openxmlformats.org/officeDocument/2006/relationships/image" Target="../media/image429.wmf"/><Relationship Id="rId14" Type="http://schemas.openxmlformats.org/officeDocument/2006/relationships/oleObject" Target="../embeddings/oleObject394.bin"/></Relationships>
</file>

<file path=ppt/slides/_rels/slide100.xml.rels><?xml version="1.0" encoding="UTF-8" standalone="yes"?>
<Relationships xmlns="http://schemas.openxmlformats.org/package/2006/relationships"><Relationship Id="rId8" Type="http://schemas.openxmlformats.org/officeDocument/2006/relationships/oleObject" Target="../embeddings/oleObject399.bin"/><Relationship Id="rId13" Type="http://schemas.openxmlformats.org/officeDocument/2006/relationships/image" Target="../media/image439.wmf"/><Relationship Id="rId18" Type="http://schemas.openxmlformats.org/officeDocument/2006/relationships/customXml" Target="../ink/ink589.xml"/><Relationship Id="rId3" Type="http://schemas.openxmlformats.org/officeDocument/2006/relationships/image" Target="../media/image434.wmf"/><Relationship Id="rId7" Type="http://schemas.openxmlformats.org/officeDocument/2006/relationships/image" Target="../media/image436.wmf"/><Relationship Id="rId12" Type="http://schemas.openxmlformats.org/officeDocument/2006/relationships/oleObject" Target="../embeddings/oleObject401.bin"/><Relationship Id="rId17" Type="http://schemas.openxmlformats.org/officeDocument/2006/relationships/image" Target="../media/image646.png"/><Relationship Id="rId2" Type="http://schemas.openxmlformats.org/officeDocument/2006/relationships/oleObject" Target="../embeddings/oleObject396.bin"/><Relationship Id="rId16" Type="http://schemas.openxmlformats.org/officeDocument/2006/relationships/customXml" Target="../ink/ink588.xml"/><Relationship Id="rId1" Type="http://schemas.openxmlformats.org/officeDocument/2006/relationships/slideLayout" Target="../slideLayouts/slideLayout2.xml"/><Relationship Id="rId6" Type="http://schemas.openxmlformats.org/officeDocument/2006/relationships/oleObject" Target="../embeddings/oleObject398.bin"/><Relationship Id="rId11" Type="http://schemas.openxmlformats.org/officeDocument/2006/relationships/image" Target="../media/image438.wmf"/><Relationship Id="rId5" Type="http://schemas.openxmlformats.org/officeDocument/2006/relationships/image" Target="../media/image435.wmf"/><Relationship Id="rId15" Type="http://schemas.openxmlformats.org/officeDocument/2006/relationships/image" Target="../media/image645.png"/><Relationship Id="rId10" Type="http://schemas.openxmlformats.org/officeDocument/2006/relationships/oleObject" Target="../embeddings/oleObject400.bin"/><Relationship Id="rId19" Type="http://schemas.openxmlformats.org/officeDocument/2006/relationships/image" Target="../media/image647.png"/><Relationship Id="rId4" Type="http://schemas.openxmlformats.org/officeDocument/2006/relationships/oleObject" Target="../embeddings/oleObject397.bin"/><Relationship Id="rId9" Type="http://schemas.openxmlformats.org/officeDocument/2006/relationships/image" Target="../media/image437.wmf"/><Relationship Id="rId14" Type="http://schemas.openxmlformats.org/officeDocument/2006/relationships/customXml" Target="../ink/ink587.xml"/></Relationships>
</file>

<file path=ppt/slides/_rels/slide101.xml.rels><?xml version="1.0" encoding="UTF-8" standalone="yes"?>
<Relationships xmlns="http://schemas.openxmlformats.org/package/2006/relationships"><Relationship Id="rId3" Type="http://schemas.openxmlformats.org/officeDocument/2006/relationships/image" Target="../media/image440.wmf"/><Relationship Id="rId2" Type="http://schemas.openxmlformats.org/officeDocument/2006/relationships/oleObject" Target="../embeddings/oleObject402.bin"/><Relationship Id="rId1" Type="http://schemas.openxmlformats.org/officeDocument/2006/relationships/slideLayout" Target="../slideLayouts/slideLayout2.xml"/><Relationship Id="rId6" Type="http://schemas.openxmlformats.org/officeDocument/2006/relationships/image" Target="../media/image442.wmf"/><Relationship Id="rId5" Type="http://schemas.openxmlformats.org/officeDocument/2006/relationships/oleObject" Target="../embeddings/oleObject403.bin"/><Relationship Id="rId4" Type="http://schemas.openxmlformats.org/officeDocument/2006/relationships/image" Target="../media/image441.jpeg"/></Relationships>
</file>

<file path=ppt/slides/_rels/slide102.xml.rels><?xml version="1.0" encoding="UTF-8" standalone="yes"?>
<Relationships xmlns="http://schemas.openxmlformats.org/package/2006/relationships"><Relationship Id="rId8" Type="http://schemas.openxmlformats.org/officeDocument/2006/relationships/oleObject" Target="../embeddings/oleObject407.bin"/><Relationship Id="rId13" Type="http://schemas.openxmlformats.org/officeDocument/2006/relationships/image" Target="../media/image448.wmf"/><Relationship Id="rId18" Type="http://schemas.openxmlformats.org/officeDocument/2006/relationships/image" Target="../media/image621.png"/><Relationship Id="rId3" Type="http://schemas.openxmlformats.org/officeDocument/2006/relationships/image" Target="../media/image443.wmf"/><Relationship Id="rId7" Type="http://schemas.openxmlformats.org/officeDocument/2006/relationships/image" Target="../media/image445.wmf"/><Relationship Id="rId12" Type="http://schemas.openxmlformats.org/officeDocument/2006/relationships/oleObject" Target="../embeddings/oleObject409.bin"/><Relationship Id="rId17" Type="http://schemas.openxmlformats.org/officeDocument/2006/relationships/image" Target="../media/image450.wmf"/><Relationship Id="rId2" Type="http://schemas.openxmlformats.org/officeDocument/2006/relationships/oleObject" Target="../embeddings/oleObject404.bin"/><Relationship Id="rId16" Type="http://schemas.openxmlformats.org/officeDocument/2006/relationships/oleObject" Target="../embeddings/oleObject411.bin"/><Relationship Id="rId20" Type="http://schemas.openxmlformats.org/officeDocument/2006/relationships/image" Target="../media/image6270.png"/><Relationship Id="rId1" Type="http://schemas.openxmlformats.org/officeDocument/2006/relationships/slideLayout" Target="../slideLayouts/slideLayout7.xml"/><Relationship Id="rId6" Type="http://schemas.openxmlformats.org/officeDocument/2006/relationships/oleObject" Target="../embeddings/oleObject406.bin"/><Relationship Id="rId11" Type="http://schemas.openxmlformats.org/officeDocument/2006/relationships/image" Target="../media/image447.wmf"/><Relationship Id="rId5" Type="http://schemas.openxmlformats.org/officeDocument/2006/relationships/image" Target="../media/image444.wmf"/><Relationship Id="rId15" Type="http://schemas.openxmlformats.org/officeDocument/2006/relationships/image" Target="../media/image449.wmf"/><Relationship Id="rId10" Type="http://schemas.openxmlformats.org/officeDocument/2006/relationships/oleObject" Target="../embeddings/oleObject408.bin"/><Relationship Id="rId19" Type="http://schemas.openxmlformats.org/officeDocument/2006/relationships/customXml" Target="../ink/ink590.xml"/><Relationship Id="rId4" Type="http://schemas.openxmlformats.org/officeDocument/2006/relationships/oleObject" Target="../embeddings/oleObject405.bin"/><Relationship Id="rId9" Type="http://schemas.openxmlformats.org/officeDocument/2006/relationships/image" Target="../media/image446.wmf"/><Relationship Id="rId14" Type="http://schemas.openxmlformats.org/officeDocument/2006/relationships/oleObject" Target="../embeddings/oleObject410.bin"/></Relationships>
</file>

<file path=ppt/slides/_rels/slide103.xml.rels><?xml version="1.0" encoding="UTF-8" standalone="yes"?>
<Relationships xmlns="http://schemas.openxmlformats.org/package/2006/relationships"><Relationship Id="rId8" Type="http://schemas.openxmlformats.org/officeDocument/2006/relationships/oleObject" Target="../embeddings/oleObject415.bin"/><Relationship Id="rId13" Type="http://schemas.openxmlformats.org/officeDocument/2006/relationships/image" Target="../media/image627.wmf"/><Relationship Id="rId18" Type="http://schemas.openxmlformats.org/officeDocument/2006/relationships/oleObject" Target="../embeddings/oleObject420.bin"/><Relationship Id="rId26" Type="http://schemas.openxmlformats.org/officeDocument/2006/relationships/customXml" Target="../ink/ink594.xml"/><Relationship Id="rId3" Type="http://schemas.openxmlformats.org/officeDocument/2006/relationships/image" Target="../media/image622.wmf"/><Relationship Id="rId21" Type="http://schemas.openxmlformats.org/officeDocument/2006/relationships/image" Target="../media/image6370.png"/><Relationship Id="rId7" Type="http://schemas.openxmlformats.org/officeDocument/2006/relationships/image" Target="../media/image624.wmf"/><Relationship Id="rId12" Type="http://schemas.openxmlformats.org/officeDocument/2006/relationships/oleObject" Target="../embeddings/oleObject417.bin"/><Relationship Id="rId17" Type="http://schemas.openxmlformats.org/officeDocument/2006/relationships/image" Target="../media/image629.wmf"/><Relationship Id="rId25" Type="http://schemas.openxmlformats.org/officeDocument/2006/relationships/image" Target="../media/image638.png"/><Relationship Id="rId2" Type="http://schemas.openxmlformats.org/officeDocument/2006/relationships/oleObject" Target="../embeddings/oleObject412.bin"/><Relationship Id="rId16" Type="http://schemas.openxmlformats.org/officeDocument/2006/relationships/oleObject" Target="../embeddings/oleObject419.bin"/><Relationship Id="rId20" Type="http://schemas.openxmlformats.org/officeDocument/2006/relationships/customXml" Target="../ink/ink591.xml"/><Relationship Id="rId1" Type="http://schemas.openxmlformats.org/officeDocument/2006/relationships/slideLayout" Target="../slideLayouts/slideLayout2.xml"/><Relationship Id="rId6" Type="http://schemas.openxmlformats.org/officeDocument/2006/relationships/oleObject" Target="../embeddings/oleObject414.bin"/><Relationship Id="rId11" Type="http://schemas.openxmlformats.org/officeDocument/2006/relationships/image" Target="../media/image626.wmf"/><Relationship Id="rId24" Type="http://schemas.openxmlformats.org/officeDocument/2006/relationships/customXml" Target="../ink/ink593.xml"/><Relationship Id="rId5" Type="http://schemas.openxmlformats.org/officeDocument/2006/relationships/image" Target="../media/image623.wmf"/><Relationship Id="rId15" Type="http://schemas.openxmlformats.org/officeDocument/2006/relationships/image" Target="../media/image628.wmf"/><Relationship Id="rId23" Type="http://schemas.openxmlformats.org/officeDocument/2006/relationships/image" Target="../media/image571.png"/><Relationship Id="rId10" Type="http://schemas.openxmlformats.org/officeDocument/2006/relationships/oleObject" Target="../embeddings/oleObject416.bin"/><Relationship Id="rId19" Type="http://schemas.openxmlformats.org/officeDocument/2006/relationships/image" Target="../media/image630.wmf"/><Relationship Id="rId4" Type="http://schemas.openxmlformats.org/officeDocument/2006/relationships/oleObject" Target="../embeddings/oleObject413.bin"/><Relationship Id="rId9" Type="http://schemas.openxmlformats.org/officeDocument/2006/relationships/image" Target="../media/image625.wmf"/><Relationship Id="rId14" Type="http://schemas.openxmlformats.org/officeDocument/2006/relationships/oleObject" Target="../embeddings/oleObject418.bin"/><Relationship Id="rId22" Type="http://schemas.openxmlformats.org/officeDocument/2006/relationships/customXml" Target="../ink/ink592.xml"/><Relationship Id="rId27" Type="http://schemas.openxmlformats.org/officeDocument/2006/relationships/image" Target="../media/image639.png"/></Relationships>
</file>

<file path=ppt/slides/_rels/slide104.xml.rels><?xml version="1.0" encoding="UTF-8" standalone="yes"?>
<Relationships xmlns="http://schemas.openxmlformats.org/package/2006/relationships"><Relationship Id="rId8" Type="http://schemas.openxmlformats.org/officeDocument/2006/relationships/oleObject" Target="../embeddings/oleObject424.bin"/><Relationship Id="rId13" Type="http://schemas.openxmlformats.org/officeDocument/2006/relationships/image" Target="../media/image636.wmf"/><Relationship Id="rId18" Type="http://schemas.openxmlformats.org/officeDocument/2006/relationships/image" Target="../media/image441.jpeg"/><Relationship Id="rId3" Type="http://schemas.openxmlformats.org/officeDocument/2006/relationships/image" Target="../media/image631.wmf"/><Relationship Id="rId7" Type="http://schemas.openxmlformats.org/officeDocument/2006/relationships/image" Target="../media/image633.wmf"/><Relationship Id="rId12" Type="http://schemas.openxmlformats.org/officeDocument/2006/relationships/oleObject" Target="../embeddings/oleObject426.bin"/><Relationship Id="rId17" Type="http://schemas.openxmlformats.org/officeDocument/2006/relationships/image" Target="../media/image638.wmf"/><Relationship Id="rId2" Type="http://schemas.openxmlformats.org/officeDocument/2006/relationships/oleObject" Target="../embeddings/oleObject421.bin"/><Relationship Id="rId16" Type="http://schemas.openxmlformats.org/officeDocument/2006/relationships/oleObject" Target="../embeddings/oleObject428.bin"/><Relationship Id="rId1" Type="http://schemas.openxmlformats.org/officeDocument/2006/relationships/slideLayout" Target="../slideLayouts/slideLayout2.xml"/><Relationship Id="rId6" Type="http://schemas.openxmlformats.org/officeDocument/2006/relationships/oleObject" Target="../embeddings/oleObject423.bin"/><Relationship Id="rId11" Type="http://schemas.openxmlformats.org/officeDocument/2006/relationships/image" Target="../media/image635.wmf"/><Relationship Id="rId5" Type="http://schemas.openxmlformats.org/officeDocument/2006/relationships/image" Target="../media/image632.wmf"/><Relationship Id="rId15" Type="http://schemas.openxmlformats.org/officeDocument/2006/relationships/image" Target="../media/image637.wmf"/><Relationship Id="rId10" Type="http://schemas.openxmlformats.org/officeDocument/2006/relationships/oleObject" Target="../embeddings/oleObject425.bin"/><Relationship Id="rId4" Type="http://schemas.openxmlformats.org/officeDocument/2006/relationships/oleObject" Target="../embeddings/oleObject422.bin"/><Relationship Id="rId9" Type="http://schemas.openxmlformats.org/officeDocument/2006/relationships/image" Target="../media/image634.wmf"/><Relationship Id="rId14" Type="http://schemas.openxmlformats.org/officeDocument/2006/relationships/oleObject" Target="../embeddings/oleObject427.bin"/></Relationships>
</file>

<file path=ppt/slides/_rels/slide105.xml.rels><?xml version="1.0" encoding="UTF-8" standalone="yes"?>
<Relationships xmlns="http://schemas.openxmlformats.org/package/2006/relationships"><Relationship Id="rId8" Type="http://schemas.openxmlformats.org/officeDocument/2006/relationships/image" Target="../media/image642.png"/><Relationship Id="rId3" Type="http://schemas.openxmlformats.org/officeDocument/2006/relationships/image" Target="../media/image639.wmf"/><Relationship Id="rId7" Type="http://schemas.openxmlformats.org/officeDocument/2006/relationships/image" Target="../media/image641.wmf"/><Relationship Id="rId12" Type="http://schemas.openxmlformats.org/officeDocument/2006/relationships/image" Target="../media/image571.png"/><Relationship Id="rId2" Type="http://schemas.openxmlformats.org/officeDocument/2006/relationships/oleObject" Target="../embeddings/oleObject429.bin"/><Relationship Id="rId1" Type="http://schemas.openxmlformats.org/officeDocument/2006/relationships/slideLayout" Target="../slideLayouts/slideLayout2.xml"/><Relationship Id="rId6" Type="http://schemas.openxmlformats.org/officeDocument/2006/relationships/oleObject" Target="../embeddings/oleObject431.bin"/><Relationship Id="rId11" Type="http://schemas.openxmlformats.org/officeDocument/2006/relationships/customXml" Target="../ink/ink595.xml"/><Relationship Id="rId5" Type="http://schemas.openxmlformats.org/officeDocument/2006/relationships/image" Target="../media/image640.wmf"/><Relationship Id="rId10" Type="http://schemas.openxmlformats.org/officeDocument/2006/relationships/image" Target="../media/image643.wmf"/><Relationship Id="rId4" Type="http://schemas.openxmlformats.org/officeDocument/2006/relationships/oleObject" Target="../embeddings/oleObject430.bin"/><Relationship Id="rId9" Type="http://schemas.openxmlformats.org/officeDocument/2006/relationships/oleObject" Target="../embeddings/oleObject432.bin"/></Relationships>
</file>

<file path=ppt/slides/_rels/slide106.xml.rels><?xml version="1.0" encoding="UTF-8" standalone="yes"?>
<Relationships xmlns="http://schemas.openxmlformats.org/package/2006/relationships"><Relationship Id="rId8" Type="http://schemas.openxmlformats.org/officeDocument/2006/relationships/oleObject" Target="../embeddings/oleObject436.bin"/><Relationship Id="rId13" Type="http://schemas.openxmlformats.org/officeDocument/2006/relationships/image" Target="../media/image658.png"/><Relationship Id="rId3" Type="http://schemas.openxmlformats.org/officeDocument/2006/relationships/image" Target="../media/image644.wmf"/><Relationship Id="rId7" Type="http://schemas.openxmlformats.org/officeDocument/2006/relationships/image" Target="../media/image646.wmf"/><Relationship Id="rId12" Type="http://schemas.openxmlformats.org/officeDocument/2006/relationships/customXml" Target="../ink/ink597.xml"/><Relationship Id="rId2" Type="http://schemas.openxmlformats.org/officeDocument/2006/relationships/oleObject" Target="../embeddings/oleObject433.bin"/><Relationship Id="rId1" Type="http://schemas.openxmlformats.org/officeDocument/2006/relationships/slideLayout" Target="../slideLayouts/slideLayout2.xml"/><Relationship Id="rId6" Type="http://schemas.openxmlformats.org/officeDocument/2006/relationships/oleObject" Target="../embeddings/oleObject435.bin"/><Relationship Id="rId11" Type="http://schemas.openxmlformats.org/officeDocument/2006/relationships/image" Target="../media/image657.png"/><Relationship Id="rId5" Type="http://schemas.openxmlformats.org/officeDocument/2006/relationships/image" Target="../media/image645.wmf"/><Relationship Id="rId10" Type="http://schemas.openxmlformats.org/officeDocument/2006/relationships/customXml" Target="../ink/ink596.xml"/><Relationship Id="rId4" Type="http://schemas.openxmlformats.org/officeDocument/2006/relationships/oleObject" Target="../embeddings/oleObject434.bin"/><Relationship Id="rId9" Type="http://schemas.openxmlformats.org/officeDocument/2006/relationships/image" Target="../media/image647.wmf"/></Relationships>
</file>

<file path=ppt/slides/_rels/slide107.xml.rels><?xml version="1.0" encoding="UTF-8" standalone="yes"?>
<Relationships xmlns="http://schemas.openxmlformats.org/package/2006/relationships"><Relationship Id="rId3" Type="http://schemas.openxmlformats.org/officeDocument/2006/relationships/image" Target="../media/image649.png"/><Relationship Id="rId7" Type="http://schemas.openxmlformats.org/officeDocument/2006/relationships/image" Target="../media/image647.wmf"/><Relationship Id="rId2" Type="http://schemas.openxmlformats.org/officeDocument/2006/relationships/image" Target="../media/image648.png"/><Relationship Id="rId1" Type="http://schemas.openxmlformats.org/officeDocument/2006/relationships/slideLayout" Target="../slideLayouts/slideLayout2.xml"/><Relationship Id="rId6" Type="http://schemas.openxmlformats.org/officeDocument/2006/relationships/oleObject" Target="../embeddings/oleObject436.bin"/><Relationship Id="rId5" Type="http://schemas.openxmlformats.org/officeDocument/2006/relationships/image" Target="../media/image646.wmf"/><Relationship Id="rId4" Type="http://schemas.openxmlformats.org/officeDocument/2006/relationships/oleObject" Target="../embeddings/oleObject435.bin"/></Relationships>
</file>

<file path=ppt/slides/_rels/slide108.xml.rels><?xml version="1.0" encoding="UTF-8" standalone="yes"?>
<Relationships xmlns="http://schemas.openxmlformats.org/package/2006/relationships"><Relationship Id="rId8" Type="http://schemas.openxmlformats.org/officeDocument/2006/relationships/oleObject" Target="../embeddings/oleObject440.bin"/><Relationship Id="rId13" Type="http://schemas.openxmlformats.org/officeDocument/2006/relationships/image" Target="../media/image655.wmf"/><Relationship Id="rId3" Type="http://schemas.openxmlformats.org/officeDocument/2006/relationships/image" Target="../media/image650.wmf"/><Relationship Id="rId7" Type="http://schemas.openxmlformats.org/officeDocument/2006/relationships/image" Target="../media/image652.wmf"/><Relationship Id="rId12" Type="http://schemas.openxmlformats.org/officeDocument/2006/relationships/oleObject" Target="../embeddings/oleObject442.bin"/><Relationship Id="rId2" Type="http://schemas.openxmlformats.org/officeDocument/2006/relationships/oleObject" Target="../embeddings/oleObject437.bin"/><Relationship Id="rId1" Type="http://schemas.openxmlformats.org/officeDocument/2006/relationships/slideLayout" Target="../slideLayouts/slideLayout2.xml"/><Relationship Id="rId6" Type="http://schemas.openxmlformats.org/officeDocument/2006/relationships/oleObject" Target="../embeddings/oleObject439.bin"/><Relationship Id="rId11" Type="http://schemas.openxmlformats.org/officeDocument/2006/relationships/image" Target="../media/image654.wmf"/><Relationship Id="rId5" Type="http://schemas.openxmlformats.org/officeDocument/2006/relationships/image" Target="../media/image651.wmf"/><Relationship Id="rId10" Type="http://schemas.openxmlformats.org/officeDocument/2006/relationships/oleObject" Target="../embeddings/oleObject441.bin"/><Relationship Id="rId4" Type="http://schemas.openxmlformats.org/officeDocument/2006/relationships/oleObject" Target="../embeddings/oleObject438.bin"/><Relationship Id="rId9" Type="http://schemas.openxmlformats.org/officeDocument/2006/relationships/image" Target="../media/image653.wmf"/></Relationships>
</file>

<file path=ppt/slides/_rels/slide109.xml.rels><?xml version="1.0" encoding="UTF-8" standalone="yes"?>
<Relationships xmlns="http://schemas.openxmlformats.org/package/2006/relationships"><Relationship Id="rId13" Type="http://schemas.openxmlformats.org/officeDocument/2006/relationships/image" Target="../media/image7010.png"/><Relationship Id="rId18" Type="http://schemas.openxmlformats.org/officeDocument/2006/relationships/customXml" Target="../ink/ink602.xml"/><Relationship Id="rId26" Type="http://schemas.openxmlformats.org/officeDocument/2006/relationships/customXml" Target="../ink/ink606.xml"/><Relationship Id="rId39" Type="http://schemas.openxmlformats.org/officeDocument/2006/relationships/image" Target="../media/image714.png"/><Relationship Id="rId21" Type="http://schemas.openxmlformats.org/officeDocument/2006/relationships/image" Target="../media/image705.png"/><Relationship Id="rId34" Type="http://schemas.openxmlformats.org/officeDocument/2006/relationships/customXml" Target="../ink/ink610.xml"/><Relationship Id="rId42" Type="http://schemas.openxmlformats.org/officeDocument/2006/relationships/customXml" Target="../ink/ink614.xml"/><Relationship Id="rId47" Type="http://schemas.openxmlformats.org/officeDocument/2006/relationships/image" Target="../media/image718.png"/><Relationship Id="rId7" Type="http://schemas.openxmlformats.org/officeDocument/2006/relationships/image" Target="../media/image658.wmf"/><Relationship Id="rId2" Type="http://schemas.openxmlformats.org/officeDocument/2006/relationships/oleObject" Target="../embeddings/oleObject443.bin"/><Relationship Id="rId16" Type="http://schemas.openxmlformats.org/officeDocument/2006/relationships/customXml" Target="../ink/ink601.xml"/><Relationship Id="rId29" Type="http://schemas.openxmlformats.org/officeDocument/2006/relationships/image" Target="../media/image709.png"/><Relationship Id="rId1" Type="http://schemas.openxmlformats.org/officeDocument/2006/relationships/slideLayout" Target="../slideLayouts/slideLayout2.xml"/><Relationship Id="rId6" Type="http://schemas.openxmlformats.org/officeDocument/2006/relationships/oleObject" Target="../embeddings/oleObject445.bin"/><Relationship Id="rId11" Type="http://schemas.openxmlformats.org/officeDocument/2006/relationships/image" Target="../media/image700.png"/><Relationship Id="rId24" Type="http://schemas.openxmlformats.org/officeDocument/2006/relationships/customXml" Target="../ink/ink605.xml"/><Relationship Id="rId32" Type="http://schemas.openxmlformats.org/officeDocument/2006/relationships/customXml" Target="../ink/ink609.xml"/><Relationship Id="rId37" Type="http://schemas.openxmlformats.org/officeDocument/2006/relationships/image" Target="../media/image713.png"/><Relationship Id="rId40" Type="http://schemas.openxmlformats.org/officeDocument/2006/relationships/customXml" Target="../ink/ink613.xml"/><Relationship Id="rId45" Type="http://schemas.openxmlformats.org/officeDocument/2006/relationships/image" Target="../media/image717.png"/><Relationship Id="rId5" Type="http://schemas.openxmlformats.org/officeDocument/2006/relationships/image" Target="../media/image657.wmf"/><Relationship Id="rId15" Type="http://schemas.openxmlformats.org/officeDocument/2006/relationships/image" Target="../media/image7020.png"/><Relationship Id="rId23" Type="http://schemas.openxmlformats.org/officeDocument/2006/relationships/image" Target="../media/image706.png"/><Relationship Id="rId28" Type="http://schemas.openxmlformats.org/officeDocument/2006/relationships/customXml" Target="../ink/ink607.xml"/><Relationship Id="rId36" Type="http://schemas.openxmlformats.org/officeDocument/2006/relationships/customXml" Target="../ink/ink611.xml"/><Relationship Id="rId10" Type="http://schemas.openxmlformats.org/officeDocument/2006/relationships/customXml" Target="../ink/ink598.xml"/><Relationship Id="rId19" Type="http://schemas.openxmlformats.org/officeDocument/2006/relationships/image" Target="../media/image704.png"/><Relationship Id="rId31" Type="http://schemas.openxmlformats.org/officeDocument/2006/relationships/image" Target="../media/image710.png"/><Relationship Id="rId44" Type="http://schemas.openxmlformats.org/officeDocument/2006/relationships/customXml" Target="../ink/ink615.xml"/><Relationship Id="rId4" Type="http://schemas.openxmlformats.org/officeDocument/2006/relationships/oleObject" Target="../embeddings/oleObject444.bin"/><Relationship Id="rId9" Type="http://schemas.openxmlformats.org/officeDocument/2006/relationships/image" Target="../media/image659.wmf"/><Relationship Id="rId14" Type="http://schemas.openxmlformats.org/officeDocument/2006/relationships/customXml" Target="../ink/ink600.xml"/><Relationship Id="rId22" Type="http://schemas.openxmlformats.org/officeDocument/2006/relationships/customXml" Target="../ink/ink604.xml"/><Relationship Id="rId27" Type="http://schemas.openxmlformats.org/officeDocument/2006/relationships/image" Target="../media/image708.png"/><Relationship Id="rId30" Type="http://schemas.openxmlformats.org/officeDocument/2006/relationships/customXml" Target="../ink/ink608.xml"/><Relationship Id="rId35" Type="http://schemas.openxmlformats.org/officeDocument/2006/relationships/image" Target="../media/image712.png"/><Relationship Id="rId43" Type="http://schemas.openxmlformats.org/officeDocument/2006/relationships/image" Target="../media/image716.png"/><Relationship Id="rId8" Type="http://schemas.openxmlformats.org/officeDocument/2006/relationships/oleObject" Target="../embeddings/oleObject446.bin"/><Relationship Id="rId3" Type="http://schemas.openxmlformats.org/officeDocument/2006/relationships/image" Target="../media/image656.wmf"/><Relationship Id="rId12" Type="http://schemas.openxmlformats.org/officeDocument/2006/relationships/customXml" Target="../ink/ink599.xml"/><Relationship Id="rId17" Type="http://schemas.openxmlformats.org/officeDocument/2006/relationships/image" Target="../media/image703.png"/><Relationship Id="rId25" Type="http://schemas.openxmlformats.org/officeDocument/2006/relationships/image" Target="../media/image707.png"/><Relationship Id="rId33" Type="http://schemas.openxmlformats.org/officeDocument/2006/relationships/image" Target="../media/image711.png"/><Relationship Id="rId38" Type="http://schemas.openxmlformats.org/officeDocument/2006/relationships/customXml" Target="../ink/ink612.xml"/><Relationship Id="rId46" Type="http://schemas.openxmlformats.org/officeDocument/2006/relationships/customXml" Target="../ink/ink616.xml"/><Relationship Id="rId20" Type="http://schemas.openxmlformats.org/officeDocument/2006/relationships/customXml" Target="../ink/ink603.xml"/><Relationship Id="rId41" Type="http://schemas.openxmlformats.org/officeDocument/2006/relationships/image" Target="../media/image715.png"/></Relationships>
</file>

<file path=ppt/slides/_rels/slide110.xml.rels><?xml version="1.0" encoding="UTF-8" standalone="yes"?>
<Relationships xmlns="http://schemas.openxmlformats.org/package/2006/relationships"><Relationship Id="rId8" Type="http://schemas.openxmlformats.org/officeDocument/2006/relationships/customXml" Target="../ink/ink618.xml"/><Relationship Id="rId3" Type="http://schemas.openxmlformats.org/officeDocument/2006/relationships/image" Target="../media/image660.wmf"/><Relationship Id="rId7" Type="http://schemas.openxmlformats.org/officeDocument/2006/relationships/image" Target="../media/image721.png"/><Relationship Id="rId2" Type="http://schemas.openxmlformats.org/officeDocument/2006/relationships/oleObject" Target="../embeddings/oleObject447.bin"/><Relationship Id="rId1" Type="http://schemas.openxmlformats.org/officeDocument/2006/relationships/slideLayout" Target="../slideLayouts/slideLayout2.xml"/><Relationship Id="rId6" Type="http://schemas.openxmlformats.org/officeDocument/2006/relationships/customXml" Target="../ink/ink617.xml"/><Relationship Id="rId11" Type="http://schemas.openxmlformats.org/officeDocument/2006/relationships/image" Target="../media/image723.png"/><Relationship Id="rId5" Type="http://schemas.openxmlformats.org/officeDocument/2006/relationships/image" Target="../media/image661.wmf"/><Relationship Id="rId10" Type="http://schemas.openxmlformats.org/officeDocument/2006/relationships/customXml" Target="../ink/ink619.xml"/><Relationship Id="rId4" Type="http://schemas.openxmlformats.org/officeDocument/2006/relationships/oleObject" Target="../embeddings/oleObject448.bin"/><Relationship Id="rId9" Type="http://schemas.openxmlformats.org/officeDocument/2006/relationships/image" Target="../media/image722.png"/></Relationships>
</file>

<file path=ppt/slides/_rels/slide111.xml.rels><?xml version="1.0" encoding="UTF-8" standalone="yes"?>
<Relationships xmlns="http://schemas.openxmlformats.org/package/2006/relationships"><Relationship Id="rId8" Type="http://schemas.openxmlformats.org/officeDocument/2006/relationships/oleObject" Target="../embeddings/oleObject451.bin"/><Relationship Id="rId13" Type="http://schemas.openxmlformats.org/officeDocument/2006/relationships/image" Target="../media/image666.wmf"/><Relationship Id="rId3" Type="http://schemas.openxmlformats.org/officeDocument/2006/relationships/image" Target="../media/image662.wmf"/><Relationship Id="rId7" Type="http://schemas.openxmlformats.org/officeDocument/2006/relationships/image" Target="../media/image663.wmf"/><Relationship Id="rId12" Type="http://schemas.openxmlformats.org/officeDocument/2006/relationships/oleObject" Target="../embeddings/oleObject453.bin"/><Relationship Id="rId2" Type="http://schemas.openxmlformats.org/officeDocument/2006/relationships/oleObject" Target="../embeddings/oleObject449.bin"/><Relationship Id="rId1" Type="http://schemas.openxmlformats.org/officeDocument/2006/relationships/slideLayout" Target="../slideLayouts/slideLayout7.xml"/><Relationship Id="rId6" Type="http://schemas.openxmlformats.org/officeDocument/2006/relationships/oleObject" Target="../embeddings/oleObject450.bin"/><Relationship Id="rId11" Type="http://schemas.openxmlformats.org/officeDocument/2006/relationships/image" Target="../media/image665.wmf"/><Relationship Id="rId5" Type="http://schemas.openxmlformats.org/officeDocument/2006/relationships/image" Target="../media/image659.wmf"/><Relationship Id="rId15" Type="http://schemas.openxmlformats.org/officeDocument/2006/relationships/image" Target="../media/image729.png"/><Relationship Id="rId10" Type="http://schemas.openxmlformats.org/officeDocument/2006/relationships/oleObject" Target="../embeddings/oleObject452.bin"/><Relationship Id="rId4" Type="http://schemas.openxmlformats.org/officeDocument/2006/relationships/oleObject" Target="../embeddings/oleObject446.bin"/><Relationship Id="rId9" Type="http://schemas.openxmlformats.org/officeDocument/2006/relationships/image" Target="../media/image664.wmf"/><Relationship Id="rId14" Type="http://schemas.openxmlformats.org/officeDocument/2006/relationships/customXml" Target="../ink/ink620.xml"/></Relationships>
</file>

<file path=ppt/slides/_rels/slide112.xml.rels><?xml version="1.0" encoding="UTF-8" standalone="yes"?>
<Relationships xmlns="http://schemas.openxmlformats.org/package/2006/relationships"><Relationship Id="rId3" Type="http://schemas.openxmlformats.org/officeDocument/2006/relationships/image" Target="../media/image667.wmf"/><Relationship Id="rId7" Type="http://schemas.openxmlformats.org/officeDocument/2006/relationships/image" Target="../media/image381.wmf"/><Relationship Id="rId2" Type="http://schemas.openxmlformats.org/officeDocument/2006/relationships/oleObject" Target="../embeddings/oleObject454.bin"/><Relationship Id="rId1" Type="http://schemas.openxmlformats.org/officeDocument/2006/relationships/slideLayout" Target="../slideLayouts/slideLayout2.xml"/><Relationship Id="rId6" Type="http://schemas.openxmlformats.org/officeDocument/2006/relationships/oleObject" Target="../embeddings/oleObject456.bin"/><Relationship Id="rId5" Type="http://schemas.openxmlformats.org/officeDocument/2006/relationships/image" Target="../media/image668.wmf"/><Relationship Id="rId4" Type="http://schemas.openxmlformats.org/officeDocument/2006/relationships/oleObject" Target="../embeddings/oleObject455.bin"/></Relationships>
</file>

<file path=ppt/slides/_rels/slide113.xml.rels><?xml version="1.0" encoding="UTF-8" standalone="yes"?>
<Relationships xmlns="http://schemas.openxmlformats.org/package/2006/relationships"><Relationship Id="rId8" Type="http://schemas.openxmlformats.org/officeDocument/2006/relationships/oleObject" Target="../embeddings/oleObject460.bin"/><Relationship Id="rId13" Type="http://schemas.openxmlformats.org/officeDocument/2006/relationships/image" Target="../media/image406.wmf"/><Relationship Id="rId3" Type="http://schemas.openxmlformats.org/officeDocument/2006/relationships/image" Target="../media/image669.wmf"/><Relationship Id="rId7" Type="http://schemas.openxmlformats.org/officeDocument/2006/relationships/image" Target="../media/image671.wmf"/><Relationship Id="rId12" Type="http://schemas.openxmlformats.org/officeDocument/2006/relationships/oleObject" Target="../embeddings/oleObject368.bin"/><Relationship Id="rId2" Type="http://schemas.openxmlformats.org/officeDocument/2006/relationships/oleObject" Target="../embeddings/oleObject457.bin"/><Relationship Id="rId1" Type="http://schemas.openxmlformats.org/officeDocument/2006/relationships/slideLayout" Target="../slideLayouts/slideLayout2.xml"/><Relationship Id="rId6" Type="http://schemas.openxmlformats.org/officeDocument/2006/relationships/oleObject" Target="../embeddings/oleObject459.bin"/><Relationship Id="rId11" Type="http://schemas.openxmlformats.org/officeDocument/2006/relationships/image" Target="../media/image673.wmf"/><Relationship Id="rId5" Type="http://schemas.openxmlformats.org/officeDocument/2006/relationships/image" Target="../media/image670.wmf"/><Relationship Id="rId10" Type="http://schemas.openxmlformats.org/officeDocument/2006/relationships/oleObject" Target="../embeddings/oleObject461.bin"/><Relationship Id="rId4" Type="http://schemas.openxmlformats.org/officeDocument/2006/relationships/oleObject" Target="../embeddings/oleObject458.bin"/><Relationship Id="rId9" Type="http://schemas.openxmlformats.org/officeDocument/2006/relationships/image" Target="../media/image672.wmf"/></Relationships>
</file>

<file path=ppt/slides/_rels/slide114.xml.rels><?xml version="1.0" encoding="UTF-8" standalone="yes"?>
<Relationships xmlns="http://schemas.openxmlformats.org/package/2006/relationships"><Relationship Id="rId26" Type="http://schemas.openxmlformats.org/officeDocument/2006/relationships/customXml" Target="../ink/ink629.xml"/><Relationship Id="rId21" Type="http://schemas.openxmlformats.org/officeDocument/2006/relationships/image" Target="../media/image745.png"/><Relationship Id="rId42" Type="http://schemas.openxmlformats.org/officeDocument/2006/relationships/customXml" Target="../ink/ink637.xml"/><Relationship Id="rId47" Type="http://schemas.openxmlformats.org/officeDocument/2006/relationships/image" Target="../media/image758.png"/><Relationship Id="rId63" Type="http://schemas.openxmlformats.org/officeDocument/2006/relationships/image" Target="../media/image766.png"/><Relationship Id="rId68" Type="http://schemas.openxmlformats.org/officeDocument/2006/relationships/customXml" Target="../ink/ink650.xml"/><Relationship Id="rId7" Type="http://schemas.openxmlformats.org/officeDocument/2006/relationships/image" Target="../media/image676.wmf"/><Relationship Id="rId71" Type="http://schemas.openxmlformats.org/officeDocument/2006/relationships/image" Target="../media/image770.png"/><Relationship Id="rId2" Type="http://schemas.openxmlformats.org/officeDocument/2006/relationships/oleObject" Target="../embeddings/oleObject462.bin"/><Relationship Id="rId16" Type="http://schemas.openxmlformats.org/officeDocument/2006/relationships/customXml" Target="../ink/ink624.xml"/><Relationship Id="rId29" Type="http://schemas.openxmlformats.org/officeDocument/2006/relationships/image" Target="../media/image749.png"/><Relationship Id="rId11" Type="http://schemas.openxmlformats.org/officeDocument/2006/relationships/image" Target="../media/image6890.png"/><Relationship Id="rId24" Type="http://schemas.openxmlformats.org/officeDocument/2006/relationships/customXml" Target="../ink/ink628.xml"/><Relationship Id="rId32" Type="http://schemas.openxmlformats.org/officeDocument/2006/relationships/customXml" Target="../ink/ink632.xml"/><Relationship Id="rId37" Type="http://schemas.openxmlformats.org/officeDocument/2006/relationships/image" Target="../media/image753.png"/><Relationship Id="rId40" Type="http://schemas.openxmlformats.org/officeDocument/2006/relationships/customXml" Target="../ink/ink636.xml"/><Relationship Id="rId45" Type="http://schemas.openxmlformats.org/officeDocument/2006/relationships/image" Target="../media/image757.png"/><Relationship Id="rId53" Type="http://schemas.openxmlformats.org/officeDocument/2006/relationships/image" Target="../media/image761.png"/><Relationship Id="rId58" Type="http://schemas.openxmlformats.org/officeDocument/2006/relationships/customXml" Target="../ink/ink645.xml"/><Relationship Id="rId66" Type="http://schemas.openxmlformats.org/officeDocument/2006/relationships/customXml" Target="../ink/ink649.xml"/><Relationship Id="rId5" Type="http://schemas.openxmlformats.org/officeDocument/2006/relationships/image" Target="../media/image675.wmf"/><Relationship Id="rId61" Type="http://schemas.openxmlformats.org/officeDocument/2006/relationships/image" Target="../media/image765.png"/><Relationship Id="rId19" Type="http://schemas.openxmlformats.org/officeDocument/2006/relationships/image" Target="../media/image744.png"/><Relationship Id="rId14" Type="http://schemas.openxmlformats.org/officeDocument/2006/relationships/customXml" Target="../ink/ink623.xml"/><Relationship Id="rId22" Type="http://schemas.openxmlformats.org/officeDocument/2006/relationships/customXml" Target="../ink/ink627.xml"/><Relationship Id="rId27" Type="http://schemas.openxmlformats.org/officeDocument/2006/relationships/image" Target="../media/image748.png"/><Relationship Id="rId30" Type="http://schemas.openxmlformats.org/officeDocument/2006/relationships/customXml" Target="../ink/ink631.xml"/><Relationship Id="rId35" Type="http://schemas.openxmlformats.org/officeDocument/2006/relationships/image" Target="../media/image752.png"/><Relationship Id="rId43" Type="http://schemas.openxmlformats.org/officeDocument/2006/relationships/image" Target="../media/image756.png"/><Relationship Id="rId48" Type="http://schemas.openxmlformats.org/officeDocument/2006/relationships/customXml" Target="../ink/ink640.xml"/><Relationship Id="rId56" Type="http://schemas.openxmlformats.org/officeDocument/2006/relationships/customXml" Target="../ink/ink644.xml"/><Relationship Id="rId64" Type="http://schemas.openxmlformats.org/officeDocument/2006/relationships/customXml" Target="../ink/ink648.xml"/><Relationship Id="rId69" Type="http://schemas.openxmlformats.org/officeDocument/2006/relationships/image" Target="../media/image769.png"/><Relationship Id="rId8" Type="http://schemas.openxmlformats.org/officeDocument/2006/relationships/oleObject" Target="../embeddings/oleObject465.bin"/><Relationship Id="rId51" Type="http://schemas.openxmlformats.org/officeDocument/2006/relationships/image" Target="../media/image760.png"/><Relationship Id="rId3" Type="http://schemas.openxmlformats.org/officeDocument/2006/relationships/image" Target="../media/image674.wmf"/><Relationship Id="rId12" Type="http://schemas.openxmlformats.org/officeDocument/2006/relationships/customXml" Target="../ink/ink622.xml"/><Relationship Id="rId17" Type="http://schemas.openxmlformats.org/officeDocument/2006/relationships/image" Target="../media/image743.png"/><Relationship Id="rId25" Type="http://schemas.openxmlformats.org/officeDocument/2006/relationships/image" Target="../media/image747.png"/><Relationship Id="rId33" Type="http://schemas.openxmlformats.org/officeDocument/2006/relationships/image" Target="../media/image751.png"/><Relationship Id="rId38" Type="http://schemas.openxmlformats.org/officeDocument/2006/relationships/customXml" Target="../ink/ink635.xml"/><Relationship Id="rId46" Type="http://schemas.openxmlformats.org/officeDocument/2006/relationships/customXml" Target="../ink/ink639.xml"/><Relationship Id="rId59" Type="http://schemas.openxmlformats.org/officeDocument/2006/relationships/image" Target="../media/image764.png"/><Relationship Id="rId67" Type="http://schemas.openxmlformats.org/officeDocument/2006/relationships/image" Target="../media/image768.png"/><Relationship Id="rId20" Type="http://schemas.openxmlformats.org/officeDocument/2006/relationships/customXml" Target="../ink/ink626.xml"/><Relationship Id="rId41" Type="http://schemas.openxmlformats.org/officeDocument/2006/relationships/image" Target="../media/image755.png"/><Relationship Id="rId54" Type="http://schemas.openxmlformats.org/officeDocument/2006/relationships/customXml" Target="../ink/ink643.xml"/><Relationship Id="rId62" Type="http://schemas.openxmlformats.org/officeDocument/2006/relationships/customXml" Target="../ink/ink647.xml"/><Relationship Id="rId70" Type="http://schemas.openxmlformats.org/officeDocument/2006/relationships/customXml" Target="../ink/ink651.xml"/><Relationship Id="rId1" Type="http://schemas.openxmlformats.org/officeDocument/2006/relationships/slideLayout" Target="../slideLayouts/slideLayout2.xml"/><Relationship Id="rId6" Type="http://schemas.openxmlformats.org/officeDocument/2006/relationships/oleObject" Target="../embeddings/oleObject464.bin"/><Relationship Id="rId15" Type="http://schemas.openxmlformats.org/officeDocument/2006/relationships/image" Target="../media/image742.png"/><Relationship Id="rId23" Type="http://schemas.openxmlformats.org/officeDocument/2006/relationships/image" Target="../media/image746.png"/><Relationship Id="rId28" Type="http://schemas.openxmlformats.org/officeDocument/2006/relationships/customXml" Target="../ink/ink630.xml"/><Relationship Id="rId36" Type="http://schemas.openxmlformats.org/officeDocument/2006/relationships/customXml" Target="../ink/ink634.xml"/><Relationship Id="rId49" Type="http://schemas.openxmlformats.org/officeDocument/2006/relationships/image" Target="../media/image759.png"/><Relationship Id="rId57" Type="http://schemas.openxmlformats.org/officeDocument/2006/relationships/image" Target="../media/image763.png"/><Relationship Id="rId10" Type="http://schemas.openxmlformats.org/officeDocument/2006/relationships/customXml" Target="../ink/ink621.xml"/><Relationship Id="rId31" Type="http://schemas.openxmlformats.org/officeDocument/2006/relationships/image" Target="../media/image750.png"/><Relationship Id="rId44" Type="http://schemas.openxmlformats.org/officeDocument/2006/relationships/customXml" Target="../ink/ink638.xml"/><Relationship Id="rId52" Type="http://schemas.openxmlformats.org/officeDocument/2006/relationships/customXml" Target="../ink/ink642.xml"/><Relationship Id="rId60" Type="http://schemas.openxmlformats.org/officeDocument/2006/relationships/customXml" Target="../ink/ink646.xml"/><Relationship Id="rId65" Type="http://schemas.openxmlformats.org/officeDocument/2006/relationships/image" Target="../media/image767.png"/><Relationship Id="rId4" Type="http://schemas.openxmlformats.org/officeDocument/2006/relationships/oleObject" Target="../embeddings/oleObject463.bin"/><Relationship Id="rId9" Type="http://schemas.openxmlformats.org/officeDocument/2006/relationships/image" Target="../media/image677.wmf"/><Relationship Id="rId13" Type="http://schemas.openxmlformats.org/officeDocument/2006/relationships/image" Target="../media/image741.png"/><Relationship Id="rId18" Type="http://schemas.openxmlformats.org/officeDocument/2006/relationships/customXml" Target="../ink/ink625.xml"/><Relationship Id="rId39" Type="http://schemas.openxmlformats.org/officeDocument/2006/relationships/image" Target="../media/image754.png"/><Relationship Id="rId34" Type="http://schemas.openxmlformats.org/officeDocument/2006/relationships/customXml" Target="../ink/ink633.xml"/><Relationship Id="rId50" Type="http://schemas.openxmlformats.org/officeDocument/2006/relationships/customXml" Target="../ink/ink641.xml"/><Relationship Id="rId55" Type="http://schemas.openxmlformats.org/officeDocument/2006/relationships/image" Target="../media/image762.png"/></Relationships>
</file>

<file path=ppt/slides/_rels/slide115.xml.rels><?xml version="1.0" encoding="UTF-8" standalone="yes"?>
<Relationships xmlns="http://schemas.openxmlformats.org/package/2006/relationships"><Relationship Id="rId8" Type="http://schemas.openxmlformats.org/officeDocument/2006/relationships/customXml" Target="../ink/ink653.xml"/><Relationship Id="rId13" Type="http://schemas.openxmlformats.org/officeDocument/2006/relationships/image" Target="../media/image776.png"/><Relationship Id="rId3" Type="http://schemas.openxmlformats.org/officeDocument/2006/relationships/image" Target="../media/image678.wmf"/><Relationship Id="rId7" Type="http://schemas.openxmlformats.org/officeDocument/2006/relationships/image" Target="../media/image773.png"/><Relationship Id="rId12" Type="http://schemas.openxmlformats.org/officeDocument/2006/relationships/customXml" Target="../ink/ink655.xml"/><Relationship Id="rId2" Type="http://schemas.openxmlformats.org/officeDocument/2006/relationships/oleObject" Target="../embeddings/oleObject466.bin"/><Relationship Id="rId1" Type="http://schemas.openxmlformats.org/officeDocument/2006/relationships/slideLayout" Target="../slideLayouts/slideLayout2.xml"/><Relationship Id="rId6" Type="http://schemas.openxmlformats.org/officeDocument/2006/relationships/customXml" Target="../ink/ink652.xml"/><Relationship Id="rId11" Type="http://schemas.openxmlformats.org/officeDocument/2006/relationships/image" Target="../media/image775.png"/><Relationship Id="rId5" Type="http://schemas.openxmlformats.org/officeDocument/2006/relationships/image" Target="../media/image679.wmf"/><Relationship Id="rId10" Type="http://schemas.openxmlformats.org/officeDocument/2006/relationships/customXml" Target="../ink/ink654.xml"/><Relationship Id="rId4" Type="http://schemas.openxmlformats.org/officeDocument/2006/relationships/oleObject" Target="../embeddings/oleObject467.bin"/><Relationship Id="rId9" Type="http://schemas.openxmlformats.org/officeDocument/2006/relationships/image" Target="../media/image774.png"/></Relationships>
</file>

<file path=ppt/slides/_rels/slide116.xml.rels><?xml version="1.0" encoding="UTF-8" standalone="yes"?>
<Relationships xmlns="http://schemas.openxmlformats.org/package/2006/relationships"><Relationship Id="rId8" Type="http://schemas.openxmlformats.org/officeDocument/2006/relationships/oleObject" Target="../embeddings/oleObject471.bin"/><Relationship Id="rId13" Type="http://schemas.openxmlformats.org/officeDocument/2006/relationships/image" Target="../media/image782.png"/><Relationship Id="rId3" Type="http://schemas.openxmlformats.org/officeDocument/2006/relationships/image" Target="../media/image680.wmf"/><Relationship Id="rId7" Type="http://schemas.openxmlformats.org/officeDocument/2006/relationships/image" Target="../media/image682.wmf"/><Relationship Id="rId12" Type="http://schemas.openxmlformats.org/officeDocument/2006/relationships/customXml" Target="../ink/ink656.xml"/><Relationship Id="rId2" Type="http://schemas.openxmlformats.org/officeDocument/2006/relationships/oleObject" Target="../embeddings/oleObject468.bin"/><Relationship Id="rId1" Type="http://schemas.openxmlformats.org/officeDocument/2006/relationships/slideLayout" Target="../slideLayouts/slideLayout2.xml"/><Relationship Id="rId6" Type="http://schemas.openxmlformats.org/officeDocument/2006/relationships/oleObject" Target="../embeddings/oleObject470.bin"/><Relationship Id="rId11" Type="http://schemas.openxmlformats.org/officeDocument/2006/relationships/image" Target="../media/image684.wmf"/><Relationship Id="rId5" Type="http://schemas.openxmlformats.org/officeDocument/2006/relationships/image" Target="../media/image681.wmf"/><Relationship Id="rId15" Type="http://schemas.openxmlformats.org/officeDocument/2006/relationships/image" Target="../media/image783.png"/><Relationship Id="rId10" Type="http://schemas.openxmlformats.org/officeDocument/2006/relationships/oleObject" Target="../embeddings/oleObject472.bin"/><Relationship Id="rId4" Type="http://schemas.openxmlformats.org/officeDocument/2006/relationships/oleObject" Target="../embeddings/oleObject469.bin"/><Relationship Id="rId9" Type="http://schemas.openxmlformats.org/officeDocument/2006/relationships/image" Target="../media/image683.wmf"/><Relationship Id="rId14" Type="http://schemas.openxmlformats.org/officeDocument/2006/relationships/customXml" Target="../ink/ink657.xml"/></Relationships>
</file>

<file path=ppt/slides/_rels/slide117.xml.rels><?xml version="1.0" encoding="UTF-8" standalone="yes"?>
<Relationships xmlns="http://schemas.openxmlformats.org/package/2006/relationships"><Relationship Id="rId13" Type="http://schemas.openxmlformats.org/officeDocument/2006/relationships/image" Target="../media/image789.png"/><Relationship Id="rId18" Type="http://schemas.openxmlformats.org/officeDocument/2006/relationships/customXml" Target="../ink/ink662.xml"/><Relationship Id="rId26" Type="http://schemas.openxmlformats.org/officeDocument/2006/relationships/customXml" Target="../ink/ink666.xml"/><Relationship Id="rId3" Type="http://schemas.openxmlformats.org/officeDocument/2006/relationships/image" Target="../media/image685.wmf"/><Relationship Id="rId21" Type="http://schemas.openxmlformats.org/officeDocument/2006/relationships/image" Target="../media/image793.png"/><Relationship Id="rId7" Type="http://schemas.openxmlformats.org/officeDocument/2006/relationships/image" Target="../media/image687.wmf"/><Relationship Id="rId12" Type="http://schemas.openxmlformats.org/officeDocument/2006/relationships/customXml" Target="../ink/ink659.xml"/><Relationship Id="rId17" Type="http://schemas.openxmlformats.org/officeDocument/2006/relationships/image" Target="../media/image791.png"/><Relationship Id="rId25" Type="http://schemas.openxmlformats.org/officeDocument/2006/relationships/image" Target="../media/image795.png"/><Relationship Id="rId33" Type="http://schemas.openxmlformats.org/officeDocument/2006/relationships/image" Target="../media/image799.png"/><Relationship Id="rId2" Type="http://schemas.openxmlformats.org/officeDocument/2006/relationships/oleObject" Target="../embeddings/oleObject473.bin"/><Relationship Id="rId16" Type="http://schemas.openxmlformats.org/officeDocument/2006/relationships/customXml" Target="../ink/ink661.xml"/><Relationship Id="rId20" Type="http://schemas.openxmlformats.org/officeDocument/2006/relationships/customXml" Target="../ink/ink663.xml"/><Relationship Id="rId29" Type="http://schemas.openxmlformats.org/officeDocument/2006/relationships/image" Target="../media/image797.png"/><Relationship Id="rId1" Type="http://schemas.openxmlformats.org/officeDocument/2006/relationships/slideLayout" Target="../slideLayouts/slideLayout7.xml"/><Relationship Id="rId6" Type="http://schemas.openxmlformats.org/officeDocument/2006/relationships/oleObject" Target="../embeddings/oleObject474.bin"/><Relationship Id="rId11" Type="http://schemas.openxmlformats.org/officeDocument/2006/relationships/image" Target="../media/image788.png"/><Relationship Id="rId24" Type="http://schemas.openxmlformats.org/officeDocument/2006/relationships/customXml" Target="../ink/ink665.xml"/><Relationship Id="rId32" Type="http://schemas.openxmlformats.org/officeDocument/2006/relationships/customXml" Target="../ink/ink669.xml"/><Relationship Id="rId5" Type="http://schemas.openxmlformats.org/officeDocument/2006/relationships/image" Target="../media/image686.wmf"/><Relationship Id="rId15" Type="http://schemas.openxmlformats.org/officeDocument/2006/relationships/image" Target="../media/image790.png"/><Relationship Id="rId23" Type="http://schemas.openxmlformats.org/officeDocument/2006/relationships/image" Target="../media/image794.png"/><Relationship Id="rId28" Type="http://schemas.openxmlformats.org/officeDocument/2006/relationships/customXml" Target="../ink/ink667.xml"/><Relationship Id="rId10" Type="http://schemas.openxmlformats.org/officeDocument/2006/relationships/customXml" Target="../ink/ink658.xml"/><Relationship Id="rId19" Type="http://schemas.openxmlformats.org/officeDocument/2006/relationships/image" Target="../media/image792.png"/><Relationship Id="rId31" Type="http://schemas.openxmlformats.org/officeDocument/2006/relationships/image" Target="../media/image798.png"/><Relationship Id="rId4" Type="http://schemas.openxmlformats.org/officeDocument/2006/relationships/oleObject" Target="../embeddings/oleObject470.bin"/><Relationship Id="rId9" Type="http://schemas.openxmlformats.org/officeDocument/2006/relationships/image" Target="../media/image688.wmf"/><Relationship Id="rId14" Type="http://schemas.openxmlformats.org/officeDocument/2006/relationships/customXml" Target="../ink/ink660.xml"/><Relationship Id="rId22" Type="http://schemas.openxmlformats.org/officeDocument/2006/relationships/customXml" Target="../ink/ink664.xml"/><Relationship Id="rId27" Type="http://schemas.openxmlformats.org/officeDocument/2006/relationships/image" Target="../media/image796.png"/><Relationship Id="rId30" Type="http://schemas.openxmlformats.org/officeDocument/2006/relationships/customXml" Target="../ink/ink668.xml"/><Relationship Id="rId8" Type="http://schemas.openxmlformats.org/officeDocument/2006/relationships/oleObject" Target="../embeddings/oleObject475.bin"/></Relationships>
</file>

<file path=ppt/slides/_rels/slide118.xml.rels><?xml version="1.0" encoding="UTF-8" standalone="yes"?>
<Relationships xmlns="http://schemas.openxmlformats.org/package/2006/relationships"><Relationship Id="rId3" Type="http://schemas.openxmlformats.org/officeDocument/2006/relationships/image" Target="../media/image689.wmf"/><Relationship Id="rId7" Type="http://schemas.openxmlformats.org/officeDocument/2006/relationships/image" Target="../media/image691.wmf"/><Relationship Id="rId2" Type="http://schemas.openxmlformats.org/officeDocument/2006/relationships/oleObject" Target="../embeddings/oleObject476.bin"/><Relationship Id="rId1" Type="http://schemas.openxmlformats.org/officeDocument/2006/relationships/slideLayout" Target="../slideLayouts/slideLayout7.xml"/><Relationship Id="rId6" Type="http://schemas.openxmlformats.org/officeDocument/2006/relationships/oleObject" Target="../embeddings/oleObject478.bin"/><Relationship Id="rId5" Type="http://schemas.openxmlformats.org/officeDocument/2006/relationships/image" Target="../media/image690.wmf"/><Relationship Id="rId4" Type="http://schemas.openxmlformats.org/officeDocument/2006/relationships/oleObject" Target="../embeddings/oleObject477.bin"/></Relationships>
</file>

<file path=ppt/slides/_rels/slide119.xml.rels><?xml version="1.0" encoding="UTF-8" standalone="yes"?>
<Relationships xmlns="http://schemas.openxmlformats.org/package/2006/relationships"><Relationship Id="rId8" Type="http://schemas.openxmlformats.org/officeDocument/2006/relationships/oleObject" Target="../embeddings/oleObject471.bin"/><Relationship Id="rId3" Type="http://schemas.openxmlformats.org/officeDocument/2006/relationships/image" Target="../media/image692.wmf"/><Relationship Id="rId7" Type="http://schemas.openxmlformats.org/officeDocument/2006/relationships/image" Target="../media/image694.wmf"/><Relationship Id="rId2" Type="http://schemas.openxmlformats.org/officeDocument/2006/relationships/oleObject" Target="../embeddings/oleObject479.bin"/><Relationship Id="rId1" Type="http://schemas.openxmlformats.org/officeDocument/2006/relationships/slideLayout" Target="../slideLayouts/slideLayout7.xml"/><Relationship Id="rId6" Type="http://schemas.openxmlformats.org/officeDocument/2006/relationships/oleObject" Target="../embeddings/oleObject481.bin"/><Relationship Id="rId5" Type="http://schemas.openxmlformats.org/officeDocument/2006/relationships/image" Target="../media/image693.wmf"/><Relationship Id="rId4" Type="http://schemas.openxmlformats.org/officeDocument/2006/relationships/oleObject" Target="../embeddings/oleObject480.bin"/><Relationship Id="rId9" Type="http://schemas.openxmlformats.org/officeDocument/2006/relationships/image" Target="../media/image695.wmf"/></Relationships>
</file>

<file path=ppt/slides/_rels/slide120.xml.rels><?xml version="1.0" encoding="UTF-8" standalone="yes"?>
<Relationships xmlns="http://schemas.openxmlformats.org/package/2006/relationships"><Relationship Id="rId3" Type="http://schemas.openxmlformats.org/officeDocument/2006/relationships/image" Target="../media/image696.wmf"/><Relationship Id="rId7" Type="http://schemas.openxmlformats.org/officeDocument/2006/relationships/image" Target="../media/image698.wmf"/><Relationship Id="rId2" Type="http://schemas.openxmlformats.org/officeDocument/2006/relationships/oleObject" Target="../embeddings/oleObject482.bin"/><Relationship Id="rId1" Type="http://schemas.openxmlformats.org/officeDocument/2006/relationships/slideLayout" Target="../slideLayouts/slideLayout7.xml"/><Relationship Id="rId6" Type="http://schemas.openxmlformats.org/officeDocument/2006/relationships/oleObject" Target="../embeddings/oleObject484.bin"/><Relationship Id="rId5" Type="http://schemas.openxmlformats.org/officeDocument/2006/relationships/image" Target="../media/image697.wmf"/><Relationship Id="rId4" Type="http://schemas.openxmlformats.org/officeDocument/2006/relationships/oleObject" Target="../embeddings/oleObject483.bin"/></Relationships>
</file>

<file path=ppt/slides/_rels/slide121.xml.rels><?xml version="1.0" encoding="UTF-8" standalone="yes"?>
<Relationships xmlns="http://schemas.openxmlformats.org/package/2006/relationships"><Relationship Id="rId8" Type="http://schemas.openxmlformats.org/officeDocument/2006/relationships/oleObject" Target="../embeddings/oleObject488.bin"/><Relationship Id="rId13" Type="http://schemas.openxmlformats.org/officeDocument/2006/relationships/image" Target="../media/image704.wmf"/><Relationship Id="rId18" Type="http://schemas.openxmlformats.org/officeDocument/2006/relationships/customXml" Target="../ink/ink672.xml"/><Relationship Id="rId3" Type="http://schemas.openxmlformats.org/officeDocument/2006/relationships/image" Target="../media/image699.wmf"/><Relationship Id="rId21" Type="http://schemas.openxmlformats.org/officeDocument/2006/relationships/image" Target="../media/image819.png"/><Relationship Id="rId7" Type="http://schemas.openxmlformats.org/officeDocument/2006/relationships/image" Target="../media/image701.wmf"/><Relationship Id="rId12" Type="http://schemas.openxmlformats.org/officeDocument/2006/relationships/oleObject" Target="../embeddings/oleObject490.bin"/><Relationship Id="rId17" Type="http://schemas.openxmlformats.org/officeDocument/2006/relationships/image" Target="../media/image817.png"/><Relationship Id="rId2" Type="http://schemas.openxmlformats.org/officeDocument/2006/relationships/oleObject" Target="../embeddings/oleObject485.bin"/><Relationship Id="rId16" Type="http://schemas.openxmlformats.org/officeDocument/2006/relationships/customXml" Target="../ink/ink671.xml"/><Relationship Id="rId20" Type="http://schemas.openxmlformats.org/officeDocument/2006/relationships/customXml" Target="../ink/ink673.xml"/><Relationship Id="rId1" Type="http://schemas.openxmlformats.org/officeDocument/2006/relationships/slideLayout" Target="../slideLayouts/slideLayout7.xml"/><Relationship Id="rId6" Type="http://schemas.openxmlformats.org/officeDocument/2006/relationships/oleObject" Target="../embeddings/oleObject487.bin"/><Relationship Id="rId11" Type="http://schemas.openxmlformats.org/officeDocument/2006/relationships/image" Target="../media/image703.wmf"/><Relationship Id="rId5" Type="http://schemas.openxmlformats.org/officeDocument/2006/relationships/image" Target="../media/image700.wmf"/><Relationship Id="rId15" Type="http://schemas.openxmlformats.org/officeDocument/2006/relationships/image" Target="../media/image816.png"/><Relationship Id="rId23" Type="http://schemas.openxmlformats.org/officeDocument/2006/relationships/image" Target="../media/image820.png"/><Relationship Id="rId10" Type="http://schemas.openxmlformats.org/officeDocument/2006/relationships/oleObject" Target="../embeddings/oleObject489.bin"/><Relationship Id="rId19" Type="http://schemas.openxmlformats.org/officeDocument/2006/relationships/image" Target="../media/image818.png"/><Relationship Id="rId4" Type="http://schemas.openxmlformats.org/officeDocument/2006/relationships/oleObject" Target="../embeddings/oleObject486.bin"/><Relationship Id="rId9" Type="http://schemas.openxmlformats.org/officeDocument/2006/relationships/image" Target="../media/image702.wmf"/><Relationship Id="rId14" Type="http://schemas.openxmlformats.org/officeDocument/2006/relationships/customXml" Target="../ink/ink670.xml"/><Relationship Id="rId22" Type="http://schemas.openxmlformats.org/officeDocument/2006/relationships/customXml" Target="../ink/ink674.xml"/></Relationships>
</file>

<file path=ppt/slides/_rels/slide122.xml.rels><?xml version="1.0" encoding="UTF-8" standalone="yes"?>
<Relationships xmlns="http://schemas.openxmlformats.org/package/2006/relationships"><Relationship Id="rId8" Type="http://schemas.openxmlformats.org/officeDocument/2006/relationships/oleObject" Target="../embeddings/oleObject493.bin"/><Relationship Id="rId3" Type="http://schemas.openxmlformats.org/officeDocument/2006/relationships/image" Target="../media/image699.wmf"/><Relationship Id="rId7" Type="http://schemas.openxmlformats.org/officeDocument/2006/relationships/image" Target="../media/image706.wmf"/><Relationship Id="rId2" Type="http://schemas.openxmlformats.org/officeDocument/2006/relationships/oleObject" Target="../embeddings/oleObject485.bin"/><Relationship Id="rId1" Type="http://schemas.openxmlformats.org/officeDocument/2006/relationships/slideLayout" Target="../slideLayouts/slideLayout2.xml"/><Relationship Id="rId6" Type="http://schemas.openxmlformats.org/officeDocument/2006/relationships/oleObject" Target="../embeddings/oleObject492.bin"/><Relationship Id="rId11" Type="http://schemas.openxmlformats.org/officeDocument/2006/relationships/image" Target="../media/image708.wmf"/><Relationship Id="rId5" Type="http://schemas.openxmlformats.org/officeDocument/2006/relationships/image" Target="../media/image705.wmf"/><Relationship Id="rId10" Type="http://schemas.openxmlformats.org/officeDocument/2006/relationships/oleObject" Target="../embeddings/oleObject494.bin"/><Relationship Id="rId4" Type="http://schemas.openxmlformats.org/officeDocument/2006/relationships/oleObject" Target="../embeddings/oleObject491.bin"/><Relationship Id="rId9" Type="http://schemas.openxmlformats.org/officeDocument/2006/relationships/image" Target="../media/image707.wmf"/></Relationships>
</file>

<file path=ppt/slides/_rels/slide123.xml.rels><?xml version="1.0" encoding="UTF-8" standalone="yes"?>
<Relationships xmlns="http://schemas.openxmlformats.org/package/2006/relationships"><Relationship Id="rId8" Type="http://schemas.openxmlformats.org/officeDocument/2006/relationships/oleObject" Target="../embeddings/oleObject497.bin"/><Relationship Id="rId3" Type="http://schemas.openxmlformats.org/officeDocument/2006/relationships/image" Target="../media/image699.wmf"/><Relationship Id="rId7" Type="http://schemas.openxmlformats.org/officeDocument/2006/relationships/image" Target="../media/image710.wmf"/><Relationship Id="rId2" Type="http://schemas.openxmlformats.org/officeDocument/2006/relationships/oleObject" Target="../embeddings/oleObject485.bin"/><Relationship Id="rId1" Type="http://schemas.openxmlformats.org/officeDocument/2006/relationships/slideLayout" Target="../slideLayouts/slideLayout2.xml"/><Relationship Id="rId6" Type="http://schemas.openxmlformats.org/officeDocument/2006/relationships/oleObject" Target="../embeddings/oleObject496.bin"/><Relationship Id="rId11" Type="http://schemas.openxmlformats.org/officeDocument/2006/relationships/image" Target="../media/image712.wmf"/><Relationship Id="rId5" Type="http://schemas.openxmlformats.org/officeDocument/2006/relationships/image" Target="../media/image709.wmf"/><Relationship Id="rId10" Type="http://schemas.openxmlformats.org/officeDocument/2006/relationships/oleObject" Target="../embeddings/oleObject498.bin"/><Relationship Id="rId4" Type="http://schemas.openxmlformats.org/officeDocument/2006/relationships/oleObject" Target="../embeddings/oleObject495.bin"/><Relationship Id="rId9" Type="http://schemas.openxmlformats.org/officeDocument/2006/relationships/image" Target="../media/image711.wmf"/></Relationships>
</file>

<file path=ppt/slides/_rels/slide124.xml.rels><?xml version="1.0" encoding="UTF-8" standalone="yes"?>
<Relationships xmlns="http://schemas.openxmlformats.org/package/2006/relationships"><Relationship Id="rId8" Type="http://schemas.openxmlformats.org/officeDocument/2006/relationships/customXml" Target="../ink/ink678.xml"/><Relationship Id="rId13" Type="http://schemas.openxmlformats.org/officeDocument/2006/relationships/image" Target="../media/image834.png"/><Relationship Id="rId3" Type="http://schemas.openxmlformats.org/officeDocument/2006/relationships/image" Target="../media/image829.png"/><Relationship Id="rId7" Type="http://schemas.openxmlformats.org/officeDocument/2006/relationships/image" Target="../media/image831.png"/><Relationship Id="rId12" Type="http://schemas.openxmlformats.org/officeDocument/2006/relationships/customXml" Target="../ink/ink680.xml"/><Relationship Id="rId2" Type="http://schemas.openxmlformats.org/officeDocument/2006/relationships/customXml" Target="../ink/ink675.xml"/><Relationship Id="rId1" Type="http://schemas.openxmlformats.org/officeDocument/2006/relationships/slideLayout" Target="../slideLayouts/slideLayout2.xml"/><Relationship Id="rId6" Type="http://schemas.openxmlformats.org/officeDocument/2006/relationships/customXml" Target="../ink/ink677.xml"/><Relationship Id="rId11" Type="http://schemas.openxmlformats.org/officeDocument/2006/relationships/image" Target="../media/image833.png"/><Relationship Id="rId5" Type="http://schemas.openxmlformats.org/officeDocument/2006/relationships/image" Target="../media/image830.png"/><Relationship Id="rId10" Type="http://schemas.openxmlformats.org/officeDocument/2006/relationships/customXml" Target="../ink/ink679.xml"/><Relationship Id="rId4" Type="http://schemas.openxmlformats.org/officeDocument/2006/relationships/customXml" Target="../ink/ink676.xml"/><Relationship Id="rId9" Type="http://schemas.openxmlformats.org/officeDocument/2006/relationships/image" Target="../media/image832.png"/></Relationships>
</file>

<file path=ppt/slides/_rels/slide125.xml.rels><?xml version="1.0" encoding="UTF-8" standalone="yes"?>
<Relationships xmlns="http://schemas.openxmlformats.org/package/2006/relationships"><Relationship Id="rId117" Type="http://schemas.openxmlformats.org/officeDocument/2006/relationships/image" Target="../media/image891.png"/><Relationship Id="rId21" Type="http://schemas.openxmlformats.org/officeDocument/2006/relationships/image" Target="../media/image843.png"/><Relationship Id="rId42" Type="http://schemas.openxmlformats.org/officeDocument/2006/relationships/customXml" Target="../ink/ink700.xml"/><Relationship Id="rId63" Type="http://schemas.openxmlformats.org/officeDocument/2006/relationships/image" Target="../media/image864.png"/><Relationship Id="rId84" Type="http://schemas.openxmlformats.org/officeDocument/2006/relationships/customXml" Target="../ink/ink721.xml"/><Relationship Id="rId138" Type="http://schemas.openxmlformats.org/officeDocument/2006/relationships/customXml" Target="../ink/ink748.xml"/><Relationship Id="rId107" Type="http://schemas.openxmlformats.org/officeDocument/2006/relationships/image" Target="../media/image886.png"/><Relationship Id="rId11" Type="http://schemas.openxmlformats.org/officeDocument/2006/relationships/image" Target="../media/image839.png"/><Relationship Id="rId32" Type="http://schemas.openxmlformats.org/officeDocument/2006/relationships/customXml" Target="../ink/ink695.xml"/><Relationship Id="rId53" Type="http://schemas.openxmlformats.org/officeDocument/2006/relationships/image" Target="../media/image859.png"/><Relationship Id="rId74" Type="http://schemas.openxmlformats.org/officeDocument/2006/relationships/customXml" Target="../ink/ink716.xml"/><Relationship Id="rId128" Type="http://schemas.openxmlformats.org/officeDocument/2006/relationships/customXml" Target="../ink/ink743.xml"/><Relationship Id="rId149" Type="http://schemas.openxmlformats.org/officeDocument/2006/relationships/image" Target="../media/image907.png"/><Relationship Id="rId5" Type="http://schemas.openxmlformats.org/officeDocument/2006/relationships/image" Target="../media/image836.png"/><Relationship Id="rId95" Type="http://schemas.openxmlformats.org/officeDocument/2006/relationships/image" Target="../media/image880.png"/><Relationship Id="rId22" Type="http://schemas.openxmlformats.org/officeDocument/2006/relationships/customXml" Target="../ink/ink690.xml"/><Relationship Id="rId27" Type="http://schemas.openxmlformats.org/officeDocument/2006/relationships/image" Target="../media/image846.png"/><Relationship Id="rId43" Type="http://schemas.openxmlformats.org/officeDocument/2006/relationships/image" Target="../media/image854.png"/><Relationship Id="rId48" Type="http://schemas.openxmlformats.org/officeDocument/2006/relationships/customXml" Target="../ink/ink703.xml"/><Relationship Id="rId64" Type="http://schemas.openxmlformats.org/officeDocument/2006/relationships/customXml" Target="../ink/ink711.xml"/><Relationship Id="rId69" Type="http://schemas.openxmlformats.org/officeDocument/2006/relationships/image" Target="../media/image867.png"/><Relationship Id="rId113" Type="http://schemas.openxmlformats.org/officeDocument/2006/relationships/image" Target="../media/image889.png"/><Relationship Id="rId118" Type="http://schemas.openxmlformats.org/officeDocument/2006/relationships/customXml" Target="../ink/ink738.xml"/><Relationship Id="rId134" Type="http://schemas.openxmlformats.org/officeDocument/2006/relationships/customXml" Target="../ink/ink746.xml"/><Relationship Id="rId139" Type="http://schemas.openxmlformats.org/officeDocument/2006/relationships/image" Target="../media/image902.png"/><Relationship Id="rId80" Type="http://schemas.openxmlformats.org/officeDocument/2006/relationships/customXml" Target="../ink/ink719.xml"/><Relationship Id="rId85" Type="http://schemas.openxmlformats.org/officeDocument/2006/relationships/image" Target="../media/image875.png"/><Relationship Id="rId150" Type="http://schemas.openxmlformats.org/officeDocument/2006/relationships/customXml" Target="../ink/ink754.xml"/><Relationship Id="rId12" Type="http://schemas.openxmlformats.org/officeDocument/2006/relationships/customXml" Target="../ink/ink685.xml"/><Relationship Id="rId17" Type="http://schemas.openxmlformats.org/officeDocument/2006/relationships/image" Target="../media/image841.png"/><Relationship Id="rId33" Type="http://schemas.openxmlformats.org/officeDocument/2006/relationships/image" Target="../media/image849.png"/><Relationship Id="rId38" Type="http://schemas.openxmlformats.org/officeDocument/2006/relationships/customXml" Target="../ink/ink698.xml"/><Relationship Id="rId59" Type="http://schemas.openxmlformats.org/officeDocument/2006/relationships/image" Target="../media/image862.png"/><Relationship Id="rId103" Type="http://schemas.openxmlformats.org/officeDocument/2006/relationships/image" Target="../media/image884.png"/><Relationship Id="rId108" Type="http://schemas.openxmlformats.org/officeDocument/2006/relationships/customXml" Target="../ink/ink733.xml"/><Relationship Id="rId124" Type="http://schemas.openxmlformats.org/officeDocument/2006/relationships/customXml" Target="../ink/ink741.xml"/><Relationship Id="rId129" Type="http://schemas.openxmlformats.org/officeDocument/2006/relationships/image" Target="../media/image897.png"/><Relationship Id="rId54" Type="http://schemas.openxmlformats.org/officeDocument/2006/relationships/customXml" Target="../ink/ink706.xml"/><Relationship Id="rId70" Type="http://schemas.openxmlformats.org/officeDocument/2006/relationships/customXml" Target="../ink/ink714.xml"/><Relationship Id="rId75" Type="http://schemas.openxmlformats.org/officeDocument/2006/relationships/image" Target="../media/image870.png"/><Relationship Id="rId91" Type="http://schemas.openxmlformats.org/officeDocument/2006/relationships/image" Target="../media/image878.png"/><Relationship Id="rId96" Type="http://schemas.openxmlformats.org/officeDocument/2006/relationships/customXml" Target="../ink/ink727.xml"/><Relationship Id="rId140" Type="http://schemas.openxmlformats.org/officeDocument/2006/relationships/customXml" Target="../ink/ink749.xml"/><Relationship Id="rId145" Type="http://schemas.openxmlformats.org/officeDocument/2006/relationships/image" Target="../media/image905.png"/><Relationship Id="rId1" Type="http://schemas.openxmlformats.org/officeDocument/2006/relationships/slideLayout" Target="../slideLayouts/slideLayout2.xml"/><Relationship Id="rId6" Type="http://schemas.openxmlformats.org/officeDocument/2006/relationships/customXml" Target="../ink/ink682.xml"/><Relationship Id="rId23" Type="http://schemas.openxmlformats.org/officeDocument/2006/relationships/image" Target="../media/image844.png"/><Relationship Id="rId28" Type="http://schemas.openxmlformats.org/officeDocument/2006/relationships/customXml" Target="../ink/ink693.xml"/><Relationship Id="rId49" Type="http://schemas.openxmlformats.org/officeDocument/2006/relationships/image" Target="../media/image857.png"/><Relationship Id="rId114" Type="http://schemas.openxmlformats.org/officeDocument/2006/relationships/customXml" Target="../ink/ink736.xml"/><Relationship Id="rId119" Type="http://schemas.openxmlformats.org/officeDocument/2006/relationships/image" Target="../media/image892.png"/><Relationship Id="rId44" Type="http://schemas.openxmlformats.org/officeDocument/2006/relationships/customXml" Target="../ink/ink701.xml"/><Relationship Id="rId60" Type="http://schemas.openxmlformats.org/officeDocument/2006/relationships/customXml" Target="../ink/ink709.xml"/><Relationship Id="rId65" Type="http://schemas.openxmlformats.org/officeDocument/2006/relationships/image" Target="../media/image865.png"/><Relationship Id="rId81" Type="http://schemas.openxmlformats.org/officeDocument/2006/relationships/image" Target="../media/image873.png"/><Relationship Id="rId86" Type="http://schemas.openxmlformats.org/officeDocument/2006/relationships/customXml" Target="../ink/ink722.xml"/><Relationship Id="rId130" Type="http://schemas.openxmlformats.org/officeDocument/2006/relationships/customXml" Target="../ink/ink744.xml"/><Relationship Id="rId135" Type="http://schemas.openxmlformats.org/officeDocument/2006/relationships/image" Target="../media/image900.png"/><Relationship Id="rId151" Type="http://schemas.openxmlformats.org/officeDocument/2006/relationships/image" Target="../media/image908.png"/><Relationship Id="rId13" Type="http://schemas.openxmlformats.org/officeDocument/2006/relationships/image" Target="../media/image764.png"/><Relationship Id="rId18" Type="http://schemas.openxmlformats.org/officeDocument/2006/relationships/customXml" Target="../ink/ink688.xml"/><Relationship Id="rId39" Type="http://schemas.openxmlformats.org/officeDocument/2006/relationships/image" Target="../media/image852.png"/><Relationship Id="rId109" Type="http://schemas.openxmlformats.org/officeDocument/2006/relationships/image" Target="../media/image887.png"/><Relationship Id="rId34" Type="http://schemas.openxmlformats.org/officeDocument/2006/relationships/customXml" Target="../ink/ink696.xml"/><Relationship Id="rId50" Type="http://schemas.openxmlformats.org/officeDocument/2006/relationships/customXml" Target="../ink/ink704.xml"/><Relationship Id="rId55" Type="http://schemas.openxmlformats.org/officeDocument/2006/relationships/image" Target="../media/image860.png"/><Relationship Id="rId76" Type="http://schemas.openxmlformats.org/officeDocument/2006/relationships/customXml" Target="../ink/ink717.xml"/><Relationship Id="rId97" Type="http://schemas.openxmlformats.org/officeDocument/2006/relationships/image" Target="../media/image881.png"/><Relationship Id="rId104" Type="http://schemas.openxmlformats.org/officeDocument/2006/relationships/customXml" Target="../ink/ink731.xml"/><Relationship Id="rId120" Type="http://schemas.openxmlformats.org/officeDocument/2006/relationships/customXml" Target="../ink/ink739.xml"/><Relationship Id="rId125" Type="http://schemas.openxmlformats.org/officeDocument/2006/relationships/image" Target="../media/image895.png"/><Relationship Id="rId141" Type="http://schemas.openxmlformats.org/officeDocument/2006/relationships/image" Target="../media/image903.png"/><Relationship Id="rId146" Type="http://schemas.openxmlformats.org/officeDocument/2006/relationships/customXml" Target="../ink/ink752.xml"/><Relationship Id="rId7" Type="http://schemas.openxmlformats.org/officeDocument/2006/relationships/image" Target="../media/image837.png"/><Relationship Id="rId71" Type="http://schemas.openxmlformats.org/officeDocument/2006/relationships/image" Target="../media/image868.png"/><Relationship Id="rId92" Type="http://schemas.openxmlformats.org/officeDocument/2006/relationships/customXml" Target="../ink/ink725.xml"/><Relationship Id="rId2" Type="http://schemas.openxmlformats.org/officeDocument/2006/relationships/oleObject" Target="../embeddings/oleObject499.bin"/><Relationship Id="rId29" Type="http://schemas.openxmlformats.org/officeDocument/2006/relationships/image" Target="../media/image847.png"/><Relationship Id="rId24" Type="http://schemas.openxmlformats.org/officeDocument/2006/relationships/customXml" Target="../ink/ink691.xml"/><Relationship Id="rId40" Type="http://schemas.openxmlformats.org/officeDocument/2006/relationships/customXml" Target="../ink/ink699.xml"/><Relationship Id="rId45" Type="http://schemas.openxmlformats.org/officeDocument/2006/relationships/image" Target="../media/image855.png"/><Relationship Id="rId66" Type="http://schemas.openxmlformats.org/officeDocument/2006/relationships/customXml" Target="../ink/ink712.xml"/><Relationship Id="rId87" Type="http://schemas.openxmlformats.org/officeDocument/2006/relationships/image" Target="../media/image876.png"/><Relationship Id="rId110" Type="http://schemas.openxmlformats.org/officeDocument/2006/relationships/customXml" Target="../ink/ink734.xml"/><Relationship Id="rId115" Type="http://schemas.openxmlformats.org/officeDocument/2006/relationships/image" Target="../media/image890.png"/><Relationship Id="rId131" Type="http://schemas.openxmlformats.org/officeDocument/2006/relationships/image" Target="../media/image898.png"/><Relationship Id="rId136" Type="http://schemas.openxmlformats.org/officeDocument/2006/relationships/customXml" Target="../ink/ink747.xml"/><Relationship Id="rId61" Type="http://schemas.openxmlformats.org/officeDocument/2006/relationships/image" Target="../media/image863.png"/><Relationship Id="rId82" Type="http://schemas.openxmlformats.org/officeDocument/2006/relationships/customXml" Target="../ink/ink720.xml"/><Relationship Id="rId19" Type="http://schemas.openxmlformats.org/officeDocument/2006/relationships/image" Target="../media/image842.png"/><Relationship Id="rId14" Type="http://schemas.openxmlformats.org/officeDocument/2006/relationships/customXml" Target="../ink/ink686.xml"/><Relationship Id="rId30" Type="http://schemas.openxmlformats.org/officeDocument/2006/relationships/customXml" Target="../ink/ink694.xml"/><Relationship Id="rId35" Type="http://schemas.openxmlformats.org/officeDocument/2006/relationships/image" Target="../media/image850.png"/><Relationship Id="rId56" Type="http://schemas.openxmlformats.org/officeDocument/2006/relationships/customXml" Target="../ink/ink707.xml"/><Relationship Id="rId77" Type="http://schemas.openxmlformats.org/officeDocument/2006/relationships/image" Target="../media/image871.png"/><Relationship Id="rId100" Type="http://schemas.openxmlformats.org/officeDocument/2006/relationships/customXml" Target="../ink/ink729.xml"/><Relationship Id="rId105" Type="http://schemas.openxmlformats.org/officeDocument/2006/relationships/image" Target="../media/image885.png"/><Relationship Id="rId126" Type="http://schemas.openxmlformats.org/officeDocument/2006/relationships/customXml" Target="../ink/ink742.xml"/><Relationship Id="rId147" Type="http://schemas.openxmlformats.org/officeDocument/2006/relationships/image" Target="../media/image906.png"/><Relationship Id="rId8" Type="http://schemas.openxmlformats.org/officeDocument/2006/relationships/customXml" Target="../ink/ink683.xml"/><Relationship Id="rId51" Type="http://schemas.openxmlformats.org/officeDocument/2006/relationships/image" Target="../media/image858.png"/><Relationship Id="rId72" Type="http://schemas.openxmlformats.org/officeDocument/2006/relationships/customXml" Target="../ink/ink715.xml"/><Relationship Id="rId93" Type="http://schemas.openxmlformats.org/officeDocument/2006/relationships/image" Target="../media/image879.png"/><Relationship Id="rId98" Type="http://schemas.openxmlformats.org/officeDocument/2006/relationships/customXml" Target="../ink/ink728.xml"/><Relationship Id="rId121" Type="http://schemas.openxmlformats.org/officeDocument/2006/relationships/image" Target="../media/image893.png"/><Relationship Id="rId142" Type="http://schemas.openxmlformats.org/officeDocument/2006/relationships/customXml" Target="../ink/ink750.xml"/><Relationship Id="rId3" Type="http://schemas.openxmlformats.org/officeDocument/2006/relationships/image" Target="../media/image713.wmf"/><Relationship Id="rId25" Type="http://schemas.openxmlformats.org/officeDocument/2006/relationships/image" Target="../media/image845.png"/><Relationship Id="rId46" Type="http://schemas.openxmlformats.org/officeDocument/2006/relationships/customXml" Target="../ink/ink702.xml"/><Relationship Id="rId67" Type="http://schemas.openxmlformats.org/officeDocument/2006/relationships/image" Target="../media/image866.png"/><Relationship Id="rId116" Type="http://schemas.openxmlformats.org/officeDocument/2006/relationships/customXml" Target="../ink/ink737.xml"/><Relationship Id="rId137" Type="http://schemas.openxmlformats.org/officeDocument/2006/relationships/image" Target="../media/image901.png"/><Relationship Id="rId20" Type="http://schemas.openxmlformats.org/officeDocument/2006/relationships/customXml" Target="../ink/ink689.xml"/><Relationship Id="rId41" Type="http://schemas.openxmlformats.org/officeDocument/2006/relationships/image" Target="../media/image853.png"/><Relationship Id="rId62" Type="http://schemas.openxmlformats.org/officeDocument/2006/relationships/customXml" Target="../ink/ink710.xml"/><Relationship Id="rId83" Type="http://schemas.openxmlformats.org/officeDocument/2006/relationships/image" Target="../media/image874.png"/><Relationship Id="rId88" Type="http://schemas.openxmlformats.org/officeDocument/2006/relationships/customXml" Target="../ink/ink723.xml"/><Relationship Id="rId111" Type="http://schemas.openxmlformats.org/officeDocument/2006/relationships/image" Target="../media/image888.png"/><Relationship Id="rId132" Type="http://schemas.openxmlformats.org/officeDocument/2006/relationships/customXml" Target="../ink/ink745.xml"/><Relationship Id="rId15" Type="http://schemas.openxmlformats.org/officeDocument/2006/relationships/image" Target="../media/image840.png"/><Relationship Id="rId36" Type="http://schemas.openxmlformats.org/officeDocument/2006/relationships/customXml" Target="../ink/ink697.xml"/><Relationship Id="rId57" Type="http://schemas.openxmlformats.org/officeDocument/2006/relationships/image" Target="../media/image861.png"/><Relationship Id="rId106" Type="http://schemas.openxmlformats.org/officeDocument/2006/relationships/customXml" Target="../ink/ink732.xml"/><Relationship Id="rId127" Type="http://schemas.openxmlformats.org/officeDocument/2006/relationships/image" Target="../media/image896.png"/><Relationship Id="rId10" Type="http://schemas.openxmlformats.org/officeDocument/2006/relationships/customXml" Target="../ink/ink684.xml"/><Relationship Id="rId31" Type="http://schemas.openxmlformats.org/officeDocument/2006/relationships/image" Target="../media/image848.png"/><Relationship Id="rId52" Type="http://schemas.openxmlformats.org/officeDocument/2006/relationships/customXml" Target="../ink/ink705.xml"/><Relationship Id="rId73" Type="http://schemas.openxmlformats.org/officeDocument/2006/relationships/image" Target="../media/image869.png"/><Relationship Id="rId78" Type="http://schemas.openxmlformats.org/officeDocument/2006/relationships/customXml" Target="../ink/ink718.xml"/><Relationship Id="rId94" Type="http://schemas.openxmlformats.org/officeDocument/2006/relationships/customXml" Target="../ink/ink726.xml"/><Relationship Id="rId99" Type="http://schemas.openxmlformats.org/officeDocument/2006/relationships/image" Target="../media/image882.png"/><Relationship Id="rId101" Type="http://schemas.openxmlformats.org/officeDocument/2006/relationships/image" Target="../media/image883.png"/><Relationship Id="rId122" Type="http://schemas.openxmlformats.org/officeDocument/2006/relationships/customXml" Target="../ink/ink740.xml"/><Relationship Id="rId143" Type="http://schemas.openxmlformats.org/officeDocument/2006/relationships/image" Target="../media/image904.png"/><Relationship Id="rId148" Type="http://schemas.openxmlformats.org/officeDocument/2006/relationships/customXml" Target="../ink/ink753.xml"/><Relationship Id="rId4" Type="http://schemas.openxmlformats.org/officeDocument/2006/relationships/customXml" Target="../ink/ink681.xml"/><Relationship Id="rId9" Type="http://schemas.openxmlformats.org/officeDocument/2006/relationships/image" Target="../media/image838.png"/><Relationship Id="rId26" Type="http://schemas.openxmlformats.org/officeDocument/2006/relationships/customXml" Target="../ink/ink692.xml"/><Relationship Id="rId47" Type="http://schemas.openxmlformats.org/officeDocument/2006/relationships/image" Target="../media/image856.png"/><Relationship Id="rId68" Type="http://schemas.openxmlformats.org/officeDocument/2006/relationships/customXml" Target="../ink/ink713.xml"/><Relationship Id="rId89" Type="http://schemas.openxmlformats.org/officeDocument/2006/relationships/image" Target="../media/image877.png"/><Relationship Id="rId112" Type="http://schemas.openxmlformats.org/officeDocument/2006/relationships/customXml" Target="../ink/ink735.xml"/><Relationship Id="rId133" Type="http://schemas.openxmlformats.org/officeDocument/2006/relationships/image" Target="../media/image899.png"/><Relationship Id="rId16" Type="http://schemas.openxmlformats.org/officeDocument/2006/relationships/customXml" Target="../ink/ink687.xml"/><Relationship Id="rId37" Type="http://schemas.openxmlformats.org/officeDocument/2006/relationships/image" Target="../media/image851.png"/><Relationship Id="rId58" Type="http://schemas.openxmlformats.org/officeDocument/2006/relationships/customXml" Target="../ink/ink708.xml"/><Relationship Id="rId79" Type="http://schemas.openxmlformats.org/officeDocument/2006/relationships/image" Target="../media/image872.png"/><Relationship Id="rId102" Type="http://schemas.openxmlformats.org/officeDocument/2006/relationships/customXml" Target="../ink/ink730.xml"/><Relationship Id="rId123" Type="http://schemas.openxmlformats.org/officeDocument/2006/relationships/image" Target="../media/image894.png"/><Relationship Id="rId144" Type="http://schemas.openxmlformats.org/officeDocument/2006/relationships/customXml" Target="../ink/ink751.xml"/><Relationship Id="rId90" Type="http://schemas.openxmlformats.org/officeDocument/2006/relationships/customXml" Target="../ink/ink724.xml"/></Relationships>
</file>

<file path=ppt/slides/_rels/slide126.xml.rels><?xml version="1.0" encoding="UTF-8" standalone="yes"?>
<Relationships xmlns="http://schemas.openxmlformats.org/package/2006/relationships"><Relationship Id="rId26" Type="http://schemas.openxmlformats.org/officeDocument/2006/relationships/customXml" Target="../ink/ink765.xml"/><Relationship Id="rId21" Type="http://schemas.openxmlformats.org/officeDocument/2006/relationships/image" Target="../media/image918.png"/><Relationship Id="rId42" Type="http://schemas.openxmlformats.org/officeDocument/2006/relationships/customXml" Target="../ink/ink773.xml"/><Relationship Id="rId47" Type="http://schemas.openxmlformats.org/officeDocument/2006/relationships/image" Target="../media/image931.png"/><Relationship Id="rId63" Type="http://schemas.openxmlformats.org/officeDocument/2006/relationships/image" Target="../media/image772.png"/><Relationship Id="rId68" Type="http://schemas.openxmlformats.org/officeDocument/2006/relationships/customXml" Target="../ink/ink786.xml"/><Relationship Id="rId16" Type="http://schemas.openxmlformats.org/officeDocument/2006/relationships/customXml" Target="../ink/ink760.xml"/><Relationship Id="rId11" Type="http://schemas.openxmlformats.org/officeDocument/2006/relationships/image" Target="../media/image913.png"/><Relationship Id="rId24" Type="http://schemas.openxmlformats.org/officeDocument/2006/relationships/customXml" Target="../ink/ink764.xml"/><Relationship Id="rId32" Type="http://schemas.openxmlformats.org/officeDocument/2006/relationships/customXml" Target="../ink/ink768.xml"/><Relationship Id="rId37" Type="http://schemas.openxmlformats.org/officeDocument/2006/relationships/image" Target="../media/image926.png"/><Relationship Id="rId40" Type="http://schemas.openxmlformats.org/officeDocument/2006/relationships/customXml" Target="../ink/ink772.xml"/><Relationship Id="rId45" Type="http://schemas.openxmlformats.org/officeDocument/2006/relationships/image" Target="../media/image930.png"/><Relationship Id="rId53" Type="http://schemas.openxmlformats.org/officeDocument/2006/relationships/image" Target="../media/image934.png"/><Relationship Id="rId58" Type="http://schemas.openxmlformats.org/officeDocument/2006/relationships/customXml" Target="../ink/ink781.xml"/><Relationship Id="rId66" Type="http://schemas.openxmlformats.org/officeDocument/2006/relationships/customXml" Target="../ink/ink785.xml"/><Relationship Id="rId74" Type="http://schemas.openxmlformats.org/officeDocument/2006/relationships/customXml" Target="../ink/ink789.xml"/><Relationship Id="rId79" Type="http://schemas.openxmlformats.org/officeDocument/2006/relationships/image" Target="../media/image786.png"/><Relationship Id="rId5" Type="http://schemas.openxmlformats.org/officeDocument/2006/relationships/image" Target="../media/image715.wmf"/><Relationship Id="rId61" Type="http://schemas.openxmlformats.org/officeDocument/2006/relationships/image" Target="../media/image771.png"/><Relationship Id="rId19" Type="http://schemas.openxmlformats.org/officeDocument/2006/relationships/image" Target="../media/image917.png"/><Relationship Id="rId14" Type="http://schemas.openxmlformats.org/officeDocument/2006/relationships/customXml" Target="../ink/ink759.xml"/><Relationship Id="rId22" Type="http://schemas.openxmlformats.org/officeDocument/2006/relationships/customXml" Target="../ink/ink763.xml"/><Relationship Id="rId27" Type="http://schemas.openxmlformats.org/officeDocument/2006/relationships/image" Target="../media/image921.png"/><Relationship Id="rId30" Type="http://schemas.openxmlformats.org/officeDocument/2006/relationships/customXml" Target="../ink/ink767.xml"/><Relationship Id="rId35" Type="http://schemas.openxmlformats.org/officeDocument/2006/relationships/image" Target="../media/image925.png"/><Relationship Id="rId43" Type="http://schemas.openxmlformats.org/officeDocument/2006/relationships/image" Target="../media/image929.png"/><Relationship Id="rId48" Type="http://schemas.openxmlformats.org/officeDocument/2006/relationships/customXml" Target="../ink/ink776.xml"/><Relationship Id="rId56" Type="http://schemas.openxmlformats.org/officeDocument/2006/relationships/customXml" Target="../ink/ink780.xml"/><Relationship Id="rId64" Type="http://schemas.openxmlformats.org/officeDocument/2006/relationships/customXml" Target="../ink/ink784.xml"/><Relationship Id="rId69" Type="http://schemas.openxmlformats.org/officeDocument/2006/relationships/image" Target="../media/image779.png"/><Relationship Id="rId77" Type="http://schemas.openxmlformats.org/officeDocument/2006/relationships/image" Target="../media/image785.png"/><Relationship Id="rId8" Type="http://schemas.openxmlformats.org/officeDocument/2006/relationships/customXml" Target="../ink/ink756.xml"/><Relationship Id="rId51" Type="http://schemas.openxmlformats.org/officeDocument/2006/relationships/image" Target="../media/image933.png"/><Relationship Id="rId72" Type="http://schemas.openxmlformats.org/officeDocument/2006/relationships/customXml" Target="../ink/ink788.xml"/><Relationship Id="rId3" Type="http://schemas.openxmlformats.org/officeDocument/2006/relationships/image" Target="../media/image714.wmf"/><Relationship Id="rId12" Type="http://schemas.openxmlformats.org/officeDocument/2006/relationships/customXml" Target="../ink/ink758.xml"/><Relationship Id="rId17" Type="http://schemas.openxmlformats.org/officeDocument/2006/relationships/image" Target="../media/image916.png"/><Relationship Id="rId25" Type="http://schemas.openxmlformats.org/officeDocument/2006/relationships/image" Target="../media/image920.png"/><Relationship Id="rId33" Type="http://schemas.openxmlformats.org/officeDocument/2006/relationships/image" Target="../media/image924.png"/><Relationship Id="rId38" Type="http://schemas.openxmlformats.org/officeDocument/2006/relationships/customXml" Target="../ink/ink771.xml"/><Relationship Id="rId46" Type="http://schemas.openxmlformats.org/officeDocument/2006/relationships/customXml" Target="../ink/ink775.xml"/><Relationship Id="rId59" Type="http://schemas.openxmlformats.org/officeDocument/2006/relationships/image" Target="../media/image937.png"/><Relationship Id="rId67" Type="http://schemas.openxmlformats.org/officeDocument/2006/relationships/image" Target="../media/image778.png"/><Relationship Id="rId20" Type="http://schemas.openxmlformats.org/officeDocument/2006/relationships/customXml" Target="../ink/ink762.xml"/><Relationship Id="rId41" Type="http://schemas.openxmlformats.org/officeDocument/2006/relationships/image" Target="../media/image928.png"/><Relationship Id="rId54" Type="http://schemas.openxmlformats.org/officeDocument/2006/relationships/customXml" Target="../ink/ink779.xml"/><Relationship Id="rId62" Type="http://schemas.openxmlformats.org/officeDocument/2006/relationships/customXml" Target="../ink/ink783.xml"/><Relationship Id="rId70" Type="http://schemas.openxmlformats.org/officeDocument/2006/relationships/customXml" Target="../ink/ink787.xml"/><Relationship Id="rId75" Type="http://schemas.openxmlformats.org/officeDocument/2006/relationships/image" Target="../media/image784.png"/><Relationship Id="rId1" Type="http://schemas.openxmlformats.org/officeDocument/2006/relationships/slideLayout" Target="../slideLayouts/slideLayout2.xml"/><Relationship Id="rId6" Type="http://schemas.openxmlformats.org/officeDocument/2006/relationships/customXml" Target="../ink/ink755.xml"/><Relationship Id="rId15" Type="http://schemas.openxmlformats.org/officeDocument/2006/relationships/image" Target="../media/image915.png"/><Relationship Id="rId23" Type="http://schemas.openxmlformats.org/officeDocument/2006/relationships/image" Target="../media/image919.png"/><Relationship Id="rId28" Type="http://schemas.openxmlformats.org/officeDocument/2006/relationships/customXml" Target="../ink/ink766.xml"/><Relationship Id="rId36" Type="http://schemas.openxmlformats.org/officeDocument/2006/relationships/customXml" Target="../ink/ink770.xml"/><Relationship Id="rId49" Type="http://schemas.openxmlformats.org/officeDocument/2006/relationships/image" Target="../media/image932.png"/><Relationship Id="rId57" Type="http://schemas.openxmlformats.org/officeDocument/2006/relationships/image" Target="../media/image936.png"/><Relationship Id="rId10" Type="http://schemas.openxmlformats.org/officeDocument/2006/relationships/customXml" Target="../ink/ink757.xml"/><Relationship Id="rId31" Type="http://schemas.openxmlformats.org/officeDocument/2006/relationships/image" Target="../media/image923.png"/><Relationship Id="rId44" Type="http://schemas.openxmlformats.org/officeDocument/2006/relationships/customXml" Target="../ink/ink774.xml"/><Relationship Id="rId52" Type="http://schemas.openxmlformats.org/officeDocument/2006/relationships/customXml" Target="../ink/ink778.xml"/><Relationship Id="rId60" Type="http://schemas.openxmlformats.org/officeDocument/2006/relationships/customXml" Target="../ink/ink782.xml"/><Relationship Id="rId65" Type="http://schemas.openxmlformats.org/officeDocument/2006/relationships/image" Target="../media/image777.png"/><Relationship Id="rId73" Type="http://schemas.openxmlformats.org/officeDocument/2006/relationships/image" Target="../media/image781.png"/><Relationship Id="rId78" Type="http://schemas.openxmlformats.org/officeDocument/2006/relationships/customXml" Target="../ink/ink791.xml"/><Relationship Id="rId4" Type="http://schemas.openxmlformats.org/officeDocument/2006/relationships/oleObject" Target="../embeddings/oleObject501.bin"/><Relationship Id="rId9" Type="http://schemas.openxmlformats.org/officeDocument/2006/relationships/image" Target="../media/image912.png"/><Relationship Id="rId13" Type="http://schemas.openxmlformats.org/officeDocument/2006/relationships/image" Target="../media/image914.png"/><Relationship Id="rId18" Type="http://schemas.openxmlformats.org/officeDocument/2006/relationships/customXml" Target="../ink/ink761.xml"/><Relationship Id="rId39" Type="http://schemas.openxmlformats.org/officeDocument/2006/relationships/image" Target="../media/image927.png"/><Relationship Id="rId34" Type="http://schemas.openxmlformats.org/officeDocument/2006/relationships/customXml" Target="../ink/ink769.xml"/><Relationship Id="rId50" Type="http://schemas.openxmlformats.org/officeDocument/2006/relationships/customXml" Target="../ink/ink777.xml"/><Relationship Id="rId55" Type="http://schemas.openxmlformats.org/officeDocument/2006/relationships/image" Target="../media/image935.png"/><Relationship Id="rId76" Type="http://schemas.openxmlformats.org/officeDocument/2006/relationships/customXml" Target="../ink/ink790.xml"/><Relationship Id="rId7" Type="http://schemas.openxmlformats.org/officeDocument/2006/relationships/image" Target="../media/image911.png"/><Relationship Id="rId71" Type="http://schemas.openxmlformats.org/officeDocument/2006/relationships/image" Target="../media/image780.png"/><Relationship Id="rId2" Type="http://schemas.openxmlformats.org/officeDocument/2006/relationships/oleObject" Target="../embeddings/oleObject500.bin"/><Relationship Id="rId29" Type="http://schemas.openxmlformats.org/officeDocument/2006/relationships/image" Target="../media/image922.png"/></Relationships>
</file>

<file path=ppt/slides/_rels/slide127.xml.rels><?xml version="1.0" encoding="UTF-8" standalone="yes"?>
<Relationships xmlns="http://schemas.openxmlformats.org/package/2006/relationships"><Relationship Id="rId13" Type="http://schemas.openxmlformats.org/officeDocument/2006/relationships/image" Target="../media/image803.png"/><Relationship Id="rId18" Type="http://schemas.openxmlformats.org/officeDocument/2006/relationships/customXml" Target="../ink/ink798.xml"/><Relationship Id="rId26" Type="http://schemas.openxmlformats.org/officeDocument/2006/relationships/customXml" Target="../ink/ink802.xml"/><Relationship Id="rId39" Type="http://schemas.openxmlformats.org/officeDocument/2006/relationships/image" Target="../media/image821.png"/><Relationship Id="rId21" Type="http://schemas.openxmlformats.org/officeDocument/2006/relationships/image" Target="../media/image807.png"/><Relationship Id="rId34" Type="http://schemas.openxmlformats.org/officeDocument/2006/relationships/customXml" Target="../ink/ink806.xml"/><Relationship Id="rId42" Type="http://schemas.openxmlformats.org/officeDocument/2006/relationships/customXml" Target="../ink/ink810.xml"/><Relationship Id="rId47" Type="http://schemas.openxmlformats.org/officeDocument/2006/relationships/image" Target="../media/image825.png"/><Relationship Id="rId50" Type="http://schemas.openxmlformats.org/officeDocument/2006/relationships/customXml" Target="../ink/ink814.xml"/><Relationship Id="rId55" Type="http://schemas.openxmlformats.org/officeDocument/2006/relationships/image" Target="../media/image835.png"/><Relationship Id="rId7" Type="http://schemas.openxmlformats.org/officeDocument/2006/relationships/image" Target="../media/image800.png"/><Relationship Id="rId2" Type="http://schemas.openxmlformats.org/officeDocument/2006/relationships/oleObject" Target="../embeddings/oleObject502.bin"/><Relationship Id="rId16" Type="http://schemas.openxmlformats.org/officeDocument/2006/relationships/customXml" Target="../ink/ink797.xml"/><Relationship Id="rId29" Type="http://schemas.openxmlformats.org/officeDocument/2006/relationships/image" Target="../media/image811.png"/><Relationship Id="rId11" Type="http://schemas.openxmlformats.org/officeDocument/2006/relationships/image" Target="../media/image802.png"/><Relationship Id="rId24" Type="http://schemas.openxmlformats.org/officeDocument/2006/relationships/customXml" Target="../ink/ink801.xml"/><Relationship Id="rId32" Type="http://schemas.openxmlformats.org/officeDocument/2006/relationships/customXml" Target="../ink/ink805.xml"/><Relationship Id="rId37" Type="http://schemas.openxmlformats.org/officeDocument/2006/relationships/image" Target="../media/image815.png"/><Relationship Id="rId40" Type="http://schemas.openxmlformats.org/officeDocument/2006/relationships/customXml" Target="../ink/ink809.xml"/><Relationship Id="rId45" Type="http://schemas.openxmlformats.org/officeDocument/2006/relationships/image" Target="../media/image824.png"/><Relationship Id="rId53" Type="http://schemas.openxmlformats.org/officeDocument/2006/relationships/image" Target="../media/image828.png"/><Relationship Id="rId5" Type="http://schemas.openxmlformats.org/officeDocument/2006/relationships/image" Target="../media/image717.wmf"/><Relationship Id="rId10" Type="http://schemas.openxmlformats.org/officeDocument/2006/relationships/customXml" Target="../ink/ink794.xml"/><Relationship Id="rId19" Type="http://schemas.openxmlformats.org/officeDocument/2006/relationships/image" Target="../media/image806.png"/><Relationship Id="rId31" Type="http://schemas.openxmlformats.org/officeDocument/2006/relationships/image" Target="../media/image812.png"/><Relationship Id="rId44" Type="http://schemas.openxmlformats.org/officeDocument/2006/relationships/customXml" Target="../ink/ink811.xml"/><Relationship Id="rId52" Type="http://schemas.openxmlformats.org/officeDocument/2006/relationships/customXml" Target="../ink/ink815.xml"/><Relationship Id="rId4" Type="http://schemas.openxmlformats.org/officeDocument/2006/relationships/oleObject" Target="../embeddings/oleObject503.bin"/><Relationship Id="rId9" Type="http://schemas.openxmlformats.org/officeDocument/2006/relationships/image" Target="../media/image801.png"/><Relationship Id="rId14" Type="http://schemas.openxmlformats.org/officeDocument/2006/relationships/customXml" Target="../ink/ink796.xml"/><Relationship Id="rId22" Type="http://schemas.openxmlformats.org/officeDocument/2006/relationships/customXml" Target="../ink/ink800.xml"/><Relationship Id="rId27" Type="http://schemas.openxmlformats.org/officeDocument/2006/relationships/image" Target="../media/image810.png"/><Relationship Id="rId30" Type="http://schemas.openxmlformats.org/officeDocument/2006/relationships/customXml" Target="../ink/ink804.xml"/><Relationship Id="rId35" Type="http://schemas.openxmlformats.org/officeDocument/2006/relationships/image" Target="../media/image814.png"/><Relationship Id="rId43" Type="http://schemas.openxmlformats.org/officeDocument/2006/relationships/image" Target="../media/image823.png"/><Relationship Id="rId48" Type="http://schemas.openxmlformats.org/officeDocument/2006/relationships/customXml" Target="../ink/ink813.xml"/><Relationship Id="rId8" Type="http://schemas.openxmlformats.org/officeDocument/2006/relationships/customXml" Target="../ink/ink793.xml"/><Relationship Id="rId51" Type="http://schemas.openxmlformats.org/officeDocument/2006/relationships/image" Target="../media/image827.png"/><Relationship Id="rId3" Type="http://schemas.openxmlformats.org/officeDocument/2006/relationships/image" Target="../media/image716.wmf"/><Relationship Id="rId12" Type="http://schemas.openxmlformats.org/officeDocument/2006/relationships/customXml" Target="../ink/ink795.xml"/><Relationship Id="rId17" Type="http://schemas.openxmlformats.org/officeDocument/2006/relationships/image" Target="../media/image805.png"/><Relationship Id="rId25" Type="http://schemas.openxmlformats.org/officeDocument/2006/relationships/image" Target="../media/image809.png"/><Relationship Id="rId33" Type="http://schemas.openxmlformats.org/officeDocument/2006/relationships/image" Target="../media/image813.png"/><Relationship Id="rId38" Type="http://schemas.openxmlformats.org/officeDocument/2006/relationships/customXml" Target="../ink/ink808.xml"/><Relationship Id="rId46" Type="http://schemas.openxmlformats.org/officeDocument/2006/relationships/customXml" Target="../ink/ink812.xml"/><Relationship Id="rId20" Type="http://schemas.openxmlformats.org/officeDocument/2006/relationships/customXml" Target="../ink/ink799.xml"/><Relationship Id="rId41" Type="http://schemas.openxmlformats.org/officeDocument/2006/relationships/image" Target="../media/image822.png"/><Relationship Id="rId54" Type="http://schemas.openxmlformats.org/officeDocument/2006/relationships/customXml" Target="../ink/ink816.xml"/><Relationship Id="rId1" Type="http://schemas.openxmlformats.org/officeDocument/2006/relationships/slideLayout" Target="../slideLayouts/slideLayout7.xml"/><Relationship Id="rId6" Type="http://schemas.openxmlformats.org/officeDocument/2006/relationships/customXml" Target="../ink/ink792.xml"/><Relationship Id="rId15" Type="http://schemas.openxmlformats.org/officeDocument/2006/relationships/image" Target="../media/image804.png"/><Relationship Id="rId23" Type="http://schemas.openxmlformats.org/officeDocument/2006/relationships/image" Target="../media/image808.png"/><Relationship Id="rId28" Type="http://schemas.openxmlformats.org/officeDocument/2006/relationships/customXml" Target="../ink/ink803.xml"/><Relationship Id="rId36" Type="http://schemas.openxmlformats.org/officeDocument/2006/relationships/customXml" Target="../ink/ink807.xml"/><Relationship Id="rId49" Type="http://schemas.openxmlformats.org/officeDocument/2006/relationships/image" Target="../media/image826.png"/></Relationships>
</file>

<file path=ppt/slides/_rels/slide128.xml.rels><?xml version="1.0" encoding="UTF-8" standalone="yes"?>
<Relationships xmlns="http://schemas.openxmlformats.org/package/2006/relationships"><Relationship Id="rId26" Type="http://schemas.openxmlformats.org/officeDocument/2006/relationships/customXml" Target="../ink/ink825.xml"/><Relationship Id="rId21" Type="http://schemas.openxmlformats.org/officeDocument/2006/relationships/image" Target="../media/image910.png"/><Relationship Id="rId42" Type="http://schemas.openxmlformats.org/officeDocument/2006/relationships/customXml" Target="../ink/ink833.xml"/><Relationship Id="rId47" Type="http://schemas.openxmlformats.org/officeDocument/2006/relationships/image" Target="../media/image954.png"/><Relationship Id="rId63" Type="http://schemas.openxmlformats.org/officeDocument/2006/relationships/image" Target="../media/image962.png"/><Relationship Id="rId68" Type="http://schemas.openxmlformats.org/officeDocument/2006/relationships/customXml" Target="../ink/ink846.xml"/><Relationship Id="rId2" Type="http://schemas.openxmlformats.org/officeDocument/2006/relationships/oleObject" Target="../embeddings/oleObject504.bin"/><Relationship Id="rId16" Type="http://schemas.openxmlformats.org/officeDocument/2006/relationships/customXml" Target="../ink/ink820.xml"/><Relationship Id="rId29" Type="http://schemas.openxmlformats.org/officeDocument/2006/relationships/image" Target="../media/image941.png"/><Relationship Id="rId11" Type="http://schemas.openxmlformats.org/officeDocument/2006/relationships/image" Target="../media/image944.png"/><Relationship Id="rId24" Type="http://schemas.openxmlformats.org/officeDocument/2006/relationships/customXml" Target="../ink/ink824.xml"/><Relationship Id="rId32" Type="http://schemas.openxmlformats.org/officeDocument/2006/relationships/customXml" Target="../ink/ink828.xml"/><Relationship Id="rId37" Type="http://schemas.openxmlformats.org/officeDocument/2006/relationships/image" Target="../media/image949.png"/><Relationship Id="rId40" Type="http://schemas.openxmlformats.org/officeDocument/2006/relationships/customXml" Target="../ink/ink832.xml"/><Relationship Id="rId45" Type="http://schemas.openxmlformats.org/officeDocument/2006/relationships/image" Target="../media/image953.png"/><Relationship Id="rId53" Type="http://schemas.openxmlformats.org/officeDocument/2006/relationships/image" Target="../media/image957.png"/><Relationship Id="rId58" Type="http://schemas.openxmlformats.org/officeDocument/2006/relationships/customXml" Target="../ink/ink841.xml"/><Relationship Id="rId66" Type="http://schemas.openxmlformats.org/officeDocument/2006/relationships/customXml" Target="../ink/ink845.xml"/><Relationship Id="rId5" Type="http://schemas.openxmlformats.org/officeDocument/2006/relationships/image" Target="../media/image719.wmf"/><Relationship Id="rId61" Type="http://schemas.openxmlformats.org/officeDocument/2006/relationships/image" Target="../media/image961.png"/><Relationship Id="rId19" Type="http://schemas.openxmlformats.org/officeDocument/2006/relationships/image" Target="../media/image909.png"/><Relationship Id="rId14" Type="http://schemas.openxmlformats.org/officeDocument/2006/relationships/customXml" Target="../ink/ink819.xml"/><Relationship Id="rId22" Type="http://schemas.openxmlformats.org/officeDocument/2006/relationships/customXml" Target="../ink/ink823.xml"/><Relationship Id="rId27" Type="http://schemas.openxmlformats.org/officeDocument/2006/relationships/image" Target="../media/image940.png"/><Relationship Id="rId30" Type="http://schemas.openxmlformats.org/officeDocument/2006/relationships/customXml" Target="../ink/ink827.xml"/><Relationship Id="rId35" Type="http://schemas.openxmlformats.org/officeDocument/2006/relationships/image" Target="../media/image948.png"/><Relationship Id="rId43" Type="http://schemas.openxmlformats.org/officeDocument/2006/relationships/image" Target="../media/image952.png"/><Relationship Id="rId48" Type="http://schemas.openxmlformats.org/officeDocument/2006/relationships/customXml" Target="../ink/ink836.xml"/><Relationship Id="rId56" Type="http://schemas.openxmlformats.org/officeDocument/2006/relationships/customXml" Target="../ink/ink840.xml"/><Relationship Id="rId64" Type="http://schemas.openxmlformats.org/officeDocument/2006/relationships/customXml" Target="../ink/ink844.xml"/><Relationship Id="rId69" Type="http://schemas.openxmlformats.org/officeDocument/2006/relationships/image" Target="../media/image965.png"/><Relationship Id="rId8" Type="http://schemas.openxmlformats.org/officeDocument/2006/relationships/oleObject" Target="../embeddings/oleObject507.bin"/><Relationship Id="rId51" Type="http://schemas.openxmlformats.org/officeDocument/2006/relationships/image" Target="../media/image956.png"/><Relationship Id="rId72" Type="http://schemas.openxmlformats.org/officeDocument/2006/relationships/customXml" Target="../ink/ink848.xml"/><Relationship Id="rId3" Type="http://schemas.openxmlformats.org/officeDocument/2006/relationships/image" Target="../media/image718.wmf"/><Relationship Id="rId12" Type="http://schemas.openxmlformats.org/officeDocument/2006/relationships/customXml" Target="../ink/ink818.xml"/><Relationship Id="rId17" Type="http://schemas.openxmlformats.org/officeDocument/2006/relationships/image" Target="../media/image947.png"/><Relationship Id="rId25" Type="http://schemas.openxmlformats.org/officeDocument/2006/relationships/image" Target="../media/image939.png"/><Relationship Id="rId33" Type="http://schemas.openxmlformats.org/officeDocument/2006/relationships/image" Target="../media/image943.png"/><Relationship Id="rId38" Type="http://schemas.openxmlformats.org/officeDocument/2006/relationships/customXml" Target="../ink/ink831.xml"/><Relationship Id="rId46" Type="http://schemas.openxmlformats.org/officeDocument/2006/relationships/customXml" Target="../ink/ink835.xml"/><Relationship Id="rId59" Type="http://schemas.openxmlformats.org/officeDocument/2006/relationships/image" Target="../media/image960.png"/><Relationship Id="rId67" Type="http://schemas.openxmlformats.org/officeDocument/2006/relationships/image" Target="../media/image964.png"/><Relationship Id="rId20" Type="http://schemas.openxmlformats.org/officeDocument/2006/relationships/customXml" Target="../ink/ink822.xml"/><Relationship Id="rId41" Type="http://schemas.openxmlformats.org/officeDocument/2006/relationships/image" Target="../media/image951.png"/><Relationship Id="rId54" Type="http://schemas.openxmlformats.org/officeDocument/2006/relationships/customXml" Target="../ink/ink839.xml"/><Relationship Id="rId62" Type="http://schemas.openxmlformats.org/officeDocument/2006/relationships/customXml" Target="../ink/ink843.xml"/><Relationship Id="rId70" Type="http://schemas.openxmlformats.org/officeDocument/2006/relationships/customXml" Target="../ink/ink847.xml"/><Relationship Id="rId1" Type="http://schemas.openxmlformats.org/officeDocument/2006/relationships/slideLayout" Target="../slideLayouts/slideLayout7.xml"/><Relationship Id="rId6" Type="http://schemas.openxmlformats.org/officeDocument/2006/relationships/oleObject" Target="../embeddings/oleObject506.bin"/><Relationship Id="rId15" Type="http://schemas.openxmlformats.org/officeDocument/2006/relationships/image" Target="../media/image946.png"/><Relationship Id="rId23" Type="http://schemas.openxmlformats.org/officeDocument/2006/relationships/image" Target="../media/image938.png"/><Relationship Id="rId28" Type="http://schemas.openxmlformats.org/officeDocument/2006/relationships/customXml" Target="../ink/ink826.xml"/><Relationship Id="rId36" Type="http://schemas.openxmlformats.org/officeDocument/2006/relationships/customXml" Target="../ink/ink830.xml"/><Relationship Id="rId49" Type="http://schemas.openxmlformats.org/officeDocument/2006/relationships/image" Target="../media/image955.png"/><Relationship Id="rId57" Type="http://schemas.openxmlformats.org/officeDocument/2006/relationships/image" Target="../media/image959.png"/><Relationship Id="rId10" Type="http://schemas.openxmlformats.org/officeDocument/2006/relationships/customXml" Target="../ink/ink817.xml"/><Relationship Id="rId31" Type="http://schemas.openxmlformats.org/officeDocument/2006/relationships/image" Target="../media/image942.png"/><Relationship Id="rId44" Type="http://schemas.openxmlformats.org/officeDocument/2006/relationships/customXml" Target="../ink/ink834.xml"/><Relationship Id="rId52" Type="http://schemas.openxmlformats.org/officeDocument/2006/relationships/customXml" Target="../ink/ink838.xml"/><Relationship Id="rId60" Type="http://schemas.openxmlformats.org/officeDocument/2006/relationships/customXml" Target="../ink/ink842.xml"/><Relationship Id="rId65" Type="http://schemas.openxmlformats.org/officeDocument/2006/relationships/image" Target="../media/image963.png"/><Relationship Id="rId73" Type="http://schemas.openxmlformats.org/officeDocument/2006/relationships/image" Target="../media/image967.png"/><Relationship Id="rId4" Type="http://schemas.openxmlformats.org/officeDocument/2006/relationships/oleObject" Target="../embeddings/oleObject505.bin"/><Relationship Id="rId9" Type="http://schemas.openxmlformats.org/officeDocument/2006/relationships/image" Target="../media/image721.wmf"/><Relationship Id="rId13" Type="http://schemas.openxmlformats.org/officeDocument/2006/relationships/image" Target="../media/image945.png"/><Relationship Id="rId18" Type="http://schemas.openxmlformats.org/officeDocument/2006/relationships/customXml" Target="../ink/ink821.xml"/><Relationship Id="rId39" Type="http://schemas.openxmlformats.org/officeDocument/2006/relationships/image" Target="../media/image950.png"/><Relationship Id="rId34" Type="http://schemas.openxmlformats.org/officeDocument/2006/relationships/customXml" Target="../ink/ink829.xml"/><Relationship Id="rId50" Type="http://schemas.openxmlformats.org/officeDocument/2006/relationships/customXml" Target="../ink/ink837.xml"/><Relationship Id="rId55" Type="http://schemas.openxmlformats.org/officeDocument/2006/relationships/image" Target="../media/image958.png"/><Relationship Id="rId7" Type="http://schemas.openxmlformats.org/officeDocument/2006/relationships/image" Target="../media/image720.wmf"/><Relationship Id="rId71" Type="http://schemas.openxmlformats.org/officeDocument/2006/relationships/image" Target="../media/image966.png"/></Relationships>
</file>

<file path=ppt/slides/_rels/slide129.xml.rels><?xml version="1.0" encoding="UTF-8" standalone="yes"?>
<Relationships xmlns="http://schemas.openxmlformats.org/package/2006/relationships"><Relationship Id="rId8" Type="http://schemas.openxmlformats.org/officeDocument/2006/relationships/oleObject" Target="../embeddings/oleObject505.bin"/><Relationship Id="rId13" Type="http://schemas.openxmlformats.org/officeDocument/2006/relationships/image" Target="../media/image720.wmf"/><Relationship Id="rId3" Type="http://schemas.openxmlformats.org/officeDocument/2006/relationships/image" Target="../media/image722.wmf"/><Relationship Id="rId7" Type="http://schemas.openxmlformats.org/officeDocument/2006/relationships/image" Target="../media/image724.wmf"/><Relationship Id="rId12" Type="http://schemas.openxmlformats.org/officeDocument/2006/relationships/oleObject" Target="../embeddings/oleObject506.bin"/><Relationship Id="rId2" Type="http://schemas.openxmlformats.org/officeDocument/2006/relationships/oleObject" Target="../embeddings/oleObject508.bin"/><Relationship Id="rId1" Type="http://schemas.openxmlformats.org/officeDocument/2006/relationships/slideLayout" Target="../slideLayouts/slideLayout7.xml"/><Relationship Id="rId6" Type="http://schemas.openxmlformats.org/officeDocument/2006/relationships/oleObject" Target="../embeddings/oleObject510.bin"/><Relationship Id="rId11" Type="http://schemas.openxmlformats.org/officeDocument/2006/relationships/image" Target="../media/image725.wmf"/><Relationship Id="rId5" Type="http://schemas.openxmlformats.org/officeDocument/2006/relationships/image" Target="../media/image723.wmf"/><Relationship Id="rId15" Type="http://schemas.openxmlformats.org/officeDocument/2006/relationships/oleObject" Target="../embeddings/oleObject513.bin"/><Relationship Id="rId10" Type="http://schemas.openxmlformats.org/officeDocument/2006/relationships/oleObject" Target="../embeddings/oleObject511.bin"/><Relationship Id="rId4" Type="http://schemas.openxmlformats.org/officeDocument/2006/relationships/oleObject" Target="../embeddings/oleObject509.bin"/><Relationship Id="rId9" Type="http://schemas.openxmlformats.org/officeDocument/2006/relationships/image" Target="../media/image719.wmf"/><Relationship Id="rId14" Type="http://schemas.openxmlformats.org/officeDocument/2006/relationships/oleObject" Target="../embeddings/oleObject512.bin"/></Relationships>
</file>

<file path=ppt/slides/_rels/slide130.xml.rels><?xml version="1.0" encoding="UTF-8" standalone="yes"?>
<Relationships xmlns="http://schemas.openxmlformats.org/package/2006/relationships"><Relationship Id="rId8" Type="http://schemas.openxmlformats.org/officeDocument/2006/relationships/image" Target="../media/image728.wmf"/><Relationship Id="rId13" Type="http://schemas.openxmlformats.org/officeDocument/2006/relationships/customXml" Target="../ink/ink851.xml"/><Relationship Id="rId3" Type="http://schemas.openxmlformats.org/officeDocument/2006/relationships/oleObject" Target="../embeddings/oleObject514.bin"/><Relationship Id="rId7" Type="http://schemas.openxmlformats.org/officeDocument/2006/relationships/oleObject" Target="../embeddings/oleObject516.bin"/><Relationship Id="rId12" Type="http://schemas.openxmlformats.org/officeDocument/2006/relationships/image" Target="../media/image976.png"/><Relationship Id="rId2" Type="http://schemas.openxmlformats.org/officeDocument/2006/relationships/audio" Target="../media/audio1.wav"/><Relationship Id="rId1" Type="http://schemas.openxmlformats.org/officeDocument/2006/relationships/slideLayout" Target="../slideLayouts/slideLayout7.xml"/><Relationship Id="rId6" Type="http://schemas.openxmlformats.org/officeDocument/2006/relationships/image" Target="../media/image727.wmf"/><Relationship Id="rId11" Type="http://schemas.openxmlformats.org/officeDocument/2006/relationships/customXml" Target="../ink/ink850.xml"/><Relationship Id="rId5" Type="http://schemas.openxmlformats.org/officeDocument/2006/relationships/oleObject" Target="../embeddings/oleObject515.bin"/><Relationship Id="rId10" Type="http://schemas.openxmlformats.org/officeDocument/2006/relationships/image" Target="../media/image975.png"/><Relationship Id="rId4" Type="http://schemas.openxmlformats.org/officeDocument/2006/relationships/image" Target="../media/image726.wmf"/><Relationship Id="rId9" Type="http://schemas.openxmlformats.org/officeDocument/2006/relationships/customXml" Target="../ink/ink849.xml"/><Relationship Id="rId14" Type="http://schemas.openxmlformats.org/officeDocument/2006/relationships/image" Target="../media/image977.png"/></Relationships>
</file>

<file path=ppt/slides/_rels/slide131.xml.rels><?xml version="1.0" encoding="UTF-8" standalone="yes"?>
<Relationships xmlns="http://schemas.openxmlformats.org/package/2006/relationships"><Relationship Id="rId3" Type="http://schemas.openxmlformats.org/officeDocument/2006/relationships/customXml" Target="../ink/ink852.xml"/><Relationship Id="rId2" Type="http://schemas.openxmlformats.org/officeDocument/2006/relationships/image" Target="../media/image730.png"/><Relationship Id="rId1" Type="http://schemas.openxmlformats.org/officeDocument/2006/relationships/slideLayout" Target="../slideLayouts/slideLayout7.xml"/><Relationship Id="rId6" Type="http://schemas.openxmlformats.org/officeDocument/2006/relationships/image" Target="../media/image980.png"/><Relationship Id="rId5" Type="http://schemas.openxmlformats.org/officeDocument/2006/relationships/customXml" Target="../ink/ink853.xml"/><Relationship Id="rId4" Type="http://schemas.openxmlformats.org/officeDocument/2006/relationships/image" Target="../media/image979.png"/></Relationships>
</file>

<file path=ppt/slides/_rels/slide132.xml.rels><?xml version="1.0" encoding="UTF-8" standalone="yes"?>
<Relationships xmlns="http://schemas.openxmlformats.org/package/2006/relationships"><Relationship Id="rId8" Type="http://schemas.openxmlformats.org/officeDocument/2006/relationships/image" Target="../media/image733.wmf"/><Relationship Id="rId3" Type="http://schemas.openxmlformats.org/officeDocument/2006/relationships/oleObject" Target="../embeddings/oleObject517.bin"/><Relationship Id="rId7" Type="http://schemas.openxmlformats.org/officeDocument/2006/relationships/oleObject" Target="../embeddings/oleObject519.bin"/><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openxmlformats.org/officeDocument/2006/relationships/image" Target="../media/image732.wmf"/><Relationship Id="rId5" Type="http://schemas.openxmlformats.org/officeDocument/2006/relationships/oleObject" Target="../embeddings/oleObject518.bin"/><Relationship Id="rId4" Type="http://schemas.openxmlformats.org/officeDocument/2006/relationships/image" Target="../media/image731.wmf"/></Relationships>
</file>

<file path=ppt/slides/_rels/slide133.xml.rels><?xml version="1.0" encoding="UTF-8" standalone="yes"?>
<Relationships xmlns="http://schemas.openxmlformats.org/package/2006/relationships"><Relationship Id="rId8" Type="http://schemas.openxmlformats.org/officeDocument/2006/relationships/oleObject" Target="../embeddings/oleObject523.bin"/><Relationship Id="rId3" Type="http://schemas.openxmlformats.org/officeDocument/2006/relationships/image" Target="../media/image734.wmf"/><Relationship Id="rId7" Type="http://schemas.openxmlformats.org/officeDocument/2006/relationships/image" Target="../media/image736.wmf"/><Relationship Id="rId2" Type="http://schemas.openxmlformats.org/officeDocument/2006/relationships/oleObject" Target="../embeddings/oleObject520.bin"/><Relationship Id="rId1" Type="http://schemas.openxmlformats.org/officeDocument/2006/relationships/slideLayout" Target="../slideLayouts/slideLayout2.xml"/><Relationship Id="rId6" Type="http://schemas.openxmlformats.org/officeDocument/2006/relationships/oleObject" Target="../embeddings/oleObject522.bin"/><Relationship Id="rId11" Type="http://schemas.openxmlformats.org/officeDocument/2006/relationships/image" Target="../media/image738.wmf"/><Relationship Id="rId5" Type="http://schemas.openxmlformats.org/officeDocument/2006/relationships/image" Target="../media/image735.wmf"/><Relationship Id="rId10" Type="http://schemas.openxmlformats.org/officeDocument/2006/relationships/oleObject" Target="../embeddings/oleObject524.bin"/><Relationship Id="rId4" Type="http://schemas.openxmlformats.org/officeDocument/2006/relationships/oleObject" Target="../embeddings/oleObject521.bin"/><Relationship Id="rId9" Type="http://schemas.openxmlformats.org/officeDocument/2006/relationships/image" Target="../media/image737.wmf"/></Relationships>
</file>

<file path=ppt/slides/_rels/slide134.xml.rels><?xml version="1.0" encoding="UTF-8" standalone="yes"?>
<Relationships xmlns="http://schemas.openxmlformats.org/package/2006/relationships"><Relationship Id="rId8" Type="http://schemas.openxmlformats.org/officeDocument/2006/relationships/image" Target="../media/image741.wmf"/><Relationship Id="rId3" Type="http://schemas.openxmlformats.org/officeDocument/2006/relationships/oleObject" Target="../embeddings/oleObject525.bin"/><Relationship Id="rId7" Type="http://schemas.openxmlformats.org/officeDocument/2006/relationships/oleObject" Target="../embeddings/oleObject527.bin"/><Relationship Id="rId2" Type="http://schemas.openxmlformats.org/officeDocument/2006/relationships/notesSlide" Target="../notesSlides/notesSlide20.xml"/><Relationship Id="rId1" Type="http://schemas.openxmlformats.org/officeDocument/2006/relationships/slideLayout" Target="../slideLayouts/slideLayout2.xml"/><Relationship Id="rId6" Type="http://schemas.openxmlformats.org/officeDocument/2006/relationships/image" Target="../media/image740.wmf"/><Relationship Id="rId5" Type="http://schemas.openxmlformats.org/officeDocument/2006/relationships/oleObject" Target="../embeddings/oleObject526.bin"/><Relationship Id="rId10" Type="http://schemas.openxmlformats.org/officeDocument/2006/relationships/image" Target="../media/image742.wmf"/><Relationship Id="rId4" Type="http://schemas.openxmlformats.org/officeDocument/2006/relationships/image" Target="../media/image739.wmf"/><Relationship Id="rId9" Type="http://schemas.openxmlformats.org/officeDocument/2006/relationships/oleObject" Target="../embeddings/oleObject528.bin"/></Relationships>
</file>

<file path=ppt/slides/_rels/slide135.xml.rels><?xml version="1.0" encoding="UTF-8" standalone="yes"?>
<Relationships xmlns="http://schemas.openxmlformats.org/package/2006/relationships"><Relationship Id="rId8" Type="http://schemas.openxmlformats.org/officeDocument/2006/relationships/oleObject" Target="../embeddings/oleObject532.bin"/><Relationship Id="rId13" Type="http://schemas.openxmlformats.org/officeDocument/2006/relationships/image" Target="../media/image748.wmf"/><Relationship Id="rId3" Type="http://schemas.openxmlformats.org/officeDocument/2006/relationships/image" Target="../media/image743.wmf"/><Relationship Id="rId7" Type="http://schemas.openxmlformats.org/officeDocument/2006/relationships/image" Target="../media/image745.wmf"/><Relationship Id="rId12" Type="http://schemas.openxmlformats.org/officeDocument/2006/relationships/oleObject" Target="../embeddings/oleObject534.bin"/><Relationship Id="rId17" Type="http://schemas.openxmlformats.org/officeDocument/2006/relationships/image" Target="../media/image750.wmf"/><Relationship Id="rId2" Type="http://schemas.openxmlformats.org/officeDocument/2006/relationships/oleObject" Target="../embeddings/oleObject529.bin"/><Relationship Id="rId16" Type="http://schemas.openxmlformats.org/officeDocument/2006/relationships/oleObject" Target="../embeddings/oleObject536.bin"/><Relationship Id="rId1" Type="http://schemas.openxmlformats.org/officeDocument/2006/relationships/slideLayout" Target="../slideLayouts/slideLayout4.xml"/><Relationship Id="rId6" Type="http://schemas.openxmlformats.org/officeDocument/2006/relationships/oleObject" Target="../embeddings/oleObject531.bin"/><Relationship Id="rId11" Type="http://schemas.openxmlformats.org/officeDocument/2006/relationships/image" Target="../media/image747.wmf"/><Relationship Id="rId5" Type="http://schemas.openxmlformats.org/officeDocument/2006/relationships/image" Target="../media/image744.wmf"/><Relationship Id="rId15" Type="http://schemas.openxmlformats.org/officeDocument/2006/relationships/image" Target="../media/image749.wmf"/><Relationship Id="rId10" Type="http://schemas.openxmlformats.org/officeDocument/2006/relationships/oleObject" Target="../embeddings/oleObject533.bin"/><Relationship Id="rId4" Type="http://schemas.openxmlformats.org/officeDocument/2006/relationships/oleObject" Target="../embeddings/oleObject530.bin"/><Relationship Id="rId9" Type="http://schemas.openxmlformats.org/officeDocument/2006/relationships/image" Target="../media/image746.wmf"/><Relationship Id="rId14" Type="http://schemas.openxmlformats.org/officeDocument/2006/relationships/oleObject" Target="../embeddings/oleObject535.bin"/></Relationships>
</file>

<file path=ppt/slides/_rels/slide136.xml.rels><?xml version="1.0" encoding="UTF-8" standalone="yes"?>
<Relationships xmlns="http://schemas.openxmlformats.org/package/2006/relationships"><Relationship Id="rId3" Type="http://schemas.openxmlformats.org/officeDocument/2006/relationships/oleObject" Target="../embeddings/oleObject537.bin"/><Relationship Id="rId2" Type="http://schemas.openxmlformats.org/officeDocument/2006/relationships/image" Target="../media/image787.png"/><Relationship Id="rId1" Type="http://schemas.openxmlformats.org/officeDocument/2006/relationships/slideLayout" Target="../slideLayouts/slideLayout15.xml"/><Relationship Id="rId6" Type="http://schemas.openxmlformats.org/officeDocument/2006/relationships/image" Target="../media/image748.wmf"/><Relationship Id="rId5" Type="http://schemas.openxmlformats.org/officeDocument/2006/relationships/oleObject" Target="../embeddings/oleObject534.bin"/><Relationship Id="rId4" Type="http://schemas.openxmlformats.org/officeDocument/2006/relationships/image" Target="../media/image744.wmf"/></Relationships>
</file>

<file path=ppt/slides/_rels/slide137.xml.rels><?xml version="1.0" encoding="UTF-8" standalone="yes"?>
<Relationships xmlns="http://schemas.openxmlformats.org/package/2006/relationships"><Relationship Id="rId8" Type="http://schemas.openxmlformats.org/officeDocument/2006/relationships/image" Target="../media/image790.wmf"/><Relationship Id="rId13" Type="http://schemas.openxmlformats.org/officeDocument/2006/relationships/oleObject" Target="../embeddings/oleObject543.bin"/><Relationship Id="rId3" Type="http://schemas.openxmlformats.org/officeDocument/2006/relationships/oleObject" Target="../embeddings/oleObject538.bin"/><Relationship Id="rId7" Type="http://schemas.openxmlformats.org/officeDocument/2006/relationships/oleObject" Target="../embeddings/oleObject540.bin"/><Relationship Id="rId12" Type="http://schemas.openxmlformats.org/officeDocument/2006/relationships/image" Target="../media/image792.wmf"/><Relationship Id="rId2" Type="http://schemas.openxmlformats.org/officeDocument/2006/relationships/notesSlide" Target="../notesSlides/notesSlide21.xml"/><Relationship Id="rId16" Type="http://schemas.openxmlformats.org/officeDocument/2006/relationships/image" Target="../media/image748.wmf"/><Relationship Id="rId1" Type="http://schemas.openxmlformats.org/officeDocument/2006/relationships/slideLayout" Target="../slideLayouts/slideLayout12.xml"/><Relationship Id="rId6" Type="http://schemas.openxmlformats.org/officeDocument/2006/relationships/image" Target="../media/image789.wmf"/><Relationship Id="rId11" Type="http://schemas.openxmlformats.org/officeDocument/2006/relationships/oleObject" Target="../embeddings/oleObject542.bin"/><Relationship Id="rId5" Type="http://schemas.openxmlformats.org/officeDocument/2006/relationships/oleObject" Target="../embeddings/oleObject539.bin"/><Relationship Id="rId15" Type="http://schemas.openxmlformats.org/officeDocument/2006/relationships/oleObject" Target="../embeddings/oleObject534.bin"/><Relationship Id="rId10" Type="http://schemas.openxmlformats.org/officeDocument/2006/relationships/image" Target="../media/image791.wmf"/><Relationship Id="rId4" Type="http://schemas.openxmlformats.org/officeDocument/2006/relationships/image" Target="../media/image788.wmf"/><Relationship Id="rId9" Type="http://schemas.openxmlformats.org/officeDocument/2006/relationships/oleObject" Target="../embeddings/oleObject541.bin"/><Relationship Id="rId14" Type="http://schemas.openxmlformats.org/officeDocument/2006/relationships/image" Target="../media/image968.png"/></Relationships>
</file>

<file path=ppt/slides/_rels/slide138.xml.rels><?xml version="1.0" encoding="UTF-8" standalone="yes"?>
<Relationships xmlns="http://schemas.openxmlformats.org/package/2006/relationships"><Relationship Id="rId8" Type="http://schemas.openxmlformats.org/officeDocument/2006/relationships/image" Target="../media/image971.wmf"/><Relationship Id="rId3" Type="http://schemas.openxmlformats.org/officeDocument/2006/relationships/oleObject" Target="../embeddings/oleObject544.bin"/><Relationship Id="rId7" Type="http://schemas.openxmlformats.org/officeDocument/2006/relationships/oleObject" Target="../embeddings/oleObject546.bin"/><Relationship Id="rId2" Type="http://schemas.openxmlformats.org/officeDocument/2006/relationships/notesSlide" Target="../notesSlides/notesSlide22.xml"/><Relationship Id="rId1" Type="http://schemas.openxmlformats.org/officeDocument/2006/relationships/slideLayout" Target="../slideLayouts/slideLayout14.xml"/><Relationship Id="rId6" Type="http://schemas.openxmlformats.org/officeDocument/2006/relationships/image" Target="../media/image970.wmf"/><Relationship Id="rId5" Type="http://schemas.openxmlformats.org/officeDocument/2006/relationships/oleObject" Target="../embeddings/oleObject545.bin"/><Relationship Id="rId4" Type="http://schemas.openxmlformats.org/officeDocument/2006/relationships/image" Target="../media/image969.wmf"/></Relationships>
</file>

<file path=ppt/slides/_rels/slide139.xml.rels><?xml version="1.0" encoding="UTF-8" standalone="yes"?>
<Relationships xmlns="http://schemas.openxmlformats.org/package/2006/relationships"><Relationship Id="rId3" Type="http://schemas.openxmlformats.org/officeDocument/2006/relationships/image" Target="../media/image972.wmf"/><Relationship Id="rId7" Type="http://schemas.openxmlformats.org/officeDocument/2006/relationships/image" Target="../media/image974.wmf"/><Relationship Id="rId2" Type="http://schemas.openxmlformats.org/officeDocument/2006/relationships/oleObject" Target="../embeddings/oleObject547.bin"/><Relationship Id="rId1" Type="http://schemas.openxmlformats.org/officeDocument/2006/relationships/slideLayout" Target="../slideLayouts/slideLayout2.xml"/><Relationship Id="rId6" Type="http://schemas.openxmlformats.org/officeDocument/2006/relationships/oleObject" Target="../embeddings/oleObject549.bin"/><Relationship Id="rId5" Type="http://schemas.openxmlformats.org/officeDocument/2006/relationships/image" Target="../media/image973.wmf"/><Relationship Id="rId4" Type="http://schemas.openxmlformats.org/officeDocument/2006/relationships/oleObject" Target="../embeddings/oleObject548.bin"/></Relationships>
</file>

<file path=ppt/slides/_rels/slide140.xml.rels><?xml version="1.0" encoding="UTF-8" standalone="yes"?>
<Relationships xmlns="http://schemas.openxmlformats.org/package/2006/relationships"><Relationship Id="rId3" Type="http://schemas.openxmlformats.org/officeDocument/2006/relationships/image" Target="../media/image975.wmf"/><Relationship Id="rId2" Type="http://schemas.openxmlformats.org/officeDocument/2006/relationships/oleObject" Target="../embeddings/oleObject550.bin"/><Relationship Id="rId1" Type="http://schemas.openxmlformats.org/officeDocument/2006/relationships/slideLayout" Target="../slideLayouts/slideLayout2.xml"/><Relationship Id="rId5" Type="http://schemas.openxmlformats.org/officeDocument/2006/relationships/image" Target="../media/image976.wmf"/><Relationship Id="rId4" Type="http://schemas.openxmlformats.org/officeDocument/2006/relationships/oleObject" Target="../embeddings/oleObject551.bin"/></Relationships>
</file>

<file path=ppt/slides/_rels/slide141.xml.rels><?xml version="1.0" encoding="UTF-8" standalone="yes"?>
<Relationships xmlns="http://schemas.openxmlformats.org/package/2006/relationships"><Relationship Id="rId8" Type="http://schemas.openxmlformats.org/officeDocument/2006/relationships/image" Target="../media/image979.wmf"/><Relationship Id="rId13" Type="http://schemas.openxmlformats.org/officeDocument/2006/relationships/oleObject" Target="../embeddings/oleObject557.bin"/><Relationship Id="rId18" Type="http://schemas.openxmlformats.org/officeDocument/2006/relationships/image" Target="../media/image984.wmf"/><Relationship Id="rId3" Type="http://schemas.openxmlformats.org/officeDocument/2006/relationships/oleObject" Target="../embeddings/oleObject552.bin"/><Relationship Id="rId7" Type="http://schemas.openxmlformats.org/officeDocument/2006/relationships/oleObject" Target="../embeddings/oleObject554.bin"/><Relationship Id="rId12" Type="http://schemas.openxmlformats.org/officeDocument/2006/relationships/image" Target="../media/image981.wmf"/><Relationship Id="rId17" Type="http://schemas.openxmlformats.org/officeDocument/2006/relationships/oleObject" Target="../embeddings/oleObject559.bin"/><Relationship Id="rId2" Type="http://schemas.openxmlformats.org/officeDocument/2006/relationships/audio" Target="../media/audio2.wav"/><Relationship Id="rId16" Type="http://schemas.openxmlformats.org/officeDocument/2006/relationships/image" Target="../media/image983.wmf"/><Relationship Id="rId1" Type="http://schemas.openxmlformats.org/officeDocument/2006/relationships/slideLayout" Target="../slideLayouts/slideLayout15.xml"/><Relationship Id="rId6" Type="http://schemas.openxmlformats.org/officeDocument/2006/relationships/image" Target="../media/image978.wmf"/><Relationship Id="rId11" Type="http://schemas.openxmlformats.org/officeDocument/2006/relationships/oleObject" Target="../embeddings/oleObject556.bin"/><Relationship Id="rId5" Type="http://schemas.openxmlformats.org/officeDocument/2006/relationships/oleObject" Target="../embeddings/oleObject553.bin"/><Relationship Id="rId15" Type="http://schemas.openxmlformats.org/officeDocument/2006/relationships/oleObject" Target="../embeddings/oleObject558.bin"/><Relationship Id="rId10" Type="http://schemas.openxmlformats.org/officeDocument/2006/relationships/image" Target="../media/image980.wmf"/><Relationship Id="rId4" Type="http://schemas.openxmlformats.org/officeDocument/2006/relationships/image" Target="../media/image977.wmf"/><Relationship Id="rId9" Type="http://schemas.openxmlformats.org/officeDocument/2006/relationships/oleObject" Target="../embeddings/oleObject555.bin"/><Relationship Id="rId14" Type="http://schemas.openxmlformats.org/officeDocument/2006/relationships/image" Target="../media/image982.wmf"/></Relationships>
</file>

<file path=ppt/slides/_rels/slide142.xml.rels><?xml version="1.0" encoding="UTF-8" standalone="yes"?>
<Relationships xmlns="http://schemas.openxmlformats.org/package/2006/relationships"><Relationship Id="rId8" Type="http://schemas.openxmlformats.org/officeDocument/2006/relationships/image" Target="../media/image987.wmf"/><Relationship Id="rId3" Type="http://schemas.openxmlformats.org/officeDocument/2006/relationships/oleObject" Target="../embeddings/oleObject560.bin"/><Relationship Id="rId7" Type="http://schemas.openxmlformats.org/officeDocument/2006/relationships/oleObject" Target="../embeddings/oleObject562.bin"/><Relationship Id="rId2" Type="http://schemas.openxmlformats.org/officeDocument/2006/relationships/audio" Target="../media/audio1.wav"/><Relationship Id="rId1" Type="http://schemas.openxmlformats.org/officeDocument/2006/relationships/slideLayout" Target="../slideLayouts/slideLayout13.xml"/><Relationship Id="rId6" Type="http://schemas.openxmlformats.org/officeDocument/2006/relationships/image" Target="../media/image986.wmf"/><Relationship Id="rId5" Type="http://schemas.openxmlformats.org/officeDocument/2006/relationships/oleObject" Target="../embeddings/oleObject561.bin"/><Relationship Id="rId4" Type="http://schemas.openxmlformats.org/officeDocument/2006/relationships/image" Target="../media/image985.wmf"/></Relationships>
</file>

<file path=ppt/slides/_rels/slide143.xml.rels><?xml version="1.0" encoding="UTF-8" standalone="yes"?>
<Relationships xmlns="http://schemas.openxmlformats.org/package/2006/relationships"><Relationship Id="rId8" Type="http://schemas.openxmlformats.org/officeDocument/2006/relationships/image" Target="../media/image990.wmf"/><Relationship Id="rId13" Type="http://schemas.openxmlformats.org/officeDocument/2006/relationships/customXml" Target="../ink/ink856.xml"/><Relationship Id="rId3" Type="http://schemas.openxmlformats.org/officeDocument/2006/relationships/oleObject" Target="../embeddings/oleObject563.bin"/><Relationship Id="rId7" Type="http://schemas.openxmlformats.org/officeDocument/2006/relationships/oleObject" Target="../embeddings/oleObject565.bin"/><Relationship Id="rId12" Type="http://schemas.openxmlformats.org/officeDocument/2006/relationships/image" Target="../media/image992.png"/><Relationship Id="rId2" Type="http://schemas.openxmlformats.org/officeDocument/2006/relationships/notesSlide" Target="../notesSlides/notesSlide23.xml"/><Relationship Id="rId16" Type="http://schemas.openxmlformats.org/officeDocument/2006/relationships/image" Target="../media/image994.png"/><Relationship Id="rId1" Type="http://schemas.openxmlformats.org/officeDocument/2006/relationships/slideLayout" Target="../slideLayouts/slideLayout2.xml"/><Relationship Id="rId6" Type="http://schemas.openxmlformats.org/officeDocument/2006/relationships/image" Target="../media/image989.wmf"/><Relationship Id="rId11" Type="http://schemas.openxmlformats.org/officeDocument/2006/relationships/customXml" Target="../ink/ink855.xml"/><Relationship Id="rId5" Type="http://schemas.openxmlformats.org/officeDocument/2006/relationships/oleObject" Target="../embeddings/oleObject564.bin"/><Relationship Id="rId15" Type="http://schemas.openxmlformats.org/officeDocument/2006/relationships/customXml" Target="../ink/ink857.xml"/><Relationship Id="rId10" Type="http://schemas.openxmlformats.org/officeDocument/2006/relationships/image" Target="../media/image991.png"/><Relationship Id="rId4" Type="http://schemas.openxmlformats.org/officeDocument/2006/relationships/image" Target="../media/image988.wmf"/><Relationship Id="rId9" Type="http://schemas.openxmlformats.org/officeDocument/2006/relationships/customXml" Target="../ink/ink854.xml"/><Relationship Id="rId14" Type="http://schemas.openxmlformats.org/officeDocument/2006/relationships/image" Target="../media/image993.png"/></Relationships>
</file>

<file path=ppt/slides/_rels/slide144.xml.rels><?xml version="1.0" encoding="UTF-8" standalone="yes"?>
<Relationships xmlns="http://schemas.openxmlformats.org/package/2006/relationships"><Relationship Id="rId8" Type="http://schemas.openxmlformats.org/officeDocument/2006/relationships/image" Target="../media/image993.wmf"/><Relationship Id="rId3" Type="http://schemas.openxmlformats.org/officeDocument/2006/relationships/oleObject" Target="../embeddings/oleObject566.bin"/><Relationship Id="rId7" Type="http://schemas.openxmlformats.org/officeDocument/2006/relationships/oleObject" Target="../embeddings/oleObject568.bin"/><Relationship Id="rId2" Type="http://schemas.openxmlformats.org/officeDocument/2006/relationships/notesSlide" Target="../notesSlides/notesSlide24.xml"/><Relationship Id="rId1" Type="http://schemas.openxmlformats.org/officeDocument/2006/relationships/slideLayout" Target="../slideLayouts/slideLayout2.xml"/><Relationship Id="rId6" Type="http://schemas.openxmlformats.org/officeDocument/2006/relationships/image" Target="../media/image992.wmf"/><Relationship Id="rId5" Type="http://schemas.openxmlformats.org/officeDocument/2006/relationships/oleObject" Target="../embeddings/oleObject567.bin"/><Relationship Id="rId4" Type="http://schemas.openxmlformats.org/officeDocument/2006/relationships/image" Target="../media/image991.wmf"/></Relationships>
</file>

<file path=ppt/slides/_rels/slide145.xml.rels><?xml version="1.0" encoding="UTF-8" standalone="yes"?>
<Relationships xmlns="http://schemas.openxmlformats.org/package/2006/relationships"><Relationship Id="rId8" Type="http://schemas.openxmlformats.org/officeDocument/2006/relationships/image" Target="../media/image996.wmf"/><Relationship Id="rId3" Type="http://schemas.openxmlformats.org/officeDocument/2006/relationships/oleObject" Target="../embeddings/oleObject569.bin"/><Relationship Id="rId7" Type="http://schemas.openxmlformats.org/officeDocument/2006/relationships/oleObject" Target="../embeddings/oleObject571.bin"/><Relationship Id="rId2" Type="http://schemas.openxmlformats.org/officeDocument/2006/relationships/notesSlide" Target="../notesSlides/notesSlide25.xml"/><Relationship Id="rId1" Type="http://schemas.openxmlformats.org/officeDocument/2006/relationships/slideLayout" Target="../slideLayouts/slideLayout2.xml"/><Relationship Id="rId6" Type="http://schemas.openxmlformats.org/officeDocument/2006/relationships/image" Target="../media/image995.wmf"/><Relationship Id="rId5" Type="http://schemas.openxmlformats.org/officeDocument/2006/relationships/oleObject" Target="../embeddings/oleObject570.bin"/><Relationship Id="rId10" Type="http://schemas.openxmlformats.org/officeDocument/2006/relationships/image" Target="../media/image997.wmf"/><Relationship Id="rId4" Type="http://schemas.openxmlformats.org/officeDocument/2006/relationships/image" Target="../media/image994.wmf"/><Relationship Id="rId9" Type="http://schemas.openxmlformats.org/officeDocument/2006/relationships/oleObject" Target="../embeddings/oleObject572.bin"/></Relationships>
</file>

<file path=ppt/slides/_rels/slide146.xml.rels><?xml version="1.0" encoding="UTF-8" standalone="yes"?>
<Relationships xmlns="http://schemas.openxmlformats.org/package/2006/relationships"><Relationship Id="rId3" Type="http://schemas.openxmlformats.org/officeDocument/2006/relationships/image" Target="../media/image998.wmf"/><Relationship Id="rId2" Type="http://schemas.openxmlformats.org/officeDocument/2006/relationships/oleObject" Target="../embeddings/oleObject573.bin"/><Relationship Id="rId1" Type="http://schemas.openxmlformats.org/officeDocument/2006/relationships/slideLayout" Target="../slideLayouts/slideLayout2.xml"/><Relationship Id="rId5" Type="http://schemas.openxmlformats.org/officeDocument/2006/relationships/image" Target="../media/image999.wmf"/><Relationship Id="rId4" Type="http://schemas.openxmlformats.org/officeDocument/2006/relationships/oleObject" Target="../embeddings/oleObject574.bin"/></Relationships>
</file>

<file path=ppt/slides/_rels/slide147.xml.rels><?xml version="1.0" encoding="UTF-8" standalone="yes"?>
<Relationships xmlns="http://schemas.openxmlformats.org/package/2006/relationships"><Relationship Id="rId3" Type="http://schemas.openxmlformats.org/officeDocument/2006/relationships/image" Target="../media/image998.wmf"/><Relationship Id="rId7" Type="http://schemas.openxmlformats.org/officeDocument/2006/relationships/image" Target="../media/image1001.wmf"/><Relationship Id="rId2" Type="http://schemas.openxmlformats.org/officeDocument/2006/relationships/oleObject" Target="../embeddings/oleObject573.bin"/><Relationship Id="rId1" Type="http://schemas.openxmlformats.org/officeDocument/2006/relationships/slideLayout" Target="../slideLayouts/slideLayout2.xml"/><Relationship Id="rId6" Type="http://schemas.openxmlformats.org/officeDocument/2006/relationships/oleObject" Target="../embeddings/oleObject576.bin"/><Relationship Id="rId5" Type="http://schemas.openxmlformats.org/officeDocument/2006/relationships/image" Target="../media/image1000.wmf"/><Relationship Id="rId4" Type="http://schemas.openxmlformats.org/officeDocument/2006/relationships/oleObject" Target="../embeddings/oleObject575.bin"/></Relationships>
</file>

<file path=ppt/slides/_rels/slide148.xml.rels><?xml version="1.0" encoding="UTF-8" standalone="yes"?>
<Relationships xmlns="http://schemas.openxmlformats.org/package/2006/relationships"><Relationship Id="rId8" Type="http://schemas.openxmlformats.org/officeDocument/2006/relationships/oleObject" Target="../embeddings/oleObject58.bin"/><Relationship Id="rId13" Type="http://schemas.openxmlformats.org/officeDocument/2006/relationships/image" Target="../media/image1004.wmf"/><Relationship Id="rId18" Type="http://schemas.openxmlformats.org/officeDocument/2006/relationships/oleObject" Target="../embeddings/oleObject582.bin"/><Relationship Id="rId26" Type="http://schemas.openxmlformats.org/officeDocument/2006/relationships/oleObject" Target="../embeddings/oleObject586.bin"/><Relationship Id="rId3" Type="http://schemas.openxmlformats.org/officeDocument/2006/relationships/image" Target="../media/image1002.wmf"/><Relationship Id="rId21" Type="http://schemas.openxmlformats.org/officeDocument/2006/relationships/image" Target="../media/image1008.wmf"/><Relationship Id="rId7" Type="http://schemas.openxmlformats.org/officeDocument/2006/relationships/image" Target="../media/image27.wmf"/><Relationship Id="rId12" Type="http://schemas.openxmlformats.org/officeDocument/2006/relationships/oleObject" Target="../embeddings/oleObject579.bin"/><Relationship Id="rId17" Type="http://schemas.openxmlformats.org/officeDocument/2006/relationships/image" Target="../media/image1006.wmf"/><Relationship Id="rId25" Type="http://schemas.openxmlformats.org/officeDocument/2006/relationships/image" Target="../media/image1010.wmf"/><Relationship Id="rId2" Type="http://schemas.openxmlformats.org/officeDocument/2006/relationships/oleObject" Target="../embeddings/oleObject577.bin"/><Relationship Id="rId16" Type="http://schemas.openxmlformats.org/officeDocument/2006/relationships/oleObject" Target="../embeddings/oleObject581.bin"/><Relationship Id="rId20" Type="http://schemas.openxmlformats.org/officeDocument/2006/relationships/oleObject" Target="../embeddings/oleObject583.bin"/><Relationship Id="rId1" Type="http://schemas.openxmlformats.org/officeDocument/2006/relationships/slideLayout" Target="../slideLayouts/slideLayout7.xml"/><Relationship Id="rId6" Type="http://schemas.openxmlformats.org/officeDocument/2006/relationships/oleObject" Target="../embeddings/oleObject67.bin"/><Relationship Id="rId11" Type="http://schemas.openxmlformats.org/officeDocument/2006/relationships/image" Target="../media/image1003.wmf"/><Relationship Id="rId24" Type="http://schemas.openxmlformats.org/officeDocument/2006/relationships/oleObject" Target="../embeddings/oleObject585.bin"/><Relationship Id="rId5" Type="http://schemas.openxmlformats.org/officeDocument/2006/relationships/image" Target="../media/image26.wmf"/><Relationship Id="rId15" Type="http://schemas.openxmlformats.org/officeDocument/2006/relationships/image" Target="../media/image1005.wmf"/><Relationship Id="rId23" Type="http://schemas.openxmlformats.org/officeDocument/2006/relationships/image" Target="../media/image1009.wmf"/><Relationship Id="rId10" Type="http://schemas.openxmlformats.org/officeDocument/2006/relationships/oleObject" Target="../embeddings/oleObject578.bin"/><Relationship Id="rId19" Type="http://schemas.openxmlformats.org/officeDocument/2006/relationships/image" Target="../media/image1007.wmf"/><Relationship Id="rId4" Type="http://schemas.openxmlformats.org/officeDocument/2006/relationships/oleObject" Target="../embeddings/oleObject66.bin"/><Relationship Id="rId9" Type="http://schemas.openxmlformats.org/officeDocument/2006/relationships/image" Target="../media/image28.wmf"/><Relationship Id="rId14" Type="http://schemas.openxmlformats.org/officeDocument/2006/relationships/oleObject" Target="../embeddings/oleObject580.bin"/><Relationship Id="rId22" Type="http://schemas.openxmlformats.org/officeDocument/2006/relationships/oleObject" Target="../embeddings/oleObject584.bin"/><Relationship Id="rId27" Type="http://schemas.openxmlformats.org/officeDocument/2006/relationships/image" Target="../media/image1011.wmf"/></Relationships>
</file>

<file path=ppt/slides/_rels/slide149.xml.rels><?xml version="1.0" encoding="UTF-8" standalone="yes"?>
<Relationships xmlns="http://schemas.openxmlformats.org/package/2006/relationships"><Relationship Id="rId8" Type="http://schemas.openxmlformats.org/officeDocument/2006/relationships/image" Target="../media/image1013.wmf"/><Relationship Id="rId3" Type="http://schemas.openxmlformats.org/officeDocument/2006/relationships/oleObject" Target="../embeddings/oleObject569.bin"/><Relationship Id="rId7" Type="http://schemas.openxmlformats.org/officeDocument/2006/relationships/oleObject" Target="../embeddings/oleObject588.bin"/><Relationship Id="rId2" Type="http://schemas.openxmlformats.org/officeDocument/2006/relationships/notesSlide" Target="../notesSlides/notesSlide26.xml"/><Relationship Id="rId1" Type="http://schemas.openxmlformats.org/officeDocument/2006/relationships/slideLayout" Target="../slideLayouts/slideLayout37.xml"/><Relationship Id="rId6" Type="http://schemas.openxmlformats.org/officeDocument/2006/relationships/image" Target="../media/image1012.wmf"/><Relationship Id="rId5" Type="http://schemas.openxmlformats.org/officeDocument/2006/relationships/oleObject" Target="../embeddings/oleObject587.bin"/><Relationship Id="rId4" Type="http://schemas.openxmlformats.org/officeDocument/2006/relationships/image" Target="../media/image994.wmf"/></Relationships>
</file>

<file path=ppt/slides/_rels/slide150.xml.rels><?xml version="1.0" encoding="UTF-8" standalone="yes"?>
<Relationships xmlns="http://schemas.openxmlformats.org/package/2006/relationships"><Relationship Id="rId8" Type="http://schemas.openxmlformats.org/officeDocument/2006/relationships/image" Target="../media/image1016.wmf"/><Relationship Id="rId3" Type="http://schemas.openxmlformats.org/officeDocument/2006/relationships/oleObject" Target="../embeddings/oleObject589.bin"/><Relationship Id="rId7" Type="http://schemas.openxmlformats.org/officeDocument/2006/relationships/oleObject" Target="../embeddings/oleObject591.bin"/><Relationship Id="rId2" Type="http://schemas.openxmlformats.org/officeDocument/2006/relationships/notesSlide" Target="../notesSlides/notesSlide27.xml"/><Relationship Id="rId1" Type="http://schemas.openxmlformats.org/officeDocument/2006/relationships/slideLayout" Target="../slideLayouts/slideLayout37.xml"/><Relationship Id="rId6" Type="http://schemas.openxmlformats.org/officeDocument/2006/relationships/image" Target="../media/image1015.wmf"/><Relationship Id="rId5" Type="http://schemas.openxmlformats.org/officeDocument/2006/relationships/oleObject" Target="../embeddings/oleObject590.bin"/><Relationship Id="rId10" Type="http://schemas.openxmlformats.org/officeDocument/2006/relationships/image" Target="../media/image995.wmf"/><Relationship Id="rId4" Type="http://schemas.openxmlformats.org/officeDocument/2006/relationships/image" Target="../media/image1014.wmf"/><Relationship Id="rId9" Type="http://schemas.openxmlformats.org/officeDocument/2006/relationships/oleObject" Target="../embeddings/oleObject570.bin"/></Relationships>
</file>

<file path=ppt/slides/_rels/slide151.xml.rels><?xml version="1.0" encoding="UTF-8" standalone="yes"?>
<Relationships xmlns="http://schemas.openxmlformats.org/package/2006/relationships"><Relationship Id="rId8" Type="http://schemas.openxmlformats.org/officeDocument/2006/relationships/oleObject" Target="../embeddings/oleObject595.bin"/><Relationship Id="rId3" Type="http://schemas.openxmlformats.org/officeDocument/2006/relationships/image" Target="../media/image1017.wmf"/><Relationship Id="rId7" Type="http://schemas.openxmlformats.org/officeDocument/2006/relationships/image" Target="../media/image1019.wmf"/><Relationship Id="rId2" Type="http://schemas.openxmlformats.org/officeDocument/2006/relationships/oleObject" Target="../embeddings/oleObject592.bin"/><Relationship Id="rId1" Type="http://schemas.openxmlformats.org/officeDocument/2006/relationships/slideLayout" Target="../slideLayouts/slideLayout32.xml"/><Relationship Id="rId6" Type="http://schemas.openxmlformats.org/officeDocument/2006/relationships/oleObject" Target="../embeddings/oleObject594.bin"/><Relationship Id="rId5" Type="http://schemas.openxmlformats.org/officeDocument/2006/relationships/image" Target="../media/image1018.wmf"/><Relationship Id="rId4" Type="http://schemas.openxmlformats.org/officeDocument/2006/relationships/oleObject" Target="../embeddings/oleObject593.bin"/><Relationship Id="rId9" Type="http://schemas.openxmlformats.org/officeDocument/2006/relationships/image" Target="../media/image1020.wmf"/></Relationships>
</file>

<file path=ppt/slides/_rels/slide152.xml.rels><?xml version="1.0" encoding="UTF-8" standalone="yes"?>
<Relationships xmlns="http://schemas.openxmlformats.org/package/2006/relationships"><Relationship Id="rId8" Type="http://schemas.openxmlformats.org/officeDocument/2006/relationships/oleObject" Target="../embeddings/oleObject599.bin"/><Relationship Id="rId13" Type="http://schemas.openxmlformats.org/officeDocument/2006/relationships/image" Target="../media/image1026.wmf"/><Relationship Id="rId3" Type="http://schemas.openxmlformats.org/officeDocument/2006/relationships/image" Target="../media/image1021.wmf"/><Relationship Id="rId7" Type="http://schemas.openxmlformats.org/officeDocument/2006/relationships/image" Target="../media/image1023.wmf"/><Relationship Id="rId12" Type="http://schemas.openxmlformats.org/officeDocument/2006/relationships/oleObject" Target="../embeddings/oleObject601.bin"/><Relationship Id="rId2" Type="http://schemas.openxmlformats.org/officeDocument/2006/relationships/oleObject" Target="../embeddings/oleObject596.bin"/><Relationship Id="rId1" Type="http://schemas.openxmlformats.org/officeDocument/2006/relationships/slideLayout" Target="../slideLayouts/slideLayout32.xml"/><Relationship Id="rId6" Type="http://schemas.openxmlformats.org/officeDocument/2006/relationships/oleObject" Target="../embeddings/oleObject598.bin"/><Relationship Id="rId11" Type="http://schemas.openxmlformats.org/officeDocument/2006/relationships/image" Target="../media/image1025.wmf"/><Relationship Id="rId5" Type="http://schemas.openxmlformats.org/officeDocument/2006/relationships/image" Target="../media/image1022.wmf"/><Relationship Id="rId10" Type="http://schemas.openxmlformats.org/officeDocument/2006/relationships/oleObject" Target="../embeddings/oleObject600.bin"/><Relationship Id="rId4" Type="http://schemas.openxmlformats.org/officeDocument/2006/relationships/oleObject" Target="../embeddings/oleObject597.bin"/><Relationship Id="rId9" Type="http://schemas.openxmlformats.org/officeDocument/2006/relationships/image" Target="../media/image1024.wmf"/></Relationships>
</file>

<file path=ppt/slides/_rels/slide153.xml.rels><?xml version="1.0" encoding="UTF-8" standalone="yes"?>
<Relationships xmlns="http://schemas.openxmlformats.org/package/2006/relationships"><Relationship Id="rId8" Type="http://schemas.openxmlformats.org/officeDocument/2006/relationships/image" Target="../media/image1028.wmf"/><Relationship Id="rId13" Type="http://schemas.openxmlformats.org/officeDocument/2006/relationships/oleObject" Target="../embeddings/oleObject606.bin"/><Relationship Id="rId3" Type="http://schemas.openxmlformats.org/officeDocument/2006/relationships/oleObject" Target="../embeddings/oleObject602.bin"/><Relationship Id="rId7" Type="http://schemas.openxmlformats.org/officeDocument/2006/relationships/oleObject" Target="../embeddings/oleObject603.bin"/><Relationship Id="rId12" Type="http://schemas.openxmlformats.org/officeDocument/2006/relationships/image" Target="../media/image1030.wmf"/><Relationship Id="rId2" Type="http://schemas.openxmlformats.org/officeDocument/2006/relationships/notesSlide" Target="../notesSlides/notesSlide28.xml"/><Relationship Id="rId16" Type="http://schemas.openxmlformats.org/officeDocument/2006/relationships/image" Target="../media/image1032.wmf"/><Relationship Id="rId1" Type="http://schemas.openxmlformats.org/officeDocument/2006/relationships/slideLayout" Target="../slideLayouts/slideLayout7.xml"/><Relationship Id="rId6" Type="http://schemas.openxmlformats.org/officeDocument/2006/relationships/image" Target="../media/image994.wmf"/><Relationship Id="rId11" Type="http://schemas.openxmlformats.org/officeDocument/2006/relationships/oleObject" Target="../embeddings/oleObject605.bin"/><Relationship Id="rId5" Type="http://schemas.openxmlformats.org/officeDocument/2006/relationships/oleObject" Target="../embeddings/oleObject569.bin"/><Relationship Id="rId15" Type="http://schemas.openxmlformats.org/officeDocument/2006/relationships/oleObject" Target="../embeddings/oleObject607.bin"/><Relationship Id="rId10" Type="http://schemas.openxmlformats.org/officeDocument/2006/relationships/image" Target="../media/image1029.wmf"/><Relationship Id="rId4" Type="http://schemas.openxmlformats.org/officeDocument/2006/relationships/image" Target="../media/image1027.wmf"/><Relationship Id="rId9" Type="http://schemas.openxmlformats.org/officeDocument/2006/relationships/oleObject" Target="../embeddings/oleObject604.bin"/><Relationship Id="rId14" Type="http://schemas.openxmlformats.org/officeDocument/2006/relationships/image" Target="../media/image1031.wmf"/></Relationships>
</file>

<file path=ppt/slides/_rels/slide154.xml.rels><?xml version="1.0" encoding="UTF-8" standalone="yes"?>
<Relationships xmlns="http://schemas.openxmlformats.org/package/2006/relationships"><Relationship Id="rId3" Type="http://schemas.openxmlformats.org/officeDocument/2006/relationships/image" Target="../media/image1033.wmf"/><Relationship Id="rId2" Type="http://schemas.openxmlformats.org/officeDocument/2006/relationships/oleObject" Target="../embeddings/oleObject608.bin"/><Relationship Id="rId1" Type="http://schemas.openxmlformats.org/officeDocument/2006/relationships/slideLayout" Target="../slideLayouts/slideLayout7.xml"/><Relationship Id="rId5" Type="http://schemas.openxmlformats.org/officeDocument/2006/relationships/image" Target="../media/image1034.wmf"/><Relationship Id="rId4" Type="http://schemas.openxmlformats.org/officeDocument/2006/relationships/oleObject" Target="../embeddings/oleObject609.bin"/></Relationships>
</file>

<file path=ppt/slides/_rels/slide155.xml.rels><?xml version="1.0" encoding="UTF-8" standalone="yes"?>
<Relationships xmlns="http://schemas.openxmlformats.org/package/2006/relationships"><Relationship Id="rId8" Type="http://schemas.openxmlformats.org/officeDocument/2006/relationships/oleObject" Target="../embeddings/oleObject612.bin"/><Relationship Id="rId3" Type="http://schemas.openxmlformats.org/officeDocument/2006/relationships/image" Target="../media/image1.jpeg"/><Relationship Id="rId7" Type="http://schemas.openxmlformats.org/officeDocument/2006/relationships/image" Target="../media/image1036.wmf"/><Relationship Id="rId2" Type="http://schemas.openxmlformats.org/officeDocument/2006/relationships/notesSlide" Target="../notesSlides/notesSlide29.xml"/><Relationship Id="rId1" Type="http://schemas.openxmlformats.org/officeDocument/2006/relationships/slideLayout" Target="../slideLayouts/slideLayout2.xml"/><Relationship Id="rId6" Type="http://schemas.openxmlformats.org/officeDocument/2006/relationships/oleObject" Target="../embeddings/oleObject611.bin"/><Relationship Id="rId5" Type="http://schemas.openxmlformats.org/officeDocument/2006/relationships/image" Target="../media/image1035.wmf"/><Relationship Id="rId4" Type="http://schemas.openxmlformats.org/officeDocument/2006/relationships/oleObject" Target="../embeddings/oleObject610.bin"/><Relationship Id="rId9" Type="http://schemas.openxmlformats.org/officeDocument/2006/relationships/image" Target="../media/image1037.wmf"/></Relationships>
</file>

<file path=ppt/slides/_rels/slide156.xml.rels><?xml version="1.0" encoding="UTF-8" standalone="yes"?>
<Relationships xmlns="http://schemas.openxmlformats.org/package/2006/relationships"><Relationship Id="rId3" Type="http://schemas.openxmlformats.org/officeDocument/2006/relationships/image" Target="../media/image1038.wmf"/><Relationship Id="rId2" Type="http://schemas.openxmlformats.org/officeDocument/2006/relationships/oleObject" Target="../embeddings/oleObject613.bin"/><Relationship Id="rId1" Type="http://schemas.openxmlformats.org/officeDocument/2006/relationships/slideLayout" Target="../slideLayouts/slideLayout2.xml"/></Relationships>
</file>

<file path=ppt/slides/_rels/slide157.xml.rels><?xml version="1.0" encoding="UTF-8" standalone="yes"?>
<Relationships xmlns="http://schemas.openxmlformats.org/package/2006/relationships"><Relationship Id="rId8" Type="http://schemas.openxmlformats.org/officeDocument/2006/relationships/oleObject" Target="../embeddings/oleObject617.bin"/><Relationship Id="rId13" Type="http://schemas.openxmlformats.org/officeDocument/2006/relationships/image" Target="../media/image1044.wmf"/><Relationship Id="rId18" Type="http://schemas.openxmlformats.org/officeDocument/2006/relationships/oleObject" Target="../embeddings/oleObject58.bin"/><Relationship Id="rId26" Type="http://schemas.openxmlformats.org/officeDocument/2006/relationships/oleObject" Target="../embeddings/oleObject622.bin"/><Relationship Id="rId3" Type="http://schemas.openxmlformats.org/officeDocument/2006/relationships/image" Target="../media/image1039.wmf"/><Relationship Id="rId21" Type="http://schemas.openxmlformats.org/officeDocument/2006/relationships/image" Target="../media/image1045.wmf"/><Relationship Id="rId7" Type="http://schemas.openxmlformats.org/officeDocument/2006/relationships/image" Target="../media/image1041.wmf"/><Relationship Id="rId12" Type="http://schemas.openxmlformats.org/officeDocument/2006/relationships/oleObject" Target="../embeddings/oleObject619.bin"/><Relationship Id="rId17" Type="http://schemas.openxmlformats.org/officeDocument/2006/relationships/image" Target="../media/image27.wmf"/><Relationship Id="rId25" Type="http://schemas.openxmlformats.org/officeDocument/2006/relationships/image" Target="../media/image1003.wmf"/><Relationship Id="rId2" Type="http://schemas.openxmlformats.org/officeDocument/2006/relationships/oleObject" Target="../embeddings/oleObject614.bin"/><Relationship Id="rId16" Type="http://schemas.openxmlformats.org/officeDocument/2006/relationships/oleObject" Target="../embeddings/oleObject67.bin"/><Relationship Id="rId20" Type="http://schemas.openxmlformats.org/officeDocument/2006/relationships/oleObject" Target="../embeddings/oleObject620.bin"/><Relationship Id="rId1" Type="http://schemas.openxmlformats.org/officeDocument/2006/relationships/slideLayout" Target="../slideLayouts/slideLayout2.xml"/><Relationship Id="rId6" Type="http://schemas.openxmlformats.org/officeDocument/2006/relationships/oleObject" Target="../embeddings/oleObject616.bin"/><Relationship Id="rId11" Type="http://schemas.openxmlformats.org/officeDocument/2006/relationships/image" Target="../media/image1043.wmf"/><Relationship Id="rId24" Type="http://schemas.openxmlformats.org/officeDocument/2006/relationships/oleObject" Target="../embeddings/oleObject578.bin"/><Relationship Id="rId5" Type="http://schemas.openxmlformats.org/officeDocument/2006/relationships/image" Target="../media/image1040.wmf"/><Relationship Id="rId15" Type="http://schemas.openxmlformats.org/officeDocument/2006/relationships/image" Target="../media/image26.wmf"/><Relationship Id="rId23" Type="http://schemas.openxmlformats.org/officeDocument/2006/relationships/image" Target="../media/image1046.wmf"/><Relationship Id="rId10" Type="http://schemas.openxmlformats.org/officeDocument/2006/relationships/oleObject" Target="../embeddings/oleObject618.bin"/><Relationship Id="rId19" Type="http://schemas.openxmlformats.org/officeDocument/2006/relationships/image" Target="../media/image28.wmf"/><Relationship Id="rId4" Type="http://schemas.openxmlformats.org/officeDocument/2006/relationships/oleObject" Target="../embeddings/oleObject615.bin"/><Relationship Id="rId9" Type="http://schemas.openxmlformats.org/officeDocument/2006/relationships/image" Target="../media/image1042.wmf"/><Relationship Id="rId14" Type="http://schemas.openxmlformats.org/officeDocument/2006/relationships/oleObject" Target="../embeddings/oleObject66.bin"/><Relationship Id="rId22" Type="http://schemas.openxmlformats.org/officeDocument/2006/relationships/oleObject" Target="../embeddings/oleObject621.bin"/><Relationship Id="rId27" Type="http://schemas.openxmlformats.org/officeDocument/2006/relationships/image" Target="../media/image1047.wmf"/></Relationships>
</file>

<file path=ppt/slides/_rels/slide158.xml.rels><?xml version="1.0" encoding="UTF-8" standalone="yes"?>
<Relationships xmlns="http://schemas.openxmlformats.org/package/2006/relationships"><Relationship Id="rId8" Type="http://schemas.openxmlformats.org/officeDocument/2006/relationships/oleObject" Target="../embeddings/oleObject626.bin"/><Relationship Id="rId3" Type="http://schemas.openxmlformats.org/officeDocument/2006/relationships/image" Target="../media/image1048.wmf"/><Relationship Id="rId7" Type="http://schemas.openxmlformats.org/officeDocument/2006/relationships/image" Target="../media/image1050.wmf"/><Relationship Id="rId2" Type="http://schemas.openxmlformats.org/officeDocument/2006/relationships/oleObject" Target="../embeddings/oleObject623.bin"/><Relationship Id="rId1" Type="http://schemas.openxmlformats.org/officeDocument/2006/relationships/slideLayout" Target="../slideLayouts/slideLayout2.xml"/><Relationship Id="rId6" Type="http://schemas.openxmlformats.org/officeDocument/2006/relationships/oleObject" Target="../embeddings/oleObject625.bin"/><Relationship Id="rId5" Type="http://schemas.openxmlformats.org/officeDocument/2006/relationships/image" Target="../media/image1049.wmf"/><Relationship Id="rId4" Type="http://schemas.openxmlformats.org/officeDocument/2006/relationships/oleObject" Target="../embeddings/oleObject624.bin"/><Relationship Id="rId9" Type="http://schemas.openxmlformats.org/officeDocument/2006/relationships/image" Target="../media/image1051.wmf"/></Relationships>
</file>

<file path=ppt/slides/_rels/slide159.xml.rels><?xml version="1.0" encoding="UTF-8" standalone="yes"?>
<Relationships xmlns="http://schemas.openxmlformats.org/package/2006/relationships"><Relationship Id="rId8" Type="http://schemas.openxmlformats.org/officeDocument/2006/relationships/oleObject" Target="../embeddings/oleObject630.bin"/><Relationship Id="rId3" Type="http://schemas.openxmlformats.org/officeDocument/2006/relationships/image" Target="../media/image1052.wmf"/><Relationship Id="rId7" Type="http://schemas.openxmlformats.org/officeDocument/2006/relationships/image" Target="../media/image1054.wmf"/><Relationship Id="rId2" Type="http://schemas.openxmlformats.org/officeDocument/2006/relationships/oleObject" Target="../embeddings/oleObject627.bin"/><Relationship Id="rId1" Type="http://schemas.openxmlformats.org/officeDocument/2006/relationships/slideLayout" Target="../slideLayouts/slideLayout2.xml"/><Relationship Id="rId6" Type="http://schemas.openxmlformats.org/officeDocument/2006/relationships/oleObject" Target="../embeddings/oleObject629.bin"/><Relationship Id="rId5" Type="http://schemas.openxmlformats.org/officeDocument/2006/relationships/image" Target="../media/image1053.wmf"/><Relationship Id="rId4" Type="http://schemas.openxmlformats.org/officeDocument/2006/relationships/oleObject" Target="../embeddings/oleObject628.bin"/><Relationship Id="rId9" Type="http://schemas.openxmlformats.org/officeDocument/2006/relationships/image" Target="../media/image1055.wmf"/></Relationships>
</file>

<file path=ppt/slides/_rels/slide160.xml.rels><?xml version="1.0" encoding="UTF-8" standalone="yes"?>
<Relationships xmlns="http://schemas.openxmlformats.org/package/2006/relationships"><Relationship Id="rId8" Type="http://schemas.openxmlformats.org/officeDocument/2006/relationships/image" Target="../media/image1058.wmf"/><Relationship Id="rId3" Type="http://schemas.openxmlformats.org/officeDocument/2006/relationships/oleObject" Target="../embeddings/oleObject631.bin"/><Relationship Id="rId7" Type="http://schemas.openxmlformats.org/officeDocument/2006/relationships/oleObject" Target="../embeddings/oleObject633.bin"/><Relationship Id="rId2" Type="http://schemas.openxmlformats.org/officeDocument/2006/relationships/notesSlide" Target="../notesSlides/notesSlide30.xml"/><Relationship Id="rId1" Type="http://schemas.openxmlformats.org/officeDocument/2006/relationships/slideLayout" Target="../slideLayouts/slideLayout2.xml"/><Relationship Id="rId6" Type="http://schemas.openxmlformats.org/officeDocument/2006/relationships/image" Target="../media/image1057.wmf"/><Relationship Id="rId5" Type="http://schemas.openxmlformats.org/officeDocument/2006/relationships/oleObject" Target="../embeddings/oleObject632.bin"/><Relationship Id="rId4" Type="http://schemas.openxmlformats.org/officeDocument/2006/relationships/image" Target="../media/image1056.wmf"/></Relationships>
</file>

<file path=ppt/slides/_rels/slide161.xml.rels><?xml version="1.0" encoding="UTF-8" standalone="yes"?>
<Relationships xmlns="http://schemas.openxmlformats.org/package/2006/relationships"><Relationship Id="rId8" Type="http://schemas.openxmlformats.org/officeDocument/2006/relationships/image" Target="../media/image1061.wmf"/><Relationship Id="rId13" Type="http://schemas.openxmlformats.org/officeDocument/2006/relationships/oleObject" Target="../embeddings/oleObject639.bin"/><Relationship Id="rId18" Type="http://schemas.openxmlformats.org/officeDocument/2006/relationships/image" Target="../media/image1066.wmf"/><Relationship Id="rId3" Type="http://schemas.openxmlformats.org/officeDocument/2006/relationships/oleObject" Target="../embeddings/oleObject634.bin"/><Relationship Id="rId21" Type="http://schemas.openxmlformats.org/officeDocument/2006/relationships/oleObject" Target="../embeddings/oleObject643.bin"/><Relationship Id="rId7" Type="http://schemas.openxmlformats.org/officeDocument/2006/relationships/oleObject" Target="../embeddings/oleObject636.bin"/><Relationship Id="rId12" Type="http://schemas.openxmlformats.org/officeDocument/2006/relationships/image" Target="../media/image1063.wmf"/><Relationship Id="rId17" Type="http://schemas.openxmlformats.org/officeDocument/2006/relationships/oleObject" Target="../embeddings/oleObject641.bin"/><Relationship Id="rId2" Type="http://schemas.openxmlformats.org/officeDocument/2006/relationships/notesSlide" Target="../notesSlides/notesSlide31.xml"/><Relationship Id="rId16" Type="http://schemas.openxmlformats.org/officeDocument/2006/relationships/image" Target="../media/image1065.wmf"/><Relationship Id="rId20" Type="http://schemas.openxmlformats.org/officeDocument/2006/relationships/image" Target="../media/image1067.wmf"/><Relationship Id="rId1" Type="http://schemas.openxmlformats.org/officeDocument/2006/relationships/slideLayout" Target="../slideLayouts/slideLayout7.xml"/><Relationship Id="rId6" Type="http://schemas.openxmlformats.org/officeDocument/2006/relationships/image" Target="../media/image1060.wmf"/><Relationship Id="rId11" Type="http://schemas.openxmlformats.org/officeDocument/2006/relationships/oleObject" Target="../embeddings/oleObject638.bin"/><Relationship Id="rId5" Type="http://schemas.openxmlformats.org/officeDocument/2006/relationships/oleObject" Target="../embeddings/oleObject635.bin"/><Relationship Id="rId15" Type="http://schemas.openxmlformats.org/officeDocument/2006/relationships/oleObject" Target="../embeddings/oleObject640.bin"/><Relationship Id="rId10" Type="http://schemas.openxmlformats.org/officeDocument/2006/relationships/image" Target="../media/image1062.wmf"/><Relationship Id="rId19" Type="http://schemas.openxmlformats.org/officeDocument/2006/relationships/oleObject" Target="../embeddings/oleObject642.bin"/><Relationship Id="rId4" Type="http://schemas.openxmlformats.org/officeDocument/2006/relationships/image" Target="../media/image1059.wmf"/><Relationship Id="rId9" Type="http://schemas.openxmlformats.org/officeDocument/2006/relationships/oleObject" Target="../embeddings/oleObject637.bin"/><Relationship Id="rId14" Type="http://schemas.openxmlformats.org/officeDocument/2006/relationships/image" Target="../media/image1064.wmf"/><Relationship Id="rId22" Type="http://schemas.openxmlformats.org/officeDocument/2006/relationships/image" Target="../media/image1068.wmf"/></Relationships>
</file>

<file path=ppt/slides/_rels/slide162.xml.rels><?xml version="1.0" encoding="UTF-8" standalone="yes"?>
<Relationships xmlns="http://schemas.openxmlformats.org/package/2006/relationships"><Relationship Id="rId8" Type="http://schemas.openxmlformats.org/officeDocument/2006/relationships/oleObject" Target="../embeddings/oleObject647.bin"/><Relationship Id="rId13" Type="http://schemas.openxmlformats.org/officeDocument/2006/relationships/image" Target="../media/image1063.wmf"/><Relationship Id="rId18" Type="http://schemas.openxmlformats.org/officeDocument/2006/relationships/oleObject" Target="../embeddings/oleObject641.bin"/><Relationship Id="rId3" Type="http://schemas.openxmlformats.org/officeDocument/2006/relationships/image" Target="../media/image1069.wmf"/><Relationship Id="rId21" Type="http://schemas.openxmlformats.org/officeDocument/2006/relationships/image" Target="../media/image1067.wmf"/><Relationship Id="rId7" Type="http://schemas.openxmlformats.org/officeDocument/2006/relationships/image" Target="../media/image1071.wmf"/><Relationship Id="rId12" Type="http://schemas.openxmlformats.org/officeDocument/2006/relationships/oleObject" Target="../embeddings/oleObject638.bin"/><Relationship Id="rId17" Type="http://schemas.openxmlformats.org/officeDocument/2006/relationships/image" Target="../media/image1065.wmf"/><Relationship Id="rId2" Type="http://schemas.openxmlformats.org/officeDocument/2006/relationships/oleObject" Target="../embeddings/oleObject644.bin"/><Relationship Id="rId16" Type="http://schemas.openxmlformats.org/officeDocument/2006/relationships/oleObject" Target="../embeddings/oleObject640.bin"/><Relationship Id="rId20" Type="http://schemas.openxmlformats.org/officeDocument/2006/relationships/oleObject" Target="../embeddings/oleObject642.bin"/><Relationship Id="rId1" Type="http://schemas.openxmlformats.org/officeDocument/2006/relationships/slideLayout" Target="../slideLayouts/slideLayout2.xml"/><Relationship Id="rId6" Type="http://schemas.openxmlformats.org/officeDocument/2006/relationships/oleObject" Target="../embeddings/oleObject646.bin"/><Relationship Id="rId11" Type="http://schemas.openxmlformats.org/officeDocument/2006/relationships/image" Target="../media/image1062.wmf"/><Relationship Id="rId5" Type="http://schemas.openxmlformats.org/officeDocument/2006/relationships/image" Target="../media/image1070.wmf"/><Relationship Id="rId15" Type="http://schemas.openxmlformats.org/officeDocument/2006/relationships/image" Target="../media/image1064.wmf"/><Relationship Id="rId23" Type="http://schemas.openxmlformats.org/officeDocument/2006/relationships/image" Target="../media/image1068.wmf"/><Relationship Id="rId10" Type="http://schemas.openxmlformats.org/officeDocument/2006/relationships/oleObject" Target="../embeddings/oleObject637.bin"/><Relationship Id="rId19" Type="http://schemas.openxmlformats.org/officeDocument/2006/relationships/image" Target="../media/image1066.wmf"/><Relationship Id="rId4" Type="http://schemas.openxmlformats.org/officeDocument/2006/relationships/oleObject" Target="../embeddings/oleObject645.bin"/><Relationship Id="rId9" Type="http://schemas.openxmlformats.org/officeDocument/2006/relationships/image" Target="../media/image1072.wmf"/><Relationship Id="rId14" Type="http://schemas.openxmlformats.org/officeDocument/2006/relationships/oleObject" Target="../embeddings/oleObject639.bin"/><Relationship Id="rId22" Type="http://schemas.openxmlformats.org/officeDocument/2006/relationships/oleObject" Target="../embeddings/oleObject643.bin"/></Relationships>
</file>

<file path=ppt/slides/_rels/slide163.xml.rels><?xml version="1.0" encoding="UTF-8" standalone="yes"?>
<Relationships xmlns="http://schemas.openxmlformats.org/package/2006/relationships"><Relationship Id="rId8" Type="http://schemas.openxmlformats.org/officeDocument/2006/relationships/oleObject" Target="../embeddings/oleObject640.bin"/><Relationship Id="rId13" Type="http://schemas.openxmlformats.org/officeDocument/2006/relationships/image" Target="../media/image1067.wmf"/><Relationship Id="rId18" Type="http://schemas.openxmlformats.org/officeDocument/2006/relationships/oleObject" Target="../embeddings/oleObject649.bin"/><Relationship Id="rId3" Type="http://schemas.openxmlformats.org/officeDocument/2006/relationships/image" Target="../media/image1062.wmf"/><Relationship Id="rId21" Type="http://schemas.openxmlformats.org/officeDocument/2006/relationships/image" Target="../media/image1075.wmf"/><Relationship Id="rId7" Type="http://schemas.openxmlformats.org/officeDocument/2006/relationships/image" Target="../media/image1064.wmf"/><Relationship Id="rId12" Type="http://schemas.openxmlformats.org/officeDocument/2006/relationships/oleObject" Target="../embeddings/oleObject642.bin"/><Relationship Id="rId17" Type="http://schemas.openxmlformats.org/officeDocument/2006/relationships/image" Target="../media/image1073.wmf"/><Relationship Id="rId2" Type="http://schemas.openxmlformats.org/officeDocument/2006/relationships/oleObject" Target="../embeddings/oleObject637.bin"/><Relationship Id="rId16" Type="http://schemas.openxmlformats.org/officeDocument/2006/relationships/oleObject" Target="../embeddings/oleObject648.bin"/><Relationship Id="rId20" Type="http://schemas.openxmlformats.org/officeDocument/2006/relationships/oleObject" Target="../embeddings/oleObject650.bin"/><Relationship Id="rId1" Type="http://schemas.openxmlformats.org/officeDocument/2006/relationships/slideLayout" Target="../slideLayouts/slideLayout2.xml"/><Relationship Id="rId6" Type="http://schemas.openxmlformats.org/officeDocument/2006/relationships/oleObject" Target="../embeddings/oleObject639.bin"/><Relationship Id="rId11" Type="http://schemas.openxmlformats.org/officeDocument/2006/relationships/image" Target="../media/image1066.wmf"/><Relationship Id="rId5" Type="http://schemas.openxmlformats.org/officeDocument/2006/relationships/image" Target="../media/image1063.wmf"/><Relationship Id="rId15" Type="http://schemas.openxmlformats.org/officeDocument/2006/relationships/image" Target="../media/image1068.wmf"/><Relationship Id="rId10" Type="http://schemas.openxmlformats.org/officeDocument/2006/relationships/oleObject" Target="../embeddings/oleObject641.bin"/><Relationship Id="rId19" Type="http://schemas.openxmlformats.org/officeDocument/2006/relationships/image" Target="../media/image1074.wmf"/><Relationship Id="rId4" Type="http://schemas.openxmlformats.org/officeDocument/2006/relationships/oleObject" Target="../embeddings/oleObject638.bin"/><Relationship Id="rId9" Type="http://schemas.openxmlformats.org/officeDocument/2006/relationships/image" Target="../media/image1065.wmf"/><Relationship Id="rId14" Type="http://schemas.openxmlformats.org/officeDocument/2006/relationships/oleObject" Target="../embeddings/oleObject643.bin"/><Relationship Id="rId22" Type="http://schemas.openxmlformats.org/officeDocument/2006/relationships/image" Target="../media/image1076.png"/></Relationships>
</file>

<file path=ppt/slides/_rels/slide164.xml.rels><?xml version="1.0" encoding="UTF-8" standalone="yes"?>
<Relationships xmlns="http://schemas.openxmlformats.org/package/2006/relationships"><Relationship Id="rId8" Type="http://schemas.openxmlformats.org/officeDocument/2006/relationships/oleObject" Target="../embeddings/oleObject651.bin"/><Relationship Id="rId13" Type="http://schemas.openxmlformats.org/officeDocument/2006/relationships/image" Target="../media/image1066.wmf"/><Relationship Id="rId18" Type="http://schemas.openxmlformats.org/officeDocument/2006/relationships/oleObject" Target="../embeddings/oleObject656.bin"/><Relationship Id="rId26" Type="http://schemas.openxmlformats.org/officeDocument/2006/relationships/oleObject" Target="../embeddings/oleObject660.bin"/><Relationship Id="rId3" Type="http://schemas.openxmlformats.org/officeDocument/2006/relationships/hyperlink" Target="PeZ.vi" TargetMode="External"/><Relationship Id="rId21" Type="http://schemas.openxmlformats.org/officeDocument/2006/relationships/image" Target="../media/image1078.wmf"/><Relationship Id="rId7" Type="http://schemas.openxmlformats.org/officeDocument/2006/relationships/image" Target="../media/image1063.wmf"/><Relationship Id="rId12" Type="http://schemas.openxmlformats.org/officeDocument/2006/relationships/oleObject" Target="../embeddings/oleObject653.bin"/><Relationship Id="rId17" Type="http://schemas.openxmlformats.org/officeDocument/2006/relationships/image" Target="../media/image1068.wmf"/><Relationship Id="rId25" Type="http://schemas.openxmlformats.org/officeDocument/2006/relationships/image" Target="../media/image1080.wmf"/><Relationship Id="rId2" Type="http://schemas.openxmlformats.org/officeDocument/2006/relationships/notesSlide" Target="../notesSlides/notesSlide32.xml"/><Relationship Id="rId16" Type="http://schemas.openxmlformats.org/officeDocument/2006/relationships/oleObject" Target="../embeddings/oleObject655.bin"/><Relationship Id="rId20" Type="http://schemas.openxmlformats.org/officeDocument/2006/relationships/oleObject" Target="../embeddings/oleObject657.bin"/><Relationship Id="rId29" Type="http://schemas.openxmlformats.org/officeDocument/2006/relationships/image" Target="../media/image1082.wmf"/><Relationship Id="rId1" Type="http://schemas.openxmlformats.org/officeDocument/2006/relationships/slideLayout" Target="../slideLayouts/slideLayout7.xml"/><Relationship Id="rId6" Type="http://schemas.openxmlformats.org/officeDocument/2006/relationships/oleObject" Target="../embeddings/oleObject638.bin"/><Relationship Id="rId11" Type="http://schemas.openxmlformats.org/officeDocument/2006/relationships/image" Target="../media/image1065.wmf"/><Relationship Id="rId24" Type="http://schemas.openxmlformats.org/officeDocument/2006/relationships/oleObject" Target="../embeddings/oleObject659.bin"/><Relationship Id="rId5" Type="http://schemas.openxmlformats.org/officeDocument/2006/relationships/image" Target="../media/image1062.wmf"/><Relationship Id="rId15" Type="http://schemas.openxmlformats.org/officeDocument/2006/relationships/image" Target="../media/image1067.wmf"/><Relationship Id="rId23" Type="http://schemas.openxmlformats.org/officeDocument/2006/relationships/image" Target="../media/image1079.wmf"/><Relationship Id="rId28" Type="http://schemas.openxmlformats.org/officeDocument/2006/relationships/oleObject" Target="../embeddings/oleObject661.bin"/><Relationship Id="rId10" Type="http://schemas.openxmlformats.org/officeDocument/2006/relationships/oleObject" Target="../embeddings/oleObject652.bin"/><Relationship Id="rId19" Type="http://schemas.openxmlformats.org/officeDocument/2006/relationships/image" Target="../media/image1077.wmf"/><Relationship Id="rId31" Type="http://schemas.openxmlformats.org/officeDocument/2006/relationships/image" Target="../media/image1083.wmf"/><Relationship Id="rId4" Type="http://schemas.openxmlformats.org/officeDocument/2006/relationships/oleObject" Target="../embeddings/oleObject637.bin"/><Relationship Id="rId9" Type="http://schemas.openxmlformats.org/officeDocument/2006/relationships/image" Target="../media/image1064.wmf"/><Relationship Id="rId14" Type="http://schemas.openxmlformats.org/officeDocument/2006/relationships/oleObject" Target="../embeddings/oleObject654.bin"/><Relationship Id="rId22" Type="http://schemas.openxmlformats.org/officeDocument/2006/relationships/oleObject" Target="../embeddings/oleObject658.bin"/><Relationship Id="rId27" Type="http://schemas.openxmlformats.org/officeDocument/2006/relationships/image" Target="../media/image1081.wmf"/><Relationship Id="rId30" Type="http://schemas.openxmlformats.org/officeDocument/2006/relationships/oleObject" Target="../embeddings/oleObject662.bin"/></Relationships>
</file>

<file path=ppt/slides/_rels/slide165.xml.rels><?xml version="1.0" encoding="UTF-8" standalone="yes"?>
<Relationships xmlns="http://schemas.openxmlformats.org/package/2006/relationships"><Relationship Id="rId3" Type="http://schemas.openxmlformats.org/officeDocument/2006/relationships/image" Target="../media/image1085.jpeg"/><Relationship Id="rId2" Type="http://schemas.openxmlformats.org/officeDocument/2006/relationships/image" Target="../media/image1084.jpeg"/><Relationship Id="rId1" Type="http://schemas.openxmlformats.org/officeDocument/2006/relationships/slideLayout" Target="../slideLayouts/slideLayout7.xml"/><Relationship Id="rId4" Type="http://schemas.openxmlformats.org/officeDocument/2006/relationships/image" Target="../media/image1086.jpeg"/></Relationships>
</file>

<file path=ppt/slides/_rels/slide166.xml.rels><?xml version="1.0" encoding="UTF-8" standalone="yes"?>
<Relationships xmlns="http://schemas.openxmlformats.org/package/2006/relationships"><Relationship Id="rId3" Type="http://schemas.openxmlformats.org/officeDocument/2006/relationships/image" Target="../media/image1088.jpeg"/><Relationship Id="rId2" Type="http://schemas.openxmlformats.org/officeDocument/2006/relationships/image" Target="../media/image1087.jpeg"/><Relationship Id="rId1" Type="http://schemas.openxmlformats.org/officeDocument/2006/relationships/slideLayout" Target="../slideLayouts/slideLayout7.xml"/><Relationship Id="rId4" Type="http://schemas.openxmlformats.org/officeDocument/2006/relationships/image" Target="../media/image1089.jpeg"/></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8.xml.rels><?xml version="1.0" encoding="UTF-8" standalone="yes"?>
<Relationships xmlns="http://schemas.openxmlformats.org/package/2006/relationships"><Relationship Id="rId8" Type="http://schemas.openxmlformats.org/officeDocument/2006/relationships/oleObject" Target="../embeddings/oleObject666.bin"/><Relationship Id="rId13" Type="http://schemas.openxmlformats.org/officeDocument/2006/relationships/image" Target="../media/image1095.wmf"/><Relationship Id="rId3" Type="http://schemas.openxmlformats.org/officeDocument/2006/relationships/image" Target="../media/image1090.wmf"/><Relationship Id="rId7" Type="http://schemas.openxmlformats.org/officeDocument/2006/relationships/image" Target="../media/image1092.wmf"/><Relationship Id="rId12" Type="http://schemas.openxmlformats.org/officeDocument/2006/relationships/oleObject" Target="../embeddings/oleObject668.bin"/><Relationship Id="rId2" Type="http://schemas.openxmlformats.org/officeDocument/2006/relationships/oleObject" Target="../embeddings/oleObject663.bin"/><Relationship Id="rId1" Type="http://schemas.openxmlformats.org/officeDocument/2006/relationships/slideLayout" Target="../slideLayouts/slideLayout2.xml"/><Relationship Id="rId6" Type="http://schemas.openxmlformats.org/officeDocument/2006/relationships/oleObject" Target="../embeddings/oleObject665.bin"/><Relationship Id="rId11" Type="http://schemas.openxmlformats.org/officeDocument/2006/relationships/image" Target="../media/image1094.wmf"/><Relationship Id="rId5" Type="http://schemas.openxmlformats.org/officeDocument/2006/relationships/image" Target="../media/image1091.wmf"/><Relationship Id="rId10" Type="http://schemas.openxmlformats.org/officeDocument/2006/relationships/oleObject" Target="../embeddings/oleObject667.bin"/><Relationship Id="rId4" Type="http://schemas.openxmlformats.org/officeDocument/2006/relationships/oleObject" Target="../embeddings/oleObject664.bin"/><Relationship Id="rId9" Type="http://schemas.openxmlformats.org/officeDocument/2006/relationships/image" Target="../media/image1093.wmf"/></Relationships>
</file>

<file path=ppt/slides/_rels/slide169.xml.rels><?xml version="1.0" encoding="UTF-8" standalone="yes"?>
<Relationships xmlns="http://schemas.openxmlformats.org/package/2006/relationships"><Relationship Id="rId8" Type="http://schemas.openxmlformats.org/officeDocument/2006/relationships/oleObject" Target="../embeddings/oleObject670.bin"/><Relationship Id="rId3" Type="http://schemas.openxmlformats.org/officeDocument/2006/relationships/image" Target="../media/image1096.wmf"/><Relationship Id="rId7" Type="http://schemas.openxmlformats.org/officeDocument/2006/relationships/image" Target="../media/image1094.wmf"/><Relationship Id="rId2" Type="http://schemas.openxmlformats.org/officeDocument/2006/relationships/oleObject" Target="../embeddings/oleObject669.bin"/><Relationship Id="rId1" Type="http://schemas.openxmlformats.org/officeDocument/2006/relationships/slideLayout" Target="../slideLayouts/slideLayout2.xml"/><Relationship Id="rId6" Type="http://schemas.openxmlformats.org/officeDocument/2006/relationships/oleObject" Target="../embeddings/oleObject667.bin"/><Relationship Id="rId5" Type="http://schemas.openxmlformats.org/officeDocument/2006/relationships/image" Target="../media/image1091.wmf"/><Relationship Id="rId4" Type="http://schemas.openxmlformats.org/officeDocument/2006/relationships/oleObject" Target="../embeddings/oleObject664.bin"/><Relationship Id="rId9" Type="http://schemas.openxmlformats.org/officeDocument/2006/relationships/image" Target="../media/image1097.wmf"/></Relationships>
</file>

<file path=ppt/slides/_rels/slide170.xml.rels><?xml version="1.0" encoding="UTF-8" standalone="yes"?>
<Relationships xmlns="http://schemas.openxmlformats.org/package/2006/relationships"><Relationship Id="rId8" Type="http://schemas.openxmlformats.org/officeDocument/2006/relationships/image" Target="../media/image1100.wmf"/><Relationship Id="rId3" Type="http://schemas.openxmlformats.org/officeDocument/2006/relationships/oleObject" Target="../embeddings/oleObject671.bin"/><Relationship Id="rId7" Type="http://schemas.openxmlformats.org/officeDocument/2006/relationships/oleObject" Target="../embeddings/oleObject673.bin"/><Relationship Id="rId12" Type="http://schemas.openxmlformats.org/officeDocument/2006/relationships/image" Target="../media/image1102.wmf"/><Relationship Id="rId2" Type="http://schemas.openxmlformats.org/officeDocument/2006/relationships/audio" Target="../media/audio1.wav"/><Relationship Id="rId1" Type="http://schemas.openxmlformats.org/officeDocument/2006/relationships/slideLayout" Target="../slideLayouts/slideLayout13.xml"/><Relationship Id="rId6" Type="http://schemas.openxmlformats.org/officeDocument/2006/relationships/image" Target="../media/image1099.wmf"/><Relationship Id="rId11" Type="http://schemas.openxmlformats.org/officeDocument/2006/relationships/oleObject" Target="../embeddings/oleObject675.bin"/><Relationship Id="rId5" Type="http://schemas.openxmlformats.org/officeDocument/2006/relationships/oleObject" Target="../embeddings/oleObject672.bin"/><Relationship Id="rId10" Type="http://schemas.openxmlformats.org/officeDocument/2006/relationships/image" Target="../media/image1101.wmf"/><Relationship Id="rId4" Type="http://schemas.openxmlformats.org/officeDocument/2006/relationships/image" Target="../media/image1098.wmf"/><Relationship Id="rId9" Type="http://schemas.openxmlformats.org/officeDocument/2006/relationships/oleObject" Target="../embeddings/oleObject674.bin"/></Relationships>
</file>

<file path=ppt/slides/_rels/slide171.xml.rels><?xml version="1.0" encoding="UTF-8" standalone="yes"?>
<Relationships xmlns="http://schemas.openxmlformats.org/package/2006/relationships"><Relationship Id="rId3" Type="http://schemas.openxmlformats.org/officeDocument/2006/relationships/image" Target="../media/image1103.png"/><Relationship Id="rId2" Type="http://schemas.openxmlformats.org/officeDocument/2006/relationships/audio" Target="../media/audio1.wav"/><Relationship Id="rId1" Type="http://schemas.openxmlformats.org/officeDocument/2006/relationships/slideLayout" Target="../slideLayouts/slideLayout15.xml"/></Relationships>
</file>

<file path=ppt/slides/_rels/slide172.xml.rels><?xml version="1.0" encoding="UTF-8" standalone="yes"?>
<Relationships xmlns="http://schemas.openxmlformats.org/package/2006/relationships"><Relationship Id="rId3" Type="http://schemas.openxmlformats.org/officeDocument/2006/relationships/oleObject" Target="../embeddings/oleObject676.bin"/><Relationship Id="rId2" Type="http://schemas.openxmlformats.org/officeDocument/2006/relationships/hyperlink" Target="../dspfirstLV%20v2/examples/dspfirst/pezdemo.llb" TargetMode="External"/><Relationship Id="rId1" Type="http://schemas.openxmlformats.org/officeDocument/2006/relationships/slideLayout" Target="../slideLayouts/slideLayout7.xml"/><Relationship Id="rId6" Type="http://schemas.openxmlformats.org/officeDocument/2006/relationships/image" Target="../media/image1106.emf"/><Relationship Id="rId5" Type="http://schemas.openxmlformats.org/officeDocument/2006/relationships/image" Target="../media/image1105.emf"/><Relationship Id="rId4" Type="http://schemas.openxmlformats.org/officeDocument/2006/relationships/image" Target="../media/image1104.w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3" name="标题 4097"/>
          <p:cNvSpPr>
            <a:spLocks noGrp="1"/>
          </p:cNvSpPr>
          <p:nvPr>
            <p:ph type="ctrTitle"/>
          </p:nvPr>
        </p:nvSpPr>
        <p:spPr>
          <a:xfrm>
            <a:off x="609600" y="1676400"/>
            <a:ext cx="7772400" cy="2590800"/>
          </a:xfrm>
          <a:ln/>
        </p:spPr>
        <p:txBody>
          <a:bodyPr anchor="ctr" anchorCtr="0"/>
          <a:lstStyle/>
          <a:p>
            <a:pPr defTabSz="914400">
              <a:lnSpc>
                <a:spcPct val="120000"/>
              </a:lnSpc>
              <a:buClrTx/>
              <a:buSzTx/>
              <a:buFontTx/>
              <a:buNone/>
            </a:pPr>
            <a:r>
              <a:rPr lang="zh-CN" altLang="en-US" sz="8000" kern="1200" baseline="0">
                <a:latin typeface="Times New Roman" panose="02020603050405020304" pitchFamily="2" charset="0"/>
                <a:ea typeface="宋体" panose="02010600030101010101" pitchFamily="2" charset="-122"/>
                <a:cs typeface="+mj-cs"/>
              </a:rPr>
              <a:t>第二章  </a:t>
            </a:r>
            <a:br>
              <a:rPr lang="zh-CN" altLang="en-US" sz="8000" kern="1200" baseline="0">
                <a:latin typeface="Times New Roman" panose="02020603050405020304" pitchFamily="2" charset="0"/>
                <a:ea typeface="宋体" panose="02010600030101010101" pitchFamily="2" charset="-122"/>
                <a:cs typeface="+mj-cs"/>
              </a:rPr>
            </a:br>
            <a:r>
              <a:rPr lang="en-US" altLang="zh-CN" sz="8000" kern="1200" baseline="0">
                <a:latin typeface="Times New Roman" panose="02020603050405020304" pitchFamily="2" charset="0"/>
                <a:ea typeface="宋体" panose="02010600030101010101" pitchFamily="2" charset="-122"/>
                <a:cs typeface="+mj-cs"/>
              </a:rPr>
              <a:t>z</a:t>
            </a:r>
            <a:r>
              <a:rPr lang="zh-CN" altLang="en-US" sz="8000" kern="1200" baseline="0">
                <a:latin typeface="Times New Roman" panose="02020603050405020304" pitchFamily="2" charset="0"/>
                <a:ea typeface="宋体" panose="02010600030101010101" pitchFamily="2" charset="-122"/>
                <a:cs typeface="+mj-cs"/>
              </a:rPr>
              <a:t>变换和</a:t>
            </a:r>
            <a:r>
              <a:rPr lang="en-US" altLang="zh-CN" sz="8000" kern="1200" baseline="0">
                <a:latin typeface="Times New Roman" panose="02020603050405020304" pitchFamily="2" charset="0"/>
                <a:ea typeface="宋体" panose="02010600030101010101" pitchFamily="2" charset="-122"/>
                <a:cs typeface="+mj-cs"/>
              </a:rPr>
              <a:t>DTFT</a:t>
            </a:r>
          </a:p>
        </p:txBody>
      </p:sp>
      <p:pic>
        <p:nvPicPr>
          <p:cNvPr id="8194" name="图片 4098" descr="PE07677_"/>
          <p:cNvPicPr>
            <a:picLocks noChangeAspect="1"/>
          </p:cNvPicPr>
          <p:nvPr/>
        </p:nvPicPr>
        <p:blipFill>
          <a:blip r:embed="rId2"/>
          <a:stretch>
            <a:fillRect/>
          </a:stretch>
        </p:blipFill>
        <p:spPr>
          <a:xfrm>
            <a:off x="1066800" y="4572000"/>
            <a:ext cx="1712913" cy="1717675"/>
          </a:xfrm>
          <a:prstGeom prst="rect">
            <a:avLst/>
          </a:prstGeom>
          <a:noFill/>
          <a:ln w="9525">
            <a:noFill/>
          </a:ln>
        </p:spPr>
      </p:pic>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7" name="标题 5121"/>
          <p:cNvSpPr>
            <a:spLocks noGrp="1"/>
          </p:cNvSpPr>
          <p:nvPr/>
        </p:nvSpPr>
        <p:spPr>
          <a:xfrm>
            <a:off x="441325" y="998538"/>
            <a:ext cx="8229600" cy="762000"/>
          </a:xfrm>
          <a:prstGeom prst="rect">
            <a:avLst/>
          </a:prstGeom>
          <a:noFill/>
          <a:ln w="9525">
            <a:noFill/>
          </a:ln>
        </p:spPr>
        <p:txBody>
          <a:bodyPr anchor="ctr" anchorCtr="0"/>
          <a:lstStyle/>
          <a:p>
            <a:r>
              <a:rPr lang="zh-CN" altLang="en-US" sz="4800" b="1">
                <a:solidFill>
                  <a:schemeClr val="tx2"/>
                </a:solidFill>
                <a:latin typeface="Times New Roman" panose="02020603050405020304" pitchFamily="2" charset="0"/>
                <a:ea typeface="宋体" panose="02010600030101010101" pitchFamily="2" charset="-122"/>
              </a:rPr>
              <a:t>本章主要内容：</a:t>
            </a:r>
          </a:p>
        </p:txBody>
      </p:sp>
      <p:sp>
        <p:nvSpPr>
          <p:cNvPr id="9218" name="文本占位符 5122"/>
          <p:cNvSpPr>
            <a:spLocks noGrp="1"/>
          </p:cNvSpPr>
          <p:nvPr/>
        </p:nvSpPr>
        <p:spPr>
          <a:xfrm>
            <a:off x="741363" y="2179638"/>
            <a:ext cx="7772400" cy="4114800"/>
          </a:xfrm>
          <a:prstGeom prst="rect">
            <a:avLst/>
          </a:prstGeom>
          <a:noFill/>
          <a:ln w="9525">
            <a:noFill/>
          </a:ln>
        </p:spPr>
        <p:txBody>
          <a:bodyPr anchor="t" anchorCtr="0"/>
          <a:lstStyle/>
          <a:p>
            <a:pPr marL="342900" indent="-342900">
              <a:lnSpc>
                <a:spcPct val="90000"/>
              </a:lnSpc>
              <a:spcBef>
                <a:spcPct val="20000"/>
              </a:spcBef>
            </a:pPr>
            <a:r>
              <a:rPr lang="en-US" altLang="zh-CN" sz="2800" b="1">
                <a:latin typeface="Times New Roman" panose="02020603050405020304" pitchFamily="2" charset="0"/>
                <a:ea typeface="宋体" panose="02010600030101010101" pitchFamily="2" charset="-122"/>
              </a:rPr>
              <a:t>  1</a:t>
            </a:r>
            <a:r>
              <a:rPr lang="zh-CN" altLang="en-US" sz="2800" b="1">
                <a:latin typeface="Times New Roman" panose="02020603050405020304" pitchFamily="2" charset="0"/>
                <a:ea typeface="宋体" panose="02010600030101010101" pitchFamily="2" charset="-122"/>
              </a:rPr>
              <a:t>、</a:t>
            </a:r>
            <a:r>
              <a:rPr lang="en-US" altLang="zh-CN" sz="2800" b="1">
                <a:latin typeface="Times New Roman" panose="02020603050405020304" pitchFamily="2" charset="0"/>
                <a:ea typeface="宋体" panose="02010600030101010101" pitchFamily="2" charset="-122"/>
              </a:rPr>
              <a:t>z</a:t>
            </a:r>
            <a:r>
              <a:rPr lang="zh-CN" altLang="en-US" sz="2800" b="1">
                <a:latin typeface="Times New Roman" panose="02020603050405020304" pitchFamily="2" charset="0"/>
                <a:ea typeface="宋体" panose="02010600030101010101" pitchFamily="2" charset="-122"/>
              </a:rPr>
              <a:t>变换的定义及收敛域</a:t>
            </a:r>
          </a:p>
          <a:p>
            <a:pPr marL="342900" indent="-342900">
              <a:lnSpc>
                <a:spcPct val="90000"/>
              </a:lnSpc>
              <a:spcBef>
                <a:spcPct val="50000"/>
              </a:spcBef>
            </a:pPr>
            <a:r>
              <a:rPr lang="zh-CN" altLang="en-US" sz="2800" b="1">
                <a:latin typeface="Times New Roman" panose="02020603050405020304" pitchFamily="2" charset="0"/>
                <a:ea typeface="宋体" panose="02010600030101010101" pitchFamily="2" charset="-122"/>
              </a:rPr>
              <a:t>  </a:t>
            </a:r>
            <a:r>
              <a:rPr lang="en-US" altLang="zh-CN" sz="2800" b="1">
                <a:latin typeface="Times New Roman" panose="02020603050405020304" pitchFamily="2" charset="0"/>
                <a:ea typeface="宋体" panose="02010600030101010101" pitchFamily="2" charset="-122"/>
              </a:rPr>
              <a:t>2</a:t>
            </a:r>
            <a:r>
              <a:rPr lang="zh-CN" altLang="en-US" sz="2800" b="1">
                <a:latin typeface="Times New Roman" panose="02020603050405020304" pitchFamily="2" charset="0"/>
                <a:ea typeface="宋体" panose="02010600030101010101" pitchFamily="2" charset="-122"/>
              </a:rPr>
              <a:t>、</a:t>
            </a:r>
            <a:r>
              <a:rPr lang="en-US" altLang="zh-CN" sz="2800" b="1">
                <a:latin typeface="Times New Roman" panose="02020603050405020304" pitchFamily="2" charset="0"/>
                <a:ea typeface="宋体" panose="02010600030101010101" pitchFamily="2" charset="-122"/>
              </a:rPr>
              <a:t>z</a:t>
            </a:r>
            <a:r>
              <a:rPr lang="zh-CN" altLang="en-US" sz="2800" b="1">
                <a:latin typeface="Times New Roman" panose="02020603050405020304" pitchFamily="2" charset="0"/>
                <a:ea typeface="宋体" panose="02010600030101010101" pitchFamily="2" charset="-122"/>
              </a:rPr>
              <a:t>变换的反变换</a:t>
            </a:r>
          </a:p>
          <a:p>
            <a:pPr marL="342900" indent="-342900">
              <a:lnSpc>
                <a:spcPct val="90000"/>
              </a:lnSpc>
              <a:spcBef>
                <a:spcPct val="50000"/>
              </a:spcBef>
            </a:pPr>
            <a:r>
              <a:rPr lang="zh-CN" altLang="en-US" sz="2800" b="1">
                <a:latin typeface="Times New Roman" panose="02020603050405020304" pitchFamily="2" charset="0"/>
                <a:ea typeface="宋体" panose="02010600030101010101" pitchFamily="2" charset="-122"/>
              </a:rPr>
              <a:t>  </a:t>
            </a:r>
            <a:r>
              <a:rPr lang="en-US" altLang="zh-CN" sz="2800" b="1">
                <a:latin typeface="Times New Roman" panose="02020603050405020304" pitchFamily="2" charset="0"/>
                <a:ea typeface="宋体" panose="02010600030101010101" pitchFamily="2" charset="-122"/>
              </a:rPr>
              <a:t>3</a:t>
            </a:r>
            <a:r>
              <a:rPr lang="zh-CN" altLang="en-US" sz="2800" b="1">
                <a:latin typeface="Times New Roman" panose="02020603050405020304" pitchFamily="2" charset="0"/>
                <a:ea typeface="宋体" panose="02010600030101010101" pitchFamily="2" charset="-122"/>
              </a:rPr>
              <a:t>、</a:t>
            </a:r>
            <a:r>
              <a:rPr lang="en-US" altLang="zh-CN" sz="2800" b="1">
                <a:latin typeface="Times New Roman" panose="02020603050405020304" pitchFamily="2" charset="0"/>
                <a:ea typeface="宋体" panose="02010600030101010101" pitchFamily="2" charset="-122"/>
              </a:rPr>
              <a:t>z</a:t>
            </a:r>
            <a:r>
              <a:rPr lang="zh-CN" altLang="en-US" sz="2800" b="1">
                <a:latin typeface="Times New Roman" panose="02020603050405020304" pitchFamily="2" charset="0"/>
                <a:ea typeface="宋体" panose="02010600030101010101" pitchFamily="2" charset="-122"/>
              </a:rPr>
              <a:t>变换的基本性质和定理</a:t>
            </a:r>
          </a:p>
          <a:p>
            <a:pPr marL="342900" indent="-342900">
              <a:lnSpc>
                <a:spcPct val="90000"/>
              </a:lnSpc>
              <a:spcBef>
                <a:spcPct val="50000"/>
              </a:spcBef>
            </a:pPr>
            <a:r>
              <a:rPr lang="zh-CN" altLang="en-US" sz="2800" b="1">
                <a:latin typeface="Times New Roman" panose="02020603050405020304" pitchFamily="2" charset="0"/>
                <a:ea typeface="宋体" panose="02010600030101010101" pitchFamily="2" charset="-122"/>
              </a:rPr>
              <a:t>  </a:t>
            </a:r>
            <a:r>
              <a:rPr lang="en-US" altLang="zh-CN" sz="2800" b="1">
                <a:latin typeface="Times New Roman" panose="02020603050405020304" pitchFamily="2" charset="0"/>
                <a:ea typeface="宋体" panose="02010600030101010101" pitchFamily="2" charset="-122"/>
              </a:rPr>
              <a:t>4</a:t>
            </a:r>
            <a:r>
              <a:rPr lang="zh-CN" altLang="en-US" sz="2800" b="1">
                <a:latin typeface="Times New Roman" panose="02020603050405020304" pitchFamily="2" charset="0"/>
                <a:ea typeface="宋体" panose="02010600030101010101" pitchFamily="2" charset="-122"/>
              </a:rPr>
              <a:t>、离散信号的</a:t>
            </a:r>
            <a:r>
              <a:rPr lang="en-US" altLang="zh-CN" sz="2800" b="1">
                <a:latin typeface="Times New Roman" panose="02020603050405020304" pitchFamily="2" charset="0"/>
                <a:ea typeface="宋体" panose="02010600030101010101" pitchFamily="2" charset="-122"/>
              </a:rPr>
              <a:t>DTFT</a:t>
            </a:r>
          </a:p>
          <a:p>
            <a:pPr marL="342900" indent="-342900">
              <a:lnSpc>
                <a:spcPct val="90000"/>
              </a:lnSpc>
              <a:spcBef>
                <a:spcPct val="50000"/>
              </a:spcBef>
            </a:pPr>
            <a:r>
              <a:rPr lang="en-US" altLang="zh-CN" sz="2800" b="1">
                <a:latin typeface="Times New Roman" panose="02020603050405020304" pitchFamily="2" charset="0"/>
                <a:ea typeface="宋体" panose="02010600030101010101" pitchFamily="2" charset="-122"/>
              </a:rPr>
              <a:t>  5</a:t>
            </a:r>
            <a:r>
              <a:rPr lang="zh-CN" altLang="en-US" sz="2800" b="1">
                <a:latin typeface="Times New Roman" panose="02020603050405020304" pitchFamily="2" charset="0"/>
                <a:ea typeface="宋体" panose="02010600030101010101" pitchFamily="2" charset="-122"/>
              </a:rPr>
              <a:t>、</a:t>
            </a:r>
            <a:r>
              <a:rPr lang="en-US" altLang="zh-CN" sz="2800" b="1">
                <a:latin typeface="Times New Roman" panose="02020603050405020304" pitchFamily="2" charset="0"/>
                <a:ea typeface="宋体" panose="02010600030101010101" pitchFamily="2" charset="-122"/>
              </a:rPr>
              <a:t>z</a:t>
            </a:r>
            <a:r>
              <a:rPr lang="zh-CN" altLang="en-US" sz="2800" b="1">
                <a:latin typeface="Times New Roman" panose="02020603050405020304" pitchFamily="2" charset="0"/>
                <a:ea typeface="宋体" panose="02010600030101010101" pitchFamily="2" charset="-122"/>
              </a:rPr>
              <a:t>变换与</a:t>
            </a:r>
            <a:r>
              <a:rPr lang="en-US" altLang="zh-CN" sz="2800" b="1">
                <a:latin typeface="Times New Roman" panose="02020603050405020304" pitchFamily="2" charset="0"/>
                <a:ea typeface="宋体" panose="02010600030101010101" pitchFamily="2" charset="-122"/>
              </a:rPr>
              <a:t>DTFT</a:t>
            </a:r>
            <a:r>
              <a:rPr lang="zh-CN" altLang="en-US" sz="2800" b="1">
                <a:latin typeface="Times New Roman" panose="02020603050405020304" pitchFamily="2" charset="0"/>
                <a:ea typeface="宋体" panose="02010600030101010101" pitchFamily="2" charset="-122"/>
              </a:rPr>
              <a:t>的关系</a:t>
            </a:r>
          </a:p>
          <a:p>
            <a:pPr marL="342900" indent="-342900">
              <a:lnSpc>
                <a:spcPct val="90000"/>
              </a:lnSpc>
              <a:spcBef>
                <a:spcPct val="50000"/>
              </a:spcBef>
            </a:pPr>
            <a:r>
              <a:rPr lang="zh-CN" altLang="en-US" sz="2800" b="1">
                <a:latin typeface="Times New Roman" panose="02020603050405020304" pitchFamily="2" charset="0"/>
                <a:ea typeface="宋体" panose="02010600030101010101" pitchFamily="2" charset="-122"/>
              </a:rPr>
              <a:t>  </a:t>
            </a:r>
            <a:r>
              <a:rPr lang="en-US" altLang="zh-CN" sz="2800" b="1">
                <a:latin typeface="Times New Roman" panose="02020603050405020304" pitchFamily="2" charset="0"/>
                <a:ea typeface="宋体" panose="02010600030101010101" pitchFamily="2" charset="-122"/>
              </a:rPr>
              <a:t>6</a:t>
            </a:r>
            <a:r>
              <a:rPr lang="zh-CN" altLang="en-US" sz="2800" b="1">
                <a:latin typeface="Times New Roman" panose="02020603050405020304" pitchFamily="2" charset="0"/>
                <a:ea typeface="宋体" panose="02010600030101010101" pitchFamily="2" charset="-122"/>
              </a:rPr>
              <a:t>、离散系统的</a:t>
            </a:r>
            <a:r>
              <a:rPr lang="en-US" altLang="zh-CN" sz="2800" b="1">
                <a:latin typeface="Times New Roman" panose="02020603050405020304" pitchFamily="2" charset="0"/>
                <a:ea typeface="宋体" panose="02010600030101010101" pitchFamily="2" charset="-122"/>
              </a:rPr>
              <a:t>z</a:t>
            </a:r>
            <a:r>
              <a:rPr lang="zh-CN" altLang="en-US" sz="2800" b="1">
                <a:latin typeface="Times New Roman" panose="02020603050405020304" pitchFamily="2" charset="0"/>
                <a:ea typeface="宋体" panose="02010600030101010101" pitchFamily="2" charset="-122"/>
              </a:rPr>
              <a:t>变换法描述</a:t>
            </a:r>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1" name="标题 96257"/>
          <p:cNvSpPr>
            <a:spLocks noGrp="1"/>
          </p:cNvSpPr>
          <p:nvPr/>
        </p:nvSpPr>
        <p:spPr>
          <a:xfrm>
            <a:off x="915988" y="284163"/>
            <a:ext cx="7772400" cy="838200"/>
          </a:xfrm>
          <a:prstGeom prst="rect">
            <a:avLst/>
          </a:prstGeom>
          <a:noFill/>
          <a:ln w="9525">
            <a:noFill/>
          </a:ln>
        </p:spPr>
        <p:txBody>
          <a:bodyPr lIns="92075" tIns="46038" rIns="92075" bIns="46038" anchor="ctr" anchorCtr="0"/>
          <a:lstStyle/>
          <a:p>
            <a:pPr algn="ctr"/>
            <a:r>
              <a:rPr lang="zh-CN" altLang="en-US" sz="3600" b="1" dirty="0">
                <a:solidFill>
                  <a:schemeClr val="tx2"/>
                </a:solidFill>
                <a:latin typeface="Times New Roman" panose="02020603050405020304" pitchFamily="2" charset="0"/>
                <a:ea typeface="宋体" panose="02010600030101010101" pitchFamily="2" charset="-122"/>
              </a:rPr>
              <a:t>学习目标</a:t>
            </a:r>
          </a:p>
        </p:txBody>
      </p:sp>
      <p:sp>
        <p:nvSpPr>
          <p:cNvPr id="10242" name="文本占位符 96258"/>
          <p:cNvSpPr>
            <a:spLocks noGrp="1"/>
          </p:cNvSpPr>
          <p:nvPr/>
        </p:nvSpPr>
        <p:spPr>
          <a:xfrm>
            <a:off x="619125" y="1282700"/>
            <a:ext cx="8077200" cy="5562600"/>
          </a:xfrm>
          <a:prstGeom prst="rect">
            <a:avLst/>
          </a:prstGeom>
          <a:noFill/>
          <a:ln w="9525">
            <a:noFill/>
          </a:ln>
        </p:spPr>
        <p:txBody>
          <a:bodyPr anchor="t" anchorCtr="0"/>
          <a:lstStyle/>
          <a:p>
            <a:pPr marL="342900" indent="-342900">
              <a:lnSpc>
                <a:spcPct val="80000"/>
              </a:lnSpc>
              <a:spcBef>
                <a:spcPct val="20000"/>
              </a:spcBef>
              <a:buChar char="•"/>
            </a:pPr>
            <a:r>
              <a:rPr lang="zh-CN" altLang="en-US" sz="2800" b="1" dirty="0">
                <a:latin typeface="Times New Roman" panose="02020603050405020304" pitchFamily="2" charset="0"/>
                <a:ea typeface="宋体" panose="02010600030101010101" pitchFamily="2" charset="-122"/>
              </a:rPr>
              <a:t>掌握</a:t>
            </a:r>
            <a:r>
              <a:rPr lang="en-US" altLang="zh-CN" sz="2800" b="1">
                <a:latin typeface="Times New Roman" panose="02020603050405020304" pitchFamily="2" charset="0"/>
                <a:ea typeface="宋体" panose="02010600030101010101" pitchFamily="2" charset="-122"/>
              </a:rPr>
              <a:t>z</a:t>
            </a:r>
            <a:r>
              <a:rPr lang="zh-CN" altLang="en-US" sz="2800" b="1" dirty="0">
                <a:latin typeface="Times New Roman" panose="02020603050405020304" pitchFamily="2" charset="0"/>
                <a:ea typeface="宋体" panose="02010600030101010101" pitchFamily="2" charset="-122"/>
              </a:rPr>
              <a:t>变换及其收敛域，掌握因果序列的概念及</a:t>
            </a:r>
          </a:p>
          <a:p>
            <a:pPr marL="342900" indent="-342900">
              <a:lnSpc>
                <a:spcPct val="80000"/>
              </a:lnSpc>
              <a:spcBef>
                <a:spcPct val="20000"/>
              </a:spcBef>
            </a:pPr>
            <a:r>
              <a:rPr lang="zh-CN" altLang="en-US" sz="2800" b="1" dirty="0">
                <a:latin typeface="Times New Roman" panose="02020603050405020304" pitchFamily="2" charset="0"/>
                <a:ea typeface="宋体" panose="02010600030101010101" pitchFamily="2" charset="-122"/>
              </a:rPr>
              <a:t>  判断方法</a:t>
            </a:r>
          </a:p>
          <a:p>
            <a:pPr marL="342900" indent="-342900">
              <a:lnSpc>
                <a:spcPct val="80000"/>
              </a:lnSpc>
              <a:spcBef>
                <a:spcPct val="20000"/>
              </a:spcBef>
              <a:buChar char="•"/>
            </a:pPr>
            <a:endParaRPr lang="zh-CN" altLang="en-US" sz="2000" b="1" dirty="0">
              <a:latin typeface="Times New Roman" panose="02020603050405020304" pitchFamily="2" charset="0"/>
              <a:ea typeface="宋体" panose="02010600030101010101" pitchFamily="2" charset="-122"/>
            </a:endParaRPr>
          </a:p>
          <a:p>
            <a:pPr marL="342900" indent="-342900">
              <a:lnSpc>
                <a:spcPct val="80000"/>
              </a:lnSpc>
              <a:spcBef>
                <a:spcPct val="20000"/>
              </a:spcBef>
              <a:buChar char="•"/>
            </a:pPr>
            <a:r>
              <a:rPr lang="zh-CN" altLang="en-US" sz="2800" b="1" dirty="0">
                <a:latin typeface="Times New Roman" panose="02020603050405020304" pitchFamily="2" charset="0"/>
                <a:ea typeface="宋体" panose="02010600030101010101" pitchFamily="2" charset="-122"/>
              </a:rPr>
              <a:t>会运用任意方法求</a:t>
            </a:r>
            <a:r>
              <a:rPr lang="en-US" altLang="zh-CN" sz="2800" b="1">
                <a:latin typeface="Times New Roman" panose="02020603050405020304" pitchFamily="2" charset="0"/>
                <a:ea typeface="宋体" panose="02010600030101010101" pitchFamily="2" charset="-122"/>
              </a:rPr>
              <a:t>z</a:t>
            </a:r>
            <a:r>
              <a:rPr lang="zh-CN" altLang="en-US" sz="2800" b="1" dirty="0">
                <a:latin typeface="Times New Roman" panose="02020603050405020304" pitchFamily="2" charset="0"/>
                <a:ea typeface="宋体" panose="02010600030101010101" pitchFamily="2" charset="-122"/>
              </a:rPr>
              <a:t>反变换</a:t>
            </a:r>
          </a:p>
          <a:p>
            <a:pPr marL="342900" indent="-342900">
              <a:lnSpc>
                <a:spcPct val="80000"/>
              </a:lnSpc>
              <a:spcBef>
                <a:spcPct val="20000"/>
              </a:spcBef>
              <a:buChar char="•"/>
            </a:pPr>
            <a:endParaRPr lang="zh-CN" altLang="en-US" sz="2000" b="1" dirty="0">
              <a:latin typeface="Times New Roman" panose="02020603050405020304" pitchFamily="2" charset="0"/>
              <a:ea typeface="宋体" panose="02010600030101010101" pitchFamily="2" charset="-122"/>
            </a:endParaRPr>
          </a:p>
          <a:p>
            <a:pPr marL="342900" indent="-342900">
              <a:lnSpc>
                <a:spcPct val="80000"/>
              </a:lnSpc>
              <a:spcBef>
                <a:spcPct val="20000"/>
              </a:spcBef>
              <a:buChar char="•"/>
            </a:pPr>
            <a:r>
              <a:rPr lang="zh-CN" altLang="en-US" sz="2800" b="1" dirty="0">
                <a:latin typeface="Times New Roman" panose="02020603050405020304" pitchFamily="2" charset="0"/>
                <a:ea typeface="宋体" panose="02010600030101010101" pitchFamily="2" charset="-122"/>
              </a:rPr>
              <a:t>理解</a:t>
            </a:r>
            <a:r>
              <a:rPr lang="en-US" altLang="zh-CN" sz="2800" b="1">
                <a:latin typeface="Times New Roman" panose="02020603050405020304" pitchFamily="2" charset="0"/>
                <a:ea typeface="宋体" panose="02010600030101010101" pitchFamily="2" charset="-122"/>
              </a:rPr>
              <a:t>z</a:t>
            </a:r>
            <a:r>
              <a:rPr lang="zh-CN" altLang="en-US" sz="2800" b="1" dirty="0">
                <a:latin typeface="Times New Roman" panose="02020603050405020304" pitchFamily="2" charset="0"/>
                <a:ea typeface="宋体" panose="02010600030101010101" pitchFamily="2" charset="-122"/>
              </a:rPr>
              <a:t>变换的主要性质</a:t>
            </a:r>
          </a:p>
          <a:p>
            <a:pPr marL="342900" indent="-342900">
              <a:lnSpc>
                <a:spcPct val="80000"/>
              </a:lnSpc>
              <a:spcBef>
                <a:spcPct val="20000"/>
              </a:spcBef>
              <a:buChar char="•"/>
            </a:pPr>
            <a:endParaRPr lang="zh-CN" altLang="en-US" sz="2000" b="1" dirty="0">
              <a:latin typeface="Times New Roman" panose="02020603050405020304" pitchFamily="2" charset="0"/>
              <a:ea typeface="宋体" panose="02010600030101010101" pitchFamily="2" charset="-122"/>
            </a:endParaRPr>
          </a:p>
          <a:p>
            <a:pPr marL="342900" indent="-342900">
              <a:lnSpc>
                <a:spcPct val="80000"/>
              </a:lnSpc>
              <a:spcBef>
                <a:spcPct val="20000"/>
              </a:spcBef>
              <a:buChar char="•"/>
            </a:pPr>
            <a:r>
              <a:rPr lang="zh-CN" altLang="en-US" sz="2800" b="1" dirty="0">
                <a:latin typeface="Times New Roman" panose="02020603050405020304" pitchFamily="2" charset="0"/>
                <a:ea typeface="宋体" panose="02010600030101010101" pitchFamily="2" charset="-122"/>
              </a:rPr>
              <a:t>理解</a:t>
            </a:r>
            <a:r>
              <a:rPr lang="en-US" altLang="zh-CN" sz="2800" b="1">
                <a:latin typeface="Times New Roman" panose="02020603050405020304" pitchFamily="2" charset="0"/>
                <a:ea typeface="宋体" panose="02010600030101010101" pitchFamily="2" charset="-122"/>
              </a:rPr>
              <a:t>z</a:t>
            </a:r>
            <a:r>
              <a:rPr lang="zh-CN" altLang="en-US" sz="2800" b="1" dirty="0">
                <a:latin typeface="Times New Roman" panose="02020603050405020304" pitchFamily="2" charset="0"/>
                <a:ea typeface="宋体" panose="02010600030101010101" pitchFamily="2" charset="-122"/>
              </a:rPr>
              <a:t>变换与</a:t>
            </a:r>
            <a:r>
              <a:rPr lang="en-US" altLang="zh-CN" sz="2800" b="1" err="1">
                <a:latin typeface="Times New Roman" panose="02020603050405020304" pitchFamily="2" charset="0"/>
                <a:ea typeface="宋体" panose="02010600030101010101" pitchFamily="2" charset="-122"/>
              </a:rPr>
              <a:t>Laplace</a:t>
            </a:r>
            <a:r>
              <a:rPr lang="en-US" altLang="zh-CN" sz="2800" b="1">
                <a:latin typeface="Times New Roman" panose="02020603050405020304" pitchFamily="2" charset="0"/>
                <a:ea typeface="宋体" panose="02010600030101010101" pitchFamily="2" charset="-122"/>
              </a:rPr>
              <a:t>/Fourier</a:t>
            </a:r>
            <a:r>
              <a:rPr lang="zh-CN" altLang="en-US" sz="2800" b="1" dirty="0">
                <a:latin typeface="Times New Roman" panose="02020603050405020304" pitchFamily="2" charset="0"/>
                <a:ea typeface="宋体" panose="02010600030101010101" pitchFamily="2" charset="-122"/>
              </a:rPr>
              <a:t>变换的关系</a:t>
            </a:r>
          </a:p>
          <a:p>
            <a:pPr marL="342900" indent="-342900">
              <a:lnSpc>
                <a:spcPct val="80000"/>
              </a:lnSpc>
              <a:spcBef>
                <a:spcPct val="20000"/>
              </a:spcBef>
              <a:buChar char="•"/>
            </a:pPr>
            <a:endParaRPr lang="zh-CN" altLang="en-US" sz="2000" b="1" dirty="0">
              <a:latin typeface="Times New Roman" panose="02020603050405020304" pitchFamily="2" charset="0"/>
              <a:ea typeface="宋体" panose="02010600030101010101" pitchFamily="2" charset="-122"/>
            </a:endParaRPr>
          </a:p>
          <a:p>
            <a:pPr marL="342900" indent="-342900">
              <a:lnSpc>
                <a:spcPct val="80000"/>
              </a:lnSpc>
              <a:spcBef>
                <a:spcPct val="20000"/>
              </a:spcBef>
              <a:buChar char="•"/>
            </a:pPr>
            <a:r>
              <a:rPr lang="zh-CN" altLang="en-US" sz="2800" b="1" dirty="0">
                <a:latin typeface="Times New Roman" panose="02020603050405020304" pitchFamily="2" charset="0"/>
                <a:ea typeface="宋体" panose="02010600030101010101" pitchFamily="2" charset="-122"/>
              </a:rPr>
              <a:t>掌握序列的</a:t>
            </a:r>
            <a:r>
              <a:rPr lang="en-US" altLang="zh-CN" sz="2800" b="1">
                <a:latin typeface="Times New Roman" panose="02020603050405020304" pitchFamily="2" charset="0"/>
                <a:ea typeface="宋体" panose="02010600030101010101" pitchFamily="2" charset="-122"/>
              </a:rPr>
              <a:t>Fourier</a:t>
            </a:r>
            <a:r>
              <a:rPr lang="zh-CN" altLang="en-US" sz="2800" b="1" dirty="0">
                <a:latin typeface="Times New Roman" panose="02020603050405020304" pitchFamily="2" charset="0"/>
                <a:ea typeface="宋体" panose="02010600030101010101" pitchFamily="2" charset="-122"/>
              </a:rPr>
              <a:t>变换并理解其对称性质</a:t>
            </a:r>
          </a:p>
          <a:p>
            <a:pPr marL="342900" indent="-342900">
              <a:lnSpc>
                <a:spcPct val="80000"/>
              </a:lnSpc>
              <a:spcBef>
                <a:spcPct val="20000"/>
              </a:spcBef>
              <a:buChar char="•"/>
            </a:pPr>
            <a:endParaRPr lang="zh-CN" altLang="en-US" sz="2000" b="1" dirty="0">
              <a:latin typeface="Times New Roman" panose="02020603050405020304" pitchFamily="2" charset="0"/>
              <a:ea typeface="宋体" panose="02010600030101010101" pitchFamily="2" charset="-122"/>
            </a:endParaRPr>
          </a:p>
          <a:p>
            <a:pPr marL="342900" indent="-342900">
              <a:lnSpc>
                <a:spcPct val="80000"/>
              </a:lnSpc>
              <a:spcBef>
                <a:spcPct val="20000"/>
              </a:spcBef>
              <a:buChar char="•"/>
            </a:pPr>
            <a:r>
              <a:rPr lang="zh-CN" altLang="en-US" sz="2800" b="1" dirty="0">
                <a:latin typeface="Times New Roman" panose="02020603050405020304" pitchFamily="2" charset="0"/>
                <a:ea typeface="宋体" panose="02010600030101010101" pitchFamily="2" charset="-122"/>
              </a:rPr>
              <a:t>掌握离散系统的系统函数和频率响应，系统函数</a:t>
            </a:r>
          </a:p>
          <a:p>
            <a:pPr marL="342900" indent="-342900">
              <a:lnSpc>
                <a:spcPct val="80000"/>
              </a:lnSpc>
              <a:spcBef>
                <a:spcPct val="20000"/>
              </a:spcBef>
            </a:pPr>
            <a:r>
              <a:rPr lang="zh-CN" altLang="en-US" sz="2800" b="1" dirty="0">
                <a:latin typeface="Times New Roman" panose="02020603050405020304" pitchFamily="2" charset="0"/>
                <a:ea typeface="宋体" panose="02010600030101010101" pitchFamily="2" charset="-122"/>
              </a:rPr>
              <a:t>  与差分方程的互求，因果/稳定系统的收敛域</a:t>
            </a:r>
          </a:p>
        </p:txBody>
      </p:sp>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5" name="矩形 6146"/>
          <p:cNvSpPr/>
          <p:nvPr/>
        </p:nvSpPr>
        <p:spPr>
          <a:xfrm>
            <a:off x="1082675" y="501650"/>
            <a:ext cx="7107238" cy="5943600"/>
          </a:xfrm>
          <a:prstGeom prst="rect">
            <a:avLst/>
          </a:prstGeom>
          <a:noFill/>
          <a:ln w="9525">
            <a:noFill/>
          </a:ln>
        </p:spPr>
        <p:txBody>
          <a:bodyPr lIns="182562" tIns="46038" rIns="182562" bIns="46038" anchor="t" anchorCtr="0"/>
          <a:lstStyle/>
          <a:p>
            <a:pPr marL="342900" indent="-342900" eaLnBrk="0" hangingPunct="0">
              <a:lnSpc>
                <a:spcPct val="125000"/>
              </a:lnSpc>
              <a:spcBef>
                <a:spcPct val="20000"/>
              </a:spcBef>
            </a:pPr>
            <a:r>
              <a:rPr lang="zh-CN" altLang="en-US" sz="2800" b="1">
                <a:latin typeface="Times New Roman" panose="02020603050405020304" pitchFamily="2" charset="0"/>
                <a:ea typeface="宋体" panose="02010600030101010101" pitchFamily="2" charset="-122"/>
              </a:rPr>
              <a:t>信号和系统的分析方法有两种： </a:t>
            </a:r>
          </a:p>
          <a:p>
            <a:pPr marL="342900" indent="-342900" eaLnBrk="0" hangingPunct="0">
              <a:lnSpc>
                <a:spcPct val="125000"/>
              </a:lnSpc>
              <a:spcBef>
                <a:spcPct val="20000"/>
              </a:spcBef>
            </a:pPr>
            <a:r>
              <a:rPr lang="zh-CN" altLang="en-US" sz="2800" b="1">
                <a:latin typeface="Times New Roman" panose="02020603050405020304" pitchFamily="2" charset="0"/>
                <a:ea typeface="宋体" panose="02010600030101010101" pitchFamily="2" charset="-122"/>
              </a:rPr>
              <a:t>		                   ——时域分析方法</a:t>
            </a:r>
            <a:endParaRPr lang="zh-CN" altLang="en-US" sz="3200" b="1">
              <a:latin typeface="宋体" panose="02010600030101010101" pitchFamily="2" charset="-122"/>
              <a:ea typeface="宋体" panose="02010600030101010101" pitchFamily="2" charset="-122"/>
            </a:endParaRPr>
          </a:p>
          <a:p>
            <a:pPr marL="342900" indent="-342900" eaLnBrk="0" hangingPunct="0">
              <a:lnSpc>
                <a:spcPct val="125000"/>
              </a:lnSpc>
              <a:spcBef>
                <a:spcPct val="20000"/>
              </a:spcBef>
            </a:pPr>
            <a:r>
              <a:rPr lang="zh-CN" altLang="en-US" sz="3200" b="1">
                <a:latin typeface="宋体" panose="02010600030101010101" pitchFamily="2" charset="-122"/>
                <a:ea typeface="宋体" panose="02010600030101010101" pitchFamily="2" charset="-122"/>
              </a:rPr>
              <a:t>	</a:t>
            </a:r>
            <a:r>
              <a:rPr lang="zh-CN" altLang="en-US" sz="2800" b="1">
                <a:latin typeface="Times New Roman" panose="02020603050405020304" pitchFamily="2" charset="0"/>
                <a:ea typeface="宋体" panose="02010600030101010101" pitchFamily="2" charset="-122"/>
              </a:rPr>
              <a:t>	                   ——变换域分析方法</a:t>
            </a:r>
            <a:endParaRPr lang="zh-CN" altLang="en-US" sz="3200" b="1">
              <a:latin typeface="宋体" panose="02010600030101010101" pitchFamily="2" charset="-122"/>
              <a:ea typeface="宋体" panose="02010600030101010101" pitchFamily="2" charset="-122"/>
            </a:endParaRPr>
          </a:p>
          <a:p>
            <a:pPr marL="342900" indent="-342900" eaLnBrk="0" hangingPunct="0">
              <a:lnSpc>
                <a:spcPct val="125000"/>
              </a:lnSpc>
              <a:spcBef>
                <a:spcPct val="20000"/>
              </a:spcBef>
            </a:pPr>
            <a:r>
              <a:rPr lang="zh-CN" altLang="en-US" sz="2800" b="1">
                <a:latin typeface="Times New Roman" panose="02020603050405020304" pitchFamily="2" charset="0"/>
                <a:ea typeface="宋体" panose="02010600030101010101" pitchFamily="2" charset="-122"/>
              </a:rPr>
              <a:t>连续时间信号与系统 </a:t>
            </a:r>
            <a:r>
              <a:rPr lang="en-US" altLang="zh-CN" sz="2800" b="1">
                <a:latin typeface="Times New Roman" panose="02020603050405020304" pitchFamily="2" charset="0"/>
                <a:ea typeface="宋体" panose="02010600030101010101" pitchFamily="2" charset="-122"/>
              </a:rPr>
              <a:t>——    </a:t>
            </a:r>
          </a:p>
          <a:p>
            <a:pPr marL="342900" indent="-342900" eaLnBrk="0" hangingPunct="0">
              <a:lnSpc>
                <a:spcPct val="125000"/>
              </a:lnSpc>
              <a:spcBef>
                <a:spcPct val="20000"/>
              </a:spcBef>
            </a:pPr>
            <a:r>
              <a:rPr lang="en-US" altLang="zh-CN" sz="2800" b="1">
                <a:latin typeface="Times New Roman" panose="02020603050405020304" pitchFamily="2" charset="0"/>
                <a:ea typeface="宋体" panose="02010600030101010101" pitchFamily="2" charset="-122"/>
              </a:rPr>
              <a:t>                             LT(</a:t>
            </a:r>
            <a:r>
              <a:rPr lang="en-US" altLang="zh-CN" sz="2800">
                <a:latin typeface="Times New Roman" panose="02020603050405020304" pitchFamily="2" charset="0"/>
                <a:ea typeface="宋体" panose="02010600030101010101" pitchFamily="2" charset="-122"/>
              </a:rPr>
              <a:t>Laplace</a:t>
            </a:r>
            <a:r>
              <a:rPr lang="zh-CN" altLang="en-US" sz="2800">
                <a:latin typeface="Times New Roman" panose="02020603050405020304" pitchFamily="2" charset="0"/>
                <a:ea typeface="宋体" panose="02010600030101010101" pitchFamily="2" charset="-122"/>
              </a:rPr>
              <a:t>变换</a:t>
            </a:r>
            <a:r>
              <a:rPr lang="en-US" altLang="zh-CN" sz="2800">
                <a:latin typeface="Times New Roman" panose="02020603050405020304" pitchFamily="2" charset="0"/>
                <a:ea typeface="宋体" panose="02010600030101010101" pitchFamily="2" charset="-122"/>
              </a:rPr>
              <a:t>)</a:t>
            </a:r>
          </a:p>
          <a:p>
            <a:pPr marL="342900" indent="-342900" eaLnBrk="0" hangingPunct="0">
              <a:lnSpc>
                <a:spcPct val="125000"/>
              </a:lnSpc>
              <a:spcBef>
                <a:spcPct val="20000"/>
              </a:spcBef>
            </a:pPr>
            <a:r>
              <a:rPr lang="en-US" altLang="zh-CN" sz="2800" b="1">
                <a:latin typeface="Times New Roman" panose="02020603050405020304" pitchFamily="2" charset="0"/>
                <a:ea typeface="宋体" panose="02010600030101010101" pitchFamily="2" charset="-122"/>
              </a:rPr>
              <a:t>                             FT(</a:t>
            </a:r>
            <a:r>
              <a:rPr lang="en-US" altLang="zh-CN" sz="2800">
                <a:latin typeface="Times New Roman" panose="02020603050405020304" pitchFamily="2" charset="0"/>
                <a:ea typeface="宋体" panose="02010600030101010101" pitchFamily="2" charset="-122"/>
              </a:rPr>
              <a:t>Fourier</a:t>
            </a:r>
            <a:r>
              <a:rPr lang="zh-CN" altLang="en-US" sz="2800">
                <a:latin typeface="Times New Roman" panose="02020603050405020304" pitchFamily="2" charset="0"/>
                <a:ea typeface="宋体" panose="02010600030101010101" pitchFamily="2" charset="-122"/>
              </a:rPr>
              <a:t>变换</a:t>
            </a:r>
            <a:r>
              <a:rPr lang="en-US" altLang="zh-CN" sz="2800" b="1">
                <a:latin typeface="Times New Roman" panose="02020603050405020304" pitchFamily="2" charset="0"/>
                <a:ea typeface="宋体" panose="02010600030101010101" pitchFamily="2" charset="-122"/>
              </a:rPr>
              <a:t>)</a:t>
            </a:r>
          </a:p>
          <a:p>
            <a:pPr marL="342900" indent="-342900" eaLnBrk="0" hangingPunct="0">
              <a:lnSpc>
                <a:spcPct val="125000"/>
              </a:lnSpc>
              <a:spcBef>
                <a:spcPct val="20000"/>
              </a:spcBef>
            </a:pPr>
            <a:r>
              <a:rPr lang="zh-CN" altLang="en-US" sz="2800" b="1">
                <a:latin typeface="Times New Roman" panose="02020603050405020304" pitchFamily="2" charset="0"/>
                <a:ea typeface="宋体" panose="02010600030101010101" pitchFamily="2" charset="-122"/>
              </a:rPr>
              <a:t>离散时间信号与系统 </a:t>
            </a:r>
            <a:r>
              <a:rPr lang="en-US" altLang="zh-CN" sz="2800" b="1">
                <a:latin typeface="Times New Roman" panose="02020603050405020304" pitchFamily="2" charset="0"/>
                <a:ea typeface="宋体" panose="02010600030101010101" pitchFamily="2" charset="-122"/>
              </a:rPr>
              <a:t>——</a:t>
            </a:r>
          </a:p>
          <a:p>
            <a:pPr marL="342900" indent="-342900" eaLnBrk="0" hangingPunct="0">
              <a:lnSpc>
                <a:spcPct val="125000"/>
              </a:lnSpc>
              <a:spcBef>
                <a:spcPct val="20000"/>
              </a:spcBef>
            </a:pPr>
            <a:r>
              <a:rPr lang="en-US" altLang="zh-CN" sz="2800" b="1">
                <a:latin typeface="Times New Roman" panose="02020603050405020304" pitchFamily="2" charset="0"/>
                <a:ea typeface="宋体" panose="02010600030101010101" pitchFamily="2" charset="-122"/>
              </a:rPr>
              <a:t>                             ZT(</a:t>
            </a:r>
            <a:r>
              <a:rPr lang="en-US" altLang="zh-CN" sz="2800">
                <a:latin typeface="Times New Roman" panose="02020603050405020304" pitchFamily="2" charset="0"/>
                <a:ea typeface="宋体" panose="02010600030101010101" pitchFamily="2" charset="-122"/>
              </a:rPr>
              <a:t>z</a:t>
            </a:r>
            <a:r>
              <a:rPr lang="zh-CN" altLang="en-US" sz="2800">
                <a:latin typeface="Times New Roman" panose="02020603050405020304" pitchFamily="2" charset="0"/>
                <a:ea typeface="宋体" panose="02010600030101010101" pitchFamily="2" charset="-122"/>
              </a:rPr>
              <a:t>变换</a:t>
            </a:r>
            <a:r>
              <a:rPr lang="en-US" altLang="zh-CN" sz="2800" b="1">
                <a:latin typeface="Times New Roman" panose="02020603050405020304" pitchFamily="2" charset="0"/>
                <a:ea typeface="宋体" panose="02010600030101010101" pitchFamily="2" charset="-122"/>
              </a:rPr>
              <a:t>) </a:t>
            </a:r>
          </a:p>
          <a:p>
            <a:pPr marL="342900" indent="-342900" eaLnBrk="0" hangingPunct="0">
              <a:lnSpc>
                <a:spcPct val="125000"/>
              </a:lnSpc>
              <a:spcBef>
                <a:spcPct val="20000"/>
              </a:spcBef>
            </a:pPr>
            <a:r>
              <a:rPr lang="en-US" altLang="zh-CN" sz="2800" b="1">
                <a:latin typeface="Times New Roman" panose="02020603050405020304" pitchFamily="2" charset="0"/>
                <a:ea typeface="宋体" panose="02010600030101010101" pitchFamily="2" charset="-122"/>
              </a:rPr>
              <a:t>                             FT(</a:t>
            </a:r>
            <a:r>
              <a:rPr lang="en-US" altLang="zh-CN" sz="2800">
                <a:latin typeface="Times New Roman" panose="02020603050405020304" pitchFamily="2" charset="0"/>
                <a:ea typeface="宋体" panose="02010600030101010101" pitchFamily="2" charset="-122"/>
              </a:rPr>
              <a:t>Fourier</a:t>
            </a:r>
            <a:r>
              <a:rPr lang="zh-CN" altLang="en-US" sz="2800">
                <a:latin typeface="Times New Roman" panose="02020603050405020304" pitchFamily="2" charset="0"/>
                <a:ea typeface="宋体" panose="02010600030101010101" pitchFamily="2" charset="-122"/>
              </a:rPr>
              <a:t>变换</a:t>
            </a:r>
            <a:r>
              <a:rPr lang="en-US" altLang="zh-CN" sz="2800" b="1">
                <a:latin typeface="Times New Roman" panose="02020603050405020304" pitchFamily="2" charset="0"/>
                <a:ea typeface="宋体" panose="02010600030101010101" pitchFamily="2" charset="-122"/>
              </a:rPr>
              <a:t>)</a:t>
            </a:r>
          </a:p>
        </p:txBody>
      </p:sp>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9" name="文本框 3"/>
          <p:cNvSpPr txBox="1"/>
          <p:nvPr/>
        </p:nvSpPr>
        <p:spPr>
          <a:xfrm>
            <a:off x="800100" y="1303338"/>
            <a:ext cx="7035800" cy="3709987"/>
          </a:xfrm>
          <a:prstGeom prst="rect">
            <a:avLst/>
          </a:prstGeom>
          <a:noFill/>
          <a:ln w="9525">
            <a:noFill/>
          </a:ln>
        </p:spPr>
        <p:txBody>
          <a:bodyPr wrap="square" anchor="t" anchorCtr="0">
            <a:spAutoFit/>
          </a:bodyPr>
          <a:lstStyle/>
          <a:p>
            <a:pPr algn="just">
              <a:lnSpc>
                <a:spcPct val="120000"/>
              </a:lnSpc>
            </a:pPr>
            <a:r>
              <a:rPr lang="en-US" altLang="zh-CN" sz="2800" b="1" i="1" dirty="0">
                <a:latin typeface="Times New Roman" panose="02020603050405020304" pitchFamily="2" charset="0"/>
                <a:ea typeface="宋体" panose="02010600030101010101" pitchFamily="2" charset="-122"/>
              </a:rPr>
              <a:t>         z</a:t>
            </a:r>
            <a:r>
              <a:rPr lang="zh-CN" altLang="en-US" sz="2800" b="1" dirty="0">
                <a:latin typeface="Times New Roman" panose="02020603050405020304" pitchFamily="2" charset="0"/>
                <a:ea typeface="宋体" panose="02010600030101010101" pitchFamily="2" charset="-122"/>
              </a:rPr>
              <a:t>变换在离散时间系统的作用，如同拉氏变换在连续时间系统的作用，它把描述离散时间系统的差分方程转变为简单的代数方程，使其求解大大简化。</a:t>
            </a:r>
            <a:r>
              <a:rPr lang="zh-CN" altLang="en-US" sz="2800" b="1" dirty="0">
                <a:solidFill>
                  <a:srgbClr val="FF0000"/>
                </a:solidFill>
                <a:latin typeface="Times New Roman" panose="02020603050405020304" pitchFamily="2" charset="0"/>
                <a:ea typeface="宋体" panose="02010600030101010101" pitchFamily="2" charset="-122"/>
              </a:rPr>
              <a:t>在连续时间信号与系统理论中，拉氏变换是傅里叶变换的一般形式，在离散时间系统中，</a:t>
            </a:r>
            <a:r>
              <a:rPr lang="en-US" altLang="zh-CN" sz="2800" b="1" dirty="0">
                <a:solidFill>
                  <a:srgbClr val="FF0000"/>
                </a:solidFill>
                <a:latin typeface="Times New Roman" panose="02020603050405020304" pitchFamily="2" charset="0"/>
                <a:ea typeface="宋体" panose="02010600030101010101" pitchFamily="2" charset="-122"/>
              </a:rPr>
              <a:t>z</a:t>
            </a:r>
            <a:r>
              <a:rPr lang="zh-CN" altLang="en-US" sz="2800" b="1" dirty="0">
                <a:solidFill>
                  <a:srgbClr val="FF0000"/>
                </a:solidFill>
                <a:latin typeface="Times New Roman" panose="02020603050405020304" pitchFamily="2" charset="0"/>
                <a:ea typeface="宋体" panose="02010600030101010101" pitchFamily="2" charset="-122"/>
              </a:rPr>
              <a:t>变换是序列的傅里叶变换的一般形式。</a:t>
            </a:r>
          </a:p>
        </p:txBody>
      </p:sp>
    </p:spTree>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3" name="文本占位符 545793"/>
          <p:cNvSpPr>
            <a:spLocks noGrp="1"/>
          </p:cNvSpPr>
          <p:nvPr/>
        </p:nvSpPr>
        <p:spPr>
          <a:xfrm>
            <a:off x="811213" y="1035050"/>
            <a:ext cx="8229600" cy="5327650"/>
          </a:xfrm>
          <a:prstGeom prst="rect">
            <a:avLst/>
          </a:prstGeom>
          <a:noFill/>
          <a:ln w="9525">
            <a:noFill/>
          </a:ln>
        </p:spPr>
        <p:txBody>
          <a:bodyPr anchor="t" anchorCtr="0"/>
          <a:lstStyle/>
          <a:p>
            <a:pPr marL="342900" indent="-342900">
              <a:spcBef>
                <a:spcPct val="30000"/>
              </a:spcBef>
              <a:spcAft>
                <a:spcPct val="30000"/>
              </a:spcAft>
            </a:pPr>
            <a:r>
              <a:rPr lang="zh-CN" altLang="en-US" sz="2800" b="1" dirty="0">
                <a:solidFill>
                  <a:srgbClr val="FF3300"/>
                </a:solidFill>
                <a:latin typeface="Times New Roman" panose="02020603050405020304" pitchFamily="2" charset="0"/>
                <a:ea typeface="宋体" panose="02010600030101010101" pitchFamily="2" charset="-122"/>
              </a:rPr>
              <a:t>教学目的：</a:t>
            </a:r>
          </a:p>
          <a:p>
            <a:pPr marL="742950" lvl="1" indent="-285750" algn="l" eaLnBrk="1" fontAlgn="base" latinLnBrk="0" hangingPunct="1">
              <a:lnSpc>
                <a:spcPct val="100000"/>
              </a:lnSpc>
              <a:spcBef>
                <a:spcPct val="20000"/>
              </a:spcBef>
              <a:spcAft>
                <a:spcPct val="0"/>
              </a:spcAft>
              <a:buFont typeface="Arial" panose="020B0604020202020204" pitchFamily="34" charset="0"/>
              <a:buChar char="–"/>
            </a:pPr>
            <a:r>
              <a:rPr lang="zh-CN" altLang="en-US" sz="2400" b="1" baseline="0" dirty="0">
                <a:solidFill>
                  <a:schemeClr val="tx1"/>
                </a:solidFill>
                <a:latin typeface="Times New Roman" panose="02020603050405020304" pitchFamily="2" charset="0"/>
                <a:ea typeface="宋体" panose="02010600030101010101" pitchFamily="2" charset="-122"/>
              </a:rPr>
              <a:t>使学生掌握</a:t>
            </a:r>
            <a:r>
              <a:rPr lang="en-US" altLang="zh-CN" sz="2400" b="1" baseline="0" dirty="0">
                <a:solidFill>
                  <a:schemeClr val="tx1"/>
                </a:solidFill>
                <a:latin typeface="Times New Roman" panose="02020603050405020304" pitchFamily="2" charset="0"/>
                <a:ea typeface="宋体" panose="02010600030101010101" pitchFamily="2" charset="-122"/>
              </a:rPr>
              <a:t>z</a:t>
            </a:r>
            <a:r>
              <a:rPr lang="zh-CN" altLang="en-US" sz="2400" b="1" baseline="0" dirty="0">
                <a:solidFill>
                  <a:schemeClr val="tx1"/>
                </a:solidFill>
                <a:latin typeface="Times New Roman" panose="02020603050405020304" pitchFamily="2" charset="0"/>
                <a:ea typeface="宋体" panose="02010600030101010101" pitchFamily="2" charset="-122"/>
              </a:rPr>
              <a:t>变换的定义；</a:t>
            </a:r>
          </a:p>
          <a:p>
            <a:pPr marL="742950" lvl="1" indent="-285750" algn="l" eaLnBrk="1" fontAlgn="base" latinLnBrk="0" hangingPunct="1">
              <a:lnSpc>
                <a:spcPct val="100000"/>
              </a:lnSpc>
              <a:spcBef>
                <a:spcPct val="20000"/>
              </a:spcBef>
              <a:spcAft>
                <a:spcPct val="0"/>
              </a:spcAft>
              <a:buFont typeface="Arial" panose="020B0604020202020204" pitchFamily="34" charset="0"/>
              <a:buChar char="–"/>
            </a:pPr>
            <a:r>
              <a:rPr lang="zh-CN" altLang="en-US" sz="2400" b="1" baseline="0" dirty="0">
                <a:solidFill>
                  <a:schemeClr val="tx1"/>
                </a:solidFill>
                <a:latin typeface="Times New Roman" panose="02020603050405020304" pitchFamily="2" charset="0"/>
                <a:ea typeface="宋体" panose="02010600030101010101" pitchFamily="2" charset="-122"/>
              </a:rPr>
              <a:t>使学生掌握</a:t>
            </a:r>
            <a:r>
              <a:rPr lang="en-US" altLang="zh-CN" sz="2400" b="1" baseline="0" dirty="0">
                <a:solidFill>
                  <a:schemeClr val="tx1"/>
                </a:solidFill>
                <a:latin typeface="Times New Roman" panose="02020603050405020304" pitchFamily="2" charset="0"/>
                <a:ea typeface="宋体" panose="02010600030101010101" pitchFamily="2" charset="-122"/>
              </a:rPr>
              <a:t>z</a:t>
            </a:r>
            <a:r>
              <a:rPr lang="zh-CN" altLang="en-US" sz="2400" b="1" baseline="0" dirty="0">
                <a:solidFill>
                  <a:schemeClr val="tx1"/>
                </a:solidFill>
                <a:latin typeface="Times New Roman" panose="02020603050405020304" pitchFamily="2" charset="0"/>
                <a:ea typeface="宋体" panose="02010600030101010101" pitchFamily="2" charset="-122"/>
              </a:rPr>
              <a:t>变换的求法；</a:t>
            </a:r>
          </a:p>
          <a:p>
            <a:pPr marL="742950" lvl="1" indent="-285750" algn="l" eaLnBrk="1" fontAlgn="base" latinLnBrk="0" hangingPunct="1">
              <a:lnSpc>
                <a:spcPct val="100000"/>
              </a:lnSpc>
              <a:spcBef>
                <a:spcPct val="20000"/>
              </a:spcBef>
              <a:spcAft>
                <a:spcPct val="0"/>
              </a:spcAft>
              <a:buFont typeface="Arial" panose="020B0604020202020204" pitchFamily="34" charset="0"/>
              <a:buChar char="–"/>
            </a:pPr>
            <a:r>
              <a:rPr lang="zh-CN" altLang="en-US" sz="2400" b="1" baseline="0" dirty="0">
                <a:solidFill>
                  <a:schemeClr val="tx1"/>
                </a:solidFill>
                <a:latin typeface="Times New Roman" panose="02020603050405020304" pitchFamily="2" charset="0"/>
                <a:ea typeface="宋体" panose="02010600030101010101" pitchFamily="2" charset="-122"/>
              </a:rPr>
              <a:t>使学生掌握</a:t>
            </a:r>
            <a:r>
              <a:rPr lang="en-US" altLang="zh-CN" sz="2400" b="1" baseline="0" dirty="0">
                <a:solidFill>
                  <a:schemeClr val="tx1"/>
                </a:solidFill>
                <a:latin typeface="Times New Roman" panose="02020603050405020304" pitchFamily="2" charset="0"/>
                <a:ea typeface="宋体" panose="02010600030101010101" pitchFamily="2" charset="-122"/>
              </a:rPr>
              <a:t>z</a:t>
            </a:r>
            <a:r>
              <a:rPr lang="zh-CN" altLang="en-US" sz="2400" b="1" baseline="0" dirty="0">
                <a:solidFill>
                  <a:schemeClr val="tx1"/>
                </a:solidFill>
                <a:latin typeface="Times New Roman" panose="02020603050405020304" pitchFamily="2" charset="0"/>
                <a:ea typeface="宋体" panose="02010600030101010101" pitchFamily="2" charset="-122"/>
              </a:rPr>
              <a:t>反变换的求法；</a:t>
            </a:r>
          </a:p>
          <a:p>
            <a:pPr marL="342900" indent="-342900">
              <a:spcBef>
                <a:spcPct val="30000"/>
              </a:spcBef>
              <a:spcAft>
                <a:spcPct val="30000"/>
              </a:spcAft>
            </a:pPr>
            <a:r>
              <a:rPr lang="zh-CN" altLang="en-US" sz="2800" b="1" dirty="0">
                <a:solidFill>
                  <a:srgbClr val="FF3300"/>
                </a:solidFill>
                <a:latin typeface="Times New Roman" panose="02020603050405020304" pitchFamily="2" charset="0"/>
                <a:ea typeface="宋体" panose="02010600030101010101" pitchFamily="2" charset="-122"/>
              </a:rPr>
              <a:t>教学难点：</a:t>
            </a:r>
          </a:p>
          <a:p>
            <a:pPr marL="742950" lvl="1" indent="-285750" algn="l" eaLnBrk="1" fontAlgn="base" latinLnBrk="0" hangingPunct="1">
              <a:lnSpc>
                <a:spcPct val="100000"/>
              </a:lnSpc>
              <a:spcBef>
                <a:spcPct val="20000"/>
              </a:spcBef>
              <a:spcAft>
                <a:spcPct val="0"/>
              </a:spcAft>
              <a:buFont typeface="Arial" panose="020B0604020202020204" pitchFamily="34" charset="0"/>
              <a:buChar char="–"/>
            </a:pPr>
            <a:r>
              <a:rPr lang="en-US" altLang="zh-CN" sz="2400" b="1" baseline="0" dirty="0">
                <a:solidFill>
                  <a:schemeClr val="tx1"/>
                </a:solidFill>
                <a:latin typeface="Times New Roman" panose="02020603050405020304" pitchFamily="2" charset="0"/>
                <a:ea typeface="宋体" panose="02010600030101010101" pitchFamily="2" charset="-122"/>
              </a:rPr>
              <a:t>Z</a:t>
            </a:r>
            <a:r>
              <a:rPr lang="zh-CN" altLang="en-US" sz="2400" b="1" baseline="0" dirty="0">
                <a:solidFill>
                  <a:schemeClr val="tx1"/>
                </a:solidFill>
                <a:latin typeface="Times New Roman" panose="02020603050405020304" pitchFamily="2" charset="0"/>
                <a:ea typeface="宋体" panose="02010600030101010101" pitchFamily="2" charset="-122"/>
              </a:rPr>
              <a:t>变换的收敛域；</a:t>
            </a:r>
          </a:p>
          <a:p>
            <a:pPr marL="742950" lvl="1" indent="-285750" algn="l" eaLnBrk="1" fontAlgn="base" latinLnBrk="0" hangingPunct="1">
              <a:lnSpc>
                <a:spcPct val="100000"/>
              </a:lnSpc>
              <a:spcBef>
                <a:spcPct val="20000"/>
              </a:spcBef>
              <a:spcAft>
                <a:spcPct val="0"/>
              </a:spcAft>
              <a:buFont typeface="Arial" panose="020B0604020202020204" pitchFamily="34" charset="0"/>
              <a:buChar char="–"/>
            </a:pPr>
            <a:r>
              <a:rPr lang="en-US" altLang="zh-CN" sz="2400" b="1" baseline="0" dirty="0">
                <a:solidFill>
                  <a:schemeClr val="tx1"/>
                </a:solidFill>
                <a:latin typeface="Times New Roman" panose="02020603050405020304" pitchFamily="2" charset="0"/>
                <a:ea typeface="宋体" panose="02010600030101010101" pitchFamily="2" charset="-122"/>
              </a:rPr>
              <a:t>Z</a:t>
            </a:r>
            <a:r>
              <a:rPr lang="zh-CN" altLang="en-US" sz="2400" b="1" baseline="0" dirty="0">
                <a:solidFill>
                  <a:schemeClr val="tx1"/>
                </a:solidFill>
                <a:latin typeface="Times New Roman" panose="02020603050405020304" pitchFamily="2" charset="0"/>
                <a:ea typeface="宋体" panose="02010600030101010101" pitchFamily="2" charset="-122"/>
              </a:rPr>
              <a:t>反变换的求法；</a:t>
            </a:r>
          </a:p>
          <a:p>
            <a:pPr marL="342900" indent="-342900">
              <a:spcBef>
                <a:spcPct val="30000"/>
              </a:spcBef>
              <a:spcAft>
                <a:spcPct val="30000"/>
              </a:spcAft>
            </a:pPr>
            <a:r>
              <a:rPr lang="zh-CN" altLang="en-US" sz="2800" b="1" dirty="0">
                <a:solidFill>
                  <a:srgbClr val="FF3300"/>
                </a:solidFill>
                <a:latin typeface="Times New Roman" panose="02020603050405020304" pitchFamily="2" charset="0"/>
                <a:ea typeface="宋体" panose="02010600030101010101" pitchFamily="2" charset="-122"/>
              </a:rPr>
              <a:t>教学重点：</a:t>
            </a:r>
          </a:p>
          <a:p>
            <a:pPr marL="742950" lvl="1" indent="-285750" algn="l" eaLnBrk="1" fontAlgn="base" latinLnBrk="0" hangingPunct="1">
              <a:lnSpc>
                <a:spcPct val="100000"/>
              </a:lnSpc>
              <a:spcBef>
                <a:spcPct val="20000"/>
              </a:spcBef>
              <a:spcAft>
                <a:spcPct val="0"/>
              </a:spcAft>
              <a:buFont typeface="Arial" panose="020B0604020202020204" pitchFamily="34" charset="0"/>
              <a:buChar char="–"/>
            </a:pPr>
            <a:r>
              <a:rPr lang="zh-CN" altLang="en-US" sz="2400" b="1" baseline="0" dirty="0">
                <a:solidFill>
                  <a:schemeClr val="tx1"/>
                </a:solidFill>
                <a:latin typeface="Times New Roman" panose="02020603050405020304" pitchFamily="2" charset="0"/>
                <a:ea typeface="宋体" panose="02010600030101010101" pitchFamily="2" charset="-122"/>
              </a:rPr>
              <a:t>留数法求的</a:t>
            </a:r>
            <a:r>
              <a:rPr lang="en-US" altLang="zh-CN" sz="2400" b="1" baseline="0" dirty="0">
                <a:solidFill>
                  <a:schemeClr val="tx1"/>
                </a:solidFill>
                <a:latin typeface="Times New Roman" panose="02020603050405020304" pitchFamily="2" charset="0"/>
                <a:ea typeface="宋体" panose="02010600030101010101" pitchFamily="2" charset="-122"/>
              </a:rPr>
              <a:t>Z</a:t>
            </a:r>
            <a:r>
              <a:rPr lang="zh-CN" altLang="en-US" sz="2400" b="1" baseline="0" dirty="0">
                <a:solidFill>
                  <a:schemeClr val="tx1"/>
                </a:solidFill>
                <a:latin typeface="Times New Roman" panose="02020603050405020304" pitchFamily="2" charset="0"/>
                <a:ea typeface="宋体" panose="02010600030101010101" pitchFamily="2" charset="-122"/>
              </a:rPr>
              <a:t>反变换；</a:t>
            </a:r>
          </a:p>
          <a:p>
            <a:pPr marL="742950" lvl="1" indent="-285750" algn="l" eaLnBrk="1" fontAlgn="base" latinLnBrk="0" hangingPunct="1">
              <a:lnSpc>
                <a:spcPct val="100000"/>
              </a:lnSpc>
              <a:spcBef>
                <a:spcPct val="20000"/>
              </a:spcBef>
              <a:spcAft>
                <a:spcPct val="0"/>
              </a:spcAft>
              <a:buNone/>
            </a:pPr>
            <a:endParaRPr lang="zh-CN" altLang="en-US" sz="2400" b="1" baseline="0" dirty="0">
              <a:solidFill>
                <a:schemeClr val="tx1"/>
              </a:solidFill>
              <a:latin typeface="Times New Roman" panose="02020603050405020304" pitchFamily="2" charset="0"/>
              <a:ea typeface="宋体" panose="02010600030101010101" pitchFamily="2" charset="-122"/>
            </a:endParaRPr>
          </a:p>
        </p:txBody>
      </p:sp>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7" name="矩形 7169"/>
          <p:cNvSpPr/>
          <p:nvPr/>
        </p:nvSpPr>
        <p:spPr>
          <a:xfrm>
            <a:off x="457200" y="936625"/>
            <a:ext cx="3657600" cy="609600"/>
          </a:xfrm>
          <a:prstGeom prst="rect">
            <a:avLst/>
          </a:prstGeom>
          <a:noFill/>
          <a:ln w="9525">
            <a:noFill/>
          </a:ln>
        </p:spPr>
        <p:txBody>
          <a:bodyPr lIns="92075" tIns="46038" rIns="92075" bIns="46038" anchor="t" anchorCtr="0"/>
          <a:lstStyle/>
          <a:p>
            <a:pPr marL="342900" indent="-342900">
              <a:lnSpc>
                <a:spcPct val="90000"/>
              </a:lnSpc>
              <a:spcBef>
                <a:spcPct val="20000"/>
              </a:spcBef>
              <a:buClr>
                <a:schemeClr val="tx2"/>
              </a:buClr>
            </a:pPr>
            <a:r>
              <a:rPr lang="en-US" altLang="zh-CN" sz="3200" b="1">
                <a:latin typeface="Times New Roman" panose="02020603050405020304" pitchFamily="2" charset="0"/>
                <a:ea typeface="宋体" panose="02010600030101010101" pitchFamily="2" charset="-122"/>
              </a:rPr>
              <a:t>2.1.1 ZT</a:t>
            </a:r>
            <a:r>
              <a:rPr lang="zh-CN" altLang="en-US" sz="3200" b="1">
                <a:latin typeface="Times New Roman" panose="02020603050405020304" pitchFamily="2" charset="0"/>
                <a:ea typeface="宋体" panose="02010600030101010101" pitchFamily="2" charset="-122"/>
              </a:rPr>
              <a:t>的定义</a:t>
            </a:r>
          </a:p>
        </p:txBody>
      </p:sp>
      <p:graphicFrame>
        <p:nvGraphicFramePr>
          <p:cNvPr id="14338" name="对象 7171"/>
          <p:cNvGraphicFramePr>
            <a:graphicFrameLocks noChangeAspect="1"/>
          </p:cNvGraphicFramePr>
          <p:nvPr/>
        </p:nvGraphicFramePr>
        <p:xfrm>
          <a:off x="2076450" y="1651000"/>
          <a:ext cx="3679825" cy="1211263"/>
        </p:xfrm>
        <a:graphic>
          <a:graphicData uri="http://schemas.openxmlformats.org/presentationml/2006/ole">
            <mc:AlternateContent xmlns:mc="http://schemas.openxmlformats.org/markup-compatibility/2006">
              <mc:Choice xmlns:v="urn:schemas-microsoft-com:vml" Requires="v">
                <p:oleObj r:id="rId3" imgW="1181100" imgH="431800" progId="Equation.3">
                  <p:embed/>
                </p:oleObj>
              </mc:Choice>
              <mc:Fallback>
                <p:oleObj r:id="rId3" imgW="1181100" imgH="431800" progId="Equation.3">
                  <p:embed/>
                  <p:pic>
                    <p:nvPicPr>
                      <p:cNvPr id="0" name="图片 3084"/>
                      <p:cNvPicPr/>
                      <p:nvPr/>
                    </p:nvPicPr>
                    <p:blipFill>
                      <a:blip r:embed="rId4"/>
                      <a:stretch>
                        <a:fillRect/>
                      </a:stretch>
                    </p:blipFill>
                    <p:spPr>
                      <a:xfrm>
                        <a:off x="2076450" y="1651000"/>
                        <a:ext cx="3679825" cy="1211263"/>
                      </a:xfrm>
                      <a:prstGeom prst="rect">
                        <a:avLst/>
                      </a:prstGeom>
                      <a:noFill/>
                      <a:ln w="38100">
                        <a:noFill/>
                        <a:miter/>
                      </a:ln>
                    </p:spPr>
                  </p:pic>
                </p:oleObj>
              </mc:Fallback>
            </mc:AlternateContent>
          </a:graphicData>
        </a:graphic>
      </p:graphicFrame>
      <p:sp>
        <p:nvSpPr>
          <p:cNvPr id="14339" name="文本框 7172"/>
          <p:cNvSpPr txBox="1"/>
          <p:nvPr/>
        </p:nvSpPr>
        <p:spPr>
          <a:xfrm>
            <a:off x="723900" y="3154363"/>
            <a:ext cx="7696200" cy="3562350"/>
          </a:xfrm>
          <a:prstGeom prst="rect">
            <a:avLst/>
          </a:prstGeom>
          <a:noFill/>
          <a:ln w="9525">
            <a:noFill/>
          </a:ln>
        </p:spPr>
        <p:txBody>
          <a:bodyPr anchor="t" anchorCtr="0">
            <a:spAutoFit/>
          </a:bodyPr>
          <a:lstStyle/>
          <a:p>
            <a:pPr marL="344805" indent="-342900" algn="just">
              <a:lnSpc>
                <a:spcPct val="180000"/>
              </a:lnSpc>
              <a:buClr>
                <a:srgbClr val="0070C0"/>
              </a:buClr>
              <a:buSzPct val="120000"/>
              <a:buFont typeface="Wingdings" panose="05000000000000000000" charset="0"/>
              <a:buChar char=""/>
            </a:pPr>
            <a:r>
              <a:rPr lang="zh-CN" altLang="en-US" sz="2400" i="1" dirty="0">
                <a:latin typeface="Times New Roman" panose="02020603050405020304" pitchFamily="2" charset="0"/>
                <a:ea typeface="黑体" panose="02010609060101010101" pitchFamily="2" charset="-122"/>
              </a:rPr>
              <a:t>z</a:t>
            </a:r>
            <a:r>
              <a:rPr lang="zh-CN" altLang="en-US" sz="2400" b="1">
                <a:latin typeface="Times New Roman" panose="02020603050405020304" pitchFamily="2" charset="0"/>
                <a:ea typeface="宋体" panose="02010600030101010101" pitchFamily="2" charset="-122"/>
              </a:rPr>
              <a:t>是复变量，所在的复平面称为</a:t>
            </a:r>
            <a:r>
              <a:rPr lang="en-US" altLang="zh-CN" sz="2400" b="1">
                <a:latin typeface="Times New Roman" panose="02020603050405020304" pitchFamily="2" charset="0"/>
                <a:ea typeface="宋体" panose="02010600030101010101" pitchFamily="2" charset="-122"/>
              </a:rPr>
              <a:t>z</a:t>
            </a:r>
            <a:r>
              <a:rPr lang="zh-CN" altLang="en-US" sz="2400" b="1">
                <a:latin typeface="Times New Roman" panose="02020603050405020304" pitchFamily="2" charset="0"/>
                <a:ea typeface="宋体" panose="02010600030101010101" pitchFamily="2" charset="-122"/>
              </a:rPr>
              <a:t>平面</a:t>
            </a:r>
            <a:endParaRPr lang="zh-CN" altLang="en-US" sz="2400" i="1" dirty="0">
              <a:latin typeface="Times New Roman" panose="02020603050405020304" pitchFamily="2" charset="0"/>
              <a:ea typeface="黑体" panose="02010609060101010101" pitchFamily="2" charset="-122"/>
              <a:sym typeface="Arial" panose="020B0604020202020204" pitchFamily="34" charset="0"/>
            </a:endParaRPr>
          </a:p>
          <a:p>
            <a:pPr marL="344805" indent="-342900" algn="just">
              <a:lnSpc>
                <a:spcPct val="190000"/>
              </a:lnSpc>
              <a:buClr>
                <a:srgbClr val="0070C0"/>
              </a:buClr>
              <a:buSzPct val="120000"/>
              <a:buFont typeface="Wingdings" panose="05000000000000000000" charset="0"/>
              <a:buChar char=""/>
            </a:pPr>
            <a:r>
              <a:rPr lang="zh-CN" altLang="en-US" sz="2400" i="1" dirty="0">
                <a:latin typeface="Times New Roman" panose="02020603050405020304" pitchFamily="2" charset="0"/>
                <a:ea typeface="黑体" panose="02010609060101010101" pitchFamily="2" charset="-122"/>
                <a:sym typeface="Arial" panose="020B0604020202020204" pitchFamily="34" charset="0"/>
              </a:rPr>
              <a:t>X</a:t>
            </a:r>
            <a:r>
              <a:rPr lang="zh-CN" altLang="en-US" sz="2400" dirty="0">
                <a:latin typeface="Times New Roman" panose="02020603050405020304" pitchFamily="2" charset="0"/>
                <a:ea typeface="黑体" panose="02010609060101010101" pitchFamily="2" charset="-122"/>
                <a:sym typeface="Arial" panose="020B0604020202020204" pitchFamily="34" charset="0"/>
              </a:rPr>
              <a:t>(</a:t>
            </a:r>
            <a:r>
              <a:rPr lang="zh-CN" altLang="en-US" sz="2400" i="1" dirty="0">
                <a:latin typeface="Times New Roman" panose="02020603050405020304" pitchFamily="2" charset="0"/>
                <a:ea typeface="黑体" panose="02010609060101010101" pitchFamily="2" charset="-122"/>
                <a:sym typeface="Arial" panose="020B0604020202020204" pitchFamily="34" charset="0"/>
              </a:rPr>
              <a:t>z</a:t>
            </a:r>
            <a:r>
              <a:rPr lang="zh-CN" altLang="en-US" sz="2400" dirty="0">
                <a:latin typeface="Times New Roman" panose="02020603050405020304" pitchFamily="2" charset="0"/>
                <a:ea typeface="黑体" panose="02010609060101010101" pitchFamily="2" charset="-122"/>
                <a:sym typeface="Arial" panose="020B0604020202020204" pitchFamily="34" charset="0"/>
              </a:rPr>
              <a:t>)是一个laurent级数，一般情况下为有理分式</a:t>
            </a:r>
          </a:p>
          <a:p>
            <a:pPr marL="344805" indent="-342900" algn="just">
              <a:lnSpc>
                <a:spcPct val="190000"/>
              </a:lnSpc>
              <a:buClr>
                <a:srgbClr val="0070C0"/>
              </a:buClr>
              <a:buSzPct val="120000"/>
              <a:buFont typeface="Wingdings" panose="05000000000000000000" charset="0"/>
              <a:buChar char=""/>
            </a:pPr>
            <a:endParaRPr lang="zh-CN" altLang="en-US" sz="2400" dirty="0">
              <a:latin typeface="Times New Roman" panose="02020603050405020304" pitchFamily="2" charset="0"/>
              <a:ea typeface="黑体" panose="02010609060101010101" pitchFamily="2" charset="-122"/>
              <a:sym typeface="Arial" panose="020B0604020202020204" pitchFamily="34" charset="0"/>
            </a:endParaRPr>
          </a:p>
          <a:p>
            <a:pPr marL="344805" indent="-342900" algn="just">
              <a:lnSpc>
                <a:spcPct val="190000"/>
              </a:lnSpc>
              <a:buClr>
                <a:srgbClr val="0070C0"/>
              </a:buClr>
              <a:buSzPct val="120000"/>
              <a:buFont typeface="Wingdings" panose="05000000000000000000" charset="0"/>
              <a:buChar char=""/>
            </a:pPr>
            <a:r>
              <a:rPr lang="en-US" altLang="zh-CN" sz="2400" dirty="0">
                <a:latin typeface="Times New Roman" panose="02020603050405020304" pitchFamily="2" charset="0"/>
                <a:ea typeface="黑体" panose="02010609060101010101" pitchFamily="2" charset="-122"/>
                <a:sym typeface="Arial" panose="020B0604020202020204" pitchFamily="34" charset="0"/>
              </a:rPr>
              <a:t>Z</a:t>
            </a:r>
            <a:r>
              <a:rPr lang="zh-CN" altLang="en-US" sz="2400" dirty="0">
                <a:latin typeface="Times New Roman" panose="02020603050405020304" pitchFamily="2" charset="0"/>
                <a:ea typeface="黑体" panose="02010609060101010101" pitchFamily="2" charset="-122"/>
                <a:sym typeface="Arial" panose="020B0604020202020204" pitchFamily="34" charset="0"/>
              </a:rPr>
              <a:t>T的零极点：使</a:t>
            </a:r>
            <a:r>
              <a:rPr lang="zh-CN" altLang="en-US" sz="2400" i="1" dirty="0">
                <a:latin typeface="Times New Roman" panose="02020603050405020304" pitchFamily="2" charset="0"/>
                <a:ea typeface="黑体" panose="02010609060101010101" pitchFamily="2" charset="-122"/>
                <a:sym typeface="Arial" panose="020B0604020202020204" pitchFamily="34" charset="0"/>
              </a:rPr>
              <a:t>X</a:t>
            </a:r>
            <a:r>
              <a:rPr lang="zh-CN" altLang="en-US" sz="2400" dirty="0">
                <a:latin typeface="Times New Roman" panose="02020603050405020304" pitchFamily="2" charset="0"/>
                <a:ea typeface="黑体" panose="02010609060101010101" pitchFamily="2" charset="-122"/>
                <a:sym typeface="Arial" panose="020B0604020202020204" pitchFamily="34" charset="0"/>
              </a:rPr>
              <a:t>(</a:t>
            </a:r>
            <a:r>
              <a:rPr lang="zh-CN" altLang="en-US" sz="2400" i="1" dirty="0">
                <a:latin typeface="Times New Roman" panose="02020603050405020304" pitchFamily="2" charset="0"/>
                <a:ea typeface="黑体" panose="02010609060101010101" pitchFamily="2" charset="-122"/>
                <a:sym typeface="Arial" panose="020B0604020202020204" pitchFamily="34" charset="0"/>
              </a:rPr>
              <a:t>z</a:t>
            </a:r>
            <a:r>
              <a:rPr lang="zh-CN" altLang="en-US" sz="2400" dirty="0">
                <a:latin typeface="Times New Roman" panose="02020603050405020304" pitchFamily="2" charset="0"/>
                <a:ea typeface="黑体" panose="02010609060101010101" pitchFamily="2" charset="-122"/>
                <a:sym typeface="Arial" panose="020B0604020202020204" pitchFamily="34" charset="0"/>
              </a:rPr>
              <a:t>)=0的z值（零点），使</a:t>
            </a:r>
            <a:r>
              <a:rPr lang="zh-CN" altLang="en-US" sz="2400" i="1" dirty="0">
                <a:latin typeface="Times New Roman" panose="02020603050405020304" pitchFamily="2" charset="0"/>
                <a:ea typeface="黑体" panose="02010609060101010101" pitchFamily="2" charset="-122"/>
                <a:sym typeface="Arial" panose="020B0604020202020204" pitchFamily="34" charset="0"/>
              </a:rPr>
              <a:t>X</a:t>
            </a:r>
            <a:r>
              <a:rPr lang="zh-CN" altLang="en-US" sz="2400" dirty="0">
                <a:latin typeface="Times New Roman" panose="02020603050405020304" pitchFamily="2" charset="0"/>
                <a:ea typeface="黑体" panose="02010609060101010101" pitchFamily="2" charset="-122"/>
                <a:sym typeface="Arial" panose="020B0604020202020204" pitchFamily="34" charset="0"/>
              </a:rPr>
              <a:t>(</a:t>
            </a:r>
            <a:r>
              <a:rPr lang="zh-CN" altLang="en-US" sz="2400" i="1" dirty="0">
                <a:latin typeface="Times New Roman" panose="02020603050405020304" pitchFamily="2" charset="0"/>
                <a:ea typeface="黑体" panose="02010609060101010101" pitchFamily="2" charset="-122"/>
                <a:sym typeface="Arial" panose="020B0604020202020204" pitchFamily="34" charset="0"/>
              </a:rPr>
              <a:t>z</a:t>
            </a:r>
            <a:r>
              <a:rPr lang="zh-CN" altLang="en-US" sz="2400" dirty="0">
                <a:latin typeface="Times New Roman" panose="02020603050405020304" pitchFamily="2" charset="0"/>
                <a:ea typeface="黑体" panose="02010609060101010101" pitchFamily="2" charset="-122"/>
                <a:sym typeface="Arial" panose="020B0604020202020204" pitchFamily="34" charset="0"/>
              </a:rPr>
              <a:t>)=    的z值（极点）</a:t>
            </a:r>
            <a:endParaRPr lang="zh-CN" altLang="en-US" sz="3200" b="1">
              <a:latin typeface="Times New Roman" panose="02020603050405020304" pitchFamily="2" charset="0"/>
              <a:ea typeface="宋体" panose="02010600030101010101" pitchFamily="2" charset="-122"/>
            </a:endParaRPr>
          </a:p>
        </p:txBody>
      </p:sp>
      <p:sp>
        <p:nvSpPr>
          <p:cNvPr id="14340" name="标题 6145"/>
          <p:cNvSpPr>
            <a:spLocks noGrp="1"/>
          </p:cNvSpPr>
          <p:nvPr/>
        </p:nvSpPr>
        <p:spPr>
          <a:xfrm>
            <a:off x="365125" y="196850"/>
            <a:ext cx="7391400" cy="914400"/>
          </a:xfrm>
          <a:prstGeom prst="rect">
            <a:avLst/>
          </a:prstGeom>
          <a:noFill/>
          <a:ln w="9525">
            <a:noFill/>
          </a:ln>
        </p:spPr>
        <p:txBody>
          <a:bodyPr anchor="ctr" anchorCtr="0"/>
          <a:lstStyle/>
          <a:p>
            <a:pPr>
              <a:lnSpc>
                <a:spcPct val="70000"/>
              </a:lnSpc>
            </a:pPr>
            <a:r>
              <a:rPr lang="en-US" altLang="zh-CN" sz="3600" b="1">
                <a:latin typeface="Times New Roman" panose="02020603050405020304" pitchFamily="2" charset="0"/>
                <a:ea typeface="宋体" panose="02010600030101010101" pitchFamily="2" charset="-122"/>
              </a:rPr>
              <a:t>2.1  </a:t>
            </a:r>
            <a:r>
              <a:rPr lang="zh-CN" altLang="en-US" sz="3600" b="1" dirty="0">
                <a:solidFill>
                  <a:schemeClr val="tx2"/>
                </a:solidFill>
                <a:latin typeface="Times New Roman" panose="02020603050405020304" pitchFamily="2" charset="0"/>
                <a:ea typeface="宋体" panose="02010600030101010101" pitchFamily="2" charset="-122"/>
              </a:rPr>
              <a:t>序列</a:t>
            </a:r>
            <a:r>
              <a:rPr lang="zh-CN" altLang="en-US" sz="3600" b="1" dirty="0">
                <a:solidFill>
                  <a:schemeClr val="tx2"/>
                </a:solidFill>
                <a:latin typeface="Times New Roman" panose="02020603050405020304" pitchFamily="2" charset="0"/>
                <a:ea typeface="宋体" panose="02010600030101010101" pitchFamily="2" charset="-122"/>
                <a:sym typeface="Arial" panose="020B0604020202020204" pitchFamily="34" charset="0"/>
              </a:rPr>
              <a:t>的</a:t>
            </a:r>
            <a:r>
              <a:rPr lang="zh-CN" altLang="en-US" sz="3600" b="1" dirty="0">
                <a:solidFill>
                  <a:schemeClr val="tx2"/>
                </a:solidFill>
                <a:latin typeface="Times New Roman" panose="02020603050405020304" pitchFamily="2" charset="0"/>
                <a:ea typeface="宋体" panose="02010600030101010101" pitchFamily="2" charset="-122"/>
              </a:rPr>
              <a:t>z变换</a:t>
            </a:r>
            <a:endParaRPr lang="zh-CN" altLang="en-US" sz="3600" b="1">
              <a:latin typeface="Times New Roman" panose="02020603050405020304" pitchFamily="2" charset="0"/>
              <a:ea typeface="宋体" panose="02010600030101010101" pitchFamily="2" charset="-122"/>
            </a:endParaRPr>
          </a:p>
        </p:txBody>
      </p:sp>
      <p:graphicFrame>
        <p:nvGraphicFramePr>
          <p:cNvPr id="14341" name="对象 70661"/>
          <p:cNvGraphicFramePr>
            <a:graphicFrameLocks noChangeAspect="1"/>
          </p:cNvGraphicFramePr>
          <p:nvPr/>
        </p:nvGraphicFramePr>
        <p:xfrm>
          <a:off x="3106738" y="4546600"/>
          <a:ext cx="1778000" cy="901700"/>
        </p:xfrm>
        <a:graphic>
          <a:graphicData uri="http://schemas.openxmlformats.org/presentationml/2006/ole">
            <mc:AlternateContent xmlns:mc="http://schemas.openxmlformats.org/markup-compatibility/2006">
              <mc:Choice xmlns:v="urn:schemas-microsoft-com:vml" Requires="v">
                <p:oleObj r:id="rId5" imgW="959485" imgH="485775" progId="Equation.3">
                  <p:embed/>
                </p:oleObj>
              </mc:Choice>
              <mc:Fallback>
                <p:oleObj r:id="rId5" imgW="959485" imgH="485775" progId="Equation.3">
                  <p:embed/>
                  <p:pic>
                    <p:nvPicPr>
                      <p:cNvPr id="0" name="图片 3081"/>
                      <p:cNvPicPr/>
                      <p:nvPr/>
                    </p:nvPicPr>
                    <p:blipFill>
                      <a:blip r:embed="rId6"/>
                      <a:stretch>
                        <a:fillRect/>
                      </a:stretch>
                    </p:blipFill>
                    <p:spPr>
                      <a:xfrm>
                        <a:off x="3106738" y="4546600"/>
                        <a:ext cx="1778000" cy="901700"/>
                      </a:xfrm>
                      <a:prstGeom prst="rect">
                        <a:avLst/>
                      </a:prstGeom>
                      <a:noFill/>
                      <a:ln w="38100">
                        <a:noFill/>
                        <a:miter/>
                      </a:ln>
                    </p:spPr>
                  </p:pic>
                </p:oleObj>
              </mc:Fallback>
            </mc:AlternateContent>
          </a:graphicData>
        </a:graphic>
      </p:graphicFrame>
      <p:graphicFrame>
        <p:nvGraphicFramePr>
          <p:cNvPr id="14342" name="对象 70662">
            <a:hlinkClick r:id="" action="ppaction://ole?verb=0"/>
          </p:cNvPr>
          <p:cNvGraphicFramePr>
            <a:graphicFrameLocks noChangeAspect="1"/>
          </p:cNvGraphicFramePr>
          <p:nvPr/>
        </p:nvGraphicFramePr>
        <p:xfrm>
          <a:off x="7524750" y="5589588"/>
          <a:ext cx="374650" cy="295275"/>
        </p:xfrm>
        <a:graphic>
          <a:graphicData uri="http://schemas.openxmlformats.org/presentationml/2006/ole">
            <mc:AlternateContent xmlns:mc="http://schemas.openxmlformats.org/markup-compatibility/2006">
              <mc:Choice xmlns:v="urn:schemas-microsoft-com:vml" Requires="v">
                <p:oleObj r:id="rId7" imgW="182880" imgH="144145" progId="Equation.3">
                  <p:embed/>
                </p:oleObj>
              </mc:Choice>
              <mc:Fallback>
                <p:oleObj r:id="rId7" imgW="182880" imgH="144145" progId="Equation.3">
                  <p:embed/>
                  <p:pic>
                    <p:nvPicPr>
                      <p:cNvPr id="0" name="图片 3079"/>
                      <p:cNvPicPr/>
                      <p:nvPr/>
                    </p:nvPicPr>
                    <p:blipFill>
                      <a:blip r:embed="rId8"/>
                      <a:stretch>
                        <a:fillRect/>
                      </a:stretch>
                    </p:blipFill>
                    <p:spPr>
                      <a:xfrm>
                        <a:off x="7524750" y="5589588"/>
                        <a:ext cx="374650" cy="295275"/>
                      </a:xfrm>
                      <a:prstGeom prst="rect">
                        <a:avLst/>
                      </a:prstGeom>
                      <a:noFill/>
                      <a:ln w="38100">
                        <a:noFill/>
                        <a:miter/>
                      </a:ln>
                    </p:spPr>
                  </p:pic>
                </p:oleObj>
              </mc:Fallback>
            </mc:AlternateContent>
          </a:graphicData>
        </a:graphic>
      </p:graphicFrame>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385" name="图片 547845" descr="1-1-22"/>
          <p:cNvPicPr>
            <a:picLocks noChangeAspect="1"/>
          </p:cNvPicPr>
          <p:nvPr/>
        </p:nvPicPr>
        <p:blipFill>
          <a:blip r:embed="rId2"/>
          <a:stretch>
            <a:fillRect/>
          </a:stretch>
        </p:blipFill>
        <p:spPr>
          <a:xfrm>
            <a:off x="1450975" y="3087688"/>
            <a:ext cx="4810125" cy="3324225"/>
          </a:xfrm>
          <a:prstGeom prst="rect">
            <a:avLst/>
          </a:prstGeom>
          <a:noFill/>
          <a:ln w="9525">
            <a:noFill/>
          </a:ln>
        </p:spPr>
      </p:pic>
      <p:graphicFrame>
        <p:nvGraphicFramePr>
          <p:cNvPr id="16386" name="对象 547846"/>
          <p:cNvGraphicFramePr/>
          <p:nvPr/>
        </p:nvGraphicFramePr>
        <p:xfrm>
          <a:off x="898525" y="2360613"/>
          <a:ext cx="463550" cy="355600"/>
        </p:xfrm>
        <a:graphic>
          <a:graphicData uri="http://schemas.openxmlformats.org/presentationml/2006/ole">
            <mc:AlternateContent xmlns:mc="http://schemas.openxmlformats.org/markup-compatibility/2006">
              <mc:Choice xmlns:v="urn:schemas-microsoft-com:vml" Requires="v">
                <p:oleObj r:id="rId3" imgW="495300" imgH="381000" progId="Equation.DSMT4">
                  <p:embed/>
                </p:oleObj>
              </mc:Choice>
              <mc:Fallback>
                <p:oleObj r:id="rId3" imgW="495300" imgH="381000" progId="Equation.DSMT4">
                  <p:embed/>
                  <p:pic>
                    <p:nvPicPr>
                      <p:cNvPr id="0" name="图片 3080"/>
                      <p:cNvPicPr/>
                      <p:nvPr/>
                    </p:nvPicPr>
                    <p:blipFill>
                      <a:blip r:embed="rId4">
                        <a:lum bright="-100000"/>
                      </a:blip>
                      <a:stretch>
                        <a:fillRect/>
                      </a:stretch>
                    </p:blipFill>
                    <p:spPr>
                      <a:xfrm>
                        <a:off x="898525" y="2360613"/>
                        <a:ext cx="463550" cy="355600"/>
                      </a:xfrm>
                      <a:prstGeom prst="rect">
                        <a:avLst/>
                      </a:prstGeom>
                      <a:noFill/>
                      <a:ln w="38100">
                        <a:noFill/>
                        <a:miter/>
                      </a:ln>
                    </p:spPr>
                  </p:pic>
                </p:oleObj>
              </mc:Fallback>
            </mc:AlternateContent>
          </a:graphicData>
        </a:graphic>
      </p:graphicFrame>
      <p:graphicFrame>
        <p:nvGraphicFramePr>
          <p:cNvPr id="16387" name="对象 547847"/>
          <p:cNvGraphicFramePr/>
          <p:nvPr/>
        </p:nvGraphicFramePr>
        <p:xfrm>
          <a:off x="1563688" y="2305050"/>
          <a:ext cx="4584700" cy="468313"/>
        </p:xfrm>
        <a:graphic>
          <a:graphicData uri="http://schemas.openxmlformats.org/presentationml/2006/ole">
            <mc:AlternateContent xmlns:mc="http://schemas.openxmlformats.org/markup-compatibility/2006">
              <mc:Choice xmlns:v="urn:schemas-microsoft-com:vml" Requires="v">
                <p:oleObj r:id="rId5" imgW="4864100" imgH="444500" progId="Equation.DSMT4">
                  <p:embed/>
                </p:oleObj>
              </mc:Choice>
              <mc:Fallback>
                <p:oleObj r:id="rId5" imgW="4864100" imgH="444500" progId="Equation.DSMT4">
                  <p:embed/>
                  <p:pic>
                    <p:nvPicPr>
                      <p:cNvPr id="0" name="图片 3082"/>
                      <p:cNvPicPr/>
                      <p:nvPr/>
                    </p:nvPicPr>
                    <p:blipFill>
                      <a:blip r:embed="rId6">
                        <a:lum bright="-100000"/>
                      </a:blip>
                      <a:stretch>
                        <a:fillRect/>
                      </a:stretch>
                    </p:blipFill>
                    <p:spPr>
                      <a:xfrm>
                        <a:off x="1563688" y="2305050"/>
                        <a:ext cx="4584700" cy="468313"/>
                      </a:xfrm>
                      <a:prstGeom prst="rect">
                        <a:avLst/>
                      </a:prstGeom>
                      <a:noFill/>
                      <a:ln w="38100">
                        <a:noFill/>
                        <a:miter/>
                      </a:ln>
                    </p:spPr>
                  </p:pic>
                </p:oleObj>
              </mc:Fallback>
            </mc:AlternateContent>
          </a:graphicData>
        </a:graphic>
      </p:graphicFrame>
      <p:graphicFrame>
        <p:nvGraphicFramePr>
          <p:cNvPr id="16388" name="对象 7171"/>
          <p:cNvGraphicFramePr>
            <a:graphicFrameLocks noChangeAspect="1"/>
          </p:cNvGraphicFramePr>
          <p:nvPr/>
        </p:nvGraphicFramePr>
        <p:xfrm>
          <a:off x="2058988" y="711200"/>
          <a:ext cx="3681412" cy="1209675"/>
        </p:xfrm>
        <a:graphic>
          <a:graphicData uri="http://schemas.openxmlformats.org/presentationml/2006/ole">
            <mc:AlternateContent xmlns:mc="http://schemas.openxmlformats.org/markup-compatibility/2006">
              <mc:Choice xmlns:v="urn:schemas-microsoft-com:vml" Requires="v">
                <p:oleObj r:id="rId7" imgW="1181100" imgH="431800" progId="Equation.3">
                  <p:embed/>
                </p:oleObj>
              </mc:Choice>
              <mc:Fallback>
                <p:oleObj r:id="rId7" imgW="1181100" imgH="431800" progId="Equation.3">
                  <p:embed/>
                  <p:pic>
                    <p:nvPicPr>
                      <p:cNvPr id="0" name="图片 3077"/>
                      <p:cNvPicPr/>
                      <p:nvPr/>
                    </p:nvPicPr>
                    <p:blipFill>
                      <a:blip r:embed="rId8"/>
                      <a:stretch>
                        <a:fillRect/>
                      </a:stretch>
                    </p:blipFill>
                    <p:spPr>
                      <a:xfrm>
                        <a:off x="2058988" y="711200"/>
                        <a:ext cx="3681412" cy="1209675"/>
                      </a:xfrm>
                      <a:prstGeom prst="rect">
                        <a:avLst/>
                      </a:prstGeom>
                      <a:noFill/>
                      <a:ln w="38100">
                        <a:noFill/>
                        <a:miter/>
                      </a:ln>
                    </p:spPr>
                  </p:pic>
                </p:oleObj>
              </mc:Fallback>
            </mc:AlternateContent>
          </a:graphicData>
        </a:graphic>
      </p:graphicFrame>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Rectangle 3"/>
          <p:cNvSpPr/>
          <p:nvPr/>
        </p:nvSpPr>
        <p:spPr>
          <a:xfrm>
            <a:off x="627063" y="620713"/>
            <a:ext cx="7793037" cy="1384300"/>
          </a:xfrm>
          <a:prstGeom prst="rect">
            <a:avLst/>
          </a:prstGeom>
          <a:noFill/>
          <a:ln w="9525">
            <a:noFill/>
          </a:ln>
        </p:spPr>
        <p:txBody>
          <a:bodyPr wrap="square" lIns="90000" tIns="46800" rIns="90000" bIns="46800" anchor="t" anchorCtr="0">
            <a:spAutoFit/>
          </a:bodyPr>
          <a:lstStyle/>
          <a:p>
            <a:pPr>
              <a:lnSpc>
                <a:spcPct val="150000"/>
              </a:lnSpc>
              <a:buClr>
                <a:schemeClr val="hlink"/>
              </a:buClr>
              <a:buSzPct val="120000"/>
              <a:buFont typeface="Wingdings" panose="05000000000000000000" pitchFamily="2" charset="2"/>
            </a:pPr>
            <a:r>
              <a:rPr lang="en-US" altLang="zh-CN" sz="3200" b="1">
                <a:latin typeface="Times New Roman" panose="02020603050405020304" pitchFamily="2" charset="0"/>
                <a:ea typeface="宋体" panose="02010600030101010101" pitchFamily="2" charset="-122"/>
              </a:rPr>
              <a:t>逆z变换/z</a:t>
            </a:r>
            <a:r>
              <a:rPr lang="en-US" altLang="zh-CN" sz="3200" b="1">
                <a:latin typeface="Times New Roman" panose="02020603050405020304" pitchFamily="2" charset="0"/>
                <a:ea typeface="宋体" panose="02010600030101010101" pitchFamily="2" charset="-122"/>
                <a:sym typeface="Arial" panose="020B0604020202020204" pitchFamily="34" charset="0"/>
              </a:rPr>
              <a:t>反</a:t>
            </a:r>
            <a:r>
              <a:rPr lang="en-US" altLang="zh-CN" sz="3200" b="1">
                <a:latin typeface="Times New Roman" panose="02020603050405020304" pitchFamily="2" charset="0"/>
                <a:ea typeface="宋体" panose="02010600030101010101" pitchFamily="2" charset="-122"/>
              </a:rPr>
              <a:t>变换定义</a:t>
            </a:r>
          </a:p>
          <a:p>
            <a:pPr>
              <a:lnSpc>
                <a:spcPct val="150000"/>
              </a:lnSpc>
              <a:buClr>
                <a:schemeClr val="hlink"/>
              </a:buClr>
              <a:buSzPct val="120000"/>
              <a:buFont typeface="Wingdings" panose="05000000000000000000" pitchFamily="2" charset="2"/>
            </a:pPr>
            <a:r>
              <a:rPr lang="en-US" altLang="zh-CN" sz="2400" i="1" dirty="0">
                <a:latin typeface="Times New Roman" panose="02020603050405020304" pitchFamily="2" charset="0"/>
                <a:ea typeface="宋体" panose="02010600030101010101" pitchFamily="2" charset="-122"/>
              </a:rPr>
              <a:t>z</a:t>
            </a:r>
            <a:r>
              <a:rPr lang="zh-CN" altLang="en-US" sz="2400" dirty="0">
                <a:latin typeface="Times New Roman" panose="02020603050405020304" pitchFamily="2" charset="0"/>
                <a:ea typeface="宋体" panose="02010600030101010101" pitchFamily="2" charset="-122"/>
                <a:sym typeface="Arial" panose="020B0604020202020204" pitchFamily="34" charset="0"/>
              </a:rPr>
              <a:t>反</a:t>
            </a:r>
            <a:r>
              <a:rPr lang="zh-CN" altLang="en-US" sz="2400" dirty="0">
                <a:latin typeface="Times New Roman" panose="02020603050405020304" pitchFamily="2" charset="0"/>
                <a:ea typeface="宋体" panose="02010600030101010101" pitchFamily="2" charset="-122"/>
              </a:rPr>
              <a:t>变换：从</a:t>
            </a:r>
            <a:r>
              <a:rPr lang="zh-CN" altLang="en-US" sz="2400" dirty="0">
                <a:latin typeface="Times New Roman" panose="02020603050405020304" pitchFamily="2" charset="0"/>
                <a:ea typeface="宋体" panose="02010600030101010101" pitchFamily="2" charset="-122"/>
                <a:sym typeface="Arial" panose="020B0604020202020204" pitchFamily="34" charset="0"/>
              </a:rPr>
              <a:t>X(z)中</a:t>
            </a:r>
            <a:r>
              <a:rPr lang="zh-CN" altLang="en-US" sz="2400" b="1" dirty="0">
                <a:solidFill>
                  <a:srgbClr val="C00000"/>
                </a:solidFill>
                <a:latin typeface="Times New Roman" panose="02020603050405020304" pitchFamily="2" charset="0"/>
                <a:ea typeface="宋体" panose="02010600030101010101" pitchFamily="2" charset="-122"/>
                <a:sym typeface="Arial" panose="020B0604020202020204" pitchFamily="34" charset="0"/>
              </a:rPr>
              <a:t>还原</a:t>
            </a:r>
            <a:r>
              <a:rPr lang="zh-CN" altLang="en-US" sz="2400" dirty="0">
                <a:latin typeface="Times New Roman" panose="02020603050405020304" pitchFamily="2" charset="0"/>
                <a:ea typeface="宋体" panose="02010600030101010101" pitchFamily="2" charset="-122"/>
                <a:sym typeface="Arial" panose="020B0604020202020204" pitchFamily="34" charset="0"/>
              </a:rPr>
              <a:t>出原序列x(n)</a:t>
            </a:r>
            <a:endParaRPr lang="zh-CN" altLang="en-US" sz="2400" dirty="0">
              <a:solidFill>
                <a:srgbClr val="3366FF"/>
              </a:solidFill>
              <a:latin typeface="Times New Roman" panose="02020603050405020304" pitchFamily="2" charset="0"/>
              <a:ea typeface="宋体" panose="02010600030101010101" pitchFamily="2" charset="-122"/>
            </a:endParaRPr>
          </a:p>
        </p:txBody>
      </p:sp>
      <p:graphicFrame>
        <p:nvGraphicFramePr>
          <p:cNvPr id="17410" name="对象 81924"/>
          <p:cNvGraphicFramePr>
            <a:graphicFrameLocks noChangeAspect="1"/>
          </p:cNvGraphicFramePr>
          <p:nvPr/>
        </p:nvGraphicFramePr>
        <p:xfrm>
          <a:off x="835025" y="2819400"/>
          <a:ext cx="4225925" cy="1085850"/>
        </p:xfrm>
        <a:graphic>
          <a:graphicData uri="http://schemas.openxmlformats.org/presentationml/2006/ole">
            <mc:AlternateContent xmlns:mc="http://schemas.openxmlformats.org/markup-compatibility/2006">
              <mc:Choice xmlns:v="urn:schemas-microsoft-com:vml" Requires="v">
                <p:oleObj r:id="rId3" imgW="1473200" imgH="419100" progId="Equation.3">
                  <p:embed/>
                </p:oleObj>
              </mc:Choice>
              <mc:Fallback>
                <p:oleObj r:id="rId3" imgW="1473200" imgH="419100" progId="Equation.3">
                  <p:embed/>
                  <p:pic>
                    <p:nvPicPr>
                      <p:cNvPr id="0" name="图片 3076"/>
                      <p:cNvPicPr/>
                      <p:nvPr/>
                    </p:nvPicPr>
                    <p:blipFill>
                      <a:blip r:embed="rId4"/>
                      <a:stretch>
                        <a:fillRect/>
                      </a:stretch>
                    </p:blipFill>
                    <p:spPr>
                      <a:xfrm>
                        <a:off x="835025" y="2819400"/>
                        <a:ext cx="4225925" cy="1085850"/>
                      </a:xfrm>
                      <a:prstGeom prst="rect">
                        <a:avLst/>
                      </a:prstGeom>
                      <a:noFill/>
                      <a:ln w="25400" cap="flat" cmpd="sng">
                        <a:solidFill>
                          <a:srgbClr val="C00000"/>
                        </a:solidFill>
                        <a:prstDash val="solid"/>
                        <a:miter/>
                        <a:headEnd type="none" w="med" len="med"/>
                        <a:tailEnd type="none" w="med" len="med"/>
                      </a:ln>
                    </p:spPr>
                  </p:pic>
                </p:oleObj>
              </mc:Fallback>
            </mc:AlternateContent>
          </a:graphicData>
        </a:graphic>
      </p:graphicFrame>
      <p:grpSp>
        <p:nvGrpSpPr>
          <p:cNvPr id="17411" name="Group 26"/>
          <p:cNvGrpSpPr/>
          <p:nvPr/>
        </p:nvGrpSpPr>
        <p:grpSpPr>
          <a:xfrm>
            <a:off x="5292725" y="2428875"/>
            <a:ext cx="3940175" cy="2963863"/>
            <a:chOff x="0" y="0"/>
            <a:chExt cx="2482" cy="1867"/>
          </a:xfrm>
        </p:grpSpPr>
        <p:grpSp>
          <p:nvGrpSpPr>
            <p:cNvPr id="17412" name="Group 5"/>
            <p:cNvGrpSpPr/>
            <p:nvPr/>
          </p:nvGrpSpPr>
          <p:grpSpPr>
            <a:xfrm>
              <a:off x="0" y="0"/>
              <a:ext cx="2482" cy="1537"/>
              <a:chOff x="0" y="0"/>
              <a:chExt cx="2482" cy="1537"/>
            </a:xfrm>
          </p:grpSpPr>
          <p:grpSp>
            <p:nvGrpSpPr>
              <p:cNvPr id="17413" name="Group 6"/>
              <p:cNvGrpSpPr/>
              <p:nvPr/>
            </p:nvGrpSpPr>
            <p:grpSpPr>
              <a:xfrm>
                <a:off x="96" y="240"/>
                <a:ext cx="1904" cy="1297"/>
                <a:chOff x="0" y="0"/>
                <a:chExt cx="2620" cy="1700"/>
              </a:xfrm>
            </p:grpSpPr>
            <p:sp>
              <p:nvSpPr>
                <p:cNvPr id="17414" name="Line 7"/>
                <p:cNvSpPr/>
                <p:nvPr/>
              </p:nvSpPr>
              <p:spPr>
                <a:xfrm>
                  <a:off x="0" y="937"/>
                  <a:ext cx="2620" cy="20"/>
                </a:xfrm>
                <a:prstGeom prst="line">
                  <a:avLst/>
                </a:prstGeom>
                <a:ln w="9525" cap="flat" cmpd="sng">
                  <a:solidFill>
                    <a:srgbClr val="000000"/>
                  </a:solidFill>
                  <a:prstDash val="solid"/>
                  <a:round/>
                  <a:headEnd type="none" w="med" len="med"/>
                  <a:tailEnd type="triangle" w="sm" len="sm"/>
                </a:ln>
              </p:spPr>
              <p:txBody>
                <a:bodyPr anchor="t" anchorCtr="0"/>
                <a:lstStyle/>
                <a:p>
                  <a:endParaRPr lang="zh-CN" altLang="en-US">
                    <a:latin typeface="Times New Roman" panose="02020603050405020304" pitchFamily="2" charset="0"/>
                    <a:ea typeface="宋体" panose="02010600030101010101" pitchFamily="2" charset="-122"/>
                  </a:endParaRPr>
                </a:p>
              </p:txBody>
            </p:sp>
            <p:sp>
              <p:nvSpPr>
                <p:cNvPr id="17415" name="Line 8"/>
                <p:cNvSpPr/>
                <p:nvPr/>
              </p:nvSpPr>
              <p:spPr>
                <a:xfrm flipV="1">
                  <a:off x="1100" y="0"/>
                  <a:ext cx="0" cy="1700"/>
                </a:xfrm>
                <a:prstGeom prst="line">
                  <a:avLst/>
                </a:prstGeom>
                <a:ln w="9525" cap="flat" cmpd="sng">
                  <a:solidFill>
                    <a:srgbClr val="000000"/>
                  </a:solidFill>
                  <a:prstDash val="solid"/>
                  <a:round/>
                  <a:headEnd type="none" w="med" len="med"/>
                  <a:tailEnd type="triangle" w="sm" len="sm"/>
                </a:ln>
              </p:spPr>
              <p:txBody>
                <a:bodyPr anchor="t" anchorCtr="0"/>
                <a:lstStyle/>
                <a:p>
                  <a:endParaRPr lang="zh-CN" altLang="en-US">
                    <a:latin typeface="Times New Roman" panose="02020603050405020304" pitchFamily="2" charset="0"/>
                    <a:ea typeface="宋体" panose="02010600030101010101" pitchFamily="2" charset="-122"/>
                  </a:endParaRPr>
                </a:p>
              </p:txBody>
            </p:sp>
            <p:sp>
              <p:nvSpPr>
                <p:cNvPr id="17416" name="AutoShape 9"/>
                <p:cNvSpPr/>
                <p:nvPr/>
              </p:nvSpPr>
              <p:spPr>
                <a:xfrm>
                  <a:off x="380" y="240"/>
                  <a:ext cx="1440" cy="1400"/>
                </a:xfrm>
                <a:custGeom>
                  <a:avLst/>
                  <a:gdLst/>
                  <a:ahLst/>
                  <a:cxnLst>
                    <a:cxn ang="0">
                      <a:pos x="48" y="0"/>
                    </a:cxn>
                    <a:cxn ang="0">
                      <a:pos x="14" y="13"/>
                    </a:cxn>
                    <a:cxn ang="0">
                      <a:pos x="0" y="45"/>
                    </a:cxn>
                    <a:cxn ang="0">
                      <a:pos x="14" y="77"/>
                    </a:cxn>
                    <a:cxn ang="0">
                      <a:pos x="48" y="91"/>
                    </a:cxn>
                    <a:cxn ang="0">
                      <a:pos x="82" y="77"/>
                    </a:cxn>
                    <a:cxn ang="0">
                      <a:pos x="96" y="45"/>
                    </a:cxn>
                    <a:cxn ang="0">
                      <a:pos x="82" y="13"/>
                    </a:cxn>
                  </a:cxnLst>
                  <a:rect l="0" t="0" r="0" b="0"/>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5400" y="10800"/>
                      </a:moveTo>
                      <a:cubicBezTo>
                        <a:pt x="5400" y="13782"/>
                        <a:pt x="7818" y="16200"/>
                        <a:pt x="10800" y="16200"/>
                      </a:cubicBezTo>
                      <a:cubicBezTo>
                        <a:pt x="13782" y="16200"/>
                        <a:pt x="16200" y="13782"/>
                        <a:pt x="16200" y="10800"/>
                      </a:cubicBezTo>
                      <a:cubicBezTo>
                        <a:pt x="16200" y="7818"/>
                        <a:pt x="13782" y="5400"/>
                        <a:pt x="10800" y="5400"/>
                      </a:cubicBezTo>
                      <a:cubicBezTo>
                        <a:pt x="7818" y="5400"/>
                        <a:pt x="5400" y="7818"/>
                        <a:pt x="5400" y="10800"/>
                      </a:cubicBezTo>
                      <a:close/>
                    </a:path>
                  </a:pathLst>
                </a:custGeom>
                <a:solidFill>
                  <a:srgbClr val="808080"/>
                </a:solidFill>
                <a:ln w="9525" cap="flat" cmpd="sng">
                  <a:solidFill>
                    <a:srgbClr val="000000"/>
                  </a:solidFill>
                  <a:prstDash val="solid"/>
                  <a:miter/>
                  <a:headEnd type="none" w="med" len="med"/>
                  <a:tailEnd type="none" w="med" len="med"/>
                </a:ln>
              </p:spPr>
              <p:txBody>
                <a:bodyPr/>
                <a:lstStyle/>
                <a:p>
                  <a:endParaRPr lang="zh-CN" altLang="en-US"/>
                </a:p>
              </p:txBody>
            </p:sp>
          </p:grpSp>
          <p:sp>
            <p:nvSpPr>
              <p:cNvPr id="17417" name="Rectangle 10"/>
              <p:cNvSpPr/>
              <p:nvPr/>
            </p:nvSpPr>
            <p:spPr>
              <a:xfrm>
                <a:off x="0" y="0"/>
                <a:ext cx="2153" cy="523"/>
              </a:xfrm>
              <a:prstGeom prst="rect">
                <a:avLst/>
              </a:prstGeom>
              <a:noFill/>
              <a:ln w="9525">
                <a:noFill/>
              </a:ln>
            </p:spPr>
            <p:txBody>
              <a:bodyPr anchor="t" anchorCtr="0">
                <a:spAutoFit/>
              </a:bodyPr>
              <a:lstStyle/>
              <a:p>
                <a:pPr algn="just"/>
                <a:r>
                  <a:rPr lang="zh-CN" altLang="en-US" sz="2400" dirty="0">
                    <a:latin typeface="Times New Roman" panose="02020603050405020304" pitchFamily="2" charset="0"/>
                    <a:ea typeface="宋体" panose="02010600030101010101" pitchFamily="2" charset="-122"/>
                  </a:rPr>
                  <a:t>                     </a:t>
                </a:r>
                <a:r>
                  <a:rPr lang="en-US" altLang="zh-CN" sz="2400" dirty="0">
                    <a:solidFill>
                      <a:srgbClr val="000000"/>
                    </a:solidFill>
                    <a:latin typeface="Times New Roman" panose="02020603050405020304" pitchFamily="2" charset="0"/>
                    <a:ea typeface="宋体" panose="02010600030101010101" pitchFamily="2" charset="-122"/>
                  </a:rPr>
                  <a:t>jI</a:t>
                </a:r>
                <a:r>
                  <a:rPr lang="en-US" altLang="zh-CN" sz="2400" baseline="-30000" dirty="0">
                    <a:solidFill>
                      <a:srgbClr val="000000"/>
                    </a:solidFill>
                    <a:latin typeface="Times New Roman" panose="02020603050405020304" pitchFamily="2" charset="0"/>
                    <a:ea typeface="宋体" panose="02010600030101010101" pitchFamily="2" charset="-122"/>
                  </a:rPr>
                  <a:t>m</a:t>
                </a:r>
                <a:r>
                  <a:rPr lang="en-US" altLang="zh-CN" sz="2400" dirty="0">
                    <a:solidFill>
                      <a:srgbClr val="000000"/>
                    </a:solidFill>
                    <a:latin typeface="Times New Roman" panose="02020603050405020304" pitchFamily="2" charset="0"/>
                    <a:ea typeface="宋体" panose="02010600030101010101" pitchFamily="2" charset="-122"/>
                  </a:rPr>
                  <a:t>[z]</a:t>
                </a:r>
                <a:endParaRPr lang="en-US" altLang="zh-CN" sz="2400" dirty="0">
                  <a:latin typeface="Times New Roman" panose="02020603050405020304" pitchFamily="2" charset="0"/>
                  <a:ea typeface="宋体" panose="02010600030101010101" pitchFamily="2" charset="-122"/>
                </a:endParaRPr>
              </a:p>
              <a:p>
                <a:pPr eaLnBrk="0" hangingPunct="0"/>
                <a:endParaRPr lang="zh-CN" altLang="en-US" sz="2400" dirty="0">
                  <a:latin typeface="Times New Roman" panose="02020603050405020304" pitchFamily="2" charset="0"/>
                  <a:ea typeface="宋体" panose="02010600030101010101" pitchFamily="2" charset="-122"/>
                </a:endParaRPr>
              </a:p>
            </p:txBody>
          </p:sp>
          <p:sp>
            <p:nvSpPr>
              <p:cNvPr id="17418" name="Rectangle 11"/>
              <p:cNvSpPr/>
              <p:nvPr/>
            </p:nvSpPr>
            <p:spPr>
              <a:xfrm>
                <a:off x="1444" y="672"/>
                <a:ext cx="376" cy="290"/>
              </a:xfrm>
              <a:prstGeom prst="rect">
                <a:avLst/>
              </a:prstGeom>
              <a:noFill/>
              <a:ln w="9525">
                <a:noFill/>
              </a:ln>
            </p:spPr>
            <p:txBody>
              <a:bodyPr wrap="none" anchor="t" anchorCtr="0">
                <a:spAutoFit/>
              </a:bodyPr>
              <a:lstStyle/>
              <a:p>
                <a:pPr algn="r" fontAlgn="ctr"/>
                <a:r>
                  <a:rPr lang="en-US" altLang="zh-CN" sz="2400" dirty="0">
                    <a:latin typeface="Times New Roman" panose="02020603050405020304" pitchFamily="2" charset="0"/>
                    <a:ea typeface="宋体" panose="02010600030101010101" pitchFamily="2" charset="-122"/>
                  </a:rPr>
                  <a:t>R</a:t>
                </a:r>
                <a:r>
                  <a:rPr lang="en-US" altLang="zh-CN" sz="2400" baseline="-30000" dirty="0">
                    <a:latin typeface="Times New Roman" panose="02020603050405020304" pitchFamily="2" charset="0"/>
                    <a:ea typeface="宋体" panose="02010600030101010101" pitchFamily="2" charset="-122"/>
                  </a:rPr>
                  <a:t>x+</a:t>
                </a:r>
              </a:p>
            </p:txBody>
          </p:sp>
          <p:sp>
            <p:nvSpPr>
              <p:cNvPr id="17419" name="Rectangle 12"/>
              <p:cNvSpPr/>
              <p:nvPr/>
            </p:nvSpPr>
            <p:spPr>
              <a:xfrm>
                <a:off x="916" y="672"/>
                <a:ext cx="347" cy="290"/>
              </a:xfrm>
              <a:prstGeom prst="rect">
                <a:avLst/>
              </a:prstGeom>
              <a:noFill/>
              <a:ln w="9525">
                <a:noFill/>
              </a:ln>
            </p:spPr>
            <p:txBody>
              <a:bodyPr wrap="none" anchor="t" anchorCtr="0">
                <a:spAutoFit/>
              </a:bodyPr>
              <a:lstStyle/>
              <a:p>
                <a:pPr algn="r" fontAlgn="ctr"/>
                <a:r>
                  <a:rPr lang="en-US" altLang="zh-CN" sz="2400" dirty="0">
                    <a:latin typeface="Times New Roman" panose="02020603050405020304" pitchFamily="2" charset="0"/>
                    <a:ea typeface="宋体" panose="02010600030101010101" pitchFamily="2" charset="-122"/>
                  </a:rPr>
                  <a:t>R</a:t>
                </a:r>
                <a:r>
                  <a:rPr lang="en-US" altLang="zh-CN" sz="2400" baseline="-30000" dirty="0">
                    <a:latin typeface="Times New Roman" panose="02020603050405020304" pitchFamily="2" charset="0"/>
                    <a:ea typeface="宋体" panose="02010600030101010101" pitchFamily="2" charset="-122"/>
                  </a:rPr>
                  <a:t>x-</a:t>
                </a:r>
              </a:p>
            </p:txBody>
          </p:sp>
          <p:sp>
            <p:nvSpPr>
              <p:cNvPr id="17420" name="Rectangle 13"/>
              <p:cNvSpPr/>
              <p:nvPr/>
            </p:nvSpPr>
            <p:spPr>
              <a:xfrm>
                <a:off x="1970" y="672"/>
                <a:ext cx="512" cy="290"/>
              </a:xfrm>
              <a:prstGeom prst="rect">
                <a:avLst/>
              </a:prstGeom>
              <a:noFill/>
              <a:ln w="9525">
                <a:noFill/>
              </a:ln>
            </p:spPr>
            <p:txBody>
              <a:bodyPr wrap="none" anchor="t" anchorCtr="0">
                <a:spAutoFit/>
              </a:bodyPr>
              <a:lstStyle/>
              <a:p>
                <a:pPr algn="r" fontAlgn="ctr"/>
                <a:r>
                  <a:rPr lang="en-US" altLang="zh-CN" sz="2400" dirty="0">
                    <a:solidFill>
                      <a:srgbClr val="000000"/>
                    </a:solidFill>
                    <a:latin typeface="Times New Roman" panose="02020603050405020304" pitchFamily="2" charset="0"/>
                    <a:ea typeface="宋体" panose="02010600030101010101" pitchFamily="2" charset="-122"/>
                  </a:rPr>
                  <a:t>R</a:t>
                </a:r>
                <a:r>
                  <a:rPr lang="en-US" altLang="zh-CN" sz="2400" baseline="-30000" dirty="0">
                    <a:solidFill>
                      <a:srgbClr val="000000"/>
                    </a:solidFill>
                    <a:latin typeface="Times New Roman" panose="02020603050405020304" pitchFamily="2" charset="0"/>
                    <a:ea typeface="宋体" panose="02010600030101010101" pitchFamily="2" charset="-122"/>
                  </a:rPr>
                  <a:t>e</a:t>
                </a:r>
                <a:r>
                  <a:rPr lang="en-US" altLang="zh-CN" sz="2400" dirty="0">
                    <a:solidFill>
                      <a:srgbClr val="000000"/>
                    </a:solidFill>
                    <a:latin typeface="Times New Roman" panose="02020603050405020304" pitchFamily="2" charset="0"/>
                    <a:ea typeface="宋体" panose="02010600030101010101" pitchFamily="2" charset="-122"/>
                  </a:rPr>
                  <a:t>[z]</a:t>
                </a:r>
              </a:p>
            </p:txBody>
          </p:sp>
          <p:sp>
            <p:nvSpPr>
              <p:cNvPr id="17421" name="Rectangle 14"/>
              <p:cNvSpPr/>
              <p:nvPr/>
            </p:nvSpPr>
            <p:spPr>
              <a:xfrm>
                <a:off x="817" y="912"/>
                <a:ext cx="211" cy="290"/>
              </a:xfrm>
              <a:prstGeom prst="rect">
                <a:avLst/>
              </a:prstGeom>
              <a:noFill/>
              <a:ln w="9525">
                <a:noFill/>
              </a:ln>
            </p:spPr>
            <p:txBody>
              <a:bodyPr wrap="none" anchor="t" anchorCtr="0">
                <a:spAutoFit/>
              </a:bodyPr>
              <a:lstStyle/>
              <a:p>
                <a:pPr algn="r" fontAlgn="ctr"/>
                <a:r>
                  <a:rPr lang="en-US" altLang="zh-CN" sz="2400" dirty="0">
                    <a:latin typeface="Times New Roman" panose="02020603050405020304" pitchFamily="2" charset="0"/>
                    <a:ea typeface="宋体" panose="02010600030101010101" pitchFamily="2" charset="-122"/>
                  </a:rPr>
                  <a:t>0</a:t>
                </a:r>
              </a:p>
            </p:txBody>
          </p:sp>
        </p:grpSp>
        <p:sp>
          <p:nvSpPr>
            <p:cNvPr id="17422" name="Oval 17"/>
            <p:cNvSpPr/>
            <p:nvPr/>
          </p:nvSpPr>
          <p:spPr>
            <a:xfrm>
              <a:off x="491" y="518"/>
              <a:ext cx="807" cy="865"/>
            </a:xfrm>
            <a:prstGeom prst="ellipse">
              <a:avLst/>
            </a:prstGeom>
            <a:noFill/>
            <a:ln w="38100" cap="sq" cmpd="sng">
              <a:solidFill>
                <a:srgbClr val="FF0000"/>
              </a:solidFill>
              <a:prstDash val="solid"/>
              <a:round/>
              <a:headEnd type="none" w="med" len="med"/>
              <a:tailEnd type="none" w="med" len="med"/>
            </a:ln>
          </p:spPr>
          <p:txBody>
            <a:bodyPr wrap="none" lIns="90000" tIns="46800" rIns="90000" bIns="46800" anchor="ctr" anchorCtr="0">
              <a:spAutoFit/>
            </a:bodyPr>
            <a:lstStyle/>
            <a:p>
              <a:endParaRPr lang="zh-CN" altLang="en-US" dirty="0">
                <a:latin typeface="Times New Roman" panose="02020603050405020304" pitchFamily="2" charset="0"/>
                <a:ea typeface="宋体" panose="02010600030101010101" pitchFamily="2" charset="-122"/>
              </a:endParaRPr>
            </a:p>
          </p:txBody>
        </p:sp>
        <p:sp>
          <p:nvSpPr>
            <p:cNvPr id="17423" name="Line 20"/>
            <p:cNvSpPr/>
            <p:nvPr/>
          </p:nvSpPr>
          <p:spPr>
            <a:xfrm flipH="1">
              <a:off x="1270" y="1012"/>
              <a:ext cx="35" cy="230"/>
            </a:xfrm>
            <a:prstGeom prst="line">
              <a:avLst/>
            </a:prstGeom>
            <a:ln w="38100" cap="sq" cmpd="sng">
              <a:solidFill>
                <a:srgbClr val="FF0000"/>
              </a:solidFill>
              <a:prstDash val="solid"/>
              <a:round/>
              <a:headEnd type="none" w="med" len="med"/>
              <a:tailEnd type="none" w="med" len="med"/>
            </a:ln>
          </p:spPr>
          <p:txBody>
            <a:bodyPr anchor="t" anchorCtr="0"/>
            <a:lstStyle/>
            <a:p>
              <a:endParaRPr lang="zh-CN" altLang="en-US">
                <a:latin typeface="Times New Roman" panose="02020603050405020304" pitchFamily="2" charset="0"/>
                <a:ea typeface="宋体" panose="02010600030101010101" pitchFamily="2" charset="-122"/>
              </a:endParaRPr>
            </a:p>
          </p:txBody>
        </p:sp>
        <p:sp>
          <p:nvSpPr>
            <p:cNvPr id="17424" name="Line 23"/>
            <p:cNvSpPr/>
            <p:nvPr/>
          </p:nvSpPr>
          <p:spPr>
            <a:xfrm rot="-5400000" flipH="1" flipV="1">
              <a:off x="1107" y="964"/>
              <a:ext cx="188" cy="143"/>
            </a:xfrm>
            <a:prstGeom prst="line">
              <a:avLst/>
            </a:prstGeom>
            <a:ln w="38100" cap="sq" cmpd="sng">
              <a:solidFill>
                <a:srgbClr val="FF0000"/>
              </a:solidFill>
              <a:prstDash val="solid"/>
              <a:round/>
              <a:headEnd type="none" w="med" len="med"/>
              <a:tailEnd type="none" w="med" len="med"/>
            </a:ln>
          </p:spPr>
          <p:txBody>
            <a:bodyPr anchor="t" anchorCtr="0"/>
            <a:lstStyle/>
            <a:p>
              <a:endParaRPr lang="zh-CN" altLang="en-US">
                <a:latin typeface="Times New Roman" panose="02020603050405020304" pitchFamily="2" charset="0"/>
                <a:ea typeface="宋体" panose="02010600030101010101" pitchFamily="2" charset="-122"/>
              </a:endParaRPr>
            </a:p>
          </p:txBody>
        </p:sp>
        <p:sp>
          <p:nvSpPr>
            <p:cNvPr id="82964" name="Line 24"/>
            <p:cNvSpPr/>
            <p:nvPr/>
          </p:nvSpPr>
          <p:spPr>
            <a:xfrm>
              <a:off x="1155" y="1274"/>
              <a:ext cx="150" cy="444"/>
            </a:xfrm>
            <a:prstGeom prst="line">
              <a:avLst/>
            </a:prstGeom>
            <a:ln w="31750" cap="sq" cmpd="sng">
              <a:solidFill>
                <a:schemeClr val="accent6"/>
              </a:solidFill>
              <a:prstDash val="solid"/>
              <a:round/>
              <a:headEnd type="stealth" w="med" len="med"/>
              <a:tailEnd type="none" w="med" len="med"/>
            </a:ln>
          </p:spPr>
          <p:txBody>
            <a:bodyPr anchor="t"/>
            <a:lstStyle/>
            <a:p>
              <a:pPr fontAlgn="base"/>
              <a:endParaRPr lang="zh-CN" altLang="en-US" strike="noStrike" noProof="1">
                <a:latin typeface="Times New Roman" panose="02020603050405020304" pitchFamily="2" charset="0"/>
              </a:endParaRPr>
            </a:p>
          </p:txBody>
        </p:sp>
        <p:sp>
          <p:nvSpPr>
            <p:cNvPr id="17426" name="Text Box 25"/>
            <p:cNvSpPr txBox="1"/>
            <p:nvPr/>
          </p:nvSpPr>
          <p:spPr>
            <a:xfrm>
              <a:off x="1305" y="1537"/>
              <a:ext cx="352" cy="330"/>
            </a:xfrm>
            <a:prstGeom prst="rect">
              <a:avLst/>
            </a:prstGeom>
            <a:noFill/>
            <a:ln w="9525">
              <a:noFill/>
            </a:ln>
          </p:spPr>
          <p:txBody>
            <a:bodyPr lIns="90000" tIns="46800" rIns="90000" bIns="46800" anchor="t" anchorCtr="0">
              <a:spAutoFit/>
            </a:bodyPr>
            <a:lstStyle/>
            <a:p>
              <a:pPr>
                <a:spcBef>
                  <a:spcPct val="50000"/>
                </a:spcBef>
              </a:pPr>
              <a:r>
                <a:rPr lang="en-US" altLang="zh-CN" sz="2800" dirty="0">
                  <a:latin typeface="Times New Roman" panose="02020603050405020304" pitchFamily="2" charset="0"/>
                  <a:ea typeface="宋体" panose="02010600030101010101" pitchFamily="2" charset="-122"/>
                </a:rPr>
                <a:t>c</a:t>
              </a:r>
            </a:p>
          </p:txBody>
        </p:sp>
      </p:grpSp>
      <p:sp>
        <p:nvSpPr>
          <p:cNvPr id="17427" name="文本框 81942"/>
          <p:cNvSpPr txBox="1"/>
          <p:nvPr/>
        </p:nvSpPr>
        <p:spPr>
          <a:xfrm>
            <a:off x="723900" y="4757738"/>
            <a:ext cx="5040313" cy="830262"/>
          </a:xfrm>
          <a:prstGeom prst="rect">
            <a:avLst/>
          </a:prstGeom>
          <a:noFill/>
          <a:ln w="9525">
            <a:noFill/>
          </a:ln>
        </p:spPr>
        <p:txBody>
          <a:bodyPr wrap="square" anchor="t" anchorCtr="0">
            <a:spAutoFit/>
          </a:bodyPr>
          <a:lstStyle/>
          <a:p>
            <a:r>
              <a:rPr lang="zh-CN" altLang="en-US" sz="2400" dirty="0">
                <a:latin typeface="Times New Roman" panose="02020603050405020304" pitchFamily="2" charset="0"/>
                <a:ea typeface="宋体" panose="02010600030101010101" pitchFamily="2" charset="-122"/>
                <a:sym typeface="Arial" panose="020B0604020202020204" pitchFamily="34" charset="0"/>
              </a:rPr>
              <a:t>其中C是包围</a:t>
            </a:r>
            <a:r>
              <a:rPr lang="zh-CN" altLang="en-US" sz="2400" u="sng" dirty="0">
                <a:latin typeface="Times New Roman" panose="02020603050405020304" pitchFamily="2" charset="0"/>
                <a:ea typeface="宋体" panose="02010600030101010101" pitchFamily="2" charset="-122"/>
                <a:sym typeface="Arial" panose="020B0604020202020204" pitchFamily="34" charset="0"/>
              </a:rPr>
              <a:t>X(z)z</a:t>
            </a:r>
            <a:r>
              <a:rPr lang="zh-CN" altLang="en-US" sz="2400" u="sng" baseline="30000" dirty="0">
                <a:latin typeface="Times New Roman" panose="02020603050405020304" pitchFamily="2" charset="0"/>
                <a:ea typeface="宋体" panose="02010600030101010101" pitchFamily="2" charset="-122"/>
                <a:sym typeface="Arial" panose="020B0604020202020204" pitchFamily="34" charset="0"/>
              </a:rPr>
              <a:t>n-1</a:t>
            </a:r>
            <a:r>
              <a:rPr lang="zh-CN" altLang="en-US" sz="2400" u="sng" dirty="0">
                <a:latin typeface="Times New Roman" panose="02020603050405020304" pitchFamily="2" charset="0"/>
                <a:ea typeface="宋体" panose="02010600030101010101" pitchFamily="2" charset="-122"/>
                <a:sym typeface="Arial" panose="020B0604020202020204" pitchFamily="34" charset="0"/>
              </a:rPr>
              <a:t>所有极点</a:t>
            </a:r>
            <a:r>
              <a:rPr lang="zh-CN" altLang="en-US" sz="2400" dirty="0">
                <a:latin typeface="Times New Roman" panose="02020603050405020304" pitchFamily="2" charset="0"/>
                <a:ea typeface="宋体" panose="02010600030101010101" pitchFamily="2" charset="-122"/>
                <a:sym typeface="Arial" panose="020B0604020202020204" pitchFamily="34" charset="0"/>
              </a:rPr>
              <a:t>的</a:t>
            </a:r>
            <a:r>
              <a:rPr lang="zh-CN" altLang="en-US" sz="2400" b="1" dirty="0">
                <a:solidFill>
                  <a:srgbClr val="C00000"/>
                </a:solidFill>
                <a:latin typeface="Times New Roman" panose="02020603050405020304" pitchFamily="2" charset="0"/>
                <a:ea typeface="宋体" panose="02010600030101010101" pitchFamily="2" charset="-122"/>
                <a:sym typeface="Arial" panose="020B0604020202020204" pitchFamily="34" charset="0"/>
              </a:rPr>
              <a:t>逆时针闭合</a:t>
            </a:r>
            <a:r>
              <a:rPr lang="zh-CN" altLang="en-US" sz="2400" dirty="0">
                <a:latin typeface="Times New Roman" panose="02020603050405020304" pitchFamily="2" charset="0"/>
                <a:ea typeface="宋体" panose="02010600030101010101" pitchFamily="2" charset="-122"/>
                <a:sym typeface="Arial" panose="020B0604020202020204" pitchFamily="34" charset="0"/>
              </a:rPr>
              <a:t>积分曲线，位于收敛环之内</a:t>
            </a:r>
          </a:p>
        </p:txBody>
      </p:sp>
      <p:sp>
        <p:nvSpPr>
          <p:cNvPr id="17428" name="文本框 81943"/>
          <p:cNvSpPr txBox="1"/>
          <p:nvPr/>
        </p:nvSpPr>
        <p:spPr>
          <a:xfrm>
            <a:off x="687388" y="5643563"/>
            <a:ext cx="4757737" cy="460375"/>
          </a:xfrm>
          <a:prstGeom prst="rect">
            <a:avLst/>
          </a:prstGeom>
          <a:noFill/>
          <a:ln w="9525">
            <a:noFill/>
          </a:ln>
        </p:spPr>
        <p:txBody>
          <a:bodyPr wrap="square" anchor="t" anchorCtr="0">
            <a:spAutoFit/>
          </a:bodyPr>
          <a:lstStyle/>
          <a:p>
            <a:r>
              <a:rPr lang="zh-CN" altLang="en-US" sz="2400" b="1" dirty="0">
                <a:solidFill>
                  <a:srgbClr val="C00000"/>
                </a:solidFill>
                <a:latin typeface="Times New Roman" panose="02020603050405020304" pitchFamily="2" charset="0"/>
                <a:ea typeface="宋体" panose="02010600030101010101" pitchFamily="2" charset="-122"/>
                <a:sym typeface="Arial" panose="020B0604020202020204" pitchFamily="34" charset="0"/>
              </a:rPr>
              <a:t>实质</a:t>
            </a:r>
            <a:r>
              <a:rPr lang="zh-CN" altLang="en-US" sz="2400" dirty="0">
                <a:latin typeface="Times New Roman" panose="02020603050405020304" pitchFamily="2" charset="0"/>
                <a:ea typeface="宋体" panose="02010600030101010101" pitchFamily="2" charset="-122"/>
                <a:sym typeface="Arial" panose="020B0604020202020204" pitchFamily="34" charset="0"/>
              </a:rPr>
              <a:t>：求X(z)幂级数展开式的系数</a:t>
            </a:r>
          </a:p>
        </p:txBody>
      </p:sp>
      <p:graphicFrame>
        <p:nvGraphicFramePr>
          <p:cNvPr id="17429" name="对象 563203"/>
          <p:cNvGraphicFramePr/>
          <p:nvPr/>
        </p:nvGraphicFramePr>
        <p:xfrm>
          <a:off x="892175" y="2132013"/>
          <a:ext cx="2417763" cy="411162"/>
        </p:xfrm>
        <a:graphic>
          <a:graphicData uri="http://schemas.openxmlformats.org/presentationml/2006/ole">
            <mc:AlternateContent xmlns:mc="http://schemas.openxmlformats.org/markup-compatibility/2006">
              <mc:Choice xmlns:v="urn:schemas-microsoft-com:vml" Requires="v">
                <p:oleObj r:id="rId5" imgW="2552700" imgH="381000" progId="Equation.DSMT4">
                  <p:embed/>
                </p:oleObj>
              </mc:Choice>
              <mc:Fallback>
                <p:oleObj r:id="rId5" imgW="2552700" imgH="381000" progId="Equation.DSMT4">
                  <p:embed/>
                  <p:pic>
                    <p:nvPicPr>
                      <p:cNvPr id="0" name="图片 3078"/>
                      <p:cNvPicPr/>
                      <p:nvPr/>
                    </p:nvPicPr>
                    <p:blipFill>
                      <a:blip r:embed="rId6">
                        <a:lum bright="-100000"/>
                      </a:blip>
                      <a:stretch>
                        <a:fillRect/>
                      </a:stretch>
                    </p:blipFill>
                    <p:spPr>
                      <a:xfrm>
                        <a:off x="892175" y="2132013"/>
                        <a:ext cx="2417763" cy="411162"/>
                      </a:xfrm>
                      <a:prstGeom prst="rect">
                        <a:avLst/>
                      </a:prstGeom>
                      <a:noFill/>
                      <a:ln w="38100">
                        <a:noFill/>
                        <a:miter/>
                      </a:ln>
                    </p:spPr>
                  </p:pic>
                </p:oleObj>
              </mc:Fallback>
            </mc:AlternateContent>
          </a:graphicData>
        </a:graphic>
      </p:graphicFrame>
      <p:graphicFrame>
        <p:nvGraphicFramePr>
          <p:cNvPr id="17430" name="Object 16"/>
          <p:cNvGraphicFramePr/>
          <p:nvPr/>
        </p:nvGraphicFramePr>
        <p:xfrm>
          <a:off x="795338" y="4049713"/>
          <a:ext cx="2514600" cy="574675"/>
        </p:xfrm>
        <a:graphic>
          <a:graphicData uri="http://schemas.openxmlformats.org/presentationml/2006/ole">
            <mc:AlternateContent xmlns:mc="http://schemas.openxmlformats.org/markup-compatibility/2006">
              <mc:Choice xmlns:v="urn:schemas-microsoft-com:vml" Requires="v">
                <p:oleObj r:id="rId7" imgW="876300" imgH="228600" progId="Equation.3">
                  <p:embed/>
                </p:oleObj>
              </mc:Choice>
              <mc:Fallback>
                <p:oleObj r:id="rId7" imgW="876300" imgH="228600" progId="Equation.3">
                  <p:embed/>
                  <p:pic>
                    <p:nvPicPr>
                      <p:cNvPr id="0" name="图片 3075"/>
                      <p:cNvPicPr/>
                      <p:nvPr/>
                    </p:nvPicPr>
                    <p:blipFill>
                      <a:blip r:embed="rId8"/>
                      <a:stretch>
                        <a:fillRect/>
                      </a:stretch>
                    </p:blipFill>
                    <p:spPr>
                      <a:xfrm>
                        <a:off x="795338" y="4049713"/>
                        <a:ext cx="2514600" cy="574675"/>
                      </a:xfrm>
                      <a:prstGeom prst="rect">
                        <a:avLst/>
                      </a:prstGeom>
                      <a:noFill/>
                      <a:ln w="38100">
                        <a:noFill/>
                        <a:miter/>
                      </a:ln>
                    </p:spPr>
                  </p:pic>
                </p:oleObj>
              </mc:Fallback>
            </mc:AlternateContent>
          </a:graphicData>
        </a:graphic>
      </p:graphicFrame>
      <mc:AlternateContent xmlns:mc="http://schemas.openxmlformats.org/markup-compatibility/2006" xmlns:p14="http://schemas.microsoft.com/office/powerpoint/2010/main">
        <mc:Choice Requires="p14">
          <p:contentPart p14:bwMode="auto" r:id="rId9">
            <p14:nvContentPartPr>
              <p14:cNvPr id="2" name="墨迹 1">
                <a:extLst>
                  <a:ext uri="{FF2B5EF4-FFF2-40B4-BE49-F238E27FC236}">
                    <a16:creationId xmlns:a16="http://schemas.microsoft.com/office/drawing/2014/main" id="{81E18CCD-94D6-BD02-988F-A79965E9B473}"/>
                  </a:ext>
                </a:extLst>
              </p14:cNvPr>
              <p14:cNvContentPartPr/>
              <p14:nvPr/>
            </p14:nvContentPartPr>
            <p14:xfrm>
              <a:off x="3001465" y="6068349"/>
              <a:ext cx="240480" cy="132120"/>
            </p14:xfrm>
          </p:contentPart>
        </mc:Choice>
        <mc:Fallback xmlns="">
          <p:pic>
            <p:nvPicPr>
              <p:cNvPr id="2" name="墨迹 1">
                <a:extLst>
                  <a:ext uri="{FF2B5EF4-FFF2-40B4-BE49-F238E27FC236}">
                    <a16:creationId xmlns:a16="http://schemas.microsoft.com/office/drawing/2014/main" id="{81E18CCD-94D6-BD02-988F-A79965E9B473}"/>
                  </a:ext>
                </a:extLst>
              </p:cNvPr>
              <p:cNvPicPr/>
              <p:nvPr/>
            </p:nvPicPr>
            <p:blipFill>
              <a:blip r:embed="rId10"/>
              <a:stretch>
                <a:fillRect/>
              </a:stretch>
            </p:blipFill>
            <p:spPr>
              <a:xfrm>
                <a:off x="2983825" y="6050349"/>
                <a:ext cx="276120" cy="167760"/>
              </a:xfrm>
              <a:prstGeom prst="rect">
                <a:avLst/>
              </a:prstGeom>
            </p:spPr>
          </p:pic>
        </mc:Fallback>
      </mc:AlternateContent>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911225" y="1398588"/>
            <a:ext cx="7319963" cy="4060825"/>
          </a:xfrm>
          <a:prstGeom prst="rect">
            <a:avLst/>
          </a:prstGeom>
          <a:noFill/>
        </p:spPr>
        <p:txBody>
          <a:bodyPr wrap="square" rtlCol="0" anchor="t">
            <a:spAutoFit/>
          </a:bodyPr>
          <a:lstStyle/>
          <a:p>
            <a:pPr algn="just">
              <a:lnSpc>
                <a:spcPct val="150000"/>
              </a:lnSpc>
            </a:pPr>
            <a:r>
              <a:rPr lang="en-US" altLang="zh-CN" sz="2800" b="1" noProof="1">
                <a:solidFill>
                  <a:srgbClr val="C00000"/>
                </a:solidFill>
                <a:latin typeface="Times New Roman" panose="02020603050405020304" pitchFamily="2" charset="0"/>
                <a:ea typeface="宋体" panose="02010600030101010101" pitchFamily="2" charset="-122"/>
                <a:cs typeface="+mn-cs"/>
                <a:sym typeface="+mn-ea"/>
              </a:rPr>
              <a:t>Z</a:t>
            </a:r>
            <a:r>
              <a:rPr lang="zh-CN" altLang="zh-CN" sz="2800" b="1" noProof="1">
                <a:solidFill>
                  <a:srgbClr val="C00000"/>
                </a:solidFill>
                <a:latin typeface="Times New Roman" panose="02020603050405020304" pitchFamily="2" charset="0"/>
                <a:ea typeface="宋体" panose="02010600030101010101" pitchFamily="2" charset="-122"/>
                <a:cs typeface="+mn-cs"/>
                <a:sym typeface="+mn-ea"/>
              </a:rPr>
              <a:t>变换</a:t>
            </a:r>
            <a:r>
              <a:rPr lang="en-US" altLang="zh-CN" sz="2800" b="1" noProof="1">
                <a:solidFill>
                  <a:srgbClr val="C00000"/>
                </a:solidFill>
                <a:latin typeface="Times New Roman" panose="02020603050405020304" pitchFamily="2" charset="0"/>
                <a:ea typeface="宋体" panose="02010600030101010101" pitchFamily="2" charset="-122"/>
                <a:cs typeface="+mn-cs"/>
                <a:sym typeface="+mn-ea"/>
              </a:rPr>
              <a:t>收敛域</a:t>
            </a:r>
            <a:r>
              <a:rPr lang="zh-CN" altLang="en-US" sz="2800" b="1" noProof="1">
                <a:solidFill>
                  <a:srgbClr val="C00000"/>
                </a:solidFill>
                <a:latin typeface="Times New Roman" panose="02020603050405020304" pitchFamily="2" charset="0"/>
                <a:ea typeface="宋体" panose="02010600030101010101" pitchFamily="2" charset="-122"/>
                <a:cs typeface="+mn-cs"/>
                <a:sym typeface="+mn-ea"/>
              </a:rPr>
              <a:t>的重要性</a:t>
            </a:r>
            <a:endParaRPr lang="zh-CN" altLang="en-US" sz="2800" b="1" noProof="1">
              <a:solidFill>
                <a:srgbClr val="C00000"/>
              </a:solidFill>
              <a:sym typeface="+mn-ea"/>
            </a:endParaRPr>
          </a:p>
          <a:p>
            <a:pPr marL="342900" indent="-342900" algn="just">
              <a:lnSpc>
                <a:spcPct val="150000"/>
              </a:lnSpc>
              <a:buClr>
                <a:srgbClr val="2D2D89"/>
              </a:buClr>
              <a:buFont typeface="Wingdings" panose="05000000000000000000" charset="0"/>
              <a:buChar char=""/>
            </a:pPr>
            <a:r>
              <a:rPr lang="en-US" altLang="zh-CN" sz="2400" b="1" noProof="1">
                <a:latin typeface="Times New Roman" panose="02020603050405020304" pitchFamily="2" charset="0"/>
                <a:ea typeface="宋体" panose="02010600030101010101" pitchFamily="2" charset="-122"/>
                <a:cs typeface="+mn-cs"/>
                <a:sym typeface="+mn-ea"/>
              </a:rPr>
              <a:t>Z</a:t>
            </a:r>
            <a:r>
              <a:rPr lang="zh-CN" altLang="en-US" sz="2400" b="1" noProof="1">
                <a:latin typeface="Times New Roman" panose="02020603050405020304" pitchFamily="2" charset="0"/>
                <a:ea typeface="宋体" panose="02010600030101010101" pitchFamily="2" charset="-122"/>
                <a:cs typeface="+mn-cs"/>
                <a:sym typeface="+mn-ea"/>
              </a:rPr>
              <a:t>变换公式是幂级数，</a:t>
            </a:r>
            <a:r>
              <a:rPr lang="zh-CN" altLang="en-US" sz="2400" b="1" noProof="1">
                <a:solidFill>
                  <a:srgbClr val="C00000"/>
                </a:solidFill>
                <a:latin typeface="Times New Roman" panose="02020603050405020304" pitchFamily="2" charset="0"/>
                <a:ea typeface="宋体" panose="02010600030101010101" pitchFamily="2" charset="-122"/>
                <a:cs typeface="+mn-cs"/>
                <a:sym typeface="+mn-ea"/>
              </a:rPr>
              <a:t>只有幂级数收敛时，Z变换才有意义</a:t>
            </a:r>
            <a:r>
              <a:rPr lang="zh-CN" altLang="en-US" sz="2400" b="1" noProof="1">
                <a:latin typeface="Times New Roman" panose="02020603050405020304" pitchFamily="2" charset="0"/>
                <a:ea typeface="宋体" panose="02010600030101010101" pitchFamily="2" charset="-122"/>
                <a:cs typeface="+mn-cs"/>
                <a:sym typeface="+mn-ea"/>
              </a:rPr>
              <a:t>，因而必须研究</a:t>
            </a:r>
            <a:r>
              <a:rPr lang="en-US" altLang="zh-CN" sz="2400" b="1" noProof="1">
                <a:latin typeface="Times New Roman" panose="02020603050405020304" pitchFamily="2" charset="0"/>
                <a:ea typeface="宋体" panose="02010600030101010101" pitchFamily="2" charset="-122"/>
                <a:cs typeface="+mn-cs"/>
                <a:sym typeface="+mn-ea"/>
              </a:rPr>
              <a:t>Z</a:t>
            </a:r>
            <a:r>
              <a:rPr lang="zh-CN" altLang="en-US" sz="2400" b="1" noProof="1">
                <a:latin typeface="Times New Roman" panose="02020603050405020304" pitchFamily="2" charset="0"/>
                <a:ea typeface="宋体" panose="02010600030101010101" pitchFamily="2" charset="-122"/>
                <a:cs typeface="+mn-cs"/>
                <a:sym typeface="+mn-ea"/>
              </a:rPr>
              <a:t>变换的收敛域</a:t>
            </a:r>
            <a:endParaRPr lang="zh-CN" altLang="en-US" sz="2400" b="1" noProof="1">
              <a:sym typeface="+mn-ea"/>
            </a:endParaRPr>
          </a:p>
          <a:p>
            <a:pPr marL="342900" indent="-342900" algn="just">
              <a:lnSpc>
                <a:spcPct val="150000"/>
              </a:lnSpc>
              <a:buClr>
                <a:srgbClr val="2D2D89"/>
              </a:buClr>
              <a:buFont typeface="Wingdings" panose="05000000000000000000" charset="0"/>
              <a:buChar char=""/>
            </a:pPr>
            <a:r>
              <a:rPr lang="en-US" altLang="zh-CN" sz="2400" b="1" noProof="1">
                <a:latin typeface="Times New Roman" panose="02020603050405020304" pitchFamily="2" charset="0"/>
                <a:ea typeface="宋体" panose="02010600030101010101" pitchFamily="2" charset="-122"/>
                <a:cs typeface="+mn-cs"/>
                <a:sym typeface="+mn-ea"/>
              </a:rPr>
              <a:t>Z</a:t>
            </a:r>
            <a:r>
              <a:rPr lang="zh-CN" altLang="en-US" sz="2400" b="1" noProof="1">
                <a:latin typeface="Times New Roman" panose="02020603050405020304" pitchFamily="2" charset="0"/>
                <a:ea typeface="宋体" panose="02010600030101010101" pitchFamily="2" charset="-122"/>
                <a:cs typeface="+mn-cs"/>
                <a:sym typeface="+mn-ea"/>
              </a:rPr>
              <a:t>反变换实际上是求</a:t>
            </a:r>
            <a:r>
              <a:rPr lang="en-US" altLang="zh-CN" sz="2400" b="1" noProof="1">
                <a:latin typeface="Times New Roman" panose="02020603050405020304" pitchFamily="2" charset="0"/>
                <a:ea typeface="宋体" panose="02010600030101010101" pitchFamily="2" charset="-122"/>
                <a:cs typeface="+mn-cs"/>
                <a:sym typeface="+mn-ea"/>
              </a:rPr>
              <a:t>Z</a:t>
            </a:r>
            <a:r>
              <a:rPr lang="zh-CN" altLang="en-US" sz="2400" b="1" noProof="1">
                <a:latin typeface="Times New Roman" panose="02020603050405020304" pitchFamily="2" charset="0"/>
                <a:ea typeface="宋体" panose="02010600030101010101" pitchFamily="2" charset="-122"/>
                <a:cs typeface="+mn-cs"/>
                <a:sym typeface="+mn-ea"/>
              </a:rPr>
              <a:t>变换式的幂级数展开的系数。</a:t>
            </a:r>
            <a:r>
              <a:rPr lang="zh-CN" altLang="en-US" sz="2400" b="1" noProof="1">
                <a:solidFill>
                  <a:srgbClr val="C00000"/>
                </a:solidFill>
                <a:latin typeface="Times New Roman" panose="02020603050405020304" pitchFamily="2" charset="0"/>
                <a:ea typeface="宋体" panose="02010600030101010101" pitchFamily="2" charset="-122"/>
                <a:cs typeface="+mn-cs"/>
                <a:sym typeface="+mn-ea"/>
              </a:rPr>
              <a:t>围线积分的c是在X(z)收敛域中</a:t>
            </a:r>
            <a:r>
              <a:rPr lang="zh-CN" altLang="en-US" sz="2400" b="1" noProof="1">
                <a:latin typeface="Times New Roman" panose="02020603050405020304" pitchFamily="2" charset="0"/>
                <a:ea typeface="宋体" panose="02010600030101010101" pitchFamily="2" charset="-122"/>
                <a:cs typeface="+mn-cs"/>
                <a:sym typeface="+mn-ea"/>
              </a:rPr>
              <a:t>，并围绕原点（</a:t>
            </a:r>
            <a:r>
              <a:rPr lang="en-US" altLang="zh-CN" sz="2400" b="1" noProof="1">
                <a:latin typeface="Times New Roman" panose="02020603050405020304" pitchFamily="2" charset="0"/>
                <a:ea typeface="宋体" panose="02010600030101010101" pitchFamily="2" charset="-122"/>
                <a:cs typeface="+mn-cs"/>
                <a:sym typeface="+mn-ea"/>
              </a:rPr>
              <a:t>z=0</a:t>
            </a:r>
            <a:r>
              <a:rPr lang="zh-CN" altLang="en-US" sz="2400" b="1" noProof="1">
                <a:latin typeface="Times New Roman" panose="02020603050405020304" pitchFamily="2" charset="0"/>
                <a:ea typeface="宋体" panose="02010600030101010101" pitchFamily="2" charset="-122"/>
                <a:cs typeface="+mn-cs"/>
                <a:sym typeface="+mn-ea"/>
              </a:rPr>
              <a:t>）的一条逆时针旋转的闭合围线。因而必须知道</a:t>
            </a:r>
            <a:r>
              <a:rPr lang="en-US" altLang="zh-CN" sz="2400" b="1" noProof="1">
                <a:latin typeface="Times New Roman" panose="02020603050405020304" pitchFamily="2" charset="0"/>
                <a:ea typeface="宋体" panose="02010600030101010101" pitchFamily="2" charset="-122"/>
                <a:cs typeface="+mn-cs"/>
                <a:sym typeface="+mn-ea"/>
              </a:rPr>
              <a:t>X(z)</a:t>
            </a:r>
            <a:r>
              <a:rPr lang="zh-CN" altLang="en-US" sz="2400" b="1" noProof="1">
                <a:latin typeface="Times New Roman" panose="02020603050405020304" pitchFamily="2" charset="0"/>
                <a:ea typeface="宋体" panose="02010600030101010101" pitchFamily="2" charset="-122"/>
                <a:cs typeface="+mn-cs"/>
                <a:sym typeface="+mn-ea"/>
              </a:rPr>
              <a:t>的收敛域，才能求解。</a:t>
            </a:r>
            <a:endParaRPr lang="en-US" altLang="zh-CN" sz="2400" b="1" noProof="1">
              <a:sym typeface="+mn-ea"/>
            </a:endParaRPr>
          </a:p>
        </p:txBody>
      </p:sp>
      <p:sp>
        <p:nvSpPr>
          <p:cNvPr id="19458" name="文本框 4"/>
          <p:cNvSpPr txBox="1"/>
          <p:nvPr/>
        </p:nvSpPr>
        <p:spPr>
          <a:xfrm>
            <a:off x="911225" y="692150"/>
            <a:ext cx="3273425" cy="584200"/>
          </a:xfrm>
          <a:prstGeom prst="rect">
            <a:avLst/>
          </a:prstGeom>
          <a:noFill/>
          <a:ln w="9525">
            <a:noFill/>
          </a:ln>
        </p:spPr>
        <p:txBody>
          <a:bodyPr wrap="none" anchor="t" anchorCtr="0">
            <a:spAutoFit/>
          </a:bodyPr>
          <a:lstStyle/>
          <a:p>
            <a:r>
              <a:rPr lang="en-US" altLang="zh-CN" sz="3200" b="1">
                <a:latin typeface="Times New Roman" panose="02020603050405020304" pitchFamily="2" charset="0"/>
                <a:ea typeface="宋体" panose="02010600030101010101" pitchFamily="2" charset="-122"/>
              </a:rPr>
              <a:t>2.1.2 ZT的收敛域</a:t>
            </a:r>
          </a:p>
        </p:txBody>
      </p:sp>
      <p:graphicFrame>
        <p:nvGraphicFramePr>
          <p:cNvPr id="19459" name="对象 7171"/>
          <p:cNvGraphicFramePr>
            <a:graphicFrameLocks noChangeAspect="1"/>
          </p:cNvGraphicFramePr>
          <p:nvPr/>
        </p:nvGraphicFramePr>
        <p:xfrm>
          <a:off x="4787900" y="1276350"/>
          <a:ext cx="2768600" cy="1001713"/>
        </p:xfrm>
        <a:graphic>
          <a:graphicData uri="http://schemas.openxmlformats.org/presentationml/2006/ole">
            <mc:AlternateContent xmlns:mc="http://schemas.openxmlformats.org/markup-compatibility/2006">
              <mc:Choice xmlns:v="urn:schemas-microsoft-com:vml" Requires="v">
                <p:oleObj r:id="rId2" imgW="1181100" imgH="431800" progId="Equation.3">
                  <p:embed/>
                </p:oleObj>
              </mc:Choice>
              <mc:Fallback>
                <p:oleObj r:id="rId2" imgW="1181100" imgH="431800" progId="Equation.3">
                  <p:embed/>
                  <p:pic>
                    <p:nvPicPr>
                      <p:cNvPr id="0" name="图片 3083"/>
                      <p:cNvPicPr/>
                      <p:nvPr/>
                    </p:nvPicPr>
                    <p:blipFill>
                      <a:blip r:embed="rId3"/>
                      <a:stretch>
                        <a:fillRect/>
                      </a:stretch>
                    </p:blipFill>
                    <p:spPr>
                      <a:xfrm>
                        <a:off x="4787900" y="1276350"/>
                        <a:ext cx="2768600" cy="1001713"/>
                      </a:xfrm>
                      <a:prstGeom prst="rect">
                        <a:avLst/>
                      </a:prstGeom>
                      <a:noFill/>
                      <a:ln w="38100">
                        <a:noFill/>
                        <a:miter/>
                      </a:ln>
                    </p:spPr>
                  </p:pic>
                </p:oleObj>
              </mc:Fallback>
            </mc:AlternateContent>
          </a:graphicData>
        </a:graphic>
      </p:graphicFrame>
      <mc:AlternateContent xmlns:mc="http://schemas.openxmlformats.org/markup-compatibility/2006" xmlns:p14="http://schemas.microsoft.com/office/powerpoint/2010/main">
        <mc:Choice Requires="p14">
          <p:contentPart p14:bwMode="auto" r:id="rId4">
            <p14:nvContentPartPr>
              <p14:cNvPr id="3" name="墨迹 2">
                <a:extLst>
                  <a:ext uri="{FF2B5EF4-FFF2-40B4-BE49-F238E27FC236}">
                    <a16:creationId xmlns:a16="http://schemas.microsoft.com/office/drawing/2014/main" id="{A4BA3AC3-56A0-D0D0-C118-DF5E6FDAEF23}"/>
                  </a:ext>
                </a:extLst>
              </p14:cNvPr>
              <p14:cNvContentPartPr/>
              <p14:nvPr/>
            </p14:nvContentPartPr>
            <p14:xfrm>
              <a:off x="1689985" y="5328549"/>
              <a:ext cx="1267920" cy="38160"/>
            </p14:xfrm>
          </p:contentPart>
        </mc:Choice>
        <mc:Fallback xmlns="">
          <p:pic>
            <p:nvPicPr>
              <p:cNvPr id="3" name="墨迹 2">
                <a:extLst>
                  <a:ext uri="{FF2B5EF4-FFF2-40B4-BE49-F238E27FC236}">
                    <a16:creationId xmlns:a16="http://schemas.microsoft.com/office/drawing/2014/main" id="{A4BA3AC3-56A0-D0D0-C118-DF5E6FDAEF23}"/>
                  </a:ext>
                </a:extLst>
              </p:cNvPr>
              <p:cNvPicPr/>
              <p:nvPr/>
            </p:nvPicPr>
            <p:blipFill>
              <a:blip r:embed="rId5"/>
              <a:stretch>
                <a:fillRect/>
              </a:stretch>
            </p:blipFill>
            <p:spPr>
              <a:xfrm>
                <a:off x="1672345" y="5310549"/>
                <a:ext cx="1303560" cy="7380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4" name="墨迹 3">
                <a:extLst>
                  <a:ext uri="{FF2B5EF4-FFF2-40B4-BE49-F238E27FC236}">
                    <a16:creationId xmlns:a16="http://schemas.microsoft.com/office/drawing/2014/main" id="{09F46BC1-887A-65E8-F483-AD59B7A50E2D}"/>
                  </a:ext>
                </a:extLst>
              </p14:cNvPr>
              <p14:cNvContentPartPr/>
              <p14:nvPr/>
            </p14:nvContentPartPr>
            <p14:xfrm>
              <a:off x="3565225" y="3130029"/>
              <a:ext cx="3306240" cy="75960"/>
            </p14:xfrm>
          </p:contentPart>
        </mc:Choice>
        <mc:Fallback xmlns="">
          <p:pic>
            <p:nvPicPr>
              <p:cNvPr id="4" name="墨迹 3">
                <a:extLst>
                  <a:ext uri="{FF2B5EF4-FFF2-40B4-BE49-F238E27FC236}">
                    <a16:creationId xmlns:a16="http://schemas.microsoft.com/office/drawing/2014/main" id="{09F46BC1-887A-65E8-F483-AD59B7A50E2D}"/>
                  </a:ext>
                </a:extLst>
              </p:cNvPr>
              <p:cNvPicPr/>
              <p:nvPr/>
            </p:nvPicPr>
            <p:blipFill>
              <a:blip r:embed="rId7"/>
              <a:stretch>
                <a:fillRect/>
              </a:stretch>
            </p:blipFill>
            <p:spPr>
              <a:xfrm>
                <a:off x="3547225" y="3112029"/>
                <a:ext cx="3341880" cy="111600"/>
              </a:xfrm>
              <a:prstGeom prst="rect">
                <a:avLst/>
              </a:prstGeom>
            </p:spPr>
          </p:pic>
        </mc:Fallback>
      </mc:AlternateContent>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0481" name="Group 5"/>
          <p:cNvGrpSpPr/>
          <p:nvPr/>
        </p:nvGrpSpPr>
        <p:grpSpPr>
          <a:xfrm>
            <a:off x="5292725" y="2073275"/>
            <a:ext cx="3940175" cy="2439988"/>
            <a:chOff x="0" y="0"/>
            <a:chExt cx="2482" cy="1537"/>
          </a:xfrm>
        </p:grpSpPr>
        <p:grpSp>
          <p:nvGrpSpPr>
            <p:cNvPr id="20482" name="Group 6"/>
            <p:cNvGrpSpPr/>
            <p:nvPr/>
          </p:nvGrpSpPr>
          <p:grpSpPr>
            <a:xfrm>
              <a:off x="96" y="240"/>
              <a:ext cx="1904" cy="1297"/>
              <a:chOff x="0" y="0"/>
              <a:chExt cx="2620" cy="1700"/>
            </a:xfrm>
          </p:grpSpPr>
          <p:sp>
            <p:nvSpPr>
              <p:cNvPr id="20483" name="Line 7"/>
              <p:cNvSpPr/>
              <p:nvPr/>
            </p:nvSpPr>
            <p:spPr>
              <a:xfrm>
                <a:off x="0" y="937"/>
                <a:ext cx="2620" cy="20"/>
              </a:xfrm>
              <a:prstGeom prst="line">
                <a:avLst/>
              </a:prstGeom>
              <a:ln w="9525" cap="flat" cmpd="sng">
                <a:solidFill>
                  <a:srgbClr val="000000"/>
                </a:solidFill>
                <a:prstDash val="solid"/>
                <a:round/>
                <a:headEnd type="none" w="med" len="med"/>
                <a:tailEnd type="triangle" w="sm" len="sm"/>
              </a:ln>
            </p:spPr>
            <p:txBody>
              <a:bodyPr anchor="t" anchorCtr="0"/>
              <a:lstStyle/>
              <a:p>
                <a:endParaRPr lang="zh-CN" altLang="en-US">
                  <a:latin typeface="Times New Roman" panose="02020603050405020304" pitchFamily="2" charset="0"/>
                  <a:ea typeface="宋体" panose="02010600030101010101" pitchFamily="2" charset="-122"/>
                </a:endParaRPr>
              </a:p>
            </p:txBody>
          </p:sp>
          <p:sp>
            <p:nvSpPr>
              <p:cNvPr id="20484" name="Line 8"/>
              <p:cNvSpPr/>
              <p:nvPr/>
            </p:nvSpPr>
            <p:spPr>
              <a:xfrm flipV="1">
                <a:off x="1100" y="0"/>
                <a:ext cx="0" cy="1700"/>
              </a:xfrm>
              <a:prstGeom prst="line">
                <a:avLst/>
              </a:prstGeom>
              <a:ln w="9525" cap="flat" cmpd="sng">
                <a:solidFill>
                  <a:srgbClr val="000000"/>
                </a:solidFill>
                <a:prstDash val="solid"/>
                <a:round/>
                <a:headEnd type="none" w="med" len="med"/>
                <a:tailEnd type="triangle" w="sm" len="sm"/>
              </a:ln>
            </p:spPr>
            <p:txBody>
              <a:bodyPr anchor="t" anchorCtr="0"/>
              <a:lstStyle/>
              <a:p>
                <a:endParaRPr lang="zh-CN" altLang="en-US">
                  <a:latin typeface="Times New Roman" panose="02020603050405020304" pitchFamily="2" charset="0"/>
                  <a:ea typeface="宋体" panose="02010600030101010101" pitchFamily="2" charset="-122"/>
                </a:endParaRPr>
              </a:p>
            </p:txBody>
          </p:sp>
          <p:sp>
            <p:nvSpPr>
              <p:cNvPr id="20485" name="AutoShape 9"/>
              <p:cNvSpPr/>
              <p:nvPr/>
            </p:nvSpPr>
            <p:spPr>
              <a:xfrm>
                <a:off x="380" y="240"/>
                <a:ext cx="1440" cy="1400"/>
              </a:xfrm>
              <a:custGeom>
                <a:avLst/>
                <a:gdLst/>
                <a:ahLst/>
                <a:cxnLst>
                  <a:cxn ang="0">
                    <a:pos x="48" y="0"/>
                  </a:cxn>
                  <a:cxn ang="0">
                    <a:pos x="14" y="13"/>
                  </a:cxn>
                  <a:cxn ang="0">
                    <a:pos x="0" y="45"/>
                  </a:cxn>
                  <a:cxn ang="0">
                    <a:pos x="14" y="77"/>
                  </a:cxn>
                  <a:cxn ang="0">
                    <a:pos x="48" y="91"/>
                  </a:cxn>
                  <a:cxn ang="0">
                    <a:pos x="82" y="77"/>
                  </a:cxn>
                  <a:cxn ang="0">
                    <a:pos x="96" y="45"/>
                  </a:cxn>
                  <a:cxn ang="0">
                    <a:pos x="82" y="13"/>
                  </a:cxn>
                </a:cxnLst>
                <a:rect l="0" t="0" r="0" b="0"/>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5400" y="10800"/>
                    </a:moveTo>
                    <a:cubicBezTo>
                      <a:pt x="5400" y="13782"/>
                      <a:pt x="7818" y="16200"/>
                      <a:pt x="10800" y="16200"/>
                    </a:cubicBezTo>
                    <a:cubicBezTo>
                      <a:pt x="13782" y="16200"/>
                      <a:pt x="16200" y="13782"/>
                      <a:pt x="16200" y="10800"/>
                    </a:cubicBezTo>
                    <a:cubicBezTo>
                      <a:pt x="16200" y="7818"/>
                      <a:pt x="13782" y="5400"/>
                      <a:pt x="10800" y="5400"/>
                    </a:cubicBezTo>
                    <a:cubicBezTo>
                      <a:pt x="7818" y="5400"/>
                      <a:pt x="5400" y="7818"/>
                      <a:pt x="5400" y="10800"/>
                    </a:cubicBezTo>
                    <a:close/>
                  </a:path>
                </a:pathLst>
              </a:custGeom>
              <a:solidFill>
                <a:srgbClr val="808080"/>
              </a:solidFill>
              <a:ln w="9525" cap="flat" cmpd="sng">
                <a:solidFill>
                  <a:srgbClr val="000000"/>
                </a:solidFill>
                <a:prstDash val="solid"/>
                <a:miter/>
                <a:headEnd type="none" w="med" len="med"/>
                <a:tailEnd type="none" w="med" len="med"/>
              </a:ln>
            </p:spPr>
            <p:txBody>
              <a:bodyPr/>
              <a:lstStyle/>
              <a:p>
                <a:endParaRPr lang="zh-CN" altLang="en-US"/>
              </a:p>
            </p:txBody>
          </p:sp>
        </p:grpSp>
        <p:sp>
          <p:nvSpPr>
            <p:cNvPr id="20486" name="Rectangle 10"/>
            <p:cNvSpPr/>
            <p:nvPr/>
          </p:nvSpPr>
          <p:spPr>
            <a:xfrm>
              <a:off x="0" y="0"/>
              <a:ext cx="2153" cy="518"/>
            </a:xfrm>
            <a:prstGeom prst="rect">
              <a:avLst/>
            </a:prstGeom>
            <a:noFill/>
            <a:ln w="9525">
              <a:noFill/>
            </a:ln>
          </p:spPr>
          <p:txBody>
            <a:bodyPr anchor="t" anchorCtr="0">
              <a:spAutoFit/>
            </a:bodyPr>
            <a:lstStyle/>
            <a:p>
              <a:pPr algn="just"/>
              <a:r>
                <a:rPr lang="zh-CN" altLang="en-US" sz="2400" dirty="0">
                  <a:latin typeface="Times New Roman" panose="02020603050405020304" pitchFamily="2" charset="0"/>
                  <a:ea typeface="宋体" panose="02010600030101010101" pitchFamily="2" charset="-122"/>
                </a:rPr>
                <a:t>                     </a:t>
              </a:r>
              <a:r>
                <a:rPr lang="en-US" altLang="zh-CN" sz="2400" dirty="0">
                  <a:solidFill>
                    <a:srgbClr val="000000"/>
                  </a:solidFill>
                  <a:latin typeface="Times New Roman" panose="02020603050405020304" pitchFamily="2" charset="0"/>
                  <a:ea typeface="宋体" panose="02010600030101010101" pitchFamily="2" charset="-122"/>
                </a:rPr>
                <a:t>jI</a:t>
              </a:r>
              <a:r>
                <a:rPr lang="en-US" altLang="zh-CN" sz="2400" baseline="-30000" dirty="0">
                  <a:solidFill>
                    <a:srgbClr val="000000"/>
                  </a:solidFill>
                  <a:latin typeface="Times New Roman" panose="02020603050405020304" pitchFamily="2" charset="0"/>
                  <a:ea typeface="宋体" panose="02010600030101010101" pitchFamily="2" charset="-122"/>
                </a:rPr>
                <a:t>m</a:t>
              </a:r>
              <a:r>
                <a:rPr lang="en-US" altLang="zh-CN" sz="2400" dirty="0">
                  <a:solidFill>
                    <a:srgbClr val="000000"/>
                  </a:solidFill>
                  <a:latin typeface="Times New Roman" panose="02020603050405020304" pitchFamily="2" charset="0"/>
                  <a:ea typeface="宋体" panose="02010600030101010101" pitchFamily="2" charset="-122"/>
                </a:rPr>
                <a:t>[z]</a:t>
              </a:r>
              <a:endParaRPr lang="en-US" altLang="zh-CN" sz="2400" dirty="0">
                <a:latin typeface="Times New Roman" panose="02020603050405020304" pitchFamily="2" charset="0"/>
                <a:ea typeface="宋体" panose="02010600030101010101" pitchFamily="2" charset="-122"/>
              </a:endParaRPr>
            </a:p>
            <a:p>
              <a:pPr eaLnBrk="0" hangingPunct="0"/>
              <a:endParaRPr lang="zh-CN" altLang="en-US" sz="2400" dirty="0">
                <a:latin typeface="Times New Roman" panose="02020603050405020304" pitchFamily="2" charset="0"/>
                <a:ea typeface="宋体" panose="02010600030101010101" pitchFamily="2" charset="-122"/>
              </a:endParaRPr>
            </a:p>
          </p:txBody>
        </p:sp>
        <p:sp>
          <p:nvSpPr>
            <p:cNvPr id="20487" name="Rectangle 11"/>
            <p:cNvSpPr/>
            <p:nvPr/>
          </p:nvSpPr>
          <p:spPr>
            <a:xfrm>
              <a:off x="1440" y="672"/>
              <a:ext cx="380" cy="288"/>
            </a:xfrm>
            <a:prstGeom prst="rect">
              <a:avLst/>
            </a:prstGeom>
            <a:noFill/>
            <a:ln w="9525">
              <a:noFill/>
            </a:ln>
          </p:spPr>
          <p:txBody>
            <a:bodyPr wrap="none" anchor="t" anchorCtr="0">
              <a:spAutoFit/>
            </a:bodyPr>
            <a:lstStyle/>
            <a:p>
              <a:pPr algn="r" fontAlgn="ctr"/>
              <a:r>
                <a:rPr lang="en-US" altLang="zh-CN" sz="2400" dirty="0">
                  <a:latin typeface="Times New Roman" panose="02020603050405020304" pitchFamily="2" charset="0"/>
                  <a:ea typeface="宋体" panose="02010600030101010101" pitchFamily="2" charset="-122"/>
                </a:rPr>
                <a:t>R</a:t>
              </a:r>
              <a:r>
                <a:rPr lang="en-US" altLang="zh-CN" sz="2400" baseline="-30000" dirty="0">
                  <a:latin typeface="Times New Roman" panose="02020603050405020304" pitchFamily="2" charset="0"/>
                  <a:ea typeface="宋体" panose="02010600030101010101" pitchFamily="2" charset="-122"/>
                </a:rPr>
                <a:t>x+</a:t>
              </a:r>
            </a:p>
          </p:txBody>
        </p:sp>
        <p:sp>
          <p:nvSpPr>
            <p:cNvPr id="20488" name="Rectangle 12"/>
            <p:cNvSpPr/>
            <p:nvPr/>
          </p:nvSpPr>
          <p:spPr>
            <a:xfrm>
              <a:off x="912" y="672"/>
              <a:ext cx="351" cy="288"/>
            </a:xfrm>
            <a:prstGeom prst="rect">
              <a:avLst/>
            </a:prstGeom>
            <a:noFill/>
            <a:ln w="9525">
              <a:noFill/>
            </a:ln>
          </p:spPr>
          <p:txBody>
            <a:bodyPr wrap="none" anchor="t" anchorCtr="0">
              <a:spAutoFit/>
            </a:bodyPr>
            <a:lstStyle/>
            <a:p>
              <a:pPr algn="r" fontAlgn="ctr"/>
              <a:r>
                <a:rPr lang="en-US" altLang="zh-CN" sz="2400" dirty="0">
                  <a:latin typeface="Times New Roman" panose="02020603050405020304" pitchFamily="2" charset="0"/>
                  <a:ea typeface="宋体" panose="02010600030101010101" pitchFamily="2" charset="-122"/>
                </a:rPr>
                <a:t>R</a:t>
              </a:r>
              <a:r>
                <a:rPr lang="en-US" altLang="zh-CN" sz="2400" baseline="-30000" dirty="0">
                  <a:latin typeface="Times New Roman" panose="02020603050405020304" pitchFamily="2" charset="0"/>
                  <a:ea typeface="宋体" panose="02010600030101010101" pitchFamily="2" charset="-122"/>
                </a:rPr>
                <a:t>x-</a:t>
              </a:r>
            </a:p>
          </p:txBody>
        </p:sp>
        <p:sp>
          <p:nvSpPr>
            <p:cNvPr id="20489" name="Rectangle 13"/>
            <p:cNvSpPr/>
            <p:nvPr/>
          </p:nvSpPr>
          <p:spPr>
            <a:xfrm>
              <a:off x="1968" y="672"/>
              <a:ext cx="514" cy="288"/>
            </a:xfrm>
            <a:prstGeom prst="rect">
              <a:avLst/>
            </a:prstGeom>
            <a:noFill/>
            <a:ln w="9525">
              <a:noFill/>
            </a:ln>
          </p:spPr>
          <p:txBody>
            <a:bodyPr wrap="none" anchor="t" anchorCtr="0">
              <a:spAutoFit/>
            </a:bodyPr>
            <a:lstStyle/>
            <a:p>
              <a:pPr algn="r" fontAlgn="ctr"/>
              <a:r>
                <a:rPr lang="en-US" altLang="zh-CN" sz="2400" dirty="0">
                  <a:solidFill>
                    <a:srgbClr val="000000"/>
                  </a:solidFill>
                  <a:latin typeface="Times New Roman" panose="02020603050405020304" pitchFamily="2" charset="0"/>
                  <a:ea typeface="宋体" panose="02010600030101010101" pitchFamily="2" charset="-122"/>
                </a:rPr>
                <a:t>R</a:t>
              </a:r>
              <a:r>
                <a:rPr lang="en-US" altLang="zh-CN" sz="2400" baseline="-30000" dirty="0">
                  <a:solidFill>
                    <a:srgbClr val="000000"/>
                  </a:solidFill>
                  <a:latin typeface="Times New Roman" panose="02020603050405020304" pitchFamily="2" charset="0"/>
                  <a:ea typeface="宋体" panose="02010600030101010101" pitchFamily="2" charset="-122"/>
                </a:rPr>
                <a:t>e</a:t>
              </a:r>
              <a:r>
                <a:rPr lang="en-US" altLang="zh-CN" sz="2400" dirty="0">
                  <a:solidFill>
                    <a:srgbClr val="000000"/>
                  </a:solidFill>
                  <a:latin typeface="Times New Roman" panose="02020603050405020304" pitchFamily="2" charset="0"/>
                  <a:ea typeface="宋体" panose="02010600030101010101" pitchFamily="2" charset="-122"/>
                </a:rPr>
                <a:t>[z]</a:t>
              </a:r>
            </a:p>
          </p:txBody>
        </p:sp>
        <p:sp>
          <p:nvSpPr>
            <p:cNvPr id="20490" name="Rectangle 14"/>
            <p:cNvSpPr/>
            <p:nvPr/>
          </p:nvSpPr>
          <p:spPr>
            <a:xfrm>
              <a:off x="816" y="912"/>
              <a:ext cx="212" cy="288"/>
            </a:xfrm>
            <a:prstGeom prst="rect">
              <a:avLst/>
            </a:prstGeom>
            <a:noFill/>
            <a:ln w="9525">
              <a:noFill/>
            </a:ln>
          </p:spPr>
          <p:txBody>
            <a:bodyPr wrap="none" anchor="t" anchorCtr="0">
              <a:spAutoFit/>
            </a:bodyPr>
            <a:lstStyle/>
            <a:p>
              <a:pPr algn="r" fontAlgn="ctr"/>
              <a:r>
                <a:rPr lang="en-US" altLang="zh-CN" sz="2400" dirty="0">
                  <a:latin typeface="Times New Roman" panose="02020603050405020304" pitchFamily="2" charset="0"/>
                  <a:ea typeface="宋体" panose="02010600030101010101" pitchFamily="2" charset="-122"/>
                </a:rPr>
                <a:t>0</a:t>
              </a:r>
            </a:p>
          </p:txBody>
        </p:sp>
      </p:grpSp>
      <p:graphicFrame>
        <p:nvGraphicFramePr>
          <p:cNvPr id="20491" name="对象 72719"/>
          <p:cNvGraphicFramePr>
            <a:graphicFrameLocks noChangeAspect="1"/>
          </p:cNvGraphicFramePr>
          <p:nvPr/>
        </p:nvGraphicFramePr>
        <p:xfrm>
          <a:off x="5524500" y="4383088"/>
          <a:ext cx="2630488" cy="762000"/>
        </p:xfrm>
        <a:graphic>
          <a:graphicData uri="http://schemas.openxmlformats.org/presentationml/2006/ole">
            <mc:AlternateContent xmlns:mc="http://schemas.openxmlformats.org/markup-compatibility/2006">
              <mc:Choice xmlns:v="urn:schemas-microsoft-com:vml" Requires="v">
                <p:oleObj r:id="rId3" imgW="888365" imgH="257810" progId="Equation.3">
                  <p:embed/>
                </p:oleObj>
              </mc:Choice>
              <mc:Fallback>
                <p:oleObj r:id="rId3" imgW="888365" imgH="257810" progId="Equation.3">
                  <p:embed/>
                  <p:pic>
                    <p:nvPicPr>
                      <p:cNvPr id="0" name="图片 3076"/>
                      <p:cNvPicPr/>
                      <p:nvPr/>
                    </p:nvPicPr>
                    <p:blipFill>
                      <a:blip r:embed="rId4"/>
                      <a:stretch>
                        <a:fillRect/>
                      </a:stretch>
                    </p:blipFill>
                    <p:spPr>
                      <a:xfrm>
                        <a:off x="5524500" y="4383088"/>
                        <a:ext cx="2630488" cy="762000"/>
                      </a:xfrm>
                      <a:prstGeom prst="rect">
                        <a:avLst/>
                      </a:prstGeom>
                      <a:noFill/>
                      <a:ln w="38100">
                        <a:noFill/>
                        <a:miter/>
                      </a:ln>
                    </p:spPr>
                  </p:pic>
                </p:oleObj>
              </mc:Fallback>
            </mc:AlternateContent>
          </a:graphicData>
        </a:graphic>
      </p:graphicFrame>
      <p:sp>
        <p:nvSpPr>
          <p:cNvPr id="20492" name="Text Box 17"/>
          <p:cNvSpPr txBox="1"/>
          <p:nvPr/>
        </p:nvSpPr>
        <p:spPr>
          <a:xfrm>
            <a:off x="5243513" y="5486400"/>
            <a:ext cx="1455737" cy="457200"/>
          </a:xfrm>
          <a:prstGeom prst="rect">
            <a:avLst/>
          </a:prstGeom>
          <a:noFill/>
          <a:ln w="9525">
            <a:noFill/>
          </a:ln>
        </p:spPr>
        <p:txBody>
          <a:bodyPr lIns="90000" tIns="46800" rIns="90000" bIns="46800" anchor="t" anchorCtr="0">
            <a:spAutoFit/>
          </a:bodyPr>
          <a:lstStyle/>
          <a:p>
            <a:pPr>
              <a:spcBef>
                <a:spcPct val="50000"/>
              </a:spcBef>
            </a:pPr>
            <a:r>
              <a:rPr lang="zh-CN" altLang="en-US" sz="2400" dirty="0">
                <a:solidFill>
                  <a:srgbClr val="C00000"/>
                </a:solidFill>
                <a:latin typeface="黑体" panose="02010609060101010101" pitchFamily="2" charset="-122"/>
                <a:ea typeface="黑体" panose="02010609060101010101" pitchFamily="2" charset="-122"/>
              </a:rPr>
              <a:t>可小到</a:t>
            </a:r>
            <a:r>
              <a:rPr lang="en-US" altLang="zh-CN" sz="2400" dirty="0">
                <a:solidFill>
                  <a:srgbClr val="C00000"/>
                </a:solidFill>
                <a:latin typeface="黑体" panose="02010609060101010101" pitchFamily="2" charset="-122"/>
                <a:ea typeface="黑体" panose="02010609060101010101" pitchFamily="2" charset="-122"/>
              </a:rPr>
              <a:t>0</a:t>
            </a:r>
          </a:p>
        </p:txBody>
      </p:sp>
      <p:sp>
        <p:nvSpPr>
          <p:cNvPr id="20493" name="Text Box 18"/>
          <p:cNvSpPr txBox="1"/>
          <p:nvPr/>
        </p:nvSpPr>
        <p:spPr>
          <a:xfrm>
            <a:off x="7134225" y="5461000"/>
            <a:ext cx="1441450" cy="457200"/>
          </a:xfrm>
          <a:prstGeom prst="rect">
            <a:avLst/>
          </a:prstGeom>
          <a:noFill/>
          <a:ln w="9525">
            <a:noFill/>
          </a:ln>
        </p:spPr>
        <p:txBody>
          <a:bodyPr lIns="90000" tIns="46800" rIns="90000" bIns="46800" anchor="t" anchorCtr="0">
            <a:spAutoFit/>
          </a:bodyPr>
          <a:lstStyle/>
          <a:p>
            <a:pPr>
              <a:spcBef>
                <a:spcPct val="50000"/>
              </a:spcBef>
            </a:pPr>
            <a:r>
              <a:rPr lang="zh-CN" altLang="en-US" sz="2400" dirty="0">
                <a:solidFill>
                  <a:srgbClr val="C00000"/>
                </a:solidFill>
                <a:latin typeface="Tahoma" panose="020B0604030504040204" pitchFamily="2" charset="0"/>
                <a:ea typeface="黑体" panose="02010609060101010101" pitchFamily="2" charset="-122"/>
              </a:rPr>
              <a:t>可大到</a:t>
            </a:r>
            <a:r>
              <a:rPr lang="zh-CN" altLang="en-US" sz="2400" dirty="0">
                <a:solidFill>
                  <a:srgbClr val="C00000"/>
                </a:solidFill>
                <a:latin typeface="宋体" panose="02010600030101010101" pitchFamily="2" charset="-122"/>
                <a:ea typeface="黑体" panose="02010609060101010101" pitchFamily="2" charset="-122"/>
              </a:rPr>
              <a:t>∞</a:t>
            </a:r>
          </a:p>
        </p:txBody>
      </p:sp>
      <p:sp>
        <p:nvSpPr>
          <p:cNvPr id="20494" name="Line 20"/>
          <p:cNvSpPr/>
          <p:nvPr/>
        </p:nvSpPr>
        <p:spPr>
          <a:xfrm>
            <a:off x="5799138" y="5092700"/>
            <a:ext cx="0" cy="431800"/>
          </a:xfrm>
          <a:prstGeom prst="line">
            <a:avLst/>
          </a:prstGeom>
          <a:ln w="38100" cap="sq" cmpd="sng">
            <a:solidFill>
              <a:schemeClr val="tx1"/>
            </a:solidFill>
            <a:prstDash val="solid"/>
            <a:round/>
            <a:headEnd type="none" w="med" len="med"/>
            <a:tailEnd type="stealth" w="med" len="med"/>
          </a:ln>
        </p:spPr>
        <p:txBody>
          <a:bodyPr anchor="t" anchorCtr="0"/>
          <a:lstStyle/>
          <a:p>
            <a:endParaRPr lang="zh-CN" altLang="en-US">
              <a:latin typeface="Times New Roman" panose="02020603050405020304" pitchFamily="2" charset="0"/>
              <a:ea typeface="宋体" panose="02010600030101010101" pitchFamily="2" charset="-122"/>
            </a:endParaRPr>
          </a:p>
        </p:txBody>
      </p:sp>
      <p:sp>
        <p:nvSpPr>
          <p:cNvPr id="20495" name="Line 21"/>
          <p:cNvSpPr/>
          <p:nvPr/>
        </p:nvSpPr>
        <p:spPr>
          <a:xfrm>
            <a:off x="7599363" y="5092700"/>
            <a:ext cx="0" cy="431800"/>
          </a:xfrm>
          <a:prstGeom prst="line">
            <a:avLst/>
          </a:prstGeom>
          <a:ln w="38100" cap="sq" cmpd="sng">
            <a:solidFill>
              <a:schemeClr val="tx1"/>
            </a:solidFill>
            <a:prstDash val="solid"/>
            <a:round/>
            <a:headEnd type="none" w="med" len="med"/>
            <a:tailEnd type="stealth" w="med" len="med"/>
          </a:ln>
        </p:spPr>
        <p:txBody>
          <a:bodyPr anchor="t" anchorCtr="0"/>
          <a:lstStyle/>
          <a:p>
            <a:endParaRPr lang="zh-CN" altLang="en-US">
              <a:latin typeface="Times New Roman" panose="02020603050405020304" pitchFamily="2" charset="0"/>
              <a:ea typeface="宋体" panose="02010600030101010101" pitchFamily="2" charset="-122"/>
            </a:endParaRPr>
          </a:p>
        </p:txBody>
      </p:sp>
      <p:sp>
        <p:nvSpPr>
          <p:cNvPr id="6" name="文本框 5"/>
          <p:cNvSpPr txBox="1"/>
          <p:nvPr/>
        </p:nvSpPr>
        <p:spPr>
          <a:xfrm>
            <a:off x="698500" y="893763"/>
            <a:ext cx="7877175" cy="4225925"/>
          </a:xfrm>
          <a:prstGeom prst="rect">
            <a:avLst/>
          </a:prstGeom>
          <a:noFill/>
        </p:spPr>
        <p:txBody>
          <a:bodyPr wrap="square" rtlCol="0" anchor="t">
            <a:spAutoFit/>
          </a:bodyPr>
          <a:lstStyle/>
          <a:p>
            <a:pPr>
              <a:buNone/>
            </a:pPr>
            <a:r>
              <a:rPr lang="en-US" altLang="zh-CN" sz="2400" b="1" noProof="1">
                <a:solidFill>
                  <a:srgbClr val="C00000"/>
                </a:solidFill>
                <a:latin typeface="Times New Roman" panose="02020603050405020304" pitchFamily="2" charset="0"/>
                <a:ea typeface="宋体" panose="02010600030101010101" pitchFamily="2" charset="-122"/>
                <a:cs typeface="+mn-cs"/>
                <a:sym typeface="+mn-ea"/>
              </a:rPr>
              <a:t>X(z)</a:t>
            </a:r>
            <a:r>
              <a:rPr lang="zh-CN" altLang="en-US" sz="2400" b="1" noProof="1">
                <a:solidFill>
                  <a:srgbClr val="C00000"/>
                </a:solidFill>
                <a:latin typeface="Times New Roman" panose="02020603050405020304" pitchFamily="2" charset="0"/>
                <a:ea typeface="宋体" panose="02010600030101010101" pitchFamily="2" charset="-122"/>
                <a:cs typeface="+mn-cs"/>
                <a:sym typeface="+mn-ea"/>
              </a:rPr>
              <a:t>的收敛域</a:t>
            </a:r>
            <a:r>
              <a:rPr lang="zh-CN" altLang="en-US" sz="2400" b="1" noProof="1">
                <a:latin typeface="Times New Roman" panose="02020603050405020304" pitchFamily="2" charset="0"/>
                <a:ea typeface="宋体" panose="02010600030101010101" pitchFamily="2" charset="-122"/>
                <a:cs typeface="+mn-cs"/>
                <a:sym typeface="+mn-ea"/>
              </a:rPr>
              <a:t>：对于任意给定序列</a:t>
            </a:r>
            <a:r>
              <a:rPr lang="en-US" altLang="zh-CN" sz="2400" b="1" noProof="1">
                <a:latin typeface="Times New Roman" panose="02020603050405020304" pitchFamily="2" charset="0"/>
                <a:ea typeface="宋体" panose="02010600030101010101" pitchFamily="2" charset="-122"/>
                <a:cs typeface="+mn-cs"/>
                <a:sym typeface="+mn-ea"/>
              </a:rPr>
              <a:t>x(n)</a:t>
            </a:r>
            <a:r>
              <a:rPr lang="zh-CN" altLang="en-US" sz="2400" b="1" noProof="1">
                <a:latin typeface="Times New Roman" panose="02020603050405020304" pitchFamily="2" charset="0"/>
                <a:ea typeface="宋体" panose="02010600030101010101" pitchFamily="2" charset="-122"/>
                <a:cs typeface="+mn-cs"/>
                <a:sym typeface="+mn-ea"/>
              </a:rPr>
              <a:t>，使其</a:t>
            </a:r>
            <a:r>
              <a:rPr lang="en-US" altLang="zh-CN" sz="2400" b="1" noProof="1">
                <a:latin typeface="Times New Roman" panose="02020603050405020304" pitchFamily="2" charset="0"/>
                <a:ea typeface="宋体" panose="02010600030101010101" pitchFamily="2" charset="-122"/>
                <a:cs typeface="+mn-cs"/>
                <a:sym typeface="+mn-ea"/>
              </a:rPr>
              <a:t>z</a:t>
            </a:r>
            <a:r>
              <a:rPr lang="zh-CN" altLang="en-US" sz="2400" b="1" noProof="1">
                <a:latin typeface="Times New Roman" panose="02020603050405020304" pitchFamily="2" charset="0"/>
                <a:ea typeface="宋体" panose="02010600030101010101" pitchFamily="2" charset="-122"/>
                <a:cs typeface="+mn-cs"/>
                <a:sym typeface="+mn-ea"/>
              </a:rPr>
              <a:t>变换</a:t>
            </a:r>
            <a:r>
              <a:rPr lang="en-US" altLang="zh-CN" sz="2400" b="1" noProof="1">
                <a:latin typeface="Times New Roman" panose="02020603050405020304" pitchFamily="2" charset="0"/>
                <a:ea typeface="宋体" panose="02010600030101010101" pitchFamily="2" charset="-122"/>
                <a:cs typeface="+mn-cs"/>
                <a:sym typeface="+mn-ea"/>
              </a:rPr>
              <a:t>X(z)</a:t>
            </a:r>
            <a:r>
              <a:rPr lang="zh-CN" altLang="en-US" sz="2400" b="1" noProof="1">
                <a:latin typeface="Times New Roman" panose="02020603050405020304" pitchFamily="2" charset="0"/>
                <a:ea typeface="宋体" panose="02010600030101010101" pitchFamily="2" charset="-122"/>
                <a:cs typeface="+mn-cs"/>
                <a:sym typeface="+mn-ea"/>
              </a:rPr>
              <a:t>收敛的所有</a:t>
            </a:r>
            <a:r>
              <a:rPr lang="en-US" altLang="zh-CN" sz="2400" b="1" noProof="1">
                <a:latin typeface="Times New Roman" panose="02020603050405020304" pitchFamily="2" charset="0"/>
                <a:ea typeface="宋体" panose="02010600030101010101" pitchFamily="2" charset="-122"/>
                <a:cs typeface="+mn-cs"/>
                <a:sym typeface="+mn-ea"/>
              </a:rPr>
              <a:t>z</a:t>
            </a:r>
            <a:r>
              <a:rPr lang="zh-CN" altLang="en-US" sz="2400" b="1" noProof="1">
                <a:latin typeface="Times New Roman" panose="02020603050405020304" pitchFamily="2" charset="0"/>
                <a:ea typeface="宋体" panose="02010600030101010101" pitchFamily="2" charset="-122"/>
                <a:cs typeface="+mn-cs"/>
                <a:sym typeface="+mn-ea"/>
              </a:rPr>
              <a:t>值的集合。</a:t>
            </a:r>
            <a:endParaRPr lang="zh-CN" altLang="en-US" sz="2400" b="1" noProof="1">
              <a:latin typeface="Times New Roman" panose="02020603050405020304" pitchFamily="2" charset="0"/>
              <a:ea typeface="宋体" panose="02010600030101010101" pitchFamily="2" charset="-122"/>
            </a:endParaRPr>
          </a:p>
          <a:p>
            <a:pPr>
              <a:buNone/>
            </a:pPr>
            <a:r>
              <a:rPr lang="zh-CN" altLang="en-US" sz="2400" b="1" noProof="1">
                <a:latin typeface="Times New Roman" panose="02020603050405020304" pitchFamily="2" charset="0"/>
                <a:ea typeface="宋体" panose="02010600030101010101" pitchFamily="2" charset="-122"/>
                <a:cs typeface="+mn-cs"/>
                <a:sym typeface="+mn-ea"/>
              </a:rPr>
              <a:t> 	</a:t>
            </a:r>
            <a:endParaRPr lang="zh-CN" altLang="en-US" sz="2400" b="1" noProof="1">
              <a:latin typeface="Times New Roman" panose="02020603050405020304" pitchFamily="2" charset="0"/>
              <a:ea typeface="宋体" panose="02010600030101010101" pitchFamily="2" charset="-122"/>
            </a:endParaRPr>
          </a:p>
          <a:p>
            <a:pPr>
              <a:buClr>
                <a:srgbClr val="2D2D89"/>
              </a:buClr>
              <a:buFont typeface="Wingdings" panose="05000000000000000000" charset="0"/>
              <a:buChar char=""/>
            </a:pPr>
            <a:r>
              <a:rPr lang="zh-CN" altLang="en-US" sz="2400" b="1" noProof="1">
                <a:latin typeface="Times New Roman" panose="02020603050405020304" pitchFamily="2" charset="0"/>
                <a:ea typeface="宋体" panose="02010600030101010101" pitchFamily="2" charset="-122"/>
                <a:cs typeface="+mn-cs"/>
                <a:sym typeface="+mn-ea"/>
              </a:rPr>
              <a:t>级数收敛的</a:t>
            </a:r>
            <a:r>
              <a:rPr lang="zh-CN" altLang="en-US" sz="2400" b="1" noProof="1">
                <a:solidFill>
                  <a:srgbClr val="C00000"/>
                </a:solidFill>
                <a:latin typeface="Times New Roman" panose="02020603050405020304" pitchFamily="2" charset="0"/>
                <a:ea typeface="宋体" panose="02010600030101010101" pitchFamily="2" charset="-122"/>
                <a:cs typeface="+mn-cs"/>
                <a:sym typeface="+mn-ea"/>
              </a:rPr>
              <a:t>充要条件</a:t>
            </a:r>
            <a:r>
              <a:rPr lang="zh-CN" altLang="en-US" sz="2400" b="1" noProof="1">
                <a:latin typeface="Times New Roman" panose="02020603050405020304" pitchFamily="2" charset="0"/>
                <a:ea typeface="宋体" panose="02010600030101010101" pitchFamily="2" charset="-122"/>
                <a:cs typeface="+mn-cs"/>
                <a:sym typeface="+mn-ea"/>
              </a:rPr>
              <a:t>是满足</a:t>
            </a:r>
            <a:r>
              <a:rPr lang="zh-CN" altLang="en-US" sz="2400" b="1" noProof="1">
                <a:solidFill>
                  <a:srgbClr val="C00000"/>
                </a:solidFill>
                <a:latin typeface="Times New Roman" panose="02020603050405020304" pitchFamily="2" charset="0"/>
                <a:ea typeface="宋体" panose="02010600030101010101" pitchFamily="2" charset="-122"/>
                <a:cs typeface="+mn-cs"/>
                <a:sym typeface="+mn-ea"/>
              </a:rPr>
              <a:t>绝对可和</a:t>
            </a:r>
          </a:p>
          <a:p>
            <a:pPr marL="800100" indent="-457200">
              <a:buClr>
                <a:srgbClr val="2D2D89"/>
              </a:buClr>
              <a:buFont typeface="Wingdings" panose="05000000000000000000" charset="0"/>
              <a:buChar char=""/>
            </a:pPr>
            <a:endParaRPr lang="zh-CN" altLang="en-US" sz="2400" b="1" noProof="1">
              <a:latin typeface="Times New Roman" panose="02020603050405020304" pitchFamily="2" charset="0"/>
              <a:ea typeface="宋体" panose="02010600030101010101" pitchFamily="2" charset="-122"/>
            </a:endParaRPr>
          </a:p>
          <a:p>
            <a:pPr>
              <a:buClr>
                <a:srgbClr val="2D2D89"/>
              </a:buClr>
              <a:buFont typeface="Wingdings" panose="05000000000000000000" charset="0"/>
              <a:buChar char=""/>
            </a:pPr>
            <a:endParaRPr lang="zh-CN" altLang="en-US" sz="2400" b="1" noProof="1">
              <a:latin typeface="Times New Roman" panose="02020603050405020304" pitchFamily="2" charset="0"/>
              <a:ea typeface="宋体" panose="02010600030101010101" pitchFamily="2" charset="-122"/>
            </a:endParaRPr>
          </a:p>
          <a:p>
            <a:pPr marL="459105" indent="-457200">
              <a:lnSpc>
                <a:spcPct val="140000"/>
              </a:lnSpc>
              <a:buClr>
                <a:srgbClr val="2D2D89"/>
              </a:buClr>
              <a:buSzPct val="120000"/>
              <a:buFont typeface="Wingdings" panose="05000000000000000000" charset="0"/>
              <a:buChar char=""/>
            </a:pPr>
            <a:r>
              <a:rPr lang="zh-CN" altLang="en-US" sz="2400" noProof="1">
                <a:latin typeface="Times New Roman" panose="02020603050405020304" pitchFamily="2" charset="0"/>
                <a:ea typeface="黑体" panose="02010609060101010101" pitchFamily="2" charset="-122"/>
                <a:cs typeface="+mn-ea"/>
                <a:sym typeface="Arial" panose="020B0604020202020204" pitchFamily="34" charset="0"/>
              </a:rPr>
              <a:t>一般为某个环状域</a:t>
            </a:r>
            <a:endParaRPr lang="zh-CN" altLang="en-US" sz="2400" noProof="1">
              <a:latin typeface="Times New Roman" panose="02020603050405020304" pitchFamily="2" charset="0"/>
              <a:ea typeface="黑体" panose="02010609060101010101" pitchFamily="2" charset="-122"/>
              <a:sym typeface="Arial" panose="020B0604020202020204" pitchFamily="34" charset="0"/>
            </a:endParaRPr>
          </a:p>
          <a:p>
            <a:pPr marL="459105" indent="-457200">
              <a:lnSpc>
                <a:spcPct val="140000"/>
              </a:lnSpc>
              <a:buClr>
                <a:srgbClr val="2D2D89"/>
              </a:buClr>
              <a:buSzPct val="120000"/>
              <a:buFont typeface="Wingdings" panose="05000000000000000000" charset="0"/>
              <a:buChar char=""/>
            </a:pPr>
            <a:r>
              <a:rPr lang="zh-CN" altLang="en-US" sz="2400" noProof="1">
                <a:latin typeface="Times New Roman" panose="02020603050405020304" pitchFamily="2" charset="0"/>
                <a:ea typeface="黑体" panose="02010609060101010101" pitchFamily="2" charset="-122"/>
                <a:cs typeface="+mn-ea"/>
                <a:sym typeface="Arial" panose="020B0604020202020204" pitchFamily="34" charset="0"/>
              </a:rPr>
              <a:t>z变换的收敛域里不能包含</a:t>
            </a:r>
          </a:p>
          <a:p>
            <a:pPr marL="1905">
              <a:lnSpc>
                <a:spcPct val="140000"/>
              </a:lnSpc>
              <a:buClr>
                <a:srgbClr val="2D2D89"/>
              </a:buClr>
              <a:buSzPct val="120000"/>
              <a:buFont typeface="Wingdings" panose="05000000000000000000" charset="0"/>
              <a:buNone/>
            </a:pPr>
            <a:r>
              <a:rPr lang="zh-CN" altLang="en-US" sz="2400" noProof="1">
                <a:latin typeface="Times New Roman" panose="02020603050405020304" pitchFamily="2" charset="0"/>
                <a:ea typeface="黑体" panose="02010609060101010101" pitchFamily="2" charset="-122"/>
                <a:cs typeface="+mn-ea"/>
                <a:sym typeface="Arial" panose="020B0604020202020204" pitchFamily="34" charset="0"/>
              </a:rPr>
              <a:t>      极点，是一个</a:t>
            </a:r>
            <a:r>
              <a:rPr lang="zh-CN" altLang="en-US" sz="2400" noProof="1">
                <a:solidFill>
                  <a:srgbClr val="C00000"/>
                </a:solidFill>
                <a:latin typeface="Times New Roman" panose="02020603050405020304" pitchFamily="2" charset="0"/>
                <a:ea typeface="黑体" panose="02010609060101010101" pitchFamily="2" charset="-122"/>
                <a:cs typeface="+mn-ea"/>
                <a:sym typeface="Arial" panose="020B0604020202020204" pitchFamily="34" charset="0"/>
              </a:rPr>
              <a:t>连续的区域</a:t>
            </a:r>
            <a:r>
              <a:rPr lang="zh-CN" altLang="en-US" sz="2400" noProof="1">
                <a:latin typeface="Times New Roman" panose="02020603050405020304" pitchFamily="2" charset="0"/>
                <a:ea typeface="黑体" panose="02010609060101010101" pitchFamily="2" charset="-122"/>
                <a:cs typeface="+mn-ea"/>
                <a:sym typeface="Arial" panose="020B0604020202020204" pitchFamily="34" charset="0"/>
              </a:rPr>
              <a:t>。</a:t>
            </a:r>
            <a:endParaRPr lang="zh-CN" altLang="en-US" sz="2400" noProof="1">
              <a:latin typeface="Times New Roman" panose="02020603050405020304" pitchFamily="2" charset="0"/>
              <a:ea typeface="黑体" panose="02010609060101010101" pitchFamily="2" charset="-122"/>
              <a:sym typeface="Arial" panose="020B0604020202020204" pitchFamily="34" charset="0"/>
            </a:endParaRPr>
          </a:p>
          <a:p>
            <a:pPr>
              <a:buNone/>
            </a:pPr>
            <a:endParaRPr lang="zh-CN" altLang="en-US" sz="2400" noProof="1"/>
          </a:p>
        </p:txBody>
      </p:sp>
      <p:graphicFrame>
        <p:nvGraphicFramePr>
          <p:cNvPr id="20497" name="对象 72718"/>
          <p:cNvGraphicFramePr>
            <a:graphicFrameLocks noChangeAspect="1"/>
          </p:cNvGraphicFramePr>
          <p:nvPr/>
        </p:nvGraphicFramePr>
        <p:xfrm>
          <a:off x="2201863" y="2289175"/>
          <a:ext cx="3041650" cy="987425"/>
        </p:xfrm>
        <a:graphic>
          <a:graphicData uri="http://schemas.openxmlformats.org/presentationml/2006/ole">
            <mc:AlternateContent xmlns:mc="http://schemas.openxmlformats.org/markup-compatibility/2006">
              <mc:Choice xmlns:v="urn:schemas-microsoft-com:vml" Requires="v">
                <p:oleObj r:id="rId5" imgW="1333500" imgH="431800" progId="Equation.3">
                  <p:embed/>
                </p:oleObj>
              </mc:Choice>
              <mc:Fallback>
                <p:oleObj r:id="rId5" imgW="1333500" imgH="431800" progId="Equation.3">
                  <p:embed/>
                  <p:pic>
                    <p:nvPicPr>
                      <p:cNvPr id="0" name="图片 3078"/>
                      <p:cNvPicPr/>
                      <p:nvPr/>
                    </p:nvPicPr>
                    <p:blipFill>
                      <a:blip r:embed="rId6"/>
                      <a:stretch>
                        <a:fillRect/>
                      </a:stretch>
                    </p:blipFill>
                    <p:spPr>
                      <a:xfrm>
                        <a:off x="2201863" y="2289175"/>
                        <a:ext cx="3041650" cy="987425"/>
                      </a:xfrm>
                      <a:prstGeom prst="rect">
                        <a:avLst/>
                      </a:prstGeom>
                      <a:noFill/>
                      <a:ln w="38100">
                        <a:noFill/>
                        <a:miter/>
                      </a:ln>
                    </p:spPr>
                  </p:pic>
                </p:oleObj>
              </mc:Fallback>
            </mc:AlternateContent>
          </a:graphicData>
        </a:graphic>
      </p:graphicFrame>
      <mc:AlternateContent xmlns:mc="http://schemas.openxmlformats.org/markup-compatibility/2006" xmlns:p14="http://schemas.microsoft.com/office/powerpoint/2010/main">
        <mc:Choice Requires="p14">
          <p:contentPart p14:bwMode="auto" r:id="rId7">
            <p14:nvContentPartPr>
              <p14:cNvPr id="2" name="墨迹 1">
                <a:extLst>
                  <a:ext uri="{FF2B5EF4-FFF2-40B4-BE49-F238E27FC236}">
                    <a16:creationId xmlns:a16="http://schemas.microsoft.com/office/drawing/2014/main" id="{AEBE86AC-F86F-9ADC-2408-F2C9310FC04C}"/>
                  </a:ext>
                </a:extLst>
              </p14:cNvPr>
              <p14:cNvContentPartPr/>
              <p14:nvPr/>
            </p14:nvContentPartPr>
            <p14:xfrm>
              <a:off x="2724625" y="2437029"/>
              <a:ext cx="688320" cy="10800"/>
            </p14:xfrm>
          </p:contentPart>
        </mc:Choice>
        <mc:Fallback xmlns="">
          <p:pic>
            <p:nvPicPr>
              <p:cNvPr id="2" name="墨迹 1">
                <a:extLst>
                  <a:ext uri="{FF2B5EF4-FFF2-40B4-BE49-F238E27FC236}">
                    <a16:creationId xmlns:a16="http://schemas.microsoft.com/office/drawing/2014/main" id="{AEBE86AC-F86F-9ADC-2408-F2C9310FC04C}"/>
                  </a:ext>
                </a:extLst>
              </p:cNvPr>
              <p:cNvPicPr/>
              <p:nvPr/>
            </p:nvPicPr>
            <p:blipFill>
              <a:blip r:embed="rId8"/>
              <a:stretch>
                <a:fillRect/>
              </a:stretch>
            </p:blipFill>
            <p:spPr>
              <a:xfrm>
                <a:off x="2706625" y="2419029"/>
                <a:ext cx="723960" cy="4644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3" name="墨迹 2">
                <a:extLst>
                  <a:ext uri="{FF2B5EF4-FFF2-40B4-BE49-F238E27FC236}">
                    <a16:creationId xmlns:a16="http://schemas.microsoft.com/office/drawing/2014/main" id="{533732A6-4E41-9C72-DD1E-5668F2C7C972}"/>
                  </a:ext>
                </a:extLst>
              </p14:cNvPr>
              <p14:cNvContentPartPr/>
              <p14:nvPr/>
            </p14:nvContentPartPr>
            <p14:xfrm>
              <a:off x="4885705" y="2456469"/>
              <a:ext cx="583200" cy="20520"/>
            </p14:xfrm>
          </p:contentPart>
        </mc:Choice>
        <mc:Fallback xmlns="">
          <p:pic>
            <p:nvPicPr>
              <p:cNvPr id="3" name="墨迹 2">
                <a:extLst>
                  <a:ext uri="{FF2B5EF4-FFF2-40B4-BE49-F238E27FC236}">
                    <a16:creationId xmlns:a16="http://schemas.microsoft.com/office/drawing/2014/main" id="{533732A6-4E41-9C72-DD1E-5668F2C7C972}"/>
                  </a:ext>
                </a:extLst>
              </p:cNvPr>
              <p:cNvPicPr/>
              <p:nvPr/>
            </p:nvPicPr>
            <p:blipFill>
              <a:blip r:embed="rId10"/>
              <a:stretch>
                <a:fillRect/>
              </a:stretch>
            </p:blipFill>
            <p:spPr>
              <a:xfrm>
                <a:off x="4867705" y="2438469"/>
                <a:ext cx="618840" cy="5616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4" name="墨迹 3">
                <a:extLst>
                  <a:ext uri="{FF2B5EF4-FFF2-40B4-BE49-F238E27FC236}">
                    <a16:creationId xmlns:a16="http://schemas.microsoft.com/office/drawing/2014/main" id="{5E932A93-99D5-7789-542E-F705C46CD9CE}"/>
                  </a:ext>
                </a:extLst>
              </p14:cNvPr>
              <p14:cNvContentPartPr/>
              <p14:nvPr/>
            </p14:nvContentPartPr>
            <p14:xfrm>
              <a:off x="3047545" y="4673709"/>
              <a:ext cx="1404000" cy="28440"/>
            </p14:xfrm>
          </p:contentPart>
        </mc:Choice>
        <mc:Fallback xmlns="">
          <p:pic>
            <p:nvPicPr>
              <p:cNvPr id="4" name="墨迹 3">
                <a:extLst>
                  <a:ext uri="{FF2B5EF4-FFF2-40B4-BE49-F238E27FC236}">
                    <a16:creationId xmlns:a16="http://schemas.microsoft.com/office/drawing/2014/main" id="{5E932A93-99D5-7789-542E-F705C46CD9CE}"/>
                  </a:ext>
                </a:extLst>
              </p:cNvPr>
              <p:cNvPicPr/>
              <p:nvPr/>
            </p:nvPicPr>
            <p:blipFill>
              <a:blip r:embed="rId12"/>
              <a:stretch>
                <a:fillRect/>
              </a:stretch>
            </p:blipFill>
            <p:spPr>
              <a:xfrm>
                <a:off x="3029905" y="4655709"/>
                <a:ext cx="1439640" cy="6408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7" name="墨迹 6">
                <a:extLst>
                  <a:ext uri="{FF2B5EF4-FFF2-40B4-BE49-F238E27FC236}">
                    <a16:creationId xmlns:a16="http://schemas.microsoft.com/office/drawing/2014/main" id="{F73DD86E-697D-F237-89D2-981B880F81C1}"/>
                  </a:ext>
                </a:extLst>
              </p14:cNvPr>
              <p14:cNvContentPartPr/>
              <p14:nvPr/>
            </p14:nvContentPartPr>
            <p14:xfrm>
              <a:off x="2780065" y="3001869"/>
              <a:ext cx="961200" cy="720"/>
            </p14:xfrm>
          </p:contentPart>
        </mc:Choice>
        <mc:Fallback xmlns="">
          <p:pic>
            <p:nvPicPr>
              <p:cNvPr id="7" name="墨迹 6">
                <a:extLst>
                  <a:ext uri="{FF2B5EF4-FFF2-40B4-BE49-F238E27FC236}">
                    <a16:creationId xmlns:a16="http://schemas.microsoft.com/office/drawing/2014/main" id="{F73DD86E-697D-F237-89D2-981B880F81C1}"/>
                  </a:ext>
                </a:extLst>
              </p:cNvPr>
              <p:cNvPicPr/>
              <p:nvPr/>
            </p:nvPicPr>
            <p:blipFill>
              <a:blip r:embed="rId14"/>
              <a:stretch>
                <a:fillRect/>
              </a:stretch>
            </p:blipFill>
            <p:spPr>
              <a:xfrm>
                <a:off x="2762065" y="2965869"/>
                <a:ext cx="996840" cy="7200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8" name="墨迹 7">
                <a:extLst>
                  <a:ext uri="{FF2B5EF4-FFF2-40B4-BE49-F238E27FC236}">
                    <a16:creationId xmlns:a16="http://schemas.microsoft.com/office/drawing/2014/main" id="{002227AF-DFCF-8EFE-BEC7-2D0599B219C6}"/>
                  </a:ext>
                </a:extLst>
              </p14:cNvPr>
              <p14:cNvContentPartPr/>
              <p14:nvPr/>
            </p14:nvContentPartPr>
            <p14:xfrm>
              <a:off x="3703825" y="3020229"/>
              <a:ext cx="91440" cy="360"/>
            </p14:xfrm>
          </p:contentPart>
        </mc:Choice>
        <mc:Fallback xmlns="">
          <p:pic>
            <p:nvPicPr>
              <p:cNvPr id="8" name="墨迹 7">
                <a:extLst>
                  <a:ext uri="{FF2B5EF4-FFF2-40B4-BE49-F238E27FC236}">
                    <a16:creationId xmlns:a16="http://schemas.microsoft.com/office/drawing/2014/main" id="{002227AF-DFCF-8EFE-BEC7-2D0599B219C6}"/>
                  </a:ext>
                </a:extLst>
              </p:cNvPr>
              <p:cNvPicPr/>
              <p:nvPr/>
            </p:nvPicPr>
            <p:blipFill>
              <a:blip r:embed="rId16"/>
              <a:stretch>
                <a:fillRect/>
              </a:stretch>
            </p:blipFill>
            <p:spPr>
              <a:xfrm>
                <a:off x="3685825" y="3002589"/>
                <a:ext cx="127080" cy="36000"/>
              </a:xfrm>
              <a:prstGeom prst="rect">
                <a:avLst/>
              </a:prstGeom>
            </p:spPr>
          </p:pic>
        </mc:Fallback>
      </mc:AlternateContent>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611188" y="1628775"/>
            <a:ext cx="7621588" cy="3857625"/>
          </a:xfrm>
          <a:prstGeom prst="rect">
            <a:avLst/>
          </a:prstGeom>
          <a:noFill/>
        </p:spPr>
        <p:txBody>
          <a:bodyPr wrap="square" rtlCol="0" anchor="t">
            <a:spAutoFit/>
          </a:bodyPr>
          <a:lstStyle/>
          <a:p>
            <a:pPr>
              <a:lnSpc>
                <a:spcPct val="120000"/>
              </a:lnSpc>
            </a:pPr>
            <a:endParaRPr lang="zh-CN" altLang="en-US" sz="2400" b="1" noProof="1">
              <a:sym typeface="+mn-ea"/>
            </a:endParaRPr>
          </a:p>
          <a:p>
            <a:pPr marL="342900" indent="-342900" algn="just">
              <a:lnSpc>
                <a:spcPct val="150000"/>
              </a:lnSpc>
              <a:buClr>
                <a:srgbClr val="2D2D89"/>
              </a:buClr>
              <a:buFont typeface="Wingdings" panose="05000000000000000000" charset="0"/>
              <a:buChar char=""/>
            </a:pPr>
            <a:r>
              <a:rPr lang="zh-CN" altLang="en-US" sz="2400" b="1" noProof="1">
                <a:latin typeface="Times New Roman" panose="02020603050405020304" pitchFamily="2" charset="0"/>
                <a:ea typeface="宋体" panose="02010600030101010101" pitchFamily="2" charset="-122"/>
                <a:cs typeface="+mn-cs"/>
                <a:sym typeface="+mn-ea"/>
              </a:rPr>
              <a:t>对一个确定的序列</a:t>
            </a:r>
            <a:r>
              <a:rPr lang="en-US" altLang="zh-CN" sz="2400" b="1" noProof="1">
                <a:latin typeface="Times New Roman" panose="02020603050405020304" pitchFamily="2" charset="0"/>
                <a:ea typeface="宋体" panose="02010600030101010101" pitchFamily="2" charset="-122"/>
                <a:cs typeface="+mn-cs"/>
                <a:sym typeface="+mn-ea"/>
              </a:rPr>
              <a:t>x(n)</a:t>
            </a:r>
            <a:r>
              <a:rPr lang="zh-CN" altLang="en-US" sz="2400" b="1" noProof="1">
                <a:latin typeface="Times New Roman" panose="02020603050405020304" pitchFamily="2" charset="0"/>
                <a:ea typeface="宋体" panose="02010600030101010101" pitchFamily="2" charset="-122"/>
                <a:cs typeface="+mn-cs"/>
                <a:sym typeface="+mn-ea"/>
              </a:rPr>
              <a:t>，它的</a:t>
            </a:r>
            <a:r>
              <a:rPr lang="en-US" altLang="zh-CN" sz="2400" b="1" noProof="1">
                <a:latin typeface="Times New Roman" panose="02020603050405020304" pitchFamily="2" charset="0"/>
                <a:ea typeface="宋体" panose="02010600030101010101" pitchFamily="2" charset="-122"/>
                <a:cs typeface="+mn-cs"/>
                <a:sym typeface="+mn-ea"/>
              </a:rPr>
              <a:t>z</a:t>
            </a:r>
            <a:r>
              <a:rPr lang="zh-CN" altLang="en-US" sz="2400" b="1" noProof="1">
                <a:latin typeface="Times New Roman" panose="02020603050405020304" pitchFamily="2" charset="0"/>
                <a:ea typeface="宋体" panose="02010600030101010101" pitchFamily="2" charset="-122"/>
                <a:cs typeface="+mn-cs"/>
                <a:sym typeface="+mn-ea"/>
              </a:rPr>
              <a:t>变换</a:t>
            </a:r>
            <a:r>
              <a:rPr lang="en-US" altLang="zh-CN" sz="2400" b="1" noProof="1">
                <a:latin typeface="Times New Roman" panose="02020603050405020304" pitchFamily="2" charset="0"/>
                <a:ea typeface="宋体" panose="02010600030101010101" pitchFamily="2" charset="-122"/>
                <a:cs typeface="+mn-cs"/>
                <a:sym typeface="+mn-ea"/>
              </a:rPr>
              <a:t>X(z)</a:t>
            </a:r>
            <a:r>
              <a:rPr lang="zh-CN" altLang="en-US" sz="2400" b="1" noProof="1">
                <a:latin typeface="Times New Roman" panose="02020603050405020304" pitchFamily="2" charset="0"/>
                <a:ea typeface="宋体" panose="02010600030101010101" pitchFamily="2" charset="-122"/>
                <a:cs typeface="+mn-cs"/>
                <a:sym typeface="+mn-ea"/>
              </a:rPr>
              <a:t>的表达式及</a:t>
            </a:r>
            <a:r>
              <a:rPr lang="en-US" altLang="zh-CN" sz="2400" b="1" noProof="1">
                <a:latin typeface="Times New Roman" panose="02020603050405020304" pitchFamily="2" charset="0"/>
                <a:ea typeface="宋体" panose="02010600030101010101" pitchFamily="2" charset="-122"/>
                <a:cs typeface="+mn-cs"/>
                <a:sym typeface="+mn-ea"/>
              </a:rPr>
              <a:t>X(z)</a:t>
            </a:r>
            <a:r>
              <a:rPr lang="zh-CN" altLang="en-US" sz="2400" b="1" noProof="1">
                <a:latin typeface="Times New Roman" panose="02020603050405020304" pitchFamily="2" charset="0"/>
                <a:ea typeface="宋体" panose="02010600030101010101" pitchFamily="2" charset="-122"/>
                <a:cs typeface="+mn-cs"/>
                <a:sym typeface="+mn-ea"/>
              </a:rPr>
              <a:t>的收敛域二者共同能唯一确定这一序列。</a:t>
            </a:r>
            <a:endParaRPr lang="zh-CN" altLang="en-US" sz="2400" b="1" noProof="1">
              <a:sym typeface="+mn-ea"/>
            </a:endParaRPr>
          </a:p>
          <a:p>
            <a:pPr marL="342900" indent="-342900" algn="just">
              <a:lnSpc>
                <a:spcPct val="150000"/>
              </a:lnSpc>
              <a:buClr>
                <a:srgbClr val="2D2D89"/>
              </a:buClr>
              <a:buFont typeface="Wingdings" panose="05000000000000000000" charset="0"/>
              <a:buChar char=""/>
            </a:pPr>
            <a:r>
              <a:rPr lang="zh-CN" altLang="en-US" sz="2400" b="1" noProof="1">
                <a:latin typeface="Times New Roman" panose="02020603050405020304" pitchFamily="2" charset="0"/>
                <a:ea typeface="宋体" panose="02010600030101010101" pitchFamily="2" charset="-122"/>
                <a:cs typeface="+mn-cs"/>
                <a:sym typeface="+mn-ea"/>
              </a:rPr>
              <a:t>不同的序列可能有相同的</a:t>
            </a:r>
            <a:r>
              <a:rPr lang="en-US" altLang="zh-CN" sz="2400" b="1" noProof="1">
                <a:latin typeface="Times New Roman" panose="02020603050405020304" pitchFamily="2" charset="0"/>
                <a:ea typeface="宋体" panose="02010600030101010101" pitchFamily="2" charset="-122"/>
                <a:cs typeface="+mn-cs"/>
                <a:sym typeface="+mn-ea"/>
              </a:rPr>
              <a:t>z</a:t>
            </a:r>
            <a:r>
              <a:rPr lang="zh-CN" altLang="en-US" sz="2400" b="1" noProof="1">
                <a:latin typeface="Times New Roman" panose="02020603050405020304" pitchFamily="2" charset="0"/>
                <a:ea typeface="宋体" panose="02010600030101010101" pitchFamily="2" charset="-122"/>
                <a:cs typeface="+mn-cs"/>
                <a:sym typeface="+mn-ea"/>
              </a:rPr>
              <a:t>变换表达式，但收敛域却不同。只有当</a:t>
            </a:r>
            <a:r>
              <a:rPr lang="en-US" altLang="zh-CN" sz="2400" b="1" noProof="1">
                <a:latin typeface="Times New Roman" panose="02020603050405020304" pitchFamily="2" charset="0"/>
                <a:ea typeface="宋体" panose="02010600030101010101" pitchFamily="2" charset="-122"/>
                <a:cs typeface="+mn-cs"/>
                <a:sym typeface="+mn-ea"/>
              </a:rPr>
              <a:t>z</a:t>
            </a:r>
            <a:r>
              <a:rPr lang="zh-CN" altLang="en-US" sz="2400" b="1" noProof="1">
                <a:latin typeface="Times New Roman" panose="02020603050405020304" pitchFamily="2" charset="0"/>
                <a:ea typeface="宋体" panose="02010600030101010101" pitchFamily="2" charset="-122"/>
                <a:cs typeface="+mn-cs"/>
                <a:sym typeface="+mn-ea"/>
              </a:rPr>
              <a:t>变换的表达式与收敛域都相同时，才能判定两个序列相等。</a:t>
            </a:r>
            <a:endParaRPr lang="zh-CN" altLang="en-US" sz="2400" b="1" noProof="1">
              <a:sym typeface="+mn-ea"/>
            </a:endParaRPr>
          </a:p>
          <a:p>
            <a:pPr marL="342900" indent="-342900" algn="just">
              <a:lnSpc>
                <a:spcPct val="150000"/>
              </a:lnSpc>
              <a:buClr>
                <a:srgbClr val="2D2D89"/>
              </a:buClr>
              <a:buFont typeface="Wingdings" panose="05000000000000000000" charset="0"/>
              <a:buChar char=""/>
            </a:pPr>
            <a:r>
              <a:rPr lang="zh-CN" altLang="en-US" sz="2400" b="1" noProof="1">
                <a:latin typeface="Times New Roman" panose="02020603050405020304" pitchFamily="2" charset="0"/>
                <a:ea typeface="宋体" panose="02010600030101010101" pitchFamily="2" charset="-122"/>
                <a:cs typeface="+mn-cs"/>
                <a:sym typeface="+mn-ea"/>
              </a:rPr>
              <a:t>不同形式的序列其收敛域是不同的</a:t>
            </a:r>
            <a:endParaRPr lang="zh-CN" altLang="en-US" sz="2400" b="1" noProof="1">
              <a:sym typeface="+mn-ea"/>
            </a:endParaRPr>
          </a:p>
        </p:txBody>
      </p:sp>
      <p:graphicFrame>
        <p:nvGraphicFramePr>
          <p:cNvPr id="22530" name="对象 81924"/>
          <p:cNvGraphicFramePr>
            <a:graphicFrameLocks noChangeAspect="1"/>
          </p:cNvGraphicFramePr>
          <p:nvPr/>
        </p:nvGraphicFramePr>
        <p:xfrm>
          <a:off x="2051050" y="908050"/>
          <a:ext cx="4225925" cy="1085850"/>
        </p:xfrm>
        <a:graphic>
          <a:graphicData uri="http://schemas.openxmlformats.org/presentationml/2006/ole">
            <mc:AlternateContent xmlns:mc="http://schemas.openxmlformats.org/markup-compatibility/2006">
              <mc:Choice xmlns:v="urn:schemas-microsoft-com:vml" Requires="v">
                <p:oleObj r:id="rId2" imgW="1473200" imgH="419100" progId="Equation.3">
                  <p:embed/>
                </p:oleObj>
              </mc:Choice>
              <mc:Fallback>
                <p:oleObj r:id="rId2" imgW="1473200" imgH="419100" progId="Equation.3">
                  <p:embed/>
                  <p:pic>
                    <p:nvPicPr>
                      <p:cNvPr id="0" name="图片 3075"/>
                      <p:cNvPicPr/>
                      <p:nvPr/>
                    </p:nvPicPr>
                    <p:blipFill>
                      <a:blip r:embed="rId3"/>
                      <a:stretch>
                        <a:fillRect/>
                      </a:stretch>
                    </p:blipFill>
                    <p:spPr>
                      <a:xfrm>
                        <a:off x="2051050" y="908050"/>
                        <a:ext cx="4225925" cy="1085850"/>
                      </a:xfrm>
                      <a:prstGeom prst="rect">
                        <a:avLst/>
                      </a:prstGeom>
                      <a:noFill/>
                      <a:ln w="25400" cap="flat" cmpd="sng">
                        <a:solidFill>
                          <a:srgbClr val="C00000"/>
                        </a:solidFill>
                        <a:prstDash val="solid"/>
                        <a:miter/>
                        <a:headEnd type="none" w="med" len="med"/>
                        <a:tailEnd type="none" w="med" len="med"/>
                      </a:ln>
                    </p:spPr>
                  </p:pic>
                </p:oleObj>
              </mc:Fallback>
            </mc:AlternateContent>
          </a:graphicData>
        </a:graphic>
      </p:graphicFrame>
    </p:spTree>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文本框 3"/>
          <p:cNvSpPr txBox="1"/>
          <p:nvPr/>
        </p:nvSpPr>
        <p:spPr>
          <a:xfrm>
            <a:off x="963613" y="549275"/>
            <a:ext cx="7516812" cy="4005263"/>
          </a:xfrm>
          <a:prstGeom prst="rect">
            <a:avLst/>
          </a:prstGeom>
          <a:noFill/>
          <a:ln w="9525">
            <a:noFill/>
          </a:ln>
        </p:spPr>
        <p:txBody>
          <a:bodyPr wrap="square" anchor="t" anchorCtr="0">
            <a:spAutoFit/>
          </a:bodyPr>
          <a:lstStyle/>
          <a:p>
            <a:pPr>
              <a:lnSpc>
                <a:spcPct val="150000"/>
              </a:lnSpc>
            </a:pPr>
            <a:r>
              <a:rPr lang="en-US" altLang="zh-CN" sz="3200" b="1">
                <a:solidFill>
                  <a:srgbClr val="C00000"/>
                </a:solidFill>
                <a:latin typeface="Times New Roman" panose="02020603050405020304" pitchFamily="2" charset="0"/>
                <a:ea typeface="宋体" panose="02010600030101010101" pitchFamily="2" charset="-122"/>
              </a:rPr>
              <a:t>收敛</a:t>
            </a:r>
            <a:r>
              <a:rPr lang="zh-CN" altLang="en-US" sz="3200" b="1">
                <a:solidFill>
                  <a:srgbClr val="C00000"/>
                </a:solidFill>
                <a:latin typeface="Times New Roman" panose="02020603050405020304" pitchFamily="2" charset="0"/>
                <a:ea typeface="宋体" panose="02010600030101010101" pitchFamily="2" charset="-122"/>
              </a:rPr>
              <a:t>性的判别方法</a:t>
            </a:r>
          </a:p>
          <a:p>
            <a:pPr>
              <a:lnSpc>
                <a:spcPct val="150000"/>
              </a:lnSpc>
            </a:pPr>
            <a:r>
              <a:rPr lang="zh-CN" altLang="en-US" sz="2400" b="1">
                <a:solidFill>
                  <a:srgbClr val="C00000"/>
                </a:solidFill>
                <a:latin typeface="Times New Roman" panose="02020603050405020304" pitchFamily="2" charset="0"/>
                <a:ea typeface="宋体" panose="02010600030101010101" pitchFamily="2" charset="-122"/>
              </a:rPr>
              <a:t>绝对收敛级数一定收敛</a:t>
            </a:r>
            <a:r>
              <a:rPr lang="zh-CN" altLang="en-US" sz="2400" b="1">
                <a:latin typeface="Times New Roman" panose="02020603050405020304" pitchFamily="2" charset="0"/>
                <a:ea typeface="宋体" panose="02010600030101010101" pitchFamily="2" charset="-122"/>
              </a:rPr>
              <a:t>。根据</a:t>
            </a:r>
            <a:r>
              <a:rPr lang="zh-CN" altLang="en-US" sz="2400" b="1" u="sng">
                <a:solidFill>
                  <a:srgbClr val="C00000"/>
                </a:solidFill>
                <a:latin typeface="Times New Roman" panose="02020603050405020304" pitchFamily="2" charset="0"/>
                <a:ea typeface="宋体" panose="02010600030101010101" pitchFamily="2" charset="-122"/>
              </a:rPr>
              <a:t>达朗贝尔</a:t>
            </a:r>
            <a:r>
              <a:rPr lang="zh-CN" altLang="en-US" sz="2400" b="1">
                <a:latin typeface="Times New Roman" panose="02020603050405020304" pitchFamily="2" charset="0"/>
                <a:ea typeface="宋体" panose="02010600030101010101" pitchFamily="2" charset="-122"/>
              </a:rPr>
              <a:t>判别法</a:t>
            </a:r>
          </a:p>
          <a:p>
            <a:pPr>
              <a:lnSpc>
                <a:spcPct val="150000"/>
              </a:lnSpc>
            </a:pPr>
            <a:r>
              <a:rPr lang="zh-CN" altLang="en-US" sz="2400" b="1">
                <a:latin typeface="Times New Roman" panose="02020603050405020304" pitchFamily="2" charset="0"/>
                <a:ea typeface="宋体" panose="02010600030101010101" pitchFamily="2" charset="-122"/>
              </a:rPr>
              <a:t>对任意</a:t>
            </a:r>
            <a:r>
              <a:rPr lang="zh-CN" altLang="en-US" sz="2400" b="1">
                <a:solidFill>
                  <a:srgbClr val="C00000"/>
                </a:solidFill>
                <a:latin typeface="Times New Roman" panose="02020603050405020304" pitchFamily="2" charset="0"/>
                <a:ea typeface="宋体" panose="02010600030101010101" pitchFamily="2" charset="-122"/>
              </a:rPr>
              <a:t>求和式</a:t>
            </a:r>
            <a:endParaRPr lang="zh-CN" altLang="en-US" sz="2400" b="1">
              <a:latin typeface="Times New Roman" panose="02020603050405020304" pitchFamily="2" charset="0"/>
              <a:ea typeface="宋体" panose="02010600030101010101" pitchFamily="2" charset="-122"/>
            </a:endParaRPr>
          </a:p>
          <a:p>
            <a:pPr>
              <a:lnSpc>
                <a:spcPct val="140000"/>
              </a:lnSpc>
            </a:pPr>
            <a:endParaRPr lang="zh-CN" altLang="en-US" sz="2400" b="1">
              <a:latin typeface="Times New Roman" panose="02020603050405020304" pitchFamily="2" charset="0"/>
              <a:ea typeface="宋体" panose="02010600030101010101" pitchFamily="2" charset="-122"/>
            </a:endParaRPr>
          </a:p>
          <a:p>
            <a:pPr>
              <a:lnSpc>
                <a:spcPct val="140000"/>
              </a:lnSpc>
            </a:pPr>
            <a:endParaRPr lang="zh-CN" altLang="en-US" sz="2400" b="1">
              <a:latin typeface="Times New Roman" panose="02020603050405020304" pitchFamily="2" charset="0"/>
              <a:ea typeface="宋体" panose="02010600030101010101" pitchFamily="2" charset="-122"/>
            </a:endParaRPr>
          </a:p>
          <a:p>
            <a:pPr>
              <a:lnSpc>
                <a:spcPct val="140000"/>
              </a:lnSpc>
            </a:pPr>
            <a:endParaRPr lang="zh-CN" altLang="en-US" sz="2400" b="1">
              <a:latin typeface="Times New Roman" panose="02020603050405020304" pitchFamily="2" charset="0"/>
              <a:ea typeface="宋体" panose="02010600030101010101" pitchFamily="2" charset="-122"/>
            </a:endParaRPr>
          </a:p>
          <a:p>
            <a:pPr>
              <a:lnSpc>
                <a:spcPct val="140000"/>
              </a:lnSpc>
            </a:pPr>
            <a:endParaRPr lang="zh-CN" altLang="en-US" sz="2400" b="1">
              <a:latin typeface="Times New Roman" panose="02020603050405020304" pitchFamily="2" charset="0"/>
              <a:ea typeface="宋体" panose="02010600030101010101" pitchFamily="2" charset="-122"/>
            </a:endParaRPr>
          </a:p>
        </p:txBody>
      </p:sp>
      <p:graphicFrame>
        <p:nvGraphicFramePr>
          <p:cNvPr id="23554" name="对象 4">
            <a:hlinkClick r:id="" action="ppaction://ole?verb=0"/>
          </p:cNvPr>
          <p:cNvGraphicFramePr>
            <a:graphicFrameLocks noChangeAspect="1"/>
          </p:cNvGraphicFramePr>
          <p:nvPr/>
        </p:nvGraphicFramePr>
        <p:xfrm>
          <a:off x="1887538" y="2936875"/>
          <a:ext cx="4516437" cy="1504950"/>
        </p:xfrm>
        <a:graphic>
          <a:graphicData uri="http://schemas.openxmlformats.org/presentationml/2006/ole">
            <mc:AlternateContent xmlns:mc="http://schemas.openxmlformats.org/markup-compatibility/2006">
              <mc:Choice xmlns:v="urn:schemas-microsoft-com:vml" Requires="v">
                <p:oleObj r:id="rId2" imgW="2133600" imgH="711200" progId="Equation.KSEE3">
                  <p:embed/>
                </p:oleObj>
              </mc:Choice>
              <mc:Fallback>
                <p:oleObj r:id="rId2" imgW="2133600" imgH="711200" progId="Equation.KSEE3">
                  <p:embed/>
                  <p:pic>
                    <p:nvPicPr>
                      <p:cNvPr id="0" name="图片 3079"/>
                      <p:cNvPicPr/>
                      <p:nvPr/>
                    </p:nvPicPr>
                    <p:blipFill>
                      <a:blip r:embed="rId3"/>
                      <a:stretch>
                        <a:fillRect/>
                      </a:stretch>
                    </p:blipFill>
                    <p:spPr>
                      <a:xfrm>
                        <a:off x="1887538" y="2936875"/>
                        <a:ext cx="4516437" cy="1504950"/>
                      </a:xfrm>
                      <a:prstGeom prst="rect">
                        <a:avLst/>
                      </a:prstGeom>
                      <a:noFill/>
                      <a:ln w="38100">
                        <a:noFill/>
                        <a:miter/>
                      </a:ln>
                    </p:spPr>
                  </p:pic>
                </p:oleObj>
              </mc:Fallback>
            </mc:AlternateContent>
          </a:graphicData>
        </a:graphic>
      </p:graphicFrame>
      <p:graphicFrame>
        <p:nvGraphicFramePr>
          <p:cNvPr id="23555" name="对象 5"/>
          <p:cNvGraphicFramePr/>
          <p:nvPr/>
        </p:nvGraphicFramePr>
        <p:xfrm>
          <a:off x="3030538" y="1743075"/>
          <a:ext cx="1174750" cy="981075"/>
        </p:xfrm>
        <a:graphic>
          <a:graphicData uri="http://schemas.openxmlformats.org/presentationml/2006/ole">
            <mc:AlternateContent xmlns:mc="http://schemas.openxmlformats.org/markup-compatibility/2006">
              <mc:Choice xmlns:v="urn:schemas-microsoft-com:vml" Requires="v">
                <p:oleObj r:id="rId4" imgW="838835" imgH="748030" progId="Equation.KSEE3">
                  <p:embed/>
                </p:oleObj>
              </mc:Choice>
              <mc:Fallback>
                <p:oleObj r:id="rId4" imgW="838835" imgH="748030" progId="Equation.KSEE3">
                  <p:embed/>
                  <p:pic>
                    <p:nvPicPr>
                      <p:cNvPr id="0" name="图片 3077"/>
                      <p:cNvPicPr/>
                      <p:nvPr/>
                    </p:nvPicPr>
                    <p:blipFill>
                      <a:blip r:embed="rId5"/>
                      <a:stretch>
                        <a:fillRect/>
                      </a:stretch>
                    </p:blipFill>
                    <p:spPr>
                      <a:xfrm>
                        <a:off x="3030538" y="1743075"/>
                        <a:ext cx="1174750" cy="981075"/>
                      </a:xfrm>
                      <a:prstGeom prst="rect">
                        <a:avLst/>
                      </a:prstGeom>
                      <a:noFill/>
                      <a:ln w="38100">
                        <a:noFill/>
                        <a:miter/>
                      </a:ln>
                    </p:spPr>
                  </p:pic>
                </p:oleObj>
              </mc:Fallback>
            </mc:AlternateContent>
          </a:graphicData>
        </a:graphic>
      </p:graphicFrame>
      <mc:AlternateContent xmlns:mc="http://schemas.openxmlformats.org/markup-compatibility/2006" xmlns:p14="http://schemas.microsoft.com/office/powerpoint/2010/main">
        <mc:Choice Requires="p14">
          <p:contentPart p14:bwMode="auto" r:id="rId6">
            <p14:nvContentPartPr>
              <p14:cNvPr id="2" name="墨迹 1">
                <a:extLst>
                  <a:ext uri="{FF2B5EF4-FFF2-40B4-BE49-F238E27FC236}">
                    <a16:creationId xmlns:a16="http://schemas.microsoft.com/office/drawing/2014/main" id="{B33A42D0-133C-9856-9B5D-2E687C5C2D20}"/>
                  </a:ext>
                </a:extLst>
              </p14:cNvPr>
              <p14:cNvContentPartPr/>
              <p14:nvPr/>
            </p14:nvContentPartPr>
            <p14:xfrm>
              <a:off x="3029185" y="2816829"/>
              <a:ext cx="1924560" cy="19800"/>
            </p14:xfrm>
          </p:contentPart>
        </mc:Choice>
        <mc:Fallback xmlns="">
          <p:pic>
            <p:nvPicPr>
              <p:cNvPr id="2" name="墨迹 1">
                <a:extLst>
                  <a:ext uri="{FF2B5EF4-FFF2-40B4-BE49-F238E27FC236}">
                    <a16:creationId xmlns:a16="http://schemas.microsoft.com/office/drawing/2014/main" id="{B33A42D0-133C-9856-9B5D-2E687C5C2D20}"/>
                  </a:ext>
                </a:extLst>
              </p:cNvPr>
              <p:cNvPicPr/>
              <p:nvPr/>
            </p:nvPicPr>
            <p:blipFill>
              <a:blip r:embed="rId7"/>
              <a:stretch>
                <a:fillRect/>
              </a:stretch>
            </p:blipFill>
            <p:spPr>
              <a:xfrm>
                <a:off x="3011545" y="2798829"/>
                <a:ext cx="1960200" cy="55440"/>
              </a:xfrm>
              <a:prstGeom prst="rect">
                <a:avLst/>
              </a:prstGeom>
            </p:spPr>
          </p:pic>
        </mc:Fallback>
      </mc:AlternateContent>
    </p:spTree>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Rectangle 3"/>
          <p:cNvSpPr/>
          <p:nvPr/>
        </p:nvSpPr>
        <p:spPr>
          <a:xfrm>
            <a:off x="688975" y="730250"/>
            <a:ext cx="7793038" cy="695325"/>
          </a:xfrm>
          <a:prstGeom prst="rect">
            <a:avLst/>
          </a:prstGeom>
          <a:noFill/>
          <a:ln w="9525">
            <a:noFill/>
          </a:ln>
        </p:spPr>
        <p:txBody>
          <a:bodyPr lIns="90000" tIns="46800" rIns="90000" bIns="46800" anchor="t" anchorCtr="0">
            <a:spAutoFit/>
          </a:bodyPr>
          <a:lstStyle/>
          <a:p>
            <a:pPr>
              <a:lnSpc>
                <a:spcPct val="140000"/>
              </a:lnSpc>
              <a:buClr>
                <a:schemeClr val="hlink"/>
              </a:buClr>
              <a:buSzPct val="120000"/>
              <a:buFont typeface="Wingdings" panose="05000000000000000000" pitchFamily="2" charset="2"/>
            </a:pPr>
            <a:r>
              <a:rPr lang="zh-CN" altLang="en-US" sz="2800" b="1">
                <a:latin typeface="Times New Roman" panose="02020603050405020304" pitchFamily="2" charset="0"/>
                <a:ea typeface="宋体" panose="02010600030101010101" pitchFamily="2" charset="-122"/>
                <a:sym typeface="Arial" panose="020B0604020202020204" pitchFamily="34" charset="0"/>
              </a:rPr>
              <a:t>1.有限长序列</a:t>
            </a:r>
            <a:endParaRPr lang="zh-CN" altLang="en-US" sz="2800" b="1">
              <a:latin typeface="Times New Roman" panose="02020603050405020304" pitchFamily="2" charset="0"/>
              <a:ea typeface="宋体" panose="02010600030101010101" pitchFamily="2" charset="-122"/>
            </a:endParaRPr>
          </a:p>
        </p:txBody>
      </p:sp>
      <p:graphicFrame>
        <p:nvGraphicFramePr>
          <p:cNvPr id="24578" name="对象 76804">
            <a:hlinkClick r:id="" action="ppaction://ole?verb=0"/>
          </p:cNvPr>
          <p:cNvGraphicFramePr>
            <a:graphicFrameLocks noChangeAspect="1"/>
          </p:cNvGraphicFramePr>
          <p:nvPr/>
        </p:nvGraphicFramePr>
        <p:xfrm>
          <a:off x="939800" y="1685925"/>
          <a:ext cx="2957513" cy="904875"/>
        </p:xfrm>
        <a:graphic>
          <a:graphicData uri="http://schemas.openxmlformats.org/presentationml/2006/ole">
            <mc:AlternateContent xmlns:mc="http://schemas.openxmlformats.org/markup-compatibility/2006">
              <mc:Choice xmlns:v="urn:schemas-microsoft-com:vml" Requires="v">
                <p:oleObj r:id="rId2" imgW="1701800" imgH="520700" progId="Equation.3">
                  <p:embed/>
                </p:oleObj>
              </mc:Choice>
              <mc:Fallback>
                <p:oleObj r:id="rId2" imgW="1701800" imgH="520700" progId="Equation.3">
                  <p:embed/>
                  <p:pic>
                    <p:nvPicPr>
                      <p:cNvPr id="0" name="图片 3083"/>
                      <p:cNvPicPr/>
                      <p:nvPr/>
                    </p:nvPicPr>
                    <p:blipFill>
                      <a:blip r:embed="rId3"/>
                      <a:stretch>
                        <a:fillRect/>
                      </a:stretch>
                    </p:blipFill>
                    <p:spPr>
                      <a:xfrm>
                        <a:off x="939800" y="1685925"/>
                        <a:ext cx="2957513" cy="904875"/>
                      </a:xfrm>
                      <a:prstGeom prst="rect">
                        <a:avLst/>
                      </a:prstGeom>
                      <a:noFill/>
                      <a:ln w="38100">
                        <a:noFill/>
                        <a:miter/>
                      </a:ln>
                    </p:spPr>
                  </p:pic>
                </p:oleObj>
              </mc:Fallback>
            </mc:AlternateContent>
          </a:graphicData>
        </a:graphic>
      </p:graphicFrame>
      <p:sp>
        <p:nvSpPr>
          <p:cNvPr id="24579" name="文本框 76805"/>
          <p:cNvSpPr txBox="1"/>
          <p:nvPr/>
        </p:nvSpPr>
        <p:spPr>
          <a:xfrm>
            <a:off x="808038" y="4491038"/>
            <a:ext cx="4176712" cy="460375"/>
          </a:xfrm>
          <a:prstGeom prst="rect">
            <a:avLst/>
          </a:prstGeom>
          <a:noFill/>
          <a:ln w="9525">
            <a:noFill/>
          </a:ln>
        </p:spPr>
        <p:txBody>
          <a:bodyPr wrap="square" anchor="t" anchorCtr="0">
            <a:spAutoFit/>
          </a:bodyPr>
          <a:lstStyle/>
          <a:p>
            <a:r>
              <a:rPr lang="zh-CN" altLang="en-US" sz="2400" i="1" dirty="0">
                <a:latin typeface="Times New Roman" panose="02020603050405020304" pitchFamily="2" charset="0"/>
                <a:ea typeface="宋体" panose="02010600030101010101" pitchFamily="2" charset="-122"/>
                <a:sym typeface="Arial" panose="020B0604020202020204" pitchFamily="34" charset="0"/>
              </a:rPr>
              <a:t>x</a:t>
            </a:r>
            <a:r>
              <a:rPr lang="zh-CN" altLang="en-US" sz="2400" dirty="0">
                <a:latin typeface="Times New Roman" panose="02020603050405020304" pitchFamily="2" charset="0"/>
                <a:ea typeface="宋体" panose="02010600030101010101" pitchFamily="2" charset="-122"/>
                <a:sym typeface="Arial" panose="020B0604020202020204" pitchFamily="34" charset="0"/>
              </a:rPr>
              <a:t>(</a:t>
            </a:r>
            <a:r>
              <a:rPr lang="zh-CN" altLang="en-US" sz="2400" i="1" dirty="0">
                <a:latin typeface="Times New Roman" panose="02020603050405020304" pitchFamily="2" charset="0"/>
                <a:ea typeface="宋体" panose="02010600030101010101" pitchFamily="2" charset="-122"/>
                <a:sym typeface="Arial" panose="020B0604020202020204" pitchFamily="34" charset="0"/>
              </a:rPr>
              <a:t>n</a:t>
            </a:r>
            <a:r>
              <a:rPr lang="zh-CN" altLang="en-US" sz="2400" dirty="0">
                <a:latin typeface="Times New Roman" panose="02020603050405020304" pitchFamily="2" charset="0"/>
                <a:ea typeface="宋体" panose="02010600030101010101" pitchFamily="2" charset="-122"/>
                <a:sym typeface="Arial" panose="020B0604020202020204" pitchFamily="34" charset="0"/>
              </a:rPr>
              <a:t>)有界，若X(z)收敛，须</a:t>
            </a:r>
          </a:p>
        </p:txBody>
      </p:sp>
      <p:graphicFrame>
        <p:nvGraphicFramePr>
          <p:cNvPr id="24580" name="对象 76806">
            <a:hlinkClick r:id="" action="ppaction://ole?verb=0"/>
          </p:cNvPr>
          <p:cNvGraphicFramePr>
            <a:graphicFrameLocks noChangeAspect="1"/>
          </p:cNvGraphicFramePr>
          <p:nvPr/>
        </p:nvGraphicFramePr>
        <p:xfrm>
          <a:off x="4506913" y="4416425"/>
          <a:ext cx="1114425" cy="534988"/>
        </p:xfrm>
        <a:graphic>
          <a:graphicData uri="http://schemas.openxmlformats.org/presentationml/2006/ole">
            <mc:AlternateContent xmlns:mc="http://schemas.openxmlformats.org/markup-compatibility/2006">
              <mc:Choice xmlns:v="urn:schemas-microsoft-com:vml" Requires="v">
                <p:oleObj r:id="rId4" imgW="614045" imgH="294005" progId="Equation.3">
                  <p:embed/>
                </p:oleObj>
              </mc:Choice>
              <mc:Fallback>
                <p:oleObj r:id="rId4" imgW="614045" imgH="294005" progId="Equation.3">
                  <p:embed/>
                  <p:pic>
                    <p:nvPicPr>
                      <p:cNvPr id="0" name="图片 3080"/>
                      <p:cNvPicPr/>
                      <p:nvPr/>
                    </p:nvPicPr>
                    <p:blipFill>
                      <a:blip r:embed="rId5"/>
                      <a:stretch>
                        <a:fillRect/>
                      </a:stretch>
                    </p:blipFill>
                    <p:spPr>
                      <a:xfrm>
                        <a:off x="4506913" y="4416425"/>
                        <a:ext cx="1114425" cy="534988"/>
                      </a:xfrm>
                      <a:prstGeom prst="rect">
                        <a:avLst/>
                      </a:prstGeom>
                      <a:noFill/>
                      <a:ln w="38100">
                        <a:noFill/>
                        <a:miter/>
                      </a:ln>
                    </p:spPr>
                  </p:pic>
                </p:oleObj>
              </mc:Fallback>
            </mc:AlternateContent>
          </a:graphicData>
        </a:graphic>
      </p:graphicFrame>
      <p:graphicFrame>
        <p:nvGraphicFramePr>
          <p:cNvPr id="24581" name="对象 549891"/>
          <p:cNvGraphicFramePr/>
          <p:nvPr/>
        </p:nvGraphicFramePr>
        <p:xfrm>
          <a:off x="879475" y="2835275"/>
          <a:ext cx="3640138" cy="852488"/>
        </p:xfrm>
        <a:graphic>
          <a:graphicData uri="http://schemas.openxmlformats.org/presentationml/2006/ole">
            <mc:AlternateContent xmlns:mc="http://schemas.openxmlformats.org/markup-compatibility/2006">
              <mc:Choice xmlns:v="urn:schemas-microsoft-com:vml" Requires="v">
                <p:oleObj r:id="rId6" imgW="4229100" imgH="990600" progId="Equation.DSMT4">
                  <p:embed/>
                </p:oleObj>
              </mc:Choice>
              <mc:Fallback>
                <p:oleObj r:id="rId6" imgW="4229100" imgH="990600" progId="Equation.DSMT4">
                  <p:embed/>
                  <p:pic>
                    <p:nvPicPr>
                      <p:cNvPr id="0" name="图片 3082"/>
                      <p:cNvPicPr/>
                      <p:nvPr/>
                    </p:nvPicPr>
                    <p:blipFill>
                      <a:blip r:embed="rId7">
                        <a:lum bright="-100000"/>
                      </a:blip>
                      <a:stretch>
                        <a:fillRect/>
                      </a:stretch>
                    </p:blipFill>
                    <p:spPr>
                      <a:xfrm>
                        <a:off x="879475" y="2835275"/>
                        <a:ext cx="3640138" cy="852488"/>
                      </a:xfrm>
                      <a:prstGeom prst="rect">
                        <a:avLst/>
                      </a:prstGeom>
                      <a:noFill/>
                      <a:ln w="38100">
                        <a:noFill/>
                        <a:miter/>
                      </a:ln>
                    </p:spPr>
                  </p:pic>
                </p:oleObj>
              </mc:Fallback>
            </mc:AlternateContent>
          </a:graphicData>
        </a:graphic>
      </p:graphicFrame>
      <p:pic>
        <p:nvPicPr>
          <p:cNvPr id="24582" name="图片 549893"/>
          <p:cNvPicPr>
            <a:picLocks noChangeAspect="1"/>
          </p:cNvPicPr>
          <p:nvPr/>
        </p:nvPicPr>
        <p:blipFill>
          <a:blip r:embed="rId8"/>
          <a:stretch>
            <a:fillRect/>
          </a:stretch>
        </p:blipFill>
        <p:spPr>
          <a:xfrm>
            <a:off x="5089525" y="1239838"/>
            <a:ext cx="3657600" cy="2093912"/>
          </a:xfrm>
          <a:prstGeom prst="rect">
            <a:avLst/>
          </a:prstGeom>
          <a:noFill/>
          <a:ln w="12700">
            <a:noFill/>
          </a:ln>
        </p:spPr>
      </p:pic>
      <p:graphicFrame>
        <p:nvGraphicFramePr>
          <p:cNvPr id="24583" name="对象 549892"/>
          <p:cNvGraphicFramePr/>
          <p:nvPr/>
        </p:nvGraphicFramePr>
        <p:xfrm>
          <a:off x="915988" y="5421313"/>
          <a:ext cx="3424237" cy="457200"/>
        </p:xfrm>
        <a:graphic>
          <a:graphicData uri="http://schemas.openxmlformats.org/presentationml/2006/ole">
            <mc:AlternateContent xmlns:mc="http://schemas.openxmlformats.org/markup-compatibility/2006">
              <mc:Choice xmlns:v="urn:schemas-microsoft-com:vml" Requires="v">
                <p:oleObj r:id="rId9" imgW="3619500" imgH="482600" progId="Equation.DSMT4">
                  <p:embed/>
                </p:oleObj>
              </mc:Choice>
              <mc:Fallback>
                <p:oleObj r:id="rId9" imgW="3619500" imgH="482600" progId="Equation.DSMT4">
                  <p:embed/>
                  <p:pic>
                    <p:nvPicPr>
                      <p:cNvPr id="0" name="图片 3084"/>
                      <p:cNvPicPr/>
                      <p:nvPr/>
                    </p:nvPicPr>
                    <p:blipFill>
                      <a:blip r:embed="rId10">
                        <a:lum bright="-100000"/>
                      </a:blip>
                      <a:stretch>
                        <a:fillRect/>
                      </a:stretch>
                    </p:blipFill>
                    <p:spPr>
                      <a:xfrm>
                        <a:off x="915988" y="5421313"/>
                        <a:ext cx="3424237" cy="457200"/>
                      </a:xfrm>
                      <a:prstGeom prst="rect">
                        <a:avLst/>
                      </a:prstGeom>
                      <a:noFill/>
                      <a:ln w="38100">
                        <a:noFill/>
                        <a:miter/>
                      </a:ln>
                    </p:spPr>
                  </p:pic>
                </p:oleObj>
              </mc:Fallback>
            </mc:AlternateContent>
          </a:graphicData>
        </a:graphic>
      </p:graphicFrame>
      <p:grpSp>
        <p:nvGrpSpPr>
          <p:cNvPr id="24584" name="组合 549894"/>
          <p:cNvGrpSpPr/>
          <p:nvPr/>
        </p:nvGrpSpPr>
        <p:grpSpPr>
          <a:xfrm>
            <a:off x="5576888" y="3771900"/>
            <a:ext cx="3041650" cy="2619375"/>
            <a:chOff x="3518" y="2544"/>
            <a:chExt cx="2084" cy="1776"/>
          </a:xfrm>
        </p:grpSpPr>
        <p:sp>
          <p:nvSpPr>
            <p:cNvPr id="24585" name="椭圆 549895"/>
            <p:cNvSpPr/>
            <p:nvPr/>
          </p:nvSpPr>
          <p:spPr>
            <a:xfrm>
              <a:off x="3710" y="2847"/>
              <a:ext cx="1440" cy="1248"/>
            </a:xfrm>
            <a:prstGeom prst="ellipse">
              <a:avLst/>
            </a:prstGeom>
            <a:pattFill prst="pct20">
              <a:fgClr>
                <a:schemeClr val="tx1"/>
              </a:fgClr>
              <a:bgClr>
                <a:srgbClr val="FFFFFF"/>
              </a:bgClr>
            </a:pattFill>
            <a:ln w="25400">
              <a:noFill/>
            </a:ln>
          </p:spPr>
          <p:txBody>
            <a:bodyPr anchor="t" anchorCtr="0"/>
            <a:lstStyle/>
            <a:p>
              <a:endParaRPr lang="zh-CN" altLang="en-US">
                <a:latin typeface="Arial" panose="020B0604020202020204" pitchFamily="34" charset="0"/>
                <a:ea typeface="宋体" panose="02010600030101010101" pitchFamily="2" charset="-122"/>
              </a:endParaRPr>
            </a:p>
          </p:txBody>
        </p:sp>
        <p:sp>
          <p:nvSpPr>
            <p:cNvPr id="24586" name="直接连接符 549896"/>
            <p:cNvSpPr/>
            <p:nvPr/>
          </p:nvSpPr>
          <p:spPr>
            <a:xfrm>
              <a:off x="3518" y="3442"/>
              <a:ext cx="2016" cy="0"/>
            </a:xfrm>
            <a:prstGeom prst="line">
              <a:avLst/>
            </a:prstGeom>
            <a:ln w="25400" cap="sq" cmpd="sng">
              <a:solidFill>
                <a:schemeClr val="tx1"/>
              </a:solidFill>
              <a:prstDash val="solid"/>
              <a:round/>
              <a:headEnd type="none" w="sm" len="sm"/>
              <a:tailEnd type="triangle" w="med" len="lg"/>
            </a:ln>
          </p:spPr>
        </p:sp>
        <p:sp>
          <p:nvSpPr>
            <p:cNvPr id="24587" name="直接连接符 549897"/>
            <p:cNvSpPr/>
            <p:nvPr/>
          </p:nvSpPr>
          <p:spPr>
            <a:xfrm flipV="1">
              <a:off x="4430" y="2559"/>
              <a:ext cx="0" cy="1761"/>
            </a:xfrm>
            <a:prstGeom prst="line">
              <a:avLst/>
            </a:prstGeom>
            <a:ln w="25400" cap="sq" cmpd="sng">
              <a:solidFill>
                <a:schemeClr val="tx1"/>
              </a:solidFill>
              <a:prstDash val="solid"/>
              <a:round/>
              <a:headEnd type="none" w="sm" len="sm"/>
              <a:tailEnd type="triangle" w="med" len="lg"/>
            </a:ln>
          </p:spPr>
        </p:sp>
        <p:graphicFrame>
          <p:nvGraphicFramePr>
            <p:cNvPr id="24588" name="对象 549898"/>
            <p:cNvGraphicFramePr/>
            <p:nvPr/>
          </p:nvGraphicFramePr>
          <p:xfrm>
            <a:off x="5232" y="3231"/>
            <a:ext cx="370" cy="168"/>
          </p:xfrm>
          <a:graphic>
            <a:graphicData uri="http://schemas.openxmlformats.org/presentationml/2006/ole">
              <mc:AlternateContent xmlns:mc="http://schemas.openxmlformats.org/markup-compatibility/2006">
                <mc:Choice xmlns:v="urn:schemas-microsoft-com:vml" Requires="v">
                  <p:oleObj r:id="rId11" imgW="838200" imgH="381000" progId="Equation.DSMT4">
                    <p:embed/>
                  </p:oleObj>
                </mc:Choice>
                <mc:Fallback>
                  <p:oleObj r:id="rId11" imgW="838200" imgH="381000" progId="Equation.DSMT4">
                    <p:embed/>
                    <p:pic>
                      <p:nvPicPr>
                        <p:cNvPr id="0" name="图片 3085"/>
                        <p:cNvPicPr/>
                        <p:nvPr/>
                      </p:nvPicPr>
                      <p:blipFill>
                        <a:blip r:embed="rId12">
                          <a:lum bright="-100000"/>
                        </a:blip>
                        <a:stretch>
                          <a:fillRect/>
                        </a:stretch>
                      </p:blipFill>
                      <p:spPr>
                        <a:xfrm>
                          <a:off x="5232" y="3231"/>
                          <a:ext cx="370" cy="168"/>
                        </a:xfrm>
                        <a:prstGeom prst="rect">
                          <a:avLst/>
                        </a:prstGeom>
                        <a:pattFill prst="pct20">
                          <a:fgClr>
                            <a:schemeClr val="tx1"/>
                          </a:fgClr>
                          <a:bgClr>
                            <a:srgbClr val="FFFFFF"/>
                          </a:bgClr>
                        </a:pattFill>
                        <a:ln w="38100">
                          <a:noFill/>
                          <a:miter/>
                        </a:ln>
                      </p:spPr>
                    </p:pic>
                  </p:oleObj>
                </mc:Fallback>
              </mc:AlternateContent>
            </a:graphicData>
          </a:graphic>
        </p:graphicFrame>
        <p:graphicFrame>
          <p:nvGraphicFramePr>
            <p:cNvPr id="24589" name="对象 549899"/>
            <p:cNvGraphicFramePr/>
            <p:nvPr/>
          </p:nvGraphicFramePr>
          <p:xfrm>
            <a:off x="4464" y="2544"/>
            <a:ext cx="548" cy="198"/>
          </p:xfrm>
          <a:graphic>
            <a:graphicData uri="http://schemas.openxmlformats.org/presentationml/2006/ole">
              <mc:AlternateContent xmlns:mc="http://schemas.openxmlformats.org/markup-compatibility/2006">
                <mc:Choice xmlns:v="urn:schemas-microsoft-com:vml" Requires="v">
                  <p:oleObj r:id="rId13" imgW="1054100" imgH="381000" progId="Equation.DSMT4">
                    <p:embed/>
                  </p:oleObj>
                </mc:Choice>
                <mc:Fallback>
                  <p:oleObj r:id="rId13" imgW="1054100" imgH="381000" progId="Equation.DSMT4">
                    <p:embed/>
                    <p:pic>
                      <p:nvPicPr>
                        <p:cNvPr id="0" name="图片 3086"/>
                        <p:cNvPicPr/>
                        <p:nvPr/>
                      </p:nvPicPr>
                      <p:blipFill>
                        <a:blip r:embed="rId14">
                          <a:lum bright="-100000"/>
                        </a:blip>
                        <a:stretch>
                          <a:fillRect/>
                        </a:stretch>
                      </p:blipFill>
                      <p:spPr>
                        <a:xfrm>
                          <a:off x="4464" y="2544"/>
                          <a:ext cx="548" cy="198"/>
                        </a:xfrm>
                        <a:prstGeom prst="rect">
                          <a:avLst/>
                        </a:prstGeom>
                        <a:pattFill prst="pct20">
                          <a:fgClr>
                            <a:schemeClr val="tx1"/>
                          </a:fgClr>
                          <a:bgClr>
                            <a:srgbClr val="FFFFFF"/>
                          </a:bgClr>
                        </a:pattFill>
                        <a:ln w="38100">
                          <a:noFill/>
                          <a:miter/>
                        </a:ln>
                      </p:spPr>
                    </p:pic>
                  </p:oleObj>
                </mc:Fallback>
              </mc:AlternateContent>
            </a:graphicData>
          </a:graphic>
        </p:graphicFrame>
        <p:sp>
          <p:nvSpPr>
            <p:cNvPr id="24590" name="直接连接符 549900"/>
            <p:cNvSpPr/>
            <p:nvPr/>
          </p:nvSpPr>
          <p:spPr>
            <a:xfrm flipH="1">
              <a:off x="4391" y="3366"/>
              <a:ext cx="77" cy="139"/>
            </a:xfrm>
            <a:prstGeom prst="line">
              <a:avLst/>
            </a:prstGeom>
            <a:ln w="25400" cap="sq" cmpd="sng">
              <a:solidFill>
                <a:srgbClr val="FF9900"/>
              </a:solidFill>
              <a:prstDash val="solid"/>
              <a:round/>
              <a:headEnd type="none" w="sm" len="sm"/>
              <a:tailEnd type="none" w="sm" len="sm"/>
            </a:ln>
          </p:spPr>
        </p:sp>
        <p:sp>
          <p:nvSpPr>
            <p:cNvPr id="24591" name="直接连接符 549901"/>
            <p:cNvSpPr/>
            <p:nvPr/>
          </p:nvSpPr>
          <p:spPr>
            <a:xfrm>
              <a:off x="4373" y="3385"/>
              <a:ext cx="101" cy="100"/>
            </a:xfrm>
            <a:prstGeom prst="line">
              <a:avLst/>
            </a:prstGeom>
            <a:ln w="25400" cap="sq" cmpd="sng">
              <a:solidFill>
                <a:srgbClr val="FF9900"/>
              </a:solidFill>
              <a:prstDash val="solid"/>
              <a:round/>
              <a:headEnd type="none" w="sm" len="sm"/>
              <a:tailEnd type="none" w="sm" len="sm"/>
            </a:ln>
          </p:spPr>
        </p:sp>
        <p:graphicFrame>
          <p:nvGraphicFramePr>
            <p:cNvPr id="24592" name="对象 549902"/>
            <p:cNvGraphicFramePr/>
            <p:nvPr/>
          </p:nvGraphicFramePr>
          <p:xfrm>
            <a:off x="4288" y="3471"/>
            <a:ext cx="128" cy="192"/>
          </p:xfrm>
          <a:graphic>
            <a:graphicData uri="http://schemas.openxmlformats.org/presentationml/2006/ole">
              <mc:AlternateContent xmlns:mc="http://schemas.openxmlformats.org/markup-compatibility/2006">
                <mc:Choice xmlns:v="urn:schemas-microsoft-com:vml" Requires="v">
                  <p:oleObj r:id="rId15" imgW="203200" imgH="304800" progId="Equation.DSMT4">
                    <p:embed/>
                  </p:oleObj>
                </mc:Choice>
                <mc:Fallback>
                  <p:oleObj r:id="rId15" imgW="203200" imgH="304800" progId="Equation.DSMT4">
                    <p:embed/>
                    <p:pic>
                      <p:nvPicPr>
                        <p:cNvPr id="0" name="图片 3081"/>
                        <p:cNvPicPr/>
                        <p:nvPr/>
                      </p:nvPicPr>
                      <p:blipFill>
                        <a:blip r:embed="rId16">
                          <a:lum bright="-100000"/>
                        </a:blip>
                        <a:stretch>
                          <a:fillRect/>
                        </a:stretch>
                      </p:blipFill>
                      <p:spPr>
                        <a:xfrm>
                          <a:off x="4288" y="3471"/>
                          <a:ext cx="128" cy="192"/>
                        </a:xfrm>
                        <a:prstGeom prst="rect">
                          <a:avLst/>
                        </a:prstGeom>
                        <a:pattFill prst="pct20">
                          <a:fgClr>
                            <a:schemeClr val="tx1"/>
                          </a:fgClr>
                          <a:bgClr>
                            <a:srgbClr val="FFFFFF"/>
                          </a:bgClr>
                        </a:pattFill>
                        <a:ln w="38100">
                          <a:noFill/>
                          <a:miter/>
                        </a:ln>
                      </p:spPr>
                    </p:pic>
                  </p:oleObj>
                </mc:Fallback>
              </mc:AlternateContent>
            </a:graphicData>
          </a:graphic>
        </p:graphicFrame>
      </p:grpSp>
      <p:sp>
        <p:nvSpPr>
          <p:cNvPr id="24593" name="文本框 4"/>
          <p:cNvSpPr txBox="1"/>
          <p:nvPr/>
        </p:nvSpPr>
        <p:spPr>
          <a:xfrm>
            <a:off x="625475" y="261938"/>
            <a:ext cx="6675438" cy="584200"/>
          </a:xfrm>
          <a:prstGeom prst="rect">
            <a:avLst/>
          </a:prstGeom>
          <a:noFill/>
          <a:ln w="9525">
            <a:noFill/>
          </a:ln>
        </p:spPr>
        <p:txBody>
          <a:bodyPr wrap="none" anchor="t" anchorCtr="0">
            <a:spAutoFit/>
          </a:bodyPr>
          <a:lstStyle/>
          <a:p>
            <a:r>
              <a:rPr lang="en-US" altLang="zh-CN" sz="3200" b="1">
                <a:latin typeface="Times New Roman" panose="02020603050405020304" pitchFamily="2" charset="0"/>
                <a:ea typeface="宋体" panose="02010600030101010101" pitchFamily="2" charset="-122"/>
              </a:rPr>
              <a:t>2.1.3 </a:t>
            </a:r>
            <a:r>
              <a:rPr lang="zh-CN" altLang="zh-CN" sz="3200" b="1">
                <a:latin typeface="Times New Roman" panose="02020603050405020304" pitchFamily="2" charset="0"/>
                <a:ea typeface="宋体" panose="02010600030101010101" pitchFamily="2" charset="-122"/>
              </a:rPr>
              <a:t>四种典型序列的</a:t>
            </a:r>
            <a:r>
              <a:rPr lang="en-US" altLang="zh-CN" sz="3200" b="1">
                <a:latin typeface="Times New Roman" panose="02020603050405020304" pitchFamily="2" charset="0"/>
                <a:ea typeface="宋体" panose="02010600030101010101" pitchFamily="2" charset="-122"/>
              </a:rPr>
              <a:t>Z</a:t>
            </a:r>
            <a:r>
              <a:rPr lang="zh-CN" altLang="en-US" sz="3200" b="1">
                <a:latin typeface="Times New Roman" panose="02020603050405020304" pitchFamily="2" charset="0"/>
                <a:ea typeface="宋体" panose="02010600030101010101" pitchFamily="2" charset="-122"/>
              </a:rPr>
              <a:t>变换</a:t>
            </a:r>
            <a:r>
              <a:rPr lang="en-US" altLang="zh-CN" sz="3200" b="1">
                <a:latin typeface="Times New Roman" panose="02020603050405020304" pitchFamily="2" charset="0"/>
                <a:ea typeface="宋体" panose="02010600030101010101" pitchFamily="2" charset="-122"/>
              </a:rPr>
              <a:t>的收敛域</a:t>
            </a:r>
          </a:p>
        </p:txBody>
      </p:sp>
      <mc:AlternateContent xmlns:mc="http://schemas.openxmlformats.org/markup-compatibility/2006" xmlns:p14="http://schemas.microsoft.com/office/powerpoint/2010/main">
        <mc:Choice Requires="p14">
          <p:contentPart p14:bwMode="auto" r:id="rId17">
            <p14:nvContentPartPr>
              <p14:cNvPr id="2" name="墨迹 1">
                <a:extLst>
                  <a:ext uri="{FF2B5EF4-FFF2-40B4-BE49-F238E27FC236}">
                    <a16:creationId xmlns:a16="http://schemas.microsoft.com/office/drawing/2014/main" id="{CBD707F2-3DE0-258C-29A9-234CF067C893}"/>
                  </a:ext>
                </a:extLst>
              </p14:cNvPr>
              <p14:cNvContentPartPr/>
              <p14:nvPr/>
            </p14:nvContentPartPr>
            <p14:xfrm>
              <a:off x="1145305" y="3454029"/>
              <a:ext cx="471240" cy="10800"/>
            </p14:xfrm>
          </p:contentPart>
        </mc:Choice>
        <mc:Fallback xmlns="">
          <p:pic>
            <p:nvPicPr>
              <p:cNvPr id="2" name="墨迹 1">
                <a:extLst>
                  <a:ext uri="{FF2B5EF4-FFF2-40B4-BE49-F238E27FC236}">
                    <a16:creationId xmlns:a16="http://schemas.microsoft.com/office/drawing/2014/main" id="{CBD707F2-3DE0-258C-29A9-234CF067C893}"/>
                  </a:ext>
                </a:extLst>
              </p:cNvPr>
              <p:cNvPicPr/>
              <p:nvPr/>
            </p:nvPicPr>
            <p:blipFill>
              <a:blip r:embed="rId18"/>
              <a:stretch>
                <a:fillRect/>
              </a:stretch>
            </p:blipFill>
            <p:spPr>
              <a:xfrm>
                <a:off x="1127305" y="3436389"/>
                <a:ext cx="506880" cy="46440"/>
              </a:xfrm>
              <a:prstGeom prst="rect">
                <a:avLst/>
              </a:prstGeom>
            </p:spPr>
          </p:pic>
        </mc:Fallback>
      </mc:AlternateContent>
      <p:grpSp>
        <p:nvGrpSpPr>
          <p:cNvPr id="10" name="组合 9">
            <a:extLst>
              <a:ext uri="{FF2B5EF4-FFF2-40B4-BE49-F238E27FC236}">
                <a16:creationId xmlns:a16="http://schemas.microsoft.com/office/drawing/2014/main" id="{7EE9290A-EAA6-0AE7-4FA5-8896934C7FEF}"/>
              </a:ext>
            </a:extLst>
          </p:cNvPr>
          <p:cNvGrpSpPr/>
          <p:nvPr/>
        </p:nvGrpSpPr>
        <p:grpSpPr>
          <a:xfrm>
            <a:off x="644545" y="4303269"/>
            <a:ext cx="2680560" cy="833040"/>
            <a:chOff x="644545" y="4303269"/>
            <a:chExt cx="2680560" cy="833040"/>
          </a:xfrm>
        </p:grpSpPr>
        <mc:AlternateContent xmlns:mc="http://schemas.openxmlformats.org/markup-compatibility/2006" xmlns:p14="http://schemas.microsoft.com/office/powerpoint/2010/main">
          <mc:Choice Requires="p14">
            <p:contentPart p14:bwMode="auto" r:id="rId19">
              <p14:nvContentPartPr>
                <p14:cNvPr id="3" name="墨迹 2">
                  <a:extLst>
                    <a:ext uri="{FF2B5EF4-FFF2-40B4-BE49-F238E27FC236}">
                      <a16:creationId xmlns:a16="http://schemas.microsoft.com/office/drawing/2014/main" id="{223C1AA7-D84B-8A0A-635E-C6692467251E}"/>
                    </a:ext>
                  </a:extLst>
                </p14:cNvPr>
                <p14:cNvContentPartPr/>
                <p14:nvPr/>
              </p14:nvContentPartPr>
              <p14:xfrm>
                <a:off x="877465" y="5014989"/>
                <a:ext cx="1098360" cy="10440"/>
              </p14:xfrm>
            </p:contentPart>
          </mc:Choice>
          <mc:Fallback xmlns="">
            <p:pic>
              <p:nvPicPr>
                <p:cNvPr id="3" name="墨迹 2">
                  <a:extLst>
                    <a:ext uri="{FF2B5EF4-FFF2-40B4-BE49-F238E27FC236}">
                      <a16:creationId xmlns:a16="http://schemas.microsoft.com/office/drawing/2014/main" id="{223C1AA7-D84B-8A0A-635E-C6692467251E}"/>
                    </a:ext>
                  </a:extLst>
                </p:cNvPr>
                <p:cNvPicPr/>
                <p:nvPr/>
              </p:nvPicPr>
              <p:blipFill>
                <a:blip r:embed="rId20"/>
                <a:stretch>
                  <a:fillRect/>
                </a:stretch>
              </p:blipFill>
              <p:spPr>
                <a:xfrm>
                  <a:off x="859465" y="4996989"/>
                  <a:ext cx="1134000" cy="46080"/>
                </a:xfrm>
                <a:prstGeom prst="rect">
                  <a:avLst/>
                </a:prstGeom>
              </p:spPr>
            </p:pic>
          </mc:Fallback>
        </mc:AlternateContent>
        <mc:AlternateContent xmlns:mc="http://schemas.openxmlformats.org/markup-compatibility/2006" xmlns:p14="http://schemas.microsoft.com/office/powerpoint/2010/main">
          <mc:Choice Requires="p14">
            <p:contentPart p14:bwMode="auto" r:id="rId21">
              <p14:nvContentPartPr>
                <p14:cNvPr id="4" name="墨迹 3">
                  <a:extLst>
                    <a:ext uri="{FF2B5EF4-FFF2-40B4-BE49-F238E27FC236}">
                      <a16:creationId xmlns:a16="http://schemas.microsoft.com/office/drawing/2014/main" id="{49E11D63-FC08-8284-A0C3-3D5D74007BDA}"/>
                    </a:ext>
                  </a:extLst>
                </p14:cNvPr>
                <p14:cNvContentPartPr/>
                <p14:nvPr/>
              </p14:nvContentPartPr>
              <p14:xfrm>
                <a:off x="644545" y="4303269"/>
                <a:ext cx="1583640" cy="833040"/>
              </p14:xfrm>
            </p:contentPart>
          </mc:Choice>
          <mc:Fallback xmlns="">
            <p:pic>
              <p:nvPicPr>
                <p:cNvPr id="4" name="墨迹 3">
                  <a:extLst>
                    <a:ext uri="{FF2B5EF4-FFF2-40B4-BE49-F238E27FC236}">
                      <a16:creationId xmlns:a16="http://schemas.microsoft.com/office/drawing/2014/main" id="{49E11D63-FC08-8284-A0C3-3D5D74007BDA}"/>
                    </a:ext>
                  </a:extLst>
                </p:cNvPr>
                <p:cNvPicPr/>
                <p:nvPr/>
              </p:nvPicPr>
              <p:blipFill>
                <a:blip r:embed="rId22"/>
                <a:stretch>
                  <a:fillRect/>
                </a:stretch>
              </p:blipFill>
              <p:spPr>
                <a:xfrm>
                  <a:off x="626545" y="4285629"/>
                  <a:ext cx="1619280" cy="868680"/>
                </a:xfrm>
                <a:prstGeom prst="rect">
                  <a:avLst/>
                </a:prstGeom>
              </p:spPr>
            </p:pic>
          </mc:Fallback>
        </mc:AlternateContent>
        <mc:AlternateContent xmlns:mc="http://schemas.openxmlformats.org/markup-compatibility/2006" xmlns:p14="http://schemas.microsoft.com/office/powerpoint/2010/main">
          <mc:Choice Requires="p14">
            <p:contentPart p14:bwMode="auto" r:id="rId23">
              <p14:nvContentPartPr>
                <p14:cNvPr id="6" name="墨迹 5">
                  <a:extLst>
                    <a:ext uri="{FF2B5EF4-FFF2-40B4-BE49-F238E27FC236}">
                      <a16:creationId xmlns:a16="http://schemas.microsoft.com/office/drawing/2014/main" id="{F75EB61F-E9AF-8298-A2B9-A42FF27885F4}"/>
                    </a:ext>
                  </a:extLst>
                </p14:cNvPr>
                <p14:cNvContentPartPr/>
                <p14:nvPr/>
              </p14:nvContentPartPr>
              <p14:xfrm>
                <a:off x="2586025" y="4968549"/>
                <a:ext cx="739080" cy="19800"/>
              </p14:xfrm>
            </p:contentPart>
          </mc:Choice>
          <mc:Fallback xmlns="">
            <p:pic>
              <p:nvPicPr>
                <p:cNvPr id="6" name="墨迹 5">
                  <a:extLst>
                    <a:ext uri="{FF2B5EF4-FFF2-40B4-BE49-F238E27FC236}">
                      <a16:creationId xmlns:a16="http://schemas.microsoft.com/office/drawing/2014/main" id="{F75EB61F-E9AF-8298-A2B9-A42FF27885F4}"/>
                    </a:ext>
                  </a:extLst>
                </p:cNvPr>
                <p:cNvPicPr/>
                <p:nvPr/>
              </p:nvPicPr>
              <p:blipFill>
                <a:blip r:embed="rId24"/>
                <a:stretch>
                  <a:fillRect/>
                </a:stretch>
              </p:blipFill>
              <p:spPr>
                <a:xfrm>
                  <a:off x="2568025" y="4950909"/>
                  <a:ext cx="774720" cy="55440"/>
                </a:xfrm>
                <a:prstGeom prst="rect">
                  <a:avLst/>
                </a:prstGeom>
              </p:spPr>
            </p:pic>
          </mc:Fallback>
        </mc:AlternateContent>
      </p:grpSp>
      <p:grpSp>
        <p:nvGrpSpPr>
          <p:cNvPr id="9" name="组合 8">
            <a:extLst>
              <a:ext uri="{FF2B5EF4-FFF2-40B4-BE49-F238E27FC236}">
                <a16:creationId xmlns:a16="http://schemas.microsoft.com/office/drawing/2014/main" id="{078402BC-227B-F5BC-E23C-3430F7F85B3C}"/>
              </a:ext>
            </a:extLst>
          </p:cNvPr>
          <p:cNvGrpSpPr/>
          <p:nvPr/>
        </p:nvGrpSpPr>
        <p:grpSpPr>
          <a:xfrm>
            <a:off x="4285585" y="4898709"/>
            <a:ext cx="1320840" cy="61560"/>
            <a:chOff x="4285585" y="4898709"/>
            <a:chExt cx="1320840" cy="61560"/>
          </a:xfrm>
        </p:grpSpPr>
        <mc:AlternateContent xmlns:mc="http://schemas.openxmlformats.org/markup-compatibility/2006" xmlns:p14="http://schemas.microsoft.com/office/powerpoint/2010/main">
          <mc:Choice Requires="p14">
            <p:contentPart p14:bwMode="auto" r:id="rId25">
              <p14:nvContentPartPr>
                <p14:cNvPr id="7" name="墨迹 6">
                  <a:extLst>
                    <a:ext uri="{FF2B5EF4-FFF2-40B4-BE49-F238E27FC236}">
                      <a16:creationId xmlns:a16="http://schemas.microsoft.com/office/drawing/2014/main" id="{77945DF3-E4EE-09C3-CCE6-755F53C6E89F}"/>
                    </a:ext>
                  </a:extLst>
                </p14:cNvPr>
                <p14:cNvContentPartPr/>
                <p14:nvPr/>
              </p14:nvContentPartPr>
              <p14:xfrm>
                <a:off x="4285585" y="4898709"/>
                <a:ext cx="1172160" cy="61560"/>
              </p14:xfrm>
            </p:contentPart>
          </mc:Choice>
          <mc:Fallback xmlns="">
            <p:pic>
              <p:nvPicPr>
                <p:cNvPr id="7" name="墨迹 6">
                  <a:extLst>
                    <a:ext uri="{FF2B5EF4-FFF2-40B4-BE49-F238E27FC236}">
                      <a16:creationId xmlns:a16="http://schemas.microsoft.com/office/drawing/2014/main" id="{77945DF3-E4EE-09C3-CCE6-755F53C6E89F}"/>
                    </a:ext>
                  </a:extLst>
                </p:cNvPr>
                <p:cNvPicPr/>
                <p:nvPr/>
              </p:nvPicPr>
              <p:blipFill>
                <a:blip r:embed="rId26"/>
                <a:stretch>
                  <a:fillRect/>
                </a:stretch>
              </p:blipFill>
              <p:spPr>
                <a:xfrm>
                  <a:off x="4267945" y="4881069"/>
                  <a:ext cx="1207800" cy="97200"/>
                </a:xfrm>
                <a:prstGeom prst="rect">
                  <a:avLst/>
                </a:prstGeom>
              </p:spPr>
            </p:pic>
          </mc:Fallback>
        </mc:AlternateContent>
        <mc:AlternateContent xmlns:mc="http://schemas.openxmlformats.org/markup-compatibility/2006" xmlns:p14="http://schemas.microsoft.com/office/powerpoint/2010/main">
          <mc:Choice Requires="p14">
            <p:contentPart p14:bwMode="auto" r:id="rId27">
              <p14:nvContentPartPr>
                <p14:cNvPr id="8" name="墨迹 7">
                  <a:extLst>
                    <a:ext uri="{FF2B5EF4-FFF2-40B4-BE49-F238E27FC236}">
                      <a16:creationId xmlns:a16="http://schemas.microsoft.com/office/drawing/2014/main" id="{29C2EC7E-EAC9-8021-1C08-F3377A0770C4}"/>
                    </a:ext>
                  </a:extLst>
                </p14:cNvPr>
                <p14:cNvContentPartPr/>
                <p14:nvPr/>
              </p14:nvContentPartPr>
              <p14:xfrm>
                <a:off x="5394025" y="4904469"/>
                <a:ext cx="212400" cy="360"/>
              </p14:xfrm>
            </p:contentPart>
          </mc:Choice>
          <mc:Fallback xmlns="">
            <p:pic>
              <p:nvPicPr>
                <p:cNvPr id="8" name="墨迹 7">
                  <a:extLst>
                    <a:ext uri="{FF2B5EF4-FFF2-40B4-BE49-F238E27FC236}">
                      <a16:creationId xmlns:a16="http://schemas.microsoft.com/office/drawing/2014/main" id="{29C2EC7E-EAC9-8021-1C08-F3377A0770C4}"/>
                    </a:ext>
                  </a:extLst>
                </p:cNvPr>
                <p:cNvPicPr/>
                <p:nvPr/>
              </p:nvPicPr>
              <p:blipFill>
                <a:blip r:embed="rId28"/>
                <a:stretch>
                  <a:fillRect/>
                </a:stretch>
              </p:blipFill>
              <p:spPr>
                <a:xfrm>
                  <a:off x="5376025" y="4886469"/>
                  <a:ext cx="248040" cy="36000"/>
                </a:xfrm>
                <a:prstGeom prst="rect">
                  <a:avLst/>
                </a:prstGeom>
              </p:spPr>
            </p:pic>
          </mc:Fallback>
        </mc:AlternateContent>
      </p:grpSp>
      <p:grpSp>
        <p:nvGrpSpPr>
          <p:cNvPr id="14" name="组合 13">
            <a:extLst>
              <a:ext uri="{FF2B5EF4-FFF2-40B4-BE49-F238E27FC236}">
                <a16:creationId xmlns:a16="http://schemas.microsoft.com/office/drawing/2014/main" id="{695B4AE4-CDC0-9A2D-0886-B48AB1409902}"/>
              </a:ext>
            </a:extLst>
          </p:cNvPr>
          <p:cNvGrpSpPr/>
          <p:nvPr/>
        </p:nvGrpSpPr>
        <p:grpSpPr>
          <a:xfrm>
            <a:off x="3047545" y="5901309"/>
            <a:ext cx="1218960" cy="229320"/>
            <a:chOff x="3047545" y="5901309"/>
            <a:chExt cx="1218960" cy="229320"/>
          </a:xfrm>
        </p:grpSpPr>
        <mc:AlternateContent xmlns:mc="http://schemas.openxmlformats.org/markup-compatibility/2006" xmlns:p14="http://schemas.microsoft.com/office/powerpoint/2010/main">
          <mc:Choice Requires="p14">
            <p:contentPart p14:bwMode="auto" r:id="rId29">
              <p14:nvContentPartPr>
                <p14:cNvPr id="11" name="墨迹 10">
                  <a:extLst>
                    <a:ext uri="{FF2B5EF4-FFF2-40B4-BE49-F238E27FC236}">
                      <a16:creationId xmlns:a16="http://schemas.microsoft.com/office/drawing/2014/main" id="{D37E285A-EBC0-14A9-BB46-0A2B8036CA5A}"/>
                    </a:ext>
                  </a:extLst>
                </p14:cNvPr>
                <p14:cNvContentPartPr/>
                <p14:nvPr/>
              </p14:nvContentPartPr>
              <p14:xfrm>
                <a:off x="3047545" y="5901309"/>
                <a:ext cx="924840" cy="10080"/>
              </p14:xfrm>
            </p:contentPart>
          </mc:Choice>
          <mc:Fallback xmlns="">
            <p:pic>
              <p:nvPicPr>
                <p:cNvPr id="11" name="墨迹 10">
                  <a:extLst>
                    <a:ext uri="{FF2B5EF4-FFF2-40B4-BE49-F238E27FC236}">
                      <a16:creationId xmlns:a16="http://schemas.microsoft.com/office/drawing/2014/main" id="{D37E285A-EBC0-14A9-BB46-0A2B8036CA5A}"/>
                    </a:ext>
                  </a:extLst>
                </p:cNvPr>
                <p:cNvPicPr/>
                <p:nvPr/>
              </p:nvPicPr>
              <p:blipFill>
                <a:blip r:embed="rId30"/>
                <a:stretch>
                  <a:fillRect/>
                </a:stretch>
              </p:blipFill>
              <p:spPr>
                <a:xfrm>
                  <a:off x="3029905" y="5883669"/>
                  <a:ext cx="960480" cy="45720"/>
                </a:xfrm>
                <a:prstGeom prst="rect">
                  <a:avLst/>
                </a:prstGeom>
              </p:spPr>
            </p:pic>
          </mc:Fallback>
        </mc:AlternateContent>
        <mc:AlternateContent xmlns:mc="http://schemas.openxmlformats.org/markup-compatibility/2006" xmlns:p14="http://schemas.microsoft.com/office/powerpoint/2010/main">
          <mc:Choice Requires="p14">
            <p:contentPart p14:bwMode="auto" r:id="rId31">
              <p14:nvContentPartPr>
                <p14:cNvPr id="12" name="墨迹 11">
                  <a:extLst>
                    <a:ext uri="{FF2B5EF4-FFF2-40B4-BE49-F238E27FC236}">
                      <a16:creationId xmlns:a16="http://schemas.microsoft.com/office/drawing/2014/main" id="{25AE2F55-AA11-E8C4-ECEB-BD629BA9879E}"/>
                    </a:ext>
                  </a:extLst>
                </p14:cNvPr>
                <p14:cNvContentPartPr/>
                <p14:nvPr/>
              </p14:nvContentPartPr>
              <p14:xfrm>
                <a:off x="3879145" y="5919669"/>
                <a:ext cx="387360" cy="11520"/>
              </p14:xfrm>
            </p:contentPart>
          </mc:Choice>
          <mc:Fallback xmlns="">
            <p:pic>
              <p:nvPicPr>
                <p:cNvPr id="12" name="墨迹 11">
                  <a:extLst>
                    <a:ext uri="{FF2B5EF4-FFF2-40B4-BE49-F238E27FC236}">
                      <a16:creationId xmlns:a16="http://schemas.microsoft.com/office/drawing/2014/main" id="{25AE2F55-AA11-E8C4-ECEB-BD629BA9879E}"/>
                    </a:ext>
                  </a:extLst>
                </p:cNvPr>
                <p:cNvPicPr/>
                <p:nvPr/>
              </p:nvPicPr>
              <p:blipFill>
                <a:blip r:embed="rId32"/>
                <a:stretch>
                  <a:fillRect/>
                </a:stretch>
              </p:blipFill>
              <p:spPr>
                <a:xfrm>
                  <a:off x="3861505" y="5902029"/>
                  <a:ext cx="423000" cy="47160"/>
                </a:xfrm>
                <a:prstGeom prst="rect">
                  <a:avLst/>
                </a:prstGeom>
              </p:spPr>
            </p:pic>
          </mc:Fallback>
        </mc:AlternateContent>
        <mc:AlternateContent xmlns:mc="http://schemas.openxmlformats.org/markup-compatibility/2006" xmlns:p14="http://schemas.microsoft.com/office/powerpoint/2010/main">
          <mc:Choice Requires="p14">
            <p:contentPart p14:bwMode="auto" r:id="rId33">
              <p14:nvContentPartPr>
                <p14:cNvPr id="13" name="墨迹 12">
                  <a:extLst>
                    <a:ext uri="{FF2B5EF4-FFF2-40B4-BE49-F238E27FC236}">
                      <a16:creationId xmlns:a16="http://schemas.microsoft.com/office/drawing/2014/main" id="{89E5392B-FB47-E092-C23B-72A1833E0953}"/>
                    </a:ext>
                  </a:extLst>
                </p14:cNvPr>
                <p14:cNvContentPartPr/>
                <p14:nvPr/>
              </p14:nvContentPartPr>
              <p14:xfrm>
                <a:off x="3444985" y="6009669"/>
                <a:ext cx="244800" cy="120960"/>
              </p14:xfrm>
            </p:contentPart>
          </mc:Choice>
          <mc:Fallback xmlns="">
            <p:pic>
              <p:nvPicPr>
                <p:cNvPr id="13" name="墨迹 12">
                  <a:extLst>
                    <a:ext uri="{FF2B5EF4-FFF2-40B4-BE49-F238E27FC236}">
                      <a16:creationId xmlns:a16="http://schemas.microsoft.com/office/drawing/2014/main" id="{89E5392B-FB47-E092-C23B-72A1833E0953}"/>
                    </a:ext>
                  </a:extLst>
                </p:cNvPr>
                <p:cNvPicPr/>
                <p:nvPr/>
              </p:nvPicPr>
              <p:blipFill>
                <a:blip r:embed="rId34"/>
                <a:stretch>
                  <a:fillRect/>
                </a:stretch>
              </p:blipFill>
              <p:spPr>
                <a:xfrm>
                  <a:off x="3426985" y="5992029"/>
                  <a:ext cx="280440" cy="156600"/>
                </a:xfrm>
                <a:prstGeom prst="rect">
                  <a:avLst/>
                </a:prstGeom>
              </p:spPr>
            </p:pic>
          </mc:Fallback>
        </mc:AlternateContent>
      </p:grpSp>
      <p:grpSp>
        <p:nvGrpSpPr>
          <p:cNvPr id="25" name="组合 24">
            <a:extLst>
              <a:ext uri="{FF2B5EF4-FFF2-40B4-BE49-F238E27FC236}">
                <a16:creationId xmlns:a16="http://schemas.microsoft.com/office/drawing/2014/main" id="{5C605B37-68E9-7FAA-194C-19D9C2E1DF49}"/>
              </a:ext>
            </a:extLst>
          </p:cNvPr>
          <p:cNvGrpSpPr/>
          <p:nvPr/>
        </p:nvGrpSpPr>
        <p:grpSpPr>
          <a:xfrm>
            <a:off x="3780865" y="3343509"/>
            <a:ext cx="490680" cy="279360"/>
            <a:chOff x="3780865" y="3343509"/>
            <a:chExt cx="490680" cy="279360"/>
          </a:xfrm>
        </p:grpSpPr>
        <mc:AlternateContent xmlns:mc="http://schemas.openxmlformats.org/markup-compatibility/2006" xmlns:p14="http://schemas.microsoft.com/office/powerpoint/2010/main">
          <mc:Choice Requires="p14">
            <p:contentPart p14:bwMode="auto" r:id="rId35">
              <p14:nvContentPartPr>
                <p14:cNvPr id="19" name="墨迹 18">
                  <a:extLst>
                    <a:ext uri="{FF2B5EF4-FFF2-40B4-BE49-F238E27FC236}">
                      <a16:creationId xmlns:a16="http://schemas.microsoft.com/office/drawing/2014/main" id="{A8D65F17-9604-B8C7-9EDE-6CEAD0AF6DC8}"/>
                    </a:ext>
                  </a:extLst>
                </p14:cNvPr>
                <p14:cNvContentPartPr/>
                <p14:nvPr/>
              </p14:nvContentPartPr>
              <p14:xfrm>
                <a:off x="3780865" y="3491109"/>
                <a:ext cx="147240" cy="131760"/>
              </p14:xfrm>
            </p:contentPart>
          </mc:Choice>
          <mc:Fallback xmlns="">
            <p:pic>
              <p:nvPicPr>
                <p:cNvPr id="19" name="墨迹 18">
                  <a:extLst>
                    <a:ext uri="{FF2B5EF4-FFF2-40B4-BE49-F238E27FC236}">
                      <a16:creationId xmlns:a16="http://schemas.microsoft.com/office/drawing/2014/main" id="{A8D65F17-9604-B8C7-9EDE-6CEAD0AF6DC8}"/>
                    </a:ext>
                  </a:extLst>
                </p:cNvPr>
                <p:cNvPicPr/>
                <p:nvPr/>
              </p:nvPicPr>
              <p:blipFill>
                <a:blip r:embed="rId36"/>
                <a:stretch>
                  <a:fillRect/>
                </a:stretch>
              </p:blipFill>
              <p:spPr>
                <a:xfrm>
                  <a:off x="3762865" y="3473469"/>
                  <a:ext cx="182880" cy="167400"/>
                </a:xfrm>
                <a:prstGeom prst="rect">
                  <a:avLst/>
                </a:prstGeom>
              </p:spPr>
            </p:pic>
          </mc:Fallback>
        </mc:AlternateContent>
        <mc:AlternateContent xmlns:mc="http://schemas.openxmlformats.org/markup-compatibility/2006" xmlns:p14="http://schemas.microsoft.com/office/powerpoint/2010/main">
          <mc:Choice Requires="p14">
            <p:contentPart p14:bwMode="auto" r:id="rId37">
              <p14:nvContentPartPr>
                <p14:cNvPr id="20" name="墨迹 19">
                  <a:extLst>
                    <a:ext uri="{FF2B5EF4-FFF2-40B4-BE49-F238E27FC236}">
                      <a16:creationId xmlns:a16="http://schemas.microsoft.com/office/drawing/2014/main" id="{873F07C8-9073-A661-B7D5-6A368E6FE158}"/>
                    </a:ext>
                  </a:extLst>
                </p14:cNvPr>
                <p14:cNvContentPartPr/>
                <p14:nvPr/>
              </p14:nvContentPartPr>
              <p14:xfrm>
                <a:off x="3832705" y="3491109"/>
                <a:ext cx="45720" cy="18000"/>
              </p14:xfrm>
            </p:contentPart>
          </mc:Choice>
          <mc:Fallback xmlns="">
            <p:pic>
              <p:nvPicPr>
                <p:cNvPr id="20" name="墨迹 19">
                  <a:extLst>
                    <a:ext uri="{FF2B5EF4-FFF2-40B4-BE49-F238E27FC236}">
                      <a16:creationId xmlns:a16="http://schemas.microsoft.com/office/drawing/2014/main" id="{873F07C8-9073-A661-B7D5-6A368E6FE158}"/>
                    </a:ext>
                  </a:extLst>
                </p:cNvPr>
                <p:cNvPicPr/>
                <p:nvPr/>
              </p:nvPicPr>
              <p:blipFill>
                <a:blip r:embed="rId38"/>
                <a:stretch>
                  <a:fillRect/>
                </a:stretch>
              </p:blipFill>
              <p:spPr>
                <a:xfrm>
                  <a:off x="3815065" y="3473469"/>
                  <a:ext cx="81360" cy="53640"/>
                </a:xfrm>
                <a:prstGeom prst="rect">
                  <a:avLst/>
                </a:prstGeom>
              </p:spPr>
            </p:pic>
          </mc:Fallback>
        </mc:AlternateContent>
        <mc:AlternateContent xmlns:mc="http://schemas.openxmlformats.org/markup-compatibility/2006" xmlns:p14="http://schemas.microsoft.com/office/powerpoint/2010/main">
          <mc:Choice Requires="p14">
            <p:contentPart p14:bwMode="auto" r:id="rId39">
              <p14:nvContentPartPr>
                <p14:cNvPr id="22" name="墨迹 21">
                  <a:extLst>
                    <a:ext uri="{FF2B5EF4-FFF2-40B4-BE49-F238E27FC236}">
                      <a16:creationId xmlns:a16="http://schemas.microsoft.com/office/drawing/2014/main" id="{7FA020F2-30EB-6C74-9A72-1EB348ADE7EA}"/>
                    </a:ext>
                  </a:extLst>
                </p14:cNvPr>
                <p14:cNvContentPartPr/>
                <p14:nvPr/>
              </p14:nvContentPartPr>
              <p14:xfrm>
                <a:off x="4202425" y="3343509"/>
                <a:ext cx="360" cy="221040"/>
              </p14:xfrm>
            </p:contentPart>
          </mc:Choice>
          <mc:Fallback xmlns="">
            <p:pic>
              <p:nvPicPr>
                <p:cNvPr id="22" name="墨迹 21">
                  <a:extLst>
                    <a:ext uri="{FF2B5EF4-FFF2-40B4-BE49-F238E27FC236}">
                      <a16:creationId xmlns:a16="http://schemas.microsoft.com/office/drawing/2014/main" id="{7FA020F2-30EB-6C74-9A72-1EB348ADE7EA}"/>
                    </a:ext>
                  </a:extLst>
                </p:cNvPr>
                <p:cNvPicPr/>
                <p:nvPr/>
              </p:nvPicPr>
              <p:blipFill>
                <a:blip r:embed="rId40"/>
                <a:stretch>
                  <a:fillRect/>
                </a:stretch>
              </p:blipFill>
              <p:spPr>
                <a:xfrm>
                  <a:off x="4184785" y="3325869"/>
                  <a:ext cx="36000" cy="256680"/>
                </a:xfrm>
                <a:prstGeom prst="rect">
                  <a:avLst/>
                </a:prstGeom>
              </p:spPr>
            </p:pic>
          </mc:Fallback>
        </mc:AlternateContent>
        <mc:AlternateContent xmlns:mc="http://schemas.openxmlformats.org/markup-compatibility/2006" xmlns:p14="http://schemas.microsoft.com/office/powerpoint/2010/main">
          <mc:Choice Requires="p14">
            <p:contentPart p14:bwMode="auto" r:id="rId41">
              <p14:nvContentPartPr>
                <p14:cNvPr id="23" name="墨迹 22">
                  <a:extLst>
                    <a:ext uri="{FF2B5EF4-FFF2-40B4-BE49-F238E27FC236}">
                      <a16:creationId xmlns:a16="http://schemas.microsoft.com/office/drawing/2014/main" id="{AEBBCF89-3A19-8389-1ABE-CC34C593000C}"/>
                    </a:ext>
                  </a:extLst>
                </p14:cNvPr>
                <p14:cNvContentPartPr/>
                <p14:nvPr/>
              </p14:nvContentPartPr>
              <p14:xfrm>
                <a:off x="4102345" y="3371229"/>
                <a:ext cx="91080" cy="57240"/>
              </p14:xfrm>
            </p:contentPart>
          </mc:Choice>
          <mc:Fallback xmlns="">
            <p:pic>
              <p:nvPicPr>
                <p:cNvPr id="23" name="墨迹 22">
                  <a:extLst>
                    <a:ext uri="{FF2B5EF4-FFF2-40B4-BE49-F238E27FC236}">
                      <a16:creationId xmlns:a16="http://schemas.microsoft.com/office/drawing/2014/main" id="{AEBBCF89-3A19-8389-1ABE-CC34C593000C}"/>
                    </a:ext>
                  </a:extLst>
                </p:cNvPr>
                <p:cNvPicPr/>
                <p:nvPr/>
              </p:nvPicPr>
              <p:blipFill>
                <a:blip r:embed="rId42"/>
                <a:stretch>
                  <a:fillRect/>
                </a:stretch>
              </p:blipFill>
              <p:spPr>
                <a:xfrm>
                  <a:off x="4084345" y="3353229"/>
                  <a:ext cx="126720" cy="92880"/>
                </a:xfrm>
                <a:prstGeom prst="rect">
                  <a:avLst/>
                </a:prstGeom>
              </p:spPr>
            </p:pic>
          </mc:Fallback>
        </mc:AlternateContent>
        <mc:AlternateContent xmlns:mc="http://schemas.openxmlformats.org/markup-compatibility/2006" xmlns:p14="http://schemas.microsoft.com/office/powerpoint/2010/main">
          <mc:Choice Requires="p14">
            <p:contentPart p14:bwMode="auto" r:id="rId43">
              <p14:nvContentPartPr>
                <p14:cNvPr id="24" name="墨迹 23">
                  <a:extLst>
                    <a:ext uri="{FF2B5EF4-FFF2-40B4-BE49-F238E27FC236}">
                      <a16:creationId xmlns:a16="http://schemas.microsoft.com/office/drawing/2014/main" id="{DCBF7217-C6C7-2CEF-4EEC-B012CB081FC6}"/>
                    </a:ext>
                  </a:extLst>
                </p14:cNvPr>
                <p14:cNvContentPartPr/>
                <p14:nvPr/>
              </p14:nvContentPartPr>
              <p14:xfrm>
                <a:off x="4184065" y="3380229"/>
                <a:ext cx="87480" cy="60480"/>
              </p14:xfrm>
            </p:contentPart>
          </mc:Choice>
          <mc:Fallback xmlns="">
            <p:pic>
              <p:nvPicPr>
                <p:cNvPr id="24" name="墨迹 23">
                  <a:extLst>
                    <a:ext uri="{FF2B5EF4-FFF2-40B4-BE49-F238E27FC236}">
                      <a16:creationId xmlns:a16="http://schemas.microsoft.com/office/drawing/2014/main" id="{DCBF7217-C6C7-2CEF-4EEC-B012CB081FC6}"/>
                    </a:ext>
                  </a:extLst>
                </p:cNvPr>
                <p:cNvPicPr/>
                <p:nvPr/>
              </p:nvPicPr>
              <p:blipFill>
                <a:blip r:embed="rId44"/>
                <a:stretch>
                  <a:fillRect/>
                </a:stretch>
              </p:blipFill>
              <p:spPr>
                <a:xfrm>
                  <a:off x="4166065" y="3362229"/>
                  <a:ext cx="123120" cy="9612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45">
            <p14:nvContentPartPr>
              <p14:cNvPr id="26" name="墨迹 25">
                <a:extLst>
                  <a:ext uri="{FF2B5EF4-FFF2-40B4-BE49-F238E27FC236}">
                    <a16:creationId xmlns:a16="http://schemas.microsoft.com/office/drawing/2014/main" id="{7A9FC547-90DD-7E70-EB6D-E6FC7261E69C}"/>
                  </a:ext>
                </a:extLst>
              </p14:cNvPr>
              <p14:cNvContentPartPr/>
              <p14:nvPr/>
            </p14:nvContentPartPr>
            <p14:xfrm>
              <a:off x="4479265" y="4996629"/>
              <a:ext cx="1247760" cy="9720"/>
            </p14:xfrm>
          </p:contentPart>
        </mc:Choice>
        <mc:Fallback xmlns="">
          <p:pic>
            <p:nvPicPr>
              <p:cNvPr id="26" name="墨迹 25">
                <a:extLst>
                  <a:ext uri="{FF2B5EF4-FFF2-40B4-BE49-F238E27FC236}">
                    <a16:creationId xmlns:a16="http://schemas.microsoft.com/office/drawing/2014/main" id="{7A9FC547-90DD-7E70-EB6D-E6FC7261E69C}"/>
                  </a:ext>
                </a:extLst>
              </p:cNvPr>
              <p:cNvPicPr/>
              <p:nvPr/>
            </p:nvPicPr>
            <p:blipFill>
              <a:blip r:embed="rId46"/>
              <a:stretch>
                <a:fillRect/>
              </a:stretch>
            </p:blipFill>
            <p:spPr>
              <a:xfrm>
                <a:off x="4461625" y="4978629"/>
                <a:ext cx="1283400" cy="45360"/>
              </a:xfrm>
              <a:prstGeom prst="rect">
                <a:avLst/>
              </a:prstGeom>
            </p:spPr>
          </p:pic>
        </mc:Fallback>
      </mc:AlternateContent>
    </p:spTree>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矩形 10241"/>
          <p:cNvSpPr/>
          <p:nvPr/>
        </p:nvSpPr>
        <p:spPr>
          <a:xfrm>
            <a:off x="611188" y="1052513"/>
            <a:ext cx="7827962" cy="1014412"/>
          </a:xfrm>
          <a:prstGeom prst="rect">
            <a:avLst/>
          </a:prstGeom>
          <a:noFill/>
          <a:ln w="9525">
            <a:noFill/>
          </a:ln>
        </p:spPr>
        <p:txBody>
          <a:bodyPr wrap="square" anchor="t" anchorCtr="0">
            <a:spAutoFit/>
          </a:bodyPr>
          <a:lstStyle/>
          <a:p>
            <a:pPr>
              <a:lnSpc>
                <a:spcPct val="125000"/>
              </a:lnSpc>
              <a:spcBef>
                <a:spcPct val="20000"/>
              </a:spcBef>
              <a:buClr>
                <a:schemeClr val="tx2"/>
              </a:buClr>
            </a:pPr>
            <a:r>
              <a:rPr lang="en-US" altLang="zh-CN" sz="2400" b="1">
                <a:latin typeface="Times New Roman" panose="02020603050405020304" pitchFamily="2" charset="0"/>
                <a:ea typeface="宋体" panose="02010600030101010101" pitchFamily="2" charset="-122"/>
              </a:rPr>
              <a:t>       </a:t>
            </a:r>
            <a:r>
              <a:rPr lang="zh-CN" altLang="en-US" sz="2400" b="1">
                <a:solidFill>
                  <a:srgbClr val="C00000"/>
                </a:solidFill>
                <a:latin typeface="Times New Roman" panose="02020603050405020304" pitchFamily="2" charset="0"/>
                <a:ea typeface="宋体" panose="02010600030101010101" pitchFamily="2" charset="-122"/>
              </a:rPr>
              <a:t>除0和∞两点是否收敛与n</a:t>
            </a:r>
            <a:r>
              <a:rPr lang="zh-CN" altLang="en-US" sz="2400" b="1" baseline="-25000">
                <a:solidFill>
                  <a:srgbClr val="C00000"/>
                </a:solidFill>
                <a:latin typeface="Times New Roman" panose="02020603050405020304" pitchFamily="2" charset="0"/>
                <a:ea typeface="宋体" panose="02010600030101010101" pitchFamily="2" charset="-122"/>
              </a:rPr>
              <a:t>1</a:t>
            </a:r>
            <a:r>
              <a:rPr lang="zh-CN" altLang="en-US" sz="2400" b="1">
                <a:solidFill>
                  <a:srgbClr val="C00000"/>
                </a:solidFill>
                <a:latin typeface="Times New Roman" panose="02020603050405020304" pitchFamily="2" charset="0"/>
                <a:ea typeface="宋体" panose="02010600030101010101" pitchFamily="2" charset="-122"/>
              </a:rPr>
              <a:t>和n</a:t>
            </a:r>
            <a:r>
              <a:rPr lang="zh-CN" altLang="en-US" sz="2400" b="1" baseline="-25000">
                <a:solidFill>
                  <a:srgbClr val="C00000"/>
                </a:solidFill>
                <a:latin typeface="Times New Roman" panose="02020603050405020304" pitchFamily="2" charset="0"/>
                <a:ea typeface="宋体" panose="02010600030101010101" pitchFamily="2" charset="-122"/>
              </a:rPr>
              <a:t>2</a:t>
            </a:r>
            <a:r>
              <a:rPr lang="zh-CN" altLang="en-US" sz="2400" b="1">
                <a:solidFill>
                  <a:srgbClr val="C00000"/>
                </a:solidFill>
                <a:latin typeface="Times New Roman" panose="02020603050405020304" pitchFamily="2" charset="0"/>
                <a:ea typeface="宋体" panose="02010600030101010101" pitchFamily="2" charset="-122"/>
              </a:rPr>
              <a:t>取值情况有关外，整个z 平面均收敛。</a:t>
            </a:r>
            <a:endParaRPr lang="zh-CN" altLang="en-US" sz="2400" b="1">
              <a:latin typeface="Times New Roman" panose="02020603050405020304" pitchFamily="2" charset="0"/>
              <a:ea typeface="宋体" panose="02010600030101010101" pitchFamily="2" charset="-122"/>
            </a:endParaRPr>
          </a:p>
        </p:txBody>
      </p:sp>
      <p:grpSp>
        <p:nvGrpSpPr>
          <p:cNvPr id="25602" name="组合 550914"/>
          <p:cNvGrpSpPr/>
          <p:nvPr/>
        </p:nvGrpSpPr>
        <p:grpSpPr>
          <a:xfrm>
            <a:off x="603250" y="2239963"/>
            <a:ext cx="8153400" cy="1231900"/>
            <a:chOff x="624" y="664"/>
            <a:chExt cx="5136" cy="776"/>
          </a:xfrm>
        </p:grpSpPr>
        <p:graphicFrame>
          <p:nvGraphicFramePr>
            <p:cNvPr id="25603" name="对象 550915"/>
            <p:cNvGraphicFramePr/>
            <p:nvPr/>
          </p:nvGraphicFramePr>
          <p:xfrm>
            <a:off x="624" y="664"/>
            <a:ext cx="4280" cy="296"/>
          </p:xfrm>
          <a:graphic>
            <a:graphicData uri="http://schemas.openxmlformats.org/presentationml/2006/ole">
              <mc:AlternateContent xmlns:mc="http://schemas.openxmlformats.org/markup-compatibility/2006">
                <mc:Choice xmlns:v="urn:schemas-microsoft-com:vml" Requires="v">
                  <p:oleObj r:id="rId2" imgW="6794500" imgH="469900" progId="Equation.DSMT4">
                    <p:embed/>
                  </p:oleObj>
                </mc:Choice>
                <mc:Fallback>
                  <p:oleObj r:id="rId2" imgW="6794500" imgH="469900" progId="Equation.DSMT4">
                    <p:embed/>
                    <p:pic>
                      <p:nvPicPr>
                        <p:cNvPr id="0" name="图片 3097"/>
                        <p:cNvPicPr/>
                        <p:nvPr/>
                      </p:nvPicPr>
                      <p:blipFill>
                        <a:blip r:embed="rId3">
                          <a:lum bright="-100000"/>
                        </a:blip>
                        <a:stretch>
                          <a:fillRect/>
                        </a:stretch>
                      </p:blipFill>
                      <p:spPr>
                        <a:xfrm>
                          <a:off x="624" y="664"/>
                          <a:ext cx="4280" cy="296"/>
                        </a:xfrm>
                        <a:prstGeom prst="rect">
                          <a:avLst/>
                        </a:prstGeom>
                        <a:noFill/>
                        <a:ln w="38100">
                          <a:noFill/>
                          <a:miter/>
                        </a:ln>
                      </p:spPr>
                    </p:pic>
                  </p:oleObj>
                </mc:Fallback>
              </mc:AlternateContent>
            </a:graphicData>
          </a:graphic>
        </p:graphicFrame>
        <p:graphicFrame>
          <p:nvGraphicFramePr>
            <p:cNvPr id="25604" name="对象 550916"/>
            <p:cNvGraphicFramePr/>
            <p:nvPr/>
          </p:nvGraphicFramePr>
          <p:xfrm>
            <a:off x="1232" y="1144"/>
            <a:ext cx="4528" cy="296"/>
          </p:xfrm>
          <a:graphic>
            <a:graphicData uri="http://schemas.openxmlformats.org/presentationml/2006/ole">
              <mc:AlternateContent xmlns:mc="http://schemas.openxmlformats.org/markup-compatibility/2006">
                <mc:Choice xmlns:v="urn:schemas-microsoft-com:vml" Requires="v">
                  <p:oleObj r:id="rId4" imgW="7188200" imgH="469900" progId="Equation.DSMT4">
                    <p:embed/>
                  </p:oleObj>
                </mc:Choice>
                <mc:Fallback>
                  <p:oleObj r:id="rId4" imgW="7188200" imgH="469900" progId="Equation.DSMT4">
                    <p:embed/>
                    <p:pic>
                      <p:nvPicPr>
                        <p:cNvPr id="0" name="图片 3099"/>
                        <p:cNvPicPr/>
                        <p:nvPr/>
                      </p:nvPicPr>
                      <p:blipFill>
                        <a:blip r:embed="rId5">
                          <a:lum bright="-100000"/>
                        </a:blip>
                        <a:stretch>
                          <a:fillRect/>
                        </a:stretch>
                      </p:blipFill>
                      <p:spPr>
                        <a:xfrm>
                          <a:off x="1232" y="1144"/>
                          <a:ext cx="4528" cy="296"/>
                        </a:xfrm>
                        <a:prstGeom prst="rect">
                          <a:avLst/>
                        </a:prstGeom>
                        <a:noFill/>
                        <a:ln w="38100">
                          <a:noFill/>
                          <a:miter/>
                        </a:ln>
                      </p:spPr>
                    </p:pic>
                  </p:oleObj>
                </mc:Fallback>
              </mc:AlternateContent>
            </a:graphicData>
          </a:graphic>
        </p:graphicFrame>
      </p:grpSp>
      <p:sp>
        <p:nvSpPr>
          <p:cNvPr id="25605" name="文本框 1"/>
          <p:cNvSpPr txBox="1"/>
          <p:nvPr/>
        </p:nvSpPr>
        <p:spPr>
          <a:xfrm>
            <a:off x="596900" y="3606800"/>
            <a:ext cx="6534150" cy="792163"/>
          </a:xfrm>
          <a:prstGeom prst="rect">
            <a:avLst/>
          </a:prstGeom>
          <a:noFill/>
          <a:ln w="9525">
            <a:noFill/>
          </a:ln>
        </p:spPr>
        <p:txBody>
          <a:bodyPr wrap="square" anchor="t" anchorCtr="0">
            <a:spAutoFit/>
          </a:bodyPr>
          <a:lstStyle/>
          <a:p>
            <a:pPr marL="342900" indent="-342900">
              <a:lnSpc>
                <a:spcPct val="190000"/>
              </a:lnSpc>
              <a:spcBef>
                <a:spcPct val="70000"/>
              </a:spcBef>
              <a:buClr>
                <a:srgbClr val="2D2D89"/>
              </a:buClr>
              <a:buFont typeface="Wingdings" panose="05000000000000000000" charset="0"/>
              <a:buChar char=""/>
            </a:pPr>
            <a:r>
              <a:rPr lang="zh-CN" altLang="en-US" sz="2400" b="1">
                <a:latin typeface="Times New Roman" panose="02020603050405020304" pitchFamily="2" charset="0"/>
                <a:ea typeface="宋体" panose="02010600030101010101" pitchFamily="2" charset="-122"/>
              </a:rPr>
              <a:t>如果</a:t>
            </a:r>
            <a:r>
              <a:rPr lang="zh-CN" altLang="en-US" sz="2400" b="1">
                <a:solidFill>
                  <a:srgbClr val="C00000"/>
                </a:solidFill>
                <a:latin typeface="Times New Roman" panose="02020603050405020304" pitchFamily="2" charset="0"/>
                <a:ea typeface="宋体" panose="02010600030101010101" pitchFamily="2" charset="-122"/>
              </a:rPr>
              <a:t>n</a:t>
            </a:r>
            <a:r>
              <a:rPr lang="zh-CN" altLang="en-US" sz="2400" b="1" baseline="-25000">
                <a:solidFill>
                  <a:srgbClr val="C00000"/>
                </a:solidFill>
                <a:latin typeface="Times New Roman" panose="02020603050405020304" pitchFamily="2" charset="0"/>
                <a:ea typeface="宋体" panose="02010600030101010101" pitchFamily="2" charset="-122"/>
              </a:rPr>
              <a:t>1</a:t>
            </a:r>
            <a:r>
              <a:rPr lang="zh-CN" altLang="en-US" sz="2400" b="1">
                <a:solidFill>
                  <a:srgbClr val="C00000"/>
                </a:solidFill>
                <a:latin typeface="Times New Roman" panose="02020603050405020304" pitchFamily="2" charset="0"/>
                <a:ea typeface="宋体" panose="02010600030101010101" pitchFamily="2" charset="-122"/>
              </a:rPr>
              <a:t>&lt;0&lt;n</a:t>
            </a:r>
            <a:r>
              <a:rPr lang="zh-CN" altLang="en-US" sz="2400" b="1" baseline="-25000">
                <a:solidFill>
                  <a:srgbClr val="C00000"/>
                </a:solidFill>
                <a:latin typeface="Times New Roman" panose="02020603050405020304" pitchFamily="2" charset="0"/>
                <a:ea typeface="宋体" panose="02010600030101010101" pitchFamily="2" charset="-122"/>
              </a:rPr>
              <a:t>2</a:t>
            </a:r>
            <a:r>
              <a:rPr lang="zh-CN" altLang="en-US" sz="2400" b="1">
                <a:latin typeface="Times New Roman" panose="02020603050405020304" pitchFamily="2" charset="0"/>
                <a:ea typeface="宋体" panose="02010600030101010101" pitchFamily="2" charset="-122"/>
              </a:rPr>
              <a:t>，收敛域不包括</a:t>
            </a:r>
            <a:r>
              <a:rPr lang="en-US" altLang="zh-CN" sz="2400" b="1">
                <a:latin typeface="Times New Roman" panose="02020603050405020304" pitchFamily="2" charset="0"/>
                <a:ea typeface="宋体" panose="02010600030101010101" pitchFamily="2" charset="-122"/>
              </a:rPr>
              <a:t>0 </a:t>
            </a:r>
            <a:r>
              <a:rPr lang="zh-CN" altLang="en-US" sz="2400" b="1">
                <a:latin typeface="Times New Roman" panose="02020603050405020304" pitchFamily="2" charset="0"/>
                <a:ea typeface="宋体" panose="02010600030101010101" pitchFamily="2" charset="-122"/>
              </a:rPr>
              <a:t>、</a:t>
            </a:r>
            <a:r>
              <a:rPr lang="en-US" altLang="zh-CN" sz="2400" b="1">
                <a:latin typeface="Times New Roman" panose="02020603050405020304" pitchFamily="2" charset="0"/>
                <a:ea typeface="宋体" panose="02010600030101010101" pitchFamily="2" charset="-122"/>
              </a:rPr>
              <a:t>∞</a:t>
            </a:r>
            <a:r>
              <a:rPr lang="zh-CN" altLang="en-US" sz="2400" b="1">
                <a:latin typeface="Times New Roman" panose="02020603050405020304" pitchFamily="2" charset="0"/>
                <a:ea typeface="宋体" panose="02010600030101010101" pitchFamily="2" charset="-122"/>
              </a:rPr>
              <a:t>点</a:t>
            </a:r>
            <a:endParaRPr lang="zh-CN" altLang="en-US" sz="2400">
              <a:latin typeface="Times New Roman" panose="02020603050405020304" pitchFamily="2" charset="0"/>
              <a:ea typeface="宋体" panose="02010600030101010101" pitchFamily="2" charset="-122"/>
            </a:endParaRPr>
          </a:p>
        </p:txBody>
      </p:sp>
      <p:graphicFrame>
        <p:nvGraphicFramePr>
          <p:cNvPr id="25606" name="对象 10246"/>
          <p:cNvGraphicFramePr>
            <a:graphicFrameLocks noChangeAspect="1"/>
          </p:cNvGraphicFramePr>
          <p:nvPr/>
        </p:nvGraphicFramePr>
        <p:xfrm>
          <a:off x="2244725" y="4638675"/>
          <a:ext cx="3646488" cy="574675"/>
        </p:xfrm>
        <a:graphic>
          <a:graphicData uri="http://schemas.openxmlformats.org/presentationml/2006/ole">
            <mc:AlternateContent xmlns:mc="http://schemas.openxmlformats.org/markup-compatibility/2006">
              <mc:Choice xmlns:v="urn:schemas-microsoft-com:vml" Requires="v">
                <p:oleObj r:id="rId6" imgW="1625600" imgH="254000" progId="Equation.3">
                  <p:embed/>
                </p:oleObj>
              </mc:Choice>
              <mc:Fallback>
                <p:oleObj r:id="rId6" imgW="1625600" imgH="254000" progId="Equation.3">
                  <p:embed/>
                  <p:pic>
                    <p:nvPicPr>
                      <p:cNvPr id="0" name="图片 3088"/>
                      <p:cNvPicPr/>
                      <p:nvPr/>
                    </p:nvPicPr>
                    <p:blipFill>
                      <a:blip r:embed="rId7"/>
                      <a:stretch>
                        <a:fillRect/>
                      </a:stretch>
                    </p:blipFill>
                    <p:spPr>
                      <a:xfrm>
                        <a:off x="2244725" y="4638675"/>
                        <a:ext cx="3646488" cy="574675"/>
                      </a:xfrm>
                      <a:prstGeom prst="rect">
                        <a:avLst/>
                      </a:prstGeom>
                      <a:noFill/>
                      <a:ln w="38100">
                        <a:noFill/>
                        <a:miter/>
                      </a:ln>
                    </p:spPr>
                  </p:pic>
                </p:oleObj>
              </mc:Fallback>
            </mc:AlternateContent>
          </a:graphicData>
        </a:graphic>
      </p:graphicFrame>
      <p:graphicFrame>
        <p:nvGraphicFramePr>
          <p:cNvPr id="25607" name="对象 550917"/>
          <p:cNvGraphicFramePr/>
          <p:nvPr/>
        </p:nvGraphicFramePr>
        <p:xfrm>
          <a:off x="1890713" y="5302250"/>
          <a:ext cx="3594100" cy="1066800"/>
        </p:xfrm>
        <a:graphic>
          <a:graphicData uri="http://schemas.openxmlformats.org/presentationml/2006/ole">
            <mc:AlternateContent xmlns:mc="http://schemas.openxmlformats.org/markup-compatibility/2006">
              <mc:Choice xmlns:v="urn:schemas-microsoft-com:vml" Requires="v">
                <p:oleObj r:id="rId8" imgW="3594100" imgH="1066800" progId="Equation.DSMT4">
                  <p:embed/>
                </p:oleObj>
              </mc:Choice>
              <mc:Fallback>
                <p:oleObj r:id="rId8" imgW="3594100" imgH="1066800" progId="Equation.DSMT4">
                  <p:embed/>
                  <p:pic>
                    <p:nvPicPr>
                      <p:cNvPr id="0" name="图片 3087"/>
                      <p:cNvPicPr/>
                      <p:nvPr/>
                    </p:nvPicPr>
                    <p:blipFill>
                      <a:blip r:embed="rId9">
                        <a:lum bright="-100000"/>
                      </a:blip>
                      <a:stretch>
                        <a:fillRect/>
                      </a:stretch>
                    </p:blipFill>
                    <p:spPr>
                      <a:xfrm>
                        <a:off x="1890713" y="5302250"/>
                        <a:ext cx="3594100" cy="1066800"/>
                      </a:xfrm>
                      <a:prstGeom prst="rect">
                        <a:avLst/>
                      </a:prstGeom>
                      <a:noFill/>
                      <a:ln w="38100">
                        <a:noFill/>
                        <a:miter/>
                      </a:ln>
                    </p:spPr>
                  </p:pic>
                </p:oleObj>
              </mc:Fallback>
            </mc:AlternateContent>
          </a:graphicData>
        </a:graphic>
      </p:graphicFrame>
      <p:grpSp>
        <p:nvGrpSpPr>
          <p:cNvPr id="10" name="组合 9">
            <a:extLst>
              <a:ext uri="{FF2B5EF4-FFF2-40B4-BE49-F238E27FC236}">
                <a16:creationId xmlns:a16="http://schemas.microsoft.com/office/drawing/2014/main" id="{9AE19620-BCA3-BD33-AF14-204206F65E32}"/>
              </a:ext>
            </a:extLst>
          </p:cNvPr>
          <p:cNvGrpSpPr/>
          <p:nvPr/>
        </p:nvGrpSpPr>
        <p:grpSpPr>
          <a:xfrm>
            <a:off x="562825" y="1485909"/>
            <a:ext cx="7645680" cy="555480"/>
            <a:chOff x="562825" y="1485909"/>
            <a:chExt cx="7645680" cy="555480"/>
          </a:xfrm>
        </p:grpSpPr>
        <mc:AlternateContent xmlns:mc="http://schemas.openxmlformats.org/markup-compatibility/2006" xmlns:p14="http://schemas.microsoft.com/office/powerpoint/2010/main">
          <mc:Choice Requires="p14">
            <p:contentPart p14:bwMode="auto" r:id="rId10">
              <p14:nvContentPartPr>
                <p14:cNvPr id="2" name="墨迹 1">
                  <a:extLst>
                    <a:ext uri="{FF2B5EF4-FFF2-40B4-BE49-F238E27FC236}">
                      <a16:creationId xmlns:a16="http://schemas.microsoft.com/office/drawing/2014/main" id="{2128FBB3-7C4A-A71B-8080-7AC1103D70E8}"/>
                    </a:ext>
                  </a:extLst>
                </p14:cNvPr>
                <p14:cNvContentPartPr/>
                <p14:nvPr/>
              </p14:nvContentPartPr>
              <p14:xfrm>
                <a:off x="1394425" y="1486629"/>
                <a:ext cx="5375520" cy="56520"/>
              </p14:xfrm>
            </p:contentPart>
          </mc:Choice>
          <mc:Fallback xmlns="">
            <p:pic>
              <p:nvPicPr>
                <p:cNvPr id="2" name="墨迹 1">
                  <a:extLst>
                    <a:ext uri="{FF2B5EF4-FFF2-40B4-BE49-F238E27FC236}">
                      <a16:creationId xmlns:a16="http://schemas.microsoft.com/office/drawing/2014/main" id="{2128FBB3-7C4A-A71B-8080-7AC1103D70E8}"/>
                    </a:ext>
                  </a:extLst>
                </p:cNvPr>
                <p:cNvPicPr/>
                <p:nvPr/>
              </p:nvPicPr>
              <p:blipFill>
                <a:blip r:embed="rId11"/>
                <a:stretch>
                  <a:fillRect/>
                </a:stretch>
              </p:blipFill>
              <p:spPr>
                <a:xfrm>
                  <a:off x="1376425" y="1468629"/>
                  <a:ext cx="5411160" cy="9216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3" name="墨迹 2">
                  <a:extLst>
                    <a:ext uri="{FF2B5EF4-FFF2-40B4-BE49-F238E27FC236}">
                      <a16:creationId xmlns:a16="http://schemas.microsoft.com/office/drawing/2014/main" id="{D3BFEF40-16FA-8797-FF39-CD249B45842C}"/>
                    </a:ext>
                  </a:extLst>
                </p14:cNvPr>
                <p14:cNvContentPartPr/>
                <p14:nvPr/>
              </p14:nvContentPartPr>
              <p14:xfrm>
                <a:off x="609265" y="1969029"/>
                <a:ext cx="2457720" cy="44640"/>
              </p14:xfrm>
            </p:contentPart>
          </mc:Choice>
          <mc:Fallback xmlns="">
            <p:pic>
              <p:nvPicPr>
                <p:cNvPr id="3" name="墨迹 2">
                  <a:extLst>
                    <a:ext uri="{FF2B5EF4-FFF2-40B4-BE49-F238E27FC236}">
                      <a16:creationId xmlns:a16="http://schemas.microsoft.com/office/drawing/2014/main" id="{D3BFEF40-16FA-8797-FF39-CD249B45842C}"/>
                    </a:ext>
                  </a:extLst>
                </p:cNvPr>
                <p:cNvPicPr/>
                <p:nvPr/>
              </p:nvPicPr>
              <p:blipFill>
                <a:blip r:embed="rId13"/>
                <a:stretch>
                  <a:fillRect/>
                </a:stretch>
              </p:blipFill>
              <p:spPr>
                <a:xfrm>
                  <a:off x="591625" y="1951389"/>
                  <a:ext cx="2493360" cy="8028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4" name="墨迹 3">
                  <a:extLst>
                    <a:ext uri="{FF2B5EF4-FFF2-40B4-BE49-F238E27FC236}">
                      <a16:creationId xmlns:a16="http://schemas.microsoft.com/office/drawing/2014/main" id="{832ECB9E-7560-A408-F7DA-371E846FC93F}"/>
                    </a:ext>
                  </a:extLst>
                </p14:cNvPr>
                <p14:cNvContentPartPr/>
                <p14:nvPr/>
              </p14:nvContentPartPr>
              <p14:xfrm>
                <a:off x="4356145" y="1562229"/>
                <a:ext cx="208080" cy="157320"/>
              </p14:xfrm>
            </p:contentPart>
          </mc:Choice>
          <mc:Fallback xmlns="">
            <p:pic>
              <p:nvPicPr>
                <p:cNvPr id="4" name="墨迹 3">
                  <a:extLst>
                    <a:ext uri="{FF2B5EF4-FFF2-40B4-BE49-F238E27FC236}">
                      <a16:creationId xmlns:a16="http://schemas.microsoft.com/office/drawing/2014/main" id="{832ECB9E-7560-A408-F7DA-371E846FC93F}"/>
                    </a:ext>
                  </a:extLst>
                </p:cNvPr>
                <p:cNvPicPr/>
                <p:nvPr/>
              </p:nvPicPr>
              <p:blipFill>
                <a:blip r:embed="rId15"/>
                <a:stretch>
                  <a:fillRect/>
                </a:stretch>
              </p:blipFill>
              <p:spPr>
                <a:xfrm>
                  <a:off x="4338145" y="1544589"/>
                  <a:ext cx="243720" cy="19296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5" name="墨迹 4">
                  <a:extLst>
                    <a:ext uri="{FF2B5EF4-FFF2-40B4-BE49-F238E27FC236}">
                      <a16:creationId xmlns:a16="http://schemas.microsoft.com/office/drawing/2014/main" id="{3C71A071-18FD-8AC3-1C33-E82C37085687}"/>
                    </a:ext>
                  </a:extLst>
                </p14:cNvPr>
                <p14:cNvContentPartPr/>
                <p14:nvPr/>
              </p14:nvContentPartPr>
              <p14:xfrm>
                <a:off x="4865905" y="1548549"/>
                <a:ext cx="193680" cy="181080"/>
              </p14:xfrm>
            </p:contentPart>
          </mc:Choice>
          <mc:Fallback xmlns="">
            <p:pic>
              <p:nvPicPr>
                <p:cNvPr id="5" name="墨迹 4">
                  <a:extLst>
                    <a:ext uri="{FF2B5EF4-FFF2-40B4-BE49-F238E27FC236}">
                      <a16:creationId xmlns:a16="http://schemas.microsoft.com/office/drawing/2014/main" id="{3C71A071-18FD-8AC3-1C33-E82C37085687}"/>
                    </a:ext>
                  </a:extLst>
                </p:cNvPr>
                <p:cNvPicPr/>
                <p:nvPr/>
              </p:nvPicPr>
              <p:blipFill>
                <a:blip r:embed="rId17"/>
                <a:stretch>
                  <a:fillRect/>
                </a:stretch>
              </p:blipFill>
              <p:spPr>
                <a:xfrm>
                  <a:off x="4848265" y="1530909"/>
                  <a:ext cx="229320" cy="21672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6" name="墨迹 5">
                  <a:extLst>
                    <a:ext uri="{FF2B5EF4-FFF2-40B4-BE49-F238E27FC236}">
                      <a16:creationId xmlns:a16="http://schemas.microsoft.com/office/drawing/2014/main" id="{E8DA71A7-6E6E-80C4-553C-0B646C3A16B0}"/>
                    </a:ext>
                  </a:extLst>
                </p14:cNvPr>
                <p14:cNvContentPartPr/>
                <p14:nvPr/>
              </p14:nvContentPartPr>
              <p14:xfrm>
                <a:off x="6834745" y="1544229"/>
                <a:ext cx="434160" cy="16920"/>
              </p14:xfrm>
            </p:contentPart>
          </mc:Choice>
          <mc:Fallback xmlns="">
            <p:pic>
              <p:nvPicPr>
                <p:cNvPr id="6" name="墨迹 5">
                  <a:extLst>
                    <a:ext uri="{FF2B5EF4-FFF2-40B4-BE49-F238E27FC236}">
                      <a16:creationId xmlns:a16="http://schemas.microsoft.com/office/drawing/2014/main" id="{E8DA71A7-6E6E-80C4-553C-0B646C3A16B0}"/>
                    </a:ext>
                  </a:extLst>
                </p:cNvPr>
                <p:cNvPicPr/>
                <p:nvPr/>
              </p:nvPicPr>
              <p:blipFill>
                <a:blip r:embed="rId19"/>
                <a:stretch>
                  <a:fillRect/>
                </a:stretch>
              </p:blipFill>
              <p:spPr>
                <a:xfrm>
                  <a:off x="6816745" y="1526589"/>
                  <a:ext cx="469800" cy="5256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7" name="墨迹 6">
                  <a:extLst>
                    <a:ext uri="{FF2B5EF4-FFF2-40B4-BE49-F238E27FC236}">
                      <a16:creationId xmlns:a16="http://schemas.microsoft.com/office/drawing/2014/main" id="{BD8FC3D7-03D9-44E1-E8C5-22395A37C7E4}"/>
                    </a:ext>
                  </a:extLst>
                </p14:cNvPr>
                <p14:cNvContentPartPr/>
                <p14:nvPr/>
              </p14:nvContentPartPr>
              <p14:xfrm>
                <a:off x="7739785" y="1485909"/>
                <a:ext cx="468720" cy="48240"/>
              </p14:xfrm>
            </p:contentPart>
          </mc:Choice>
          <mc:Fallback xmlns="">
            <p:pic>
              <p:nvPicPr>
                <p:cNvPr id="7" name="墨迹 6">
                  <a:extLst>
                    <a:ext uri="{FF2B5EF4-FFF2-40B4-BE49-F238E27FC236}">
                      <a16:creationId xmlns:a16="http://schemas.microsoft.com/office/drawing/2014/main" id="{BD8FC3D7-03D9-44E1-E8C5-22395A37C7E4}"/>
                    </a:ext>
                  </a:extLst>
                </p:cNvPr>
                <p:cNvPicPr/>
                <p:nvPr/>
              </p:nvPicPr>
              <p:blipFill>
                <a:blip r:embed="rId21"/>
                <a:stretch>
                  <a:fillRect/>
                </a:stretch>
              </p:blipFill>
              <p:spPr>
                <a:xfrm>
                  <a:off x="7722145" y="1467909"/>
                  <a:ext cx="504360" cy="8388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9" name="墨迹 8">
                  <a:extLst>
                    <a:ext uri="{FF2B5EF4-FFF2-40B4-BE49-F238E27FC236}">
                      <a16:creationId xmlns:a16="http://schemas.microsoft.com/office/drawing/2014/main" id="{5A023F31-DCFB-22AF-ED89-A368D0C0D436}"/>
                    </a:ext>
                  </a:extLst>
                </p14:cNvPr>
                <p14:cNvContentPartPr/>
                <p14:nvPr/>
              </p14:nvContentPartPr>
              <p14:xfrm>
                <a:off x="562825" y="1570509"/>
                <a:ext cx="2683440" cy="470880"/>
              </p14:xfrm>
            </p:contentPart>
          </mc:Choice>
          <mc:Fallback xmlns="">
            <p:pic>
              <p:nvPicPr>
                <p:cNvPr id="9" name="墨迹 8">
                  <a:extLst>
                    <a:ext uri="{FF2B5EF4-FFF2-40B4-BE49-F238E27FC236}">
                      <a16:creationId xmlns:a16="http://schemas.microsoft.com/office/drawing/2014/main" id="{5A023F31-DCFB-22AF-ED89-A368D0C0D436}"/>
                    </a:ext>
                  </a:extLst>
                </p:cNvPr>
                <p:cNvPicPr/>
                <p:nvPr/>
              </p:nvPicPr>
              <p:blipFill>
                <a:blip r:embed="rId23"/>
                <a:stretch>
                  <a:fillRect/>
                </a:stretch>
              </p:blipFill>
              <p:spPr>
                <a:xfrm>
                  <a:off x="545185" y="1552509"/>
                  <a:ext cx="2719080" cy="50652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24">
            <p14:nvContentPartPr>
              <p14:cNvPr id="11" name="墨迹 10">
                <a:extLst>
                  <a:ext uri="{FF2B5EF4-FFF2-40B4-BE49-F238E27FC236}">
                    <a16:creationId xmlns:a16="http://schemas.microsoft.com/office/drawing/2014/main" id="{7D15378F-5340-E5E4-38D1-BB1FF502AA54}"/>
                  </a:ext>
                </a:extLst>
              </p14:cNvPr>
              <p14:cNvContentPartPr/>
              <p14:nvPr/>
            </p14:nvContentPartPr>
            <p14:xfrm>
              <a:off x="1680625" y="4284549"/>
              <a:ext cx="268200" cy="10440"/>
            </p14:xfrm>
          </p:contentPart>
        </mc:Choice>
        <mc:Fallback xmlns="">
          <p:pic>
            <p:nvPicPr>
              <p:cNvPr id="11" name="墨迹 10">
                <a:extLst>
                  <a:ext uri="{FF2B5EF4-FFF2-40B4-BE49-F238E27FC236}">
                    <a16:creationId xmlns:a16="http://schemas.microsoft.com/office/drawing/2014/main" id="{7D15378F-5340-E5E4-38D1-BB1FF502AA54}"/>
                  </a:ext>
                </a:extLst>
              </p:cNvPr>
              <p:cNvPicPr/>
              <p:nvPr/>
            </p:nvPicPr>
            <p:blipFill>
              <a:blip r:embed="rId25"/>
              <a:stretch>
                <a:fillRect/>
              </a:stretch>
            </p:blipFill>
            <p:spPr>
              <a:xfrm>
                <a:off x="1662985" y="4266909"/>
                <a:ext cx="303840" cy="4608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13" name="墨迹 12">
                <a:extLst>
                  <a:ext uri="{FF2B5EF4-FFF2-40B4-BE49-F238E27FC236}">
                    <a16:creationId xmlns:a16="http://schemas.microsoft.com/office/drawing/2014/main" id="{3D217EA4-D09A-2AD1-697E-BEAEF67838CE}"/>
                  </a:ext>
                </a:extLst>
              </p14:cNvPr>
              <p14:cNvContentPartPr/>
              <p14:nvPr/>
            </p14:nvContentPartPr>
            <p14:xfrm>
              <a:off x="2410705" y="4266909"/>
              <a:ext cx="258840" cy="360"/>
            </p14:xfrm>
          </p:contentPart>
        </mc:Choice>
        <mc:Fallback xmlns="">
          <p:pic>
            <p:nvPicPr>
              <p:cNvPr id="13" name="墨迹 12">
                <a:extLst>
                  <a:ext uri="{FF2B5EF4-FFF2-40B4-BE49-F238E27FC236}">
                    <a16:creationId xmlns:a16="http://schemas.microsoft.com/office/drawing/2014/main" id="{3D217EA4-D09A-2AD1-697E-BEAEF67838CE}"/>
                  </a:ext>
                </a:extLst>
              </p:cNvPr>
              <p:cNvPicPr/>
              <p:nvPr/>
            </p:nvPicPr>
            <p:blipFill>
              <a:blip r:embed="rId27"/>
              <a:stretch>
                <a:fillRect/>
              </a:stretch>
            </p:blipFill>
            <p:spPr>
              <a:xfrm>
                <a:off x="2392705" y="4248909"/>
                <a:ext cx="294480" cy="3600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14" name="墨迹 13">
                <a:extLst>
                  <a:ext uri="{FF2B5EF4-FFF2-40B4-BE49-F238E27FC236}">
                    <a16:creationId xmlns:a16="http://schemas.microsoft.com/office/drawing/2014/main" id="{3A1CE83B-25A6-452C-E1F8-0602516F7561}"/>
                  </a:ext>
                </a:extLst>
              </p14:cNvPr>
              <p14:cNvContentPartPr/>
              <p14:nvPr/>
            </p14:nvContentPartPr>
            <p14:xfrm>
              <a:off x="4017385" y="4275909"/>
              <a:ext cx="1819080" cy="10080"/>
            </p14:xfrm>
          </p:contentPart>
        </mc:Choice>
        <mc:Fallback xmlns="">
          <p:pic>
            <p:nvPicPr>
              <p:cNvPr id="14" name="墨迹 13">
                <a:extLst>
                  <a:ext uri="{FF2B5EF4-FFF2-40B4-BE49-F238E27FC236}">
                    <a16:creationId xmlns:a16="http://schemas.microsoft.com/office/drawing/2014/main" id="{3A1CE83B-25A6-452C-E1F8-0602516F7561}"/>
                  </a:ext>
                </a:extLst>
              </p:cNvPr>
              <p:cNvPicPr/>
              <p:nvPr/>
            </p:nvPicPr>
            <p:blipFill>
              <a:blip r:embed="rId29"/>
              <a:stretch>
                <a:fillRect/>
              </a:stretch>
            </p:blipFill>
            <p:spPr>
              <a:xfrm>
                <a:off x="3999745" y="4257909"/>
                <a:ext cx="1854720" cy="4572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15" name="墨迹 14">
                <a:extLst>
                  <a:ext uri="{FF2B5EF4-FFF2-40B4-BE49-F238E27FC236}">
                    <a16:creationId xmlns:a16="http://schemas.microsoft.com/office/drawing/2014/main" id="{4F16AC3E-FCC3-CDAD-5FF8-84DD4635C896}"/>
                  </a:ext>
                </a:extLst>
              </p14:cNvPr>
              <p14:cNvContentPartPr/>
              <p14:nvPr/>
            </p14:nvContentPartPr>
            <p14:xfrm>
              <a:off x="4525705" y="5208669"/>
              <a:ext cx="1440000" cy="28440"/>
            </p14:xfrm>
          </p:contentPart>
        </mc:Choice>
        <mc:Fallback xmlns="">
          <p:pic>
            <p:nvPicPr>
              <p:cNvPr id="15" name="墨迹 14">
                <a:extLst>
                  <a:ext uri="{FF2B5EF4-FFF2-40B4-BE49-F238E27FC236}">
                    <a16:creationId xmlns:a16="http://schemas.microsoft.com/office/drawing/2014/main" id="{4F16AC3E-FCC3-CDAD-5FF8-84DD4635C896}"/>
                  </a:ext>
                </a:extLst>
              </p:cNvPr>
              <p:cNvPicPr/>
              <p:nvPr/>
            </p:nvPicPr>
            <p:blipFill>
              <a:blip r:embed="rId31"/>
              <a:stretch>
                <a:fillRect/>
              </a:stretch>
            </p:blipFill>
            <p:spPr>
              <a:xfrm>
                <a:off x="4508065" y="5190669"/>
                <a:ext cx="1475640" cy="6408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16" name="墨迹 15">
                <a:extLst>
                  <a:ext uri="{FF2B5EF4-FFF2-40B4-BE49-F238E27FC236}">
                    <a16:creationId xmlns:a16="http://schemas.microsoft.com/office/drawing/2014/main" id="{2A7E9BF3-2455-206F-6306-C398833847D5}"/>
                  </a:ext>
                </a:extLst>
              </p14:cNvPr>
              <p14:cNvContentPartPr/>
              <p14:nvPr/>
            </p14:nvContentPartPr>
            <p14:xfrm>
              <a:off x="2733985" y="5606469"/>
              <a:ext cx="202320" cy="360"/>
            </p14:xfrm>
          </p:contentPart>
        </mc:Choice>
        <mc:Fallback xmlns="">
          <p:pic>
            <p:nvPicPr>
              <p:cNvPr id="16" name="墨迹 15">
                <a:extLst>
                  <a:ext uri="{FF2B5EF4-FFF2-40B4-BE49-F238E27FC236}">
                    <a16:creationId xmlns:a16="http://schemas.microsoft.com/office/drawing/2014/main" id="{2A7E9BF3-2455-206F-6306-C398833847D5}"/>
                  </a:ext>
                </a:extLst>
              </p:cNvPr>
              <p:cNvPicPr/>
              <p:nvPr/>
            </p:nvPicPr>
            <p:blipFill>
              <a:blip r:embed="rId33"/>
              <a:stretch>
                <a:fillRect/>
              </a:stretch>
            </p:blipFill>
            <p:spPr>
              <a:xfrm>
                <a:off x="2715985" y="5588469"/>
                <a:ext cx="237960" cy="3600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17" name="墨迹 16">
                <a:extLst>
                  <a:ext uri="{FF2B5EF4-FFF2-40B4-BE49-F238E27FC236}">
                    <a16:creationId xmlns:a16="http://schemas.microsoft.com/office/drawing/2014/main" id="{6CD452F7-8084-6290-5F52-629EB49D7316}"/>
                  </a:ext>
                </a:extLst>
              </p14:cNvPr>
              <p14:cNvContentPartPr/>
              <p14:nvPr/>
            </p14:nvContentPartPr>
            <p14:xfrm>
              <a:off x="3491065" y="5707989"/>
              <a:ext cx="165960" cy="360"/>
            </p14:xfrm>
          </p:contentPart>
        </mc:Choice>
        <mc:Fallback xmlns="">
          <p:pic>
            <p:nvPicPr>
              <p:cNvPr id="17" name="墨迹 16">
                <a:extLst>
                  <a:ext uri="{FF2B5EF4-FFF2-40B4-BE49-F238E27FC236}">
                    <a16:creationId xmlns:a16="http://schemas.microsoft.com/office/drawing/2014/main" id="{6CD452F7-8084-6290-5F52-629EB49D7316}"/>
                  </a:ext>
                </a:extLst>
              </p:cNvPr>
              <p:cNvPicPr/>
              <p:nvPr/>
            </p:nvPicPr>
            <p:blipFill>
              <a:blip r:embed="rId35"/>
              <a:stretch>
                <a:fillRect/>
              </a:stretch>
            </p:blipFill>
            <p:spPr>
              <a:xfrm>
                <a:off x="3473065" y="5689989"/>
                <a:ext cx="201600" cy="36000"/>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18" name="墨迹 17">
                <a:extLst>
                  <a:ext uri="{FF2B5EF4-FFF2-40B4-BE49-F238E27FC236}">
                    <a16:creationId xmlns:a16="http://schemas.microsoft.com/office/drawing/2014/main" id="{B69674BD-6A09-F4E2-DF89-25D733B4F493}"/>
                  </a:ext>
                </a:extLst>
              </p14:cNvPr>
              <p14:cNvContentPartPr/>
              <p14:nvPr/>
            </p14:nvContentPartPr>
            <p14:xfrm>
              <a:off x="5227345" y="5698629"/>
              <a:ext cx="221400" cy="360"/>
            </p14:xfrm>
          </p:contentPart>
        </mc:Choice>
        <mc:Fallback xmlns="">
          <p:pic>
            <p:nvPicPr>
              <p:cNvPr id="18" name="墨迹 17">
                <a:extLst>
                  <a:ext uri="{FF2B5EF4-FFF2-40B4-BE49-F238E27FC236}">
                    <a16:creationId xmlns:a16="http://schemas.microsoft.com/office/drawing/2014/main" id="{B69674BD-6A09-F4E2-DF89-25D733B4F493}"/>
                  </a:ext>
                </a:extLst>
              </p:cNvPr>
              <p:cNvPicPr/>
              <p:nvPr/>
            </p:nvPicPr>
            <p:blipFill>
              <a:blip r:embed="rId37"/>
              <a:stretch>
                <a:fillRect/>
              </a:stretch>
            </p:blipFill>
            <p:spPr>
              <a:xfrm>
                <a:off x="5209705" y="5680629"/>
                <a:ext cx="257040" cy="36000"/>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32" name="墨迹 31">
                <a:extLst>
                  <a:ext uri="{FF2B5EF4-FFF2-40B4-BE49-F238E27FC236}">
                    <a16:creationId xmlns:a16="http://schemas.microsoft.com/office/drawing/2014/main" id="{45229D06-67AD-4B71-96D4-7CEE849304DB}"/>
                  </a:ext>
                </a:extLst>
              </p14:cNvPr>
              <p14:cNvContentPartPr/>
              <p14:nvPr/>
            </p14:nvContentPartPr>
            <p14:xfrm>
              <a:off x="1246825" y="1514709"/>
              <a:ext cx="462240" cy="18720"/>
            </p14:xfrm>
          </p:contentPart>
        </mc:Choice>
        <mc:Fallback xmlns="">
          <p:pic>
            <p:nvPicPr>
              <p:cNvPr id="32" name="墨迹 31">
                <a:extLst>
                  <a:ext uri="{FF2B5EF4-FFF2-40B4-BE49-F238E27FC236}">
                    <a16:creationId xmlns:a16="http://schemas.microsoft.com/office/drawing/2014/main" id="{45229D06-67AD-4B71-96D4-7CEE849304DB}"/>
                  </a:ext>
                </a:extLst>
              </p:cNvPr>
              <p:cNvPicPr/>
              <p:nvPr/>
            </p:nvPicPr>
            <p:blipFill>
              <a:blip r:embed="rId39"/>
              <a:stretch>
                <a:fillRect/>
              </a:stretch>
            </p:blipFill>
            <p:spPr>
              <a:xfrm>
                <a:off x="1228825" y="1496709"/>
                <a:ext cx="497880" cy="54360"/>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41" name="墨迹 40">
                <a:extLst>
                  <a:ext uri="{FF2B5EF4-FFF2-40B4-BE49-F238E27FC236}">
                    <a16:creationId xmlns:a16="http://schemas.microsoft.com/office/drawing/2014/main" id="{3EC004D2-CBF7-D258-B821-45A03455F2D8}"/>
                  </a:ext>
                </a:extLst>
              </p14:cNvPr>
              <p14:cNvContentPartPr/>
              <p14:nvPr/>
            </p14:nvContentPartPr>
            <p14:xfrm>
              <a:off x="4294585" y="5661909"/>
              <a:ext cx="190800" cy="158400"/>
            </p14:xfrm>
          </p:contentPart>
        </mc:Choice>
        <mc:Fallback xmlns="">
          <p:pic>
            <p:nvPicPr>
              <p:cNvPr id="41" name="墨迹 40">
                <a:extLst>
                  <a:ext uri="{FF2B5EF4-FFF2-40B4-BE49-F238E27FC236}">
                    <a16:creationId xmlns:a16="http://schemas.microsoft.com/office/drawing/2014/main" id="{3EC004D2-CBF7-D258-B821-45A03455F2D8}"/>
                  </a:ext>
                </a:extLst>
              </p:cNvPr>
              <p:cNvPicPr/>
              <p:nvPr/>
            </p:nvPicPr>
            <p:blipFill>
              <a:blip r:embed="rId41"/>
              <a:stretch>
                <a:fillRect/>
              </a:stretch>
            </p:blipFill>
            <p:spPr>
              <a:xfrm>
                <a:off x="4276945" y="5644269"/>
                <a:ext cx="226440" cy="194040"/>
              </a:xfrm>
              <a:prstGeom prst="rect">
                <a:avLst/>
              </a:prstGeom>
            </p:spPr>
          </p:pic>
        </mc:Fallback>
      </mc:AlternateContent>
      <mc:AlternateContent xmlns:mc="http://schemas.openxmlformats.org/markup-compatibility/2006" xmlns:p14="http://schemas.microsoft.com/office/powerpoint/2010/main">
        <mc:Choice Requires="p14">
          <p:contentPart p14:bwMode="auto" r:id="rId42">
            <p14:nvContentPartPr>
              <p14:cNvPr id="42" name="墨迹 41">
                <a:extLst>
                  <a:ext uri="{FF2B5EF4-FFF2-40B4-BE49-F238E27FC236}">
                    <a16:creationId xmlns:a16="http://schemas.microsoft.com/office/drawing/2014/main" id="{2C4356A3-EF5E-3893-F9D5-5499D308664D}"/>
                  </a:ext>
                </a:extLst>
              </p14:cNvPr>
              <p14:cNvContentPartPr/>
              <p14:nvPr/>
            </p14:nvContentPartPr>
            <p14:xfrm>
              <a:off x="2447785" y="6308109"/>
              <a:ext cx="461160" cy="9720"/>
            </p14:xfrm>
          </p:contentPart>
        </mc:Choice>
        <mc:Fallback xmlns="">
          <p:pic>
            <p:nvPicPr>
              <p:cNvPr id="42" name="墨迹 41">
                <a:extLst>
                  <a:ext uri="{FF2B5EF4-FFF2-40B4-BE49-F238E27FC236}">
                    <a16:creationId xmlns:a16="http://schemas.microsoft.com/office/drawing/2014/main" id="{2C4356A3-EF5E-3893-F9D5-5499D308664D}"/>
                  </a:ext>
                </a:extLst>
              </p:cNvPr>
              <p:cNvPicPr/>
              <p:nvPr/>
            </p:nvPicPr>
            <p:blipFill>
              <a:blip r:embed="rId43"/>
              <a:stretch>
                <a:fillRect/>
              </a:stretch>
            </p:blipFill>
            <p:spPr>
              <a:xfrm>
                <a:off x="2429785" y="6290469"/>
                <a:ext cx="496800" cy="45360"/>
              </a:xfrm>
              <a:prstGeom prst="rect">
                <a:avLst/>
              </a:prstGeom>
            </p:spPr>
          </p:pic>
        </mc:Fallback>
      </mc:AlternateContent>
    </p:spTree>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6625" name="组合 10244"/>
          <p:cNvGrpSpPr/>
          <p:nvPr/>
        </p:nvGrpSpPr>
        <p:grpSpPr>
          <a:xfrm>
            <a:off x="815975" y="3708400"/>
            <a:ext cx="7880350" cy="1293813"/>
            <a:chOff x="0" y="0"/>
            <a:chExt cx="4964" cy="815"/>
          </a:xfrm>
        </p:grpSpPr>
        <p:graphicFrame>
          <p:nvGraphicFramePr>
            <p:cNvPr id="26626" name="对象 10247"/>
            <p:cNvGraphicFramePr>
              <a:graphicFrameLocks noChangeAspect="1"/>
            </p:cNvGraphicFramePr>
            <p:nvPr/>
          </p:nvGraphicFramePr>
          <p:xfrm>
            <a:off x="841" y="499"/>
            <a:ext cx="2275" cy="316"/>
          </p:xfrm>
          <a:graphic>
            <a:graphicData uri="http://schemas.openxmlformats.org/presentationml/2006/ole">
              <mc:AlternateContent xmlns:mc="http://schemas.openxmlformats.org/markup-compatibility/2006">
                <mc:Choice xmlns:v="urn:schemas-microsoft-com:vml" Requires="v">
                  <p:oleObj r:id="rId2" imgW="2006600" imgH="279400" progId="Equation.3">
                    <p:embed/>
                  </p:oleObj>
                </mc:Choice>
                <mc:Fallback>
                  <p:oleObj r:id="rId2" imgW="2006600" imgH="279400" progId="Equation.3">
                    <p:embed/>
                    <p:pic>
                      <p:nvPicPr>
                        <p:cNvPr id="0" name="图片 3100"/>
                        <p:cNvPicPr/>
                        <p:nvPr/>
                      </p:nvPicPr>
                      <p:blipFill>
                        <a:blip r:embed="rId3"/>
                        <a:stretch>
                          <a:fillRect/>
                        </a:stretch>
                      </p:blipFill>
                      <p:spPr>
                        <a:xfrm>
                          <a:off x="841" y="499"/>
                          <a:ext cx="2275" cy="316"/>
                        </a:xfrm>
                        <a:prstGeom prst="rect">
                          <a:avLst/>
                        </a:prstGeom>
                        <a:noFill/>
                        <a:ln w="38100">
                          <a:noFill/>
                          <a:miter/>
                        </a:ln>
                      </p:spPr>
                    </p:pic>
                  </p:oleObj>
                </mc:Fallback>
              </mc:AlternateContent>
            </a:graphicData>
          </a:graphic>
        </p:graphicFrame>
        <p:sp>
          <p:nvSpPr>
            <p:cNvPr id="26627" name="矩形 10248"/>
            <p:cNvSpPr/>
            <p:nvPr/>
          </p:nvSpPr>
          <p:spPr>
            <a:xfrm>
              <a:off x="0" y="0"/>
              <a:ext cx="4964" cy="499"/>
            </a:xfrm>
            <a:prstGeom prst="rect">
              <a:avLst/>
            </a:prstGeom>
            <a:noFill/>
            <a:ln w="9525">
              <a:noFill/>
            </a:ln>
          </p:spPr>
          <p:txBody>
            <a:bodyPr wrap="square" anchor="t" anchorCtr="0">
              <a:spAutoFit/>
            </a:bodyPr>
            <a:lstStyle/>
            <a:p>
              <a:pPr marL="342900" indent="-342900">
                <a:lnSpc>
                  <a:spcPct val="190000"/>
                </a:lnSpc>
                <a:spcBef>
                  <a:spcPct val="70000"/>
                </a:spcBef>
                <a:buClr>
                  <a:srgbClr val="2D2D89"/>
                </a:buClr>
                <a:buFont typeface="Wingdings" panose="05000000000000000000" charset="0"/>
                <a:buChar char=""/>
              </a:pPr>
              <a:r>
                <a:rPr lang="zh-CN" altLang="en-US" sz="2400" b="1">
                  <a:latin typeface="Times New Roman" panose="02020603050405020304" pitchFamily="2" charset="0"/>
                  <a:ea typeface="宋体" panose="02010600030101010101" pitchFamily="2" charset="-122"/>
                </a:rPr>
                <a:t> 如果</a:t>
              </a:r>
              <a:r>
                <a:rPr lang="zh-CN" altLang="en-US" sz="2400" b="1">
                  <a:solidFill>
                    <a:srgbClr val="C00000"/>
                  </a:solidFill>
                  <a:latin typeface="Times New Roman" panose="02020603050405020304" pitchFamily="2" charset="0"/>
                  <a:ea typeface="宋体" panose="02010600030101010101" pitchFamily="2" charset="-122"/>
                </a:rPr>
                <a:t>n</a:t>
              </a:r>
              <a:r>
                <a:rPr lang="zh-CN" altLang="en-US" sz="2400" b="1" baseline="-25000">
                  <a:solidFill>
                    <a:srgbClr val="C00000"/>
                  </a:solidFill>
                  <a:latin typeface="Times New Roman" panose="02020603050405020304" pitchFamily="2" charset="0"/>
                  <a:ea typeface="宋体" panose="02010600030101010101" pitchFamily="2" charset="-122"/>
                </a:rPr>
                <a:t>1</a:t>
              </a:r>
              <a:r>
                <a:rPr lang="zh-CN" altLang="en-US" sz="2400" b="1">
                  <a:solidFill>
                    <a:srgbClr val="C00000"/>
                  </a:solidFill>
                  <a:latin typeface="Times New Roman" panose="02020603050405020304" pitchFamily="2" charset="0"/>
                  <a:ea typeface="宋体" panose="02010600030101010101" pitchFamily="2" charset="-122"/>
                </a:rPr>
                <a:t>≥0</a:t>
              </a:r>
              <a:r>
                <a:rPr lang="zh-CN" altLang="en-US" sz="2400" b="1">
                  <a:latin typeface="Times New Roman" panose="02020603050405020304" pitchFamily="2" charset="0"/>
                  <a:ea typeface="宋体" panose="02010600030101010101" pitchFamily="2" charset="-122"/>
                </a:rPr>
                <a:t>，则收敛域不包括</a:t>
              </a:r>
              <a:r>
                <a:rPr lang="en-US" altLang="zh-CN" sz="2400" b="1">
                  <a:latin typeface="Times New Roman" panose="02020603050405020304" pitchFamily="2" charset="0"/>
                  <a:ea typeface="宋体" panose="02010600030101010101" pitchFamily="2" charset="-122"/>
                </a:rPr>
                <a:t>0</a:t>
              </a:r>
              <a:r>
                <a:rPr lang="zh-CN" altLang="en-US" sz="2400" b="1">
                  <a:latin typeface="Times New Roman" panose="02020603050405020304" pitchFamily="2" charset="0"/>
                  <a:ea typeface="宋体" panose="02010600030101010101" pitchFamily="2" charset="-122"/>
                </a:rPr>
                <a:t>点</a:t>
              </a:r>
            </a:p>
          </p:txBody>
        </p:sp>
      </p:grpSp>
      <p:sp>
        <p:nvSpPr>
          <p:cNvPr id="26628" name="文本框 1"/>
          <p:cNvSpPr txBox="1"/>
          <p:nvPr/>
        </p:nvSpPr>
        <p:spPr>
          <a:xfrm>
            <a:off x="900113" y="803275"/>
            <a:ext cx="4849812" cy="792163"/>
          </a:xfrm>
          <a:prstGeom prst="rect">
            <a:avLst/>
          </a:prstGeom>
          <a:noFill/>
          <a:ln w="9525">
            <a:noFill/>
          </a:ln>
        </p:spPr>
        <p:txBody>
          <a:bodyPr wrap="none" anchor="t" anchorCtr="0">
            <a:spAutoFit/>
          </a:bodyPr>
          <a:lstStyle/>
          <a:p>
            <a:pPr marL="342900" indent="-342900">
              <a:lnSpc>
                <a:spcPct val="190000"/>
              </a:lnSpc>
              <a:spcBef>
                <a:spcPct val="70000"/>
              </a:spcBef>
              <a:buClr>
                <a:srgbClr val="2D2D89"/>
              </a:buClr>
              <a:buFont typeface="Wingdings" panose="05000000000000000000" charset="0"/>
              <a:buChar char=""/>
            </a:pPr>
            <a:r>
              <a:rPr lang="zh-CN" altLang="en-US" sz="2400" b="1">
                <a:latin typeface="Times New Roman" panose="02020603050405020304" pitchFamily="2" charset="0"/>
                <a:ea typeface="宋体" panose="02010600030101010101" pitchFamily="2" charset="-122"/>
              </a:rPr>
              <a:t>如果</a:t>
            </a:r>
            <a:r>
              <a:rPr lang="zh-CN" altLang="en-US" sz="2400" b="1">
                <a:solidFill>
                  <a:srgbClr val="C00000"/>
                </a:solidFill>
                <a:latin typeface="Times New Roman" panose="02020603050405020304" pitchFamily="2" charset="0"/>
                <a:ea typeface="宋体" panose="02010600030101010101" pitchFamily="2" charset="-122"/>
              </a:rPr>
              <a:t>n</a:t>
            </a:r>
            <a:r>
              <a:rPr lang="zh-CN" altLang="en-US" sz="2400" b="1" baseline="-25000">
                <a:solidFill>
                  <a:srgbClr val="C00000"/>
                </a:solidFill>
                <a:latin typeface="Times New Roman" panose="02020603050405020304" pitchFamily="2" charset="0"/>
                <a:ea typeface="宋体" panose="02010600030101010101" pitchFamily="2" charset="-122"/>
              </a:rPr>
              <a:t>2</a:t>
            </a:r>
            <a:r>
              <a:rPr lang="zh-CN" altLang="en-US" sz="2400" b="1">
                <a:solidFill>
                  <a:srgbClr val="C00000"/>
                </a:solidFill>
                <a:latin typeface="Times New Roman" panose="02020603050405020304" pitchFamily="2" charset="0"/>
                <a:ea typeface="宋体" panose="02010600030101010101" pitchFamily="2" charset="-122"/>
              </a:rPr>
              <a:t>≤0</a:t>
            </a:r>
            <a:r>
              <a:rPr lang="en-US" altLang="zh-CN" sz="2400" b="1">
                <a:latin typeface="Times New Roman" panose="02020603050405020304" pitchFamily="2" charset="0"/>
                <a:ea typeface="宋体" panose="02010600030101010101" pitchFamily="2" charset="-122"/>
              </a:rPr>
              <a:t>  </a:t>
            </a:r>
            <a:r>
              <a:rPr lang="zh-CN" altLang="en-US" sz="2400" b="1">
                <a:latin typeface="Times New Roman" panose="02020603050405020304" pitchFamily="2" charset="0"/>
                <a:ea typeface="宋体" panose="02010600030101010101" pitchFamily="2" charset="-122"/>
              </a:rPr>
              <a:t>，则收敛域不包括</a:t>
            </a:r>
            <a:r>
              <a:rPr lang="en-US" altLang="zh-CN" sz="2400" b="1">
                <a:latin typeface="Times New Roman" panose="02020603050405020304" pitchFamily="2" charset="0"/>
                <a:ea typeface="宋体" panose="02010600030101010101" pitchFamily="2" charset="-122"/>
              </a:rPr>
              <a:t>∞</a:t>
            </a:r>
            <a:r>
              <a:rPr lang="zh-CN" altLang="en-US" sz="2400" b="1">
                <a:latin typeface="Times New Roman" panose="02020603050405020304" pitchFamily="2" charset="0"/>
                <a:ea typeface="宋体" panose="02010600030101010101" pitchFamily="2" charset="-122"/>
              </a:rPr>
              <a:t>点</a:t>
            </a:r>
            <a:endParaRPr lang="zh-CN" altLang="en-US" sz="2400">
              <a:latin typeface="Times New Roman" panose="02020603050405020304" pitchFamily="2" charset="0"/>
              <a:ea typeface="宋体" panose="02010600030101010101" pitchFamily="2" charset="-122"/>
            </a:endParaRPr>
          </a:p>
        </p:txBody>
      </p:sp>
      <p:graphicFrame>
        <p:nvGraphicFramePr>
          <p:cNvPr id="26629" name="对象 10245"/>
          <p:cNvGraphicFramePr>
            <a:graphicFrameLocks noChangeAspect="1"/>
          </p:cNvGraphicFramePr>
          <p:nvPr/>
        </p:nvGraphicFramePr>
        <p:xfrm>
          <a:off x="2095500" y="1766888"/>
          <a:ext cx="3724275" cy="511175"/>
        </p:xfrm>
        <a:graphic>
          <a:graphicData uri="http://schemas.openxmlformats.org/presentationml/2006/ole">
            <mc:AlternateContent xmlns:mc="http://schemas.openxmlformats.org/markup-compatibility/2006">
              <mc:Choice xmlns:v="urn:schemas-microsoft-com:vml" Requires="v">
                <p:oleObj r:id="rId4" imgW="1993900" imgH="279400" progId="Equation.3">
                  <p:embed/>
                </p:oleObj>
              </mc:Choice>
              <mc:Fallback>
                <p:oleObj r:id="rId4" imgW="1993900" imgH="279400" progId="Equation.3">
                  <p:embed/>
                  <p:pic>
                    <p:nvPicPr>
                      <p:cNvPr id="0" name="图片 3095"/>
                      <p:cNvPicPr/>
                      <p:nvPr/>
                    </p:nvPicPr>
                    <p:blipFill>
                      <a:blip r:embed="rId5"/>
                      <a:stretch>
                        <a:fillRect/>
                      </a:stretch>
                    </p:blipFill>
                    <p:spPr>
                      <a:xfrm>
                        <a:off x="2095500" y="1766888"/>
                        <a:ext cx="3724275" cy="511175"/>
                      </a:xfrm>
                      <a:prstGeom prst="rect">
                        <a:avLst/>
                      </a:prstGeom>
                      <a:noFill/>
                      <a:ln w="38100">
                        <a:noFill/>
                        <a:miter/>
                      </a:ln>
                    </p:spPr>
                  </p:pic>
                </p:oleObj>
              </mc:Fallback>
            </mc:AlternateContent>
          </a:graphicData>
        </a:graphic>
      </p:graphicFrame>
      <p:graphicFrame>
        <p:nvGraphicFramePr>
          <p:cNvPr id="26630" name="对象 550919"/>
          <p:cNvGraphicFramePr/>
          <p:nvPr/>
        </p:nvGraphicFramePr>
        <p:xfrm>
          <a:off x="2152650" y="5121275"/>
          <a:ext cx="3352800" cy="1066800"/>
        </p:xfrm>
        <a:graphic>
          <a:graphicData uri="http://schemas.openxmlformats.org/presentationml/2006/ole">
            <mc:AlternateContent xmlns:mc="http://schemas.openxmlformats.org/markup-compatibility/2006">
              <mc:Choice xmlns:v="urn:schemas-microsoft-com:vml" Requires="v">
                <p:oleObj r:id="rId6" imgW="3352800" imgH="1066800" progId="Equation.DSMT4">
                  <p:embed/>
                </p:oleObj>
              </mc:Choice>
              <mc:Fallback>
                <p:oleObj r:id="rId6" imgW="3352800" imgH="1066800" progId="Equation.DSMT4">
                  <p:embed/>
                  <p:pic>
                    <p:nvPicPr>
                      <p:cNvPr id="0" name="图片 3096"/>
                      <p:cNvPicPr/>
                      <p:nvPr/>
                    </p:nvPicPr>
                    <p:blipFill>
                      <a:blip r:embed="rId7">
                        <a:lum bright="-100000"/>
                      </a:blip>
                      <a:stretch>
                        <a:fillRect/>
                      </a:stretch>
                    </p:blipFill>
                    <p:spPr>
                      <a:xfrm>
                        <a:off x="2152650" y="5121275"/>
                        <a:ext cx="3352800" cy="1066800"/>
                      </a:xfrm>
                      <a:prstGeom prst="rect">
                        <a:avLst/>
                      </a:prstGeom>
                      <a:noFill/>
                      <a:ln w="38100">
                        <a:noFill/>
                        <a:miter/>
                      </a:ln>
                    </p:spPr>
                  </p:pic>
                </p:oleObj>
              </mc:Fallback>
            </mc:AlternateContent>
          </a:graphicData>
        </a:graphic>
      </p:graphicFrame>
      <p:graphicFrame>
        <p:nvGraphicFramePr>
          <p:cNvPr id="26631" name="对象 550920"/>
          <p:cNvGraphicFramePr/>
          <p:nvPr/>
        </p:nvGraphicFramePr>
        <p:xfrm>
          <a:off x="2095500" y="2535238"/>
          <a:ext cx="3352800" cy="1066800"/>
        </p:xfrm>
        <a:graphic>
          <a:graphicData uri="http://schemas.openxmlformats.org/presentationml/2006/ole">
            <mc:AlternateContent xmlns:mc="http://schemas.openxmlformats.org/markup-compatibility/2006">
              <mc:Choice xmlns:v="urn:schemas-microsoft-com:vml" Requires="v">
                <p:oleObj r:id="rId8" imgW="3352800" imgH="1066800" progId="Equation.DSMT4">
                  <p:embed/>
                </p:oleObj>
              </mc:Choice>
              <mc:Fallback>
                <p:oleObj r:id="rId8" imgW="3352800" imgH="1066800" progId="Equation.DSMT4">
                  <p:embed/>
                  <p:pic>
                    <p:nvPicPr>
                      <p:cNvPr id="0" name="图片 3101"/>
                      <p:cNvPicPr/>
                      <p:nvPr/>
                    </p:nvPicPr>
                    <p:blipFill>
                      <a:blip r:embed="rId9">
                        <a:lum bright="-100000"/>
                      </a:blip>
                      <a:stretch>
                        <a:fillRect/>
                      </a:stretch>
                    </p:blipFill>
                    <p:spPr>
                      <a:xfrm>
                        <a:off x="2095500" y="2535238"/>
                        <a:ext cx="3352800" cy="1066800"/>
                      </a:xfrm>
                      <a:prstGeom prst="rect">
                        <a:avLst/>
                      </a:prstGeom>
                      <a:noFill/>
                      <a:ln w="38100">
                        <a:noFill/>
                        <a:miter/>
                      </a:ln>
                    </p:spPr>
                  </p:pic>
                </p:oleObj>
              </mc:Fallback>
            </mc:AlternateContent>
          </a:graphicData>
        </a:graphic>
      </p:graphicFrame>
      <p:grpSp>
        <p:nvGrpSpPr>
          <p:cNvPr id="39" name="组合 38">
            <a:extLst>
              <a:ext uri="{FF2B5EF4-FFF2-40B4-BE49-F238E27FC236}">
                <a16:creationId xmlns:a16="http://schemas.microsoft.com/office/drawing/2014/main" id="{54DAA5B8-3120-F6BC-0140-AE2BC68DB170}"/>
              </a:ext>
            </a:extLst>
          </p:cNvPr>
          <p:cNvGrpSpPr/>
          <p:nvPr/>
        </p:nvGrpSpPr>
        <p:grpSpPr>
          <a:xfrm>
            <a:off x="48385" y="18549"/>
            <a:ext cx="2362680" cy="1326960"/>
            <a:chOff x="48385" y="18549"/>
            <a:chExt cx="2362680" cy="1326960"/>
          </a:xfrm>
        </p:grpSpPr>
        <mc:AlternateContent xmlns:mc="http://schemas.openxmlformats.org/markup-compatibility/2006" xmlns:p14="http://schemas.microsoft.com/office/powerpoint/2010/main">
          <mc:Choice Requires="p14">
            <p:contentPart p14:bwMode="auto" r:id="rId10">
              <p14:nvContentPartPr>
                <p14:cNvPr id="27" name="墨迹 26">
                  <a:extLst>
                    <a:ext uri="{FF2B5EF4-FFF2-40B4-BE49-F238E27FC236}">
                      <a16:creationId xmlns:a16="http://schemas.microsoft.com/office/drawing/2014/main" id="{D319C37D-65D2-97A3-2B5D-70740C1F169E}"/>
                    </a:ext>
                  </a:extLst>
                </p14:cNvPr>
                <p14:cNvContentPartPr/>
                <p14:nvPr/>
              </p14:nvContentPartPr>
              <p14:xfrm>
                <a:off x="156745" y="451629"/>
                <a:ext cx="2254320" cy="56880"/>
              </p14:xfrm>
            </p:contentPart>
          </mc:Choice>
          <mc:Fallback xmlns="">
            <p:pic>
              <p:nvPicPr>
                <p:cNvPr id="27" name="墨迹 26">
                  <a:extLst>
                    <a:ext uri="{FF2B5EF4-FFF2-40B4-BE49-F238E27FC236}">
                      <a16:creationId xmlns:a16="http://schemas.microsoft.com/office/drawing/2014/main" id="{D319C37D-65D2-97A3-2B5D-70740C1F169E}"/>
                    </a:ext>
                  </a:extLst>
                </p:cNvPr>
                <p:cNvPicPr/>
                <p:nvPr/>
              </p:nvPicPr>
              <p:blipFill>
                <a:blip r:embed="rId11"/>
                <a:stretch>
                  <a:fillRect/>
                </a:stretch>
              </p:blipFill>
              <p:spPr>
                <a:xfrm>
                  <a:off x="139105" y="433989"/>
                  <a:ext cx="2289960" cy="9252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30" name="墨迹 29">
                  <a:extLst>
                    <a:ext uri="{FF2B5EF4-FFF2-40B4-BE49-F238E27FC236}">
                      <a16:creationId xmlns:a16="http://schemas.microsoft.com/office/drawing/2014/main" id="{24EFD792-F5C4-05B9-4D37-456E0EAB8A70}"/>
                    </a:ext>
                  </a:extLst>
                </p14:cNvPr>
                <p14:cNvContentPartPr/>
                <p14:nvPr/>
              </p14:nvContentPartPr>
              <p14:xfrm>
                <a:off x="1088785" y="18549"/>
                <a:ext cx="112680" cy="1326960"/>
              </p14:xfrm>
            </p:contentPart>
          </mc:Choice>
          <mc:Fallback xmlns="">
            <p:pic>
              <p:nvPicPr>
                <p:cNvPr id="30" name="墨迹 29">
                  <a:extLst>
                    <a:ext uri="{FF2B5EF4-FFF2-40B4-BE49-F238E27FC236}">
                      <a16:creationId xmlns:a16="http://schemas.microsoft.com/office/drawing/2014/main" id="{24EFD792-F5C4-05B9-4D37-456E0EAB8A70}"/>
                    </a:ext>
                  </a:extLst>
                </p:cNvPr>
                <p:cNvPicPr/>
                <p:nvPr/>
              </p:nvPicPr>
              <p:blipFill>
                <a:blip r:embed="rId13"/>
                <a:stretch>
                  <a:fillRect/>
                </a:stretch>
              </p:blipFill>
              <p:spPr>
                <a:xfrm>
                  <a:off x="1070785" y="549"/>
                  <a:ext cx="148320" cy="136260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31" name="墨迹 30">
                  <a:extLst>
                    <a:ext uri="{FF2B5EF4-FFF2-40B4-BE49-F238E27FC236}">
                      <a16:creationId xmlns:a16="http://schemas.microsoft.com/office/drawing/2014/main" id="{EFF4D16E-8F5B-4504-90B5-7B74D1F2C838}"/>
                    </a:ext>
                  </a:extLst>
                </p14:cNvPr>
                <p14:cNvContentPartPr/>
                <p14:nvPr/>
              </p14:nvContentPartPr>
              <p14:xfrm>
                <a:off x="953065" y="73629"/>
                <a:ext cx="275760" cy="78120"/>
              </p14:xfrm>
            </p:contentPart>
          </mc:Choice>
          <mc:Fallback xmlns="">
            <p:pic>
              <p:nvPicPr>
                <p:cNvPr id="31" name="墨迹 30">
                  <a:extLst>
                    <a:ext uri="{FF2B5EF4-FFF2-40B4-BE49-F238E27FC236}">
                      <a16:creationId xmlns:a16="http://schemas.microsoft.com/office/drawing/2014/main" id="{EFF4D16E-8F5B-4504-90B5-7B74D1F2C838}"/>
                    </a:ext>
                  </a:extLst>
                </p:cNvPr>
                <p:cNvPicPr/>
                <p:nvPr/>
              </p:nvPicPr>
              <p:blipFill>
                <a:blip r:embed="rId15"/>
                <a:stretch>
                  <a:fillRect/>
                </a:stretch>
              </p:blipFill>
              <p:spPr>
                <a:xfrm>
                  <a:off x="935065" y="55629"/>
                  <a:ext cx="311400" cy="11376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32" name="墨迹 31">
                  <a:extLst>
                    <a:ext uri="{FF2B5EF4-FFF2-40B4-BE49-F238E27FC236}">
                      <a16:creationId xmlns:a16="http://schemas.microsoft.com/office/drawing/2014/main" id="{ABC6514F-D020-6073-0075-C02DAB9B55DB}"/>
                    </a:ext>
                  </a:extLst>
                </p14:cNvPr>
                <p14:cNvContentPartPr/>
                <p14:nvPr/>
              </p14:nvContentPartPr>
              <p14:xfrm>
                <a:off x="1117585" y="82989"/>
                <a:ext cx="347760" cy="143280"/>
              </p14:xfrm>
            </p:contentPart>
          </mc:Choice>
          <mc:Fallback xmlns="">
            <p:pic>
              <p:nvPicPr>
                <p:cNvPr id="32" name="墨迹 31">
                  <a:extLst>
                    <a:ext uri="{FF2B5EF4-FFF2-40B4-BE49-F238E27FC236}">
                      <a16:creationId xmlns:a16="http://schemas.microsoft.com/office/drawing/2014/main" id="{ABC6514F-D020-6073-0075-C02DAB9B55DB}"/>
                    </a:ext>
                  </a:extLst>
                </p:cNvPr>
                <p:cNvPicPr/>
                <p:nvPr/>
              </p:nvPicPr>
              <p:blipFill>
                <a:blip r:embed="rId17"/>
                <a:stretch>
                  <a:fillRect/>
                </a:stretch>
              </p:blipFill>
              <p:spPr>
                <a:xfrm>
                  <a:off x="1099585" y="65349"/>
                  <a:ext cx="383400" cy="17892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33" name="墨迹 32">
                  <a:extLst>
                    <a:ext uri="{FF2B5EF4-FFF2-40B4-BE49-F238E27FC236}">
                      <a16:creationId xmlns:a16="http://schemas.microsoft.com/office/drawing/2014/main" id="{54031E74-271F-26B7-4F39-E5F5FF269F22}"/>
                    </a:ext>
                  </a:extLst>
                </p14:cNvPr>
                <p14:cNvContentPartPr/>
                <p14:nvPr/>
              </p14:nvContentPartPr>
              <p14:xfrm>
                <a:off x="294985" y="203229"/>
                <a:ext cx="28440" cy="221040"/>
              </p14:xfrm>
            </p:contentPart>
          </mc:Choice>
          <mc:Fallback xmlns="">
            <p:pic>
              <p:nvPicPr>
                <p:cNvPr id="33" name="墨迹 32">
                  <a:extLst>
                    <a:ext uri="{FF2B5EF4-FFF2-40B4-BE49-F238E27FC236}">
                      <a16:creationId xmlns:a16="http://schemas.microsoft.com/office/drawing/2014/main" id="{54031E74-271F-26B7-4F39-E5F5FF269F22}"/>
                    </a:ext>
                  </a:extLst>
                </p:cNvPr>
                <p:cNvPicPr/>
                <p:nvPr/>
              </p:nvPicPr>
              <p:blipFill>
                <a:blip r:embed="rId19"/>
                <a:stretch>
                  <a:fillRect/>
                </a:stretch>
              </p:blipFill>
              <p:spPr>
                <a:xfrm>
                  <a:off x="277345" y="185229"/>
                  <a:ext cx="64080" cy="25668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34" name="墨迹 33">
                  <a:extLst>
                    <a:ext uri="{FF2B5EF4-FFF2-40B4-BE49-F238E27FC236}">
                      <a16:creationId xmlns:a16="http://schemas.microsoft.com/office/drawing/2014/main" id="{7B31DC0E-62BA-FECA-1EBE-289499DD0890}"/>
                    </a:ext>
                  </a:extLst>
                </p14:cNvPr>
                <p14:cNvContentPartPr/>
                <p14:nvPr/>
              </p14:nvContentPartPr>
              <p14:xfrm>
                <a:off x="314065" y="210069"/>
                <a:ext cx="704520" cy="260280"/>
              </p14:xfrm>
            </p:contentPart>
          </mc:Choice>
          <mc:Fallback xmlns="">
            <p:pic>
              <p:nvPicPr>
                <p:cNvPr id="34" name="墨迹 33">
                  <a:extLst>
                    <a:ext uri="{FF2B5EF4-FFF2-40B4-BE49-F238E27FC236}">
                      <a16:creationId xmlns:a16="http://schemas.microsoft.com/office/drawing/2014/main" id="{7B31DC0E-62BA-FECA-1EBE-289499DD0890}"/>
                    </a:ext>
                  </a:extLst>
                </p:cNvPr>
                <p:cNvPicPr/>
                <p:nvPr/>
              </p:nvPicPr>
              <p:blipFill>
                <a:blip r:embed="rId21"/>
                <a:stretch>
                  <a:fillRect/>
                </a:stretch>
              </p:blipFill>
              <p:spPr>
                <a:xfrm>
                  <a:off x="296065" y="192429"/>
                  <a:ext cx="740160" cy="29592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35" name="墨迹 34">
                  <a:extLst>
                    <a:ext uri="{FF2B5EF4-FFF2-40B4-BE49-F238E27FC236}">
                      <a16:creationId xmlns:a16="http://schemas.microsoft.com/office/drawing/2014/main" id="{3C38E9ED-A740-05B8-B105-C177B5C76FFE}"/>
                    </a:ext>
                  </a:extLst>
                </p14:cNvPr>
                <p14:cNvContentPartPr/>
                <p14:nvPr/>
              </p14:nvContentPartPr>
              <p14:xfrm>
                <a:off x="48385" y="605349"/>
                <a:ext cx="165960" cy="291600"/>
              </p14:xfrm>
            </p:contentPart>
          </mc:Choice>
          <mc:Fallback xmlns="">
            <p:pic>
              <p:nvPicPr>
                <p:cNvPr id="35" name="墨迹 34">
                  <a:extLst>
                    <a:ext uri="{FF2B5EF4-FFF2-40B4-BE49-F238E27FC236}">
                      <a16:creationId xmlns:a16="http://schemas.microsoft.com/office/drawing/2014/main" id="{3C38E9ED-A740-05B8-B105-C177B5C76FFE}"/>
                    </a:ext>
                  </a:extLst>
                </p:cNvPr>
                <p:cNvPicPr/>
                <p:nvPr/>
              </p:nvPicPr>
              <p:blipFill>
                <a:blip r:embed="rId23"/>
                <a:stretch>
                  <a:fillRect/>
                </a:stretch>
              </p:blipFill>
              <p:spPr>
                <a:xfrm>
                  <a:off x="30745" y="587349"/>
                  <a:ext cx="201600" cy="32724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36" name="墨迹 35">
                  <a:extLst>
                    <a:ext uri="{FF2B5EF4-FFF2-40B4-BE49-F238E27FC236}">
                      <a16:creationId xmlns:a16="http://schemas.microsoft.com/office/drawing/2014/main" id="{DD15D13A-80E4-63D9-4916-472BFBE6A9B3}"/>
                    </a:ext>
                  </a:extLst>
                </p14:cNvPr>
                <p14:cNvContentPartPr/>
                <p14:nvPr/>
              </p14:nvContentPartPr>
              <p14:xfrm>
                <a:off x="402265" y="757269"/>
                <a:ext cx="22680" cy="129240"/>
              </p14:xfrm>
            </p:contentPart>
          </mc:Choice>
          <mc:Fallback xmlns="">
            <p:pic>
              <p:nvPicPr>
                <p:cNvPr id="36" name="墨迹 35">
                  <a:extLst>
                    <a:ext uri="{FF2B5EF4-FFF2-40B4-BE49-F238E27FC236}">
                      <a16:creationId xmlns:a16="http://schemas.microsoft.com/office/drawing/2014/main" id="{DD15D13A-80E4-63D9-4916-472BFBE6A9B3}"/>
                    </a:ext>
                  </a:extLst>
                </p:cNvPr>
                <p:cNvPicPr/>
                <p:nvPr/>
              </p:nvPicPr>
              <p:blipFill>
                <a:blip r:embed="rId25"/>
                <a:stretch>
                  <a:fillRect/>
                </a:stretch>
              </p:blipFill>
              <p:spPr>
                <a:xfrm>
                  <a:off x="384265" y="739269"/>
                  <a:ext cx="58320" cy="16488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37" name="墨迹 36">
                  <a:extLst>
                    <a:ext uri="{FF2B5EF4-FFF2-40B4-BE49-F238E27FC236}">
                      <a16:creationId xmlns:a16="http://schemas.microsoft.com/office/drawing/2014/main" id="{59ECF73A-E2DA-58E8-F81B-8E528C580AC5}"/>
                    </a:ext>
                  </a:extLst>
                </p14:cNvPr>
                <p14:cNvContentPartPr/>
                <p14:nvPr/>
              </p14:nvContentPartPr>
              <p14:xfrm>
                <a:off x="783865" y="628029"/>
                <a:ext cx="176760" cy="294840"/>
              </p14:xfrm>
            </p:contentPart>
          </mc:Choice>
          <mc:Fallback xmlns="">
            <p:pic>
              <p:nvPicPr>
                <p:cNvPr id="37" name="墨迹 36">
                  <a:extLst>
                    <a:ext uri="{FF2B5EF4-FFF2-40B4-BE49-F238E27FC236}">
                      <a16:creationId xmlns:a16="http://schemas.microsoft.com/office/drawing/2014/main" id="{59ECF73A-E2DA-58E8-F81B-8E528C580AC5}"/>
                    </a:ext>
                  </a:extLst>
                </p:cNvPr>
                <p:cNvPicPr/>
                <p:nvPr/>
              </p:nvPicPr>
              <p:blipFill>
                <a:blip r:embed="rId27"/>
                <a:stretch>
                  <a:fillRect/>
                </a:stretch>
              </p:blipFill>
              <p:spPr>
                <a:xfrm>
                  <a:off x="765865" y="610029"/>
                  <a:ext cx="212400" cy="33048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38" name="墨迹 37">
                  <a:extLst>
                    <a:ext uri="{FF2B5EF4-FFF2-40B4-BE49-F238E27FC236}">
                      <a16:creationId xmlns:a16="http://schemas.microsoft.com/office/drawing/2014/main" id="{74266D97-A891-B23A-0765-8C823543BC10}"/>
                    </a:ext>
                  </a:extLst>
                </p14:cNvPr>
                <p14:cNvContentPartPr/>
                <p14:nvPr/>
              </p14:nvContentPartPr>
              <p14:xfrm>
                <a:off x="1025065" y="849789"/>
                <a:ext cx="63000" cy="102240"/>
              </p14:xfrm>
            </p:contentPart>
          </mc:Choice>
          <mc:Fallback xmlns="">
            <p:pic>
              <p:nvPicPr>
                <p:cNvPr id="38" name="墨迹 37">
                  <a:extLst>
                    <a:ext uri="{FF2B5EF4-FFF2-40B4-BE49-F238E27FC236}">
                      <a16:creationId xmlns:a16="http://schemas.microsoft.com/office/drawing/2014/main" id="{74266D97-A891-B23A-0765-8C823543BC10}"/>
                    </a:ext>
                  </a:extLst>
                </p:cNvPr>
                <p:cNvPicPr/>
                <p:nvPr/>
              </p:nvPicPr>
              <p:blipFill>
                <a:blip r:embed="rId29"/>
                <a:stretch>
                  <a:fillRect/>
                </a:stretch>
              </p:blipFill>
              <p:spPr>
                <a:xfrm>
                  <a:off x="1007425" y="831789"/>
                  <a:ext cx="98640" cy="13788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30">
            <p14:nvContentPartPr>
              <p14:cNvPr id="40" name="墨迹 39">
                <a:extLst>
                  <a:ext uri="{FF2B5EF4-FFF2-40B4-BE49-F238E27FC236}">
                    <a16:creationId xmlns:a16="http://schemas.microsoft.com/office/drawing/2014/main" id="{D813D41B-656D-0DC4-E80A-09822912D90B}"/>
                  </a:ext>
                </a:extLst>
              </p14:cNvPr>
              <p14:cNvContentPartPr/>
              <p14:nvPr/>
            </p14:nvContentPartPr>
            <p14:xfrm>
              <a:off x="1957825" y="1523349"/>
              <a:ext cx="554760" cy="28800"/>
            </p14:xfrm>
          </p:contentPart>
        </mc:Choice>
        <mc:Fallback xmlns="">
          <p:pic>
            <p:nvPicPr>
              <p:cNvPr id="40" name="墨迹 39">
                <a:extLst>
                  <a:ext uri="{FF2B5EF4-FFF2-40B4-BE49-F238E27FC236}">
                    <a16:creationId xmlns:a16="http://schemas.microsoft.com/office/drawing/2014/main" id="{D813D41B-656D-0DC4-E80A-09822912D90B}"/>
                  </a:ext>
                </a:extLst>
              </p:cNvPr>
              <p:cNvPicPr/>
              <p:nvPr/>
            </p:nvPicPr>
            <p:blipFill>
              <a:blip r:embed="rId31"/>
              <a:stretch>
                <a:fillRect/>
              </a:stretch>
            </p:blipFill>
            <p:spPr>
              <a:xfrm>
                <a:off x="1940185" y="1505709"/>
                <a:ext cx="590400" cy="6444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57" name="墨迹 56">
                <a:extLst>
                  <a:ext uri="{FF2B5EF4-FFF2-40B4-BE49-F238E27FC236}">
                    <a16:creationId xmlns:a16="http://schemas.microsoft.com/office/drawing/2014/main" id="{717AFBEC-D1A1-7A49-3302-2E5F42F7453F}"/>
                  </a:ext>
                </a:extLst>
              </p14:cNvPr>
              <p14:cNvContentPartPr/>
              <p14:nvPr/>
            </p14:nvContentPartPr>
            <p14:xfrm>
              <a:off x="1994905" y="2280429"/>
              <a:ext cx="4534560" cy="76320"/>
            </p14:xfrm>
          </p:contentPart>
        </mc:Choice>
        <mc:Fallback xmlns="">
          <p:pic>
            <p:nvPicPr>
              <p:cNvPr id="57" name="墨迹 56">
                <a:extLst>
                  <a:ext uri="{FF2B5EF4-FFF2-40B4-BE49-F238E27FC236}">
                    <a16:creationId xmlns:a16="http://schemas.microsoft.com/office/drawing/2014/main" id="{717AFBEC-D1A1-7A49-3302-2E5F42F7453F}"/>
                  </a:ext>
                </a:extLst>
              </p:cNvPr>
              <p:cNvPicPr/>
              <p:nvPr/>
            </p:nvPicPr>
            <p:blipFill>
              <a:blip r:embed="rId33"/>
              <a:stretch>
                <a:fillRect/>
              </a:stretch>
            </p:blipFill>
            <p:spPr>
              <a:xfrm>
                <a:off x="1976905" y="2262429"/>
                <a:ext cx="4570200" cy="11196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58" name="墨迹 57">
                <a:extLst>
                  <a:ext uri="{FF2B5EF4-FFF2-40B4-BE49-F238E27FC236}">
                    <a16:creationId xmlns:a16="http://schemas.microsoft.com/office/drawing/2014/main" id="{30618F00-1EF0-6491-A1B4-671920F86D63}"/>
                  </a:ext>
                </a:extLst>
              </p14:cNvPr>
              <p14:cNvContentPartPr/>
              <p14:nvPr/>
            </p14:nvContentPartPr>
            <p14:xfrm>
              <a:off x="877465" y="2669229"/>
              <a:ext cx="360" cy="360"/>
            </p14:xfrm>
          </p:contentPart>
        </mc:Choice>
        <mc:Fallback xmlns="">
          <p:pic>
            <p:nvPicPr>
              <p:cNvPr id="58" name="墨迹 57">
                <a:extLst>
                  <a:ext uri="{FF2B5EF4-FFF2-40B4-BE49-F238E27FC236}">
                    <a16:creationId xmlns:a16="http://schemas.microsoft.com/office/drawing/2014/main" id="{30618F00-1EF0-6491-A1B4-671920F86D63}"/>
                  </a:ext>
                </a:extLst>
              </p:cNvPr>
              <p:cNvPicPr/>
              <p:nvPr/>
            </p:nvPicPr>
            <p:blipFill>
              <a:blip r:embed="rId35"/>
              <a:stretch>
                <a:fillRect/>
              </a:stretch>
            </p:blipFill>
            <p:spPr>
              <a:xfrm>
                <a:off x="859465" y="2651229"/>
                <a:ext cx="36000" cy="36000"/>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26641" name="墨迹 26640">
                <a:extLst>
                  <a:ext uri="{FF2B5EF4-FFF2-40B4-BE49-F238E27FC236}">
                    <a16:creationId xmlns:a16="http://schemas.microsoft.com/office/drawing/2014/main" id="{96AF2F8C-22EC-1F98-9228-1A6E51C4E763}"/>
                  </a:ext>
                </a:extLst>
              </p14:cNvPr>
              <p14:cNvContentPartPr/>
              <p14:nvPr/>
            </p14:nvContentPartPr>
            <p14:xfrm>
              <a:off x="7074865" y="581949"/>
              <a:ext cx="684000" cy="37080"/>
            </p14:xfrm>
          </p:contentPart>
        </mc:Choice>
        <mc:Fallback xmlns="">
          <p:pic>
            <p:nvPicPr>
              <p:cNvPr id="26641" name="墨迹 26640">
                <a:extLst>
                  <a:ext uri="{FF2B5EF4-FFF2-40B4-BE49-F238E27FC236}">
                    <a16:creationId xmlns:a16="http://schemas.microsoft.com/office/drawing/2014/main" id="{96AF2F8C-22EC-1F98-9228-1A6E51C4E763}"/>
                  </a:ext>
                </a:extLst>
              </p:cNvPr>
              <p:cNvPicPr/>
              <p:nvPr/>
            </p:nvPicPr>
            <p:blipFill>
              <a:blip r:embed="rId37"/>
              <a:stretch>
                <a:fillRect/>
              </a:stretch>
            </p:blipFill>
            <p:spPr>
              <a:xfrm>
                <a:off x="7056865" y="563949"/>
                <a:ext cx="719640" cy="72720"/>
              </a:xfrm>
              <a:prstGeom prst="rect">
                <a:avLst/>
              </a:prstGeom>
            </p:spPr>
          </p:pic>
        </mc:Fallback>
      </mc:AlternateContent>
      <p:grpSp>
        <p:nvGrpSpPr>
          <p:cNvPr id="26643" name="组合 26642">
            <a:extLst>
              <a:ext uri="{FF2B5EF4-FFF2-40B4-BE49-F238E27FC236}">
                <a16:creationId xmlns:a16="http://schemas.microsoft.com/office/drawing/2014/main" id="{0A521067-D6EC-B196-78AA-F6155CFED51C}"/>
              </a:ext>
            </a:extLst>
          </p:cNvPr>
          <p:cNvGrpSpPr/>
          <p:nvPr/>
        </p:nvGrpSpPr>
        <p:grpSpPr>
          <a:xfrm>
            <a:off x="5781745" y="166149"/>
            <a:ext cx="2791080" cy="1930680"/>
            <a:chOff x="5781745" y="166149"/>
            <a:chExt cx="2791080" cy="1930680"/>
          </a:xfrm>
        </p:grpSpPr>
        <mc:AlternateContent xmlns:mc="http://schemas.openxmlformats.org/markup-compatibility/2006" xmlns:p14="http://schemas.microsoft.com/office/powerpoint/2010/main">
          <mc:Choice Requires="p14">
            <p:contentPart p14:bwMode="auto" r:id="rId38">
              <p14:nvContentPartPr>
                <p14:cNvPr id="60" name="墨迹 59">
                  <a:extLst>
                    <a:ext uri="{FF2B5EF4-FFF2-40B4-BE49-F238E27FC236}">
                      <a16:creationId xmlns:a16="http://schemas.microsoft.com/office/drawing/2014/main" id="{83F96579-AD62-CBA3-E857-5979D6495CB5}"/>
                    </a:ext>
                  </a:extLst>
                </p14:cNvPr>
                <p14:cNvContentPartPr/>
                <p14:nvPr/>
              </p14:nvContentPartPr>
              <p14:xfrm>
                <a:off x="5781745" y="921429"/>
                <a:ext cx="2358000" cy="114120"/>
              </p14:xfrm>
            </p:contentPart>
          </mc:Choice>
          <mc:Fallback xmlns="">
            <p:pic>
              <p:nvPicPr>
                <p:cNvPr id="60" name="墨迹 59">
                  <a:extLst>
                    <a:ext uri="{FF2B5EF4-FFF2-40B4-BE49-F238E27FC236}">
                      <a16:creationId xmlns:a16="http://schemas.microsoft.com/office/drawing/2014/main" id="{83F96579-AD62-CBA3-E857-5979D6495CB5}"/>
                    </a:ext>
                  </a:extLst>
                </p:cNvPr>
                <p:cNvPicPr/>
                <p:nvPr/>
              </p:nvPicPr>
              <p:blipFill>
                <a:blip r:embed="rId39"/>
                <a:stretch>
                  <a:fillRect/>
                </a:stretch>
              </p:blipFill>
              <p:spPr>
                <a:xfrm>
                  <a:off x="5764105" y="903789"/>
                  <a:ext cx="2393640" cy="149760"/>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61" name="墨迹 60">
                  <a:extLst>
                    <a:ext uri="{FF2B5EF4-FFF2-40B4-BE49-F238E27FC236}">
                      <a16:creationId xmlns:a16="http://schemas.microsoft.com/office/drawing/2014/main" id="{7363B6B5-3852-3E02-4479-85BC609277FD}"/>
                    </a:ext>
                  </a:extLst>
                </p14:cNvPr>
                <p14:cNvContentPartPr/>
                <p14:nvPr/>
              </p14:nvContentPartPr>
              <p14:xfrm>
                <a:off x="7952545" y="711189"/>
                <a:ext cx="620280" cy="399960"/>
              </p14:xfrm>
            </p:contentPart>
          </mc:Choice>
          <mc:Fallback xmlns="">
            <p:pic>
              <p:nvPicPr>
                <p:cNvPr id="61" name="墨迹 60">
                  <a:extLst>
                    <a:ext uri="{FF2B5EF4-FFF2-40B4-BE49-F238E27FC236}">
                      <a16:creationId xmlns:a16="http://schemas.microsoft.com/office/drawing/2014/main" id="{7363B6B5-3852-3E02-4479-85BC609277FD}"/>
                    </a:ext>
                  </a:extLst>
                </p:cNvPr>
                <p:cNvPicPr/>
                <p:nvPr/>
              </p:nvPicPr>
              <p:blipFill>
                <a:blip r:embed="rId41"/>
                <a:stretch>
                  <a:fillRect/>
                </a:stretch>
              </p:blipFill>
              <p:spPr>
                <a:xfrm>
                  <a:off x="7934545" y="693189"/>
                  <a:ext cx="655920" cy="435600"/>
                </a:xfrm>
                <a:prstGeom prst="rect">
                  <a:avLst/>
                </a:prstGeom>
              </p:spPr>
            </p:pic>
          </mc:Fallback>
        </mc:AlternateContent>
        <mc:AlternateContent xmlns:mc="http://schemas.openxmlformats.org/markup-compatibility/2006" xmlns:p14="http://schemas.microsoft.com/office/powerpoint/2010/main">
          <mc:Choice Requires="p14">
            <p:contentPart p14:bwMode="auto" r:id="rId42">
              <p14:nvContentPartPr>
                <p14:cNvPr id="62" name="墨迹 61">
                  <a:extLst>
                    <a:ext uri="{FF2B5EF4-FFF2-40B4-BE49-F238E27FC236}">
                      <a16:creationId xmlns:a16="http://schemas.microsoft.com/office/drawing/2014/main" id="{7E187EF1-E733-E287-B7FC-1C4442ACE4E7}"/>
                    </a:ext>
                  </a:extLst>
                </p14:cNvPr>
                <p14:cNvContentPartPr/>
                <p14:nvPr/>
              </p14:nvContentPartPr>
              <p14:xfrm>
                <a:off x="6673465" y="166149"/>
                <a:ext cx="61560" cy="1930680"/>
              </p14:xfrm>
            </p:contentPart>
          </mc:Choice>
          <mc:Fallback xmlns="">
            <p:pic>
              <p:nvPicPr>
                <p:cNvPr id="62" name="墨迹 61">
                  <a:extLst>
                    <a:ext uri="{FF2B5EF4-FFF2-40B4-BE49-F238E27FC236}">
                      <a16:creationId xmlns:a16="http://schemas.microsoft.com/office/drawing/2014/main" id="{7E187EF1-E733-E287-B7FC-1C4442ACE4E7}"/>
                    </a:ext>
                  </a:extLst>
                </p:cNvPr>
                <p:cNvPicPr/>
                <p:nvPr/>
              </p:nvPicPr>
              <p:blipFill>
                <a:blip r:embed="rId43"/>
                <a:stretch>
                  <a:fillRect/>
                </a:stretch>
              </p:blipFill>
              <p:spPr>
                <a:xfrm>
                  <a:off x="6655825" y="148149"/>
                  <a:ext cx="97200" cy="1966320"/>
                </a:xfrm>
                <a:prstGeom prst="rect">
                  <a:avLst/>
                </a:prstGeom>
              </p:spPr>
            </p:pic>
          </mc:Fallback>
        </mc:AlternateContent>
        <mc:AlternateContent xmlns:mc="http://schemas.openxmlformats.org/markup-compatibility/2006" xmlns:p14="http://schemas.microsoft.com/office/powerpoint/2010/main">
          <mc:Choice Requires="p14">
            <p:contentPart p14:bwMode="auto" r:id="rId44">
              <p14:nvContentPartPr>
                <p14:cNvPr id="63" name="墨迹 62">
                  <a:extLst>
                    <a:ext uri="{FF2B5EF4-FFF2-40B4-BE49-F238E27FC236}">
                      <a16:creationId xmlns:a16="http://schemas.microsoft.com/office/drawing/2014/main" id="{8CD9B609-1C63-1D2C-C9CB-41A8B8CF71D8}"/>
                    </a:ext>
                  </a:extLst>
                </p14:cNvPr>
                <p14:cNvContentPartPr/>
                <p14:nvPr/>
              </p14:nvContentPartPr>
              <p14:xfrm>
                <a:off x="6390505" y="249309"/>
                <a:ext cx="268920" cy="255240"/>
              </p14:xfrm>
            </p:contentPart>
          </mc:Choice>
          <mc:Fallback xmlns="">
            <p:pic>
              <p:nvPicPr>
                <p:cNvPr id="63" name="墨迹 62">
                  <a:extLst>
                    <a:ext uri="{FF2B5EF4-FFF2-40B4-BE49-F238E27FC236}">
                      <a16:creationId xmlns:a16="http://schemas.microsoft.com/office/drawing/2014/main" id="{8CD9B609-1C63-1D2C-C9CB-41A8B8CF71D8}"/>
                    </a:ext>
                  </a:extLst>
                </p:cNvPr>
                <p:cNvPicPr/>
                <p:nvPr/>
              </p:nvPicPr>
              <p:blipFill>
                <a:blip r:embed="rId45"/>
                <a:stretch>
                  <a:fillRect/>
                </a:stretch>
              </p:blipFill>
              <p:spPr>
                <a:xfrm>
                  <a:off x="6372505" y="231309"/>
                  <a:ext cx="304560" cy="290880"/>
                </a:xfrm>
                <a:prstGeom prst="rect">
                  <a:avLst/>
                </a:prstGeom>
              </p:spPr>
            </p:pic>
          </mc:Fallback>
        </mc:AlternateContent>
        <mc:AlternateContent xmlns:mc="http://schemas.openxmlformats.org/markup-compatibility/2006" xmlns:p14="http://schemas.microsoft.com/office/powerpoint/2010/main">
          <mc:Choice Requires="p14">
            <p:contentPart p14:bwMode="auto" r:id="rId46">
              <p14:nvContentPartPr>
                <p14:cNvPr id="26624" name="墨迹 26623">
                  <a:extLst>
                    <a:ext uri="{FF2B5EF4-FFF2-40B4-BE49-F238E27FC236}">
                      <a16:creationId xmlns:a16="http://schemas.microsoft.com/office/drawing/2014/main" id="{6173D51A-3FA3-DF70-3C53-4529E9DC40BB}"/>
                    </a:ext>
                  </a:extLst>
                </p14:cNvPr>
                <p14:cNvContentPartPr/>
                <p14:nvPr/>
              </p14:nvContentPartPr>
              <p14:xfrm>
                <a:off x="6622345" y="221589"/>
                <a:ext cx="561240" cy="206280"/>
              </p14:xfrm>
            </p:contentPart>
          </mc:Choice>
          <mc:Fallback xmlns="">
            <p:pic>
              <p:nvPicPr>
                <p:cNvPr id="26624" name="墨迹 26623">
                  <a:extLst>
                    <a:ext uri="{FF2B5EF4-FFF2-40B4-BE49-F238E27FC236}">
                      <a16:creationId xmlns:a16="http://schemas.microsoft.com/office/drawing/2014/main" id="{6173D51A-3FA3-DF70-3C53-4529E9DC40BB}"/>
                    </a:ext>
                  </a:extLst>
                </p:cNvPr>
                <p:cNvPicPr/>
                <p:nvPr/>
              </p:nvPicPr>
              <p:blipFill>
                <a:blip r:embed="rId47"/>
                <a:stretch>
                  <a:fillRect/>
                </a:stretch>
              </p:blipFill>
              <p:spPr>
                <a:xfrm>
                  <a:off x="6604705" y="203949"/>
                  <a:ext cx="596880" cy="241920"/>
                </a:xfrm>
                <a:prstGeom prst="rect">
                  <a:avLst/>
                </a:prstGeom>
              </p:spPr>
            </p:pic>
          </mc:Fallback>
        </mc:AlternateContent>
        <mc:AlternateContent xmlns:mc="http://schemas.openxmlformats.org/markup-compatibility/2006" xmlns:p14="http://schemas.microsoft.com/office/powerpoint/2010/main">
          <mc:Choice Requires="p14">
            <p:contentPart p14:bwMode="auto" r:id="rId48">
              <p14:nvContentPartPr>
                <p14:cNvPr id="26633" name="墨迹 26632">
                  <a:extLst>
                    <a:ext uri="{FF2B5EF4-FFF2-40B4-BE49-F238E27FC236}">
                      <a16:creationId xmlns:a16="http://schemas.microsoft.com/office/drawing/2014/main" id="{AC9EFA56-AEC8-4E89-BD43-3F01D0C23703}"/>
                    </a:ext>
                  </a:extLst>
                </p14:cNvPr>
                <p14:cNvContentPartPr/>
                <p14:nvPr/>
              </p14:nvContentPartPr>
              <p14:xfrm>
                <a:off x="7029505" y="566109"/>
                <a:ext cx="722880" cy="459360"/>
              </p14:xfrm>
            </p:contentPart>
          </mc:Choice>
          <mc:Fallback xmlns="">
            <p:pic>
              <p:nvPicPr>
                <p:cNvPr id="26633" name="墨迹 26632">
                  <a:extLst>
                    <a:ext uri="{FF2B5EF4-FFF2-40B4-BE49-F238E27FC236}">
                      <a16:creationId xmlns:a16="http://schemas.microsoft.com/office/drawing/2014/main" id="{AC9EFA56-AEC8-4E89-BD43-3F01D0C23703}"/>
                    </a:ext>
                  </a:extLst>
                </p:cNvPr>
                <p:cNvPicPr/>
                <p:nvPr/>
              </p:nvPicPr>
              <p:blipFill>
                <a:blip r:embed="rId49"/>
                <a:stretch>
                  <a:fillRect/>
                </a:stretch>
              </p:blipFill>
              <p:spPr>
                <a:xfrm>
                  <a:off x="7011505" y="548469"/>
                  <a:ext cx="758520" cy="495000"/>
                </a:xfrm>
                <a:prstGeom prst="rect">
                  <a:avLst/>
                </a:prstGeom>
              </p:spPr>
            </p:pic>
          </mc:Fallback>
        </mc:AlternateContent>
        <mc:AlternateContent xmlns:mc="http://schemas.openxmlformats.org/markup-compatibility/2006" xmlns:p14="http://schemas.microsoft.com/office/powerpoint/2010/main">
          <mc:Choice Requires="p14">
            <p:contentPart p14:bwMode="auto" r:id="rId50">
              <p14:nvContentPartPr>
                <p14:cNvPr id="26634" name="墨迹 26633">
                  <a:extLst>
                    <a:ext uri="{FF2B5EF4-FFF2-40B4-BE49-F238E27FC236}">
                      <a16:creationId xmlns:a16="http://schemas.microsoft.com/office/drawing/2014/main" id="{CCD3C7BA-8D97-3967-0370-AB89A009B243}"/>
                    </a:ext>
                  </a:extLst>
                </p14:cNvPr>
                <p14:cNvContentPartPr/>
                <p14:nvPr/>
              </p14:nvContentPartPr>
              <p14:xfrm>
                <a:off x="7749145" y="775629"/>
                <a:ext cx="360" cy="174960"/>
              </p14:xfrm>
            </p:contentPart>
          </mc:Choice>
          <mc:Fallback xmlns="">
            <p:pic>
              <p:nvPicPr>
                <p:cNvPr id="26634" name="墨迹 26633">
                  <a:extLst>
                    <a:ext uri="{FF2B5EF4-FFF2-40B4-BE49-F238E27FC236}">
                      <a16:creationId xmlns:a16="http://schemas.microsoft.com/office/drawing/2014/main" id="{CCD3C7BA-8D97-3967-0370-AB89A009B243}"/>
                    </a:ext>
                  </a:extLst>
                </p:cNvPr>
                <p:cNvPicPr/>
                <p:nvPr/>
              </p:nvPicPr>
              <p:blipFill>
                <a:blip r:embed="rId51"/>
                <a:stretch>
                  <a:fillRect/>
                </a:stretch>
              </p:blipFill>
              <p:spPr>
                <a:xfrm>
                  <a:off x="7731505" y="757629"/>
                  <a:ext cx="36000" cy="210600"/>
                </a:xfrm>
                <a:prstGeom prst="rect">
                  <a:avLst/>
                </a:prstGeom>
              </p:spPr>
            </p:pic>
          </mc:Fallback>
        </mc:AlternateContent>
        <mc:AlternateContent xmlns:mc="http://schemas.openxmlformats.org/markup-compatibility/2006" xmlns:p14="http://schemas.microsoft.com/office/powerpoint/2010/main">
          <mc:Choice Requires="p14">
            <p:contentPart p14:bwMode="auto" r:id="rId52">
              <p14:nvContentPartPr>
                <p14:cNvPr id="26635" name="墨迹 26634">
                  <a:extLst>
                    <a:ext uri="{FF2B5EF4-FFF2-40B4-BE49-F238E27FC236}">
                      <a16:creationId xmlns:a16="http://schemas.microsoft.com/office/drawing/2014/main" id="{EE5CD3FB-2E38-B2F0-0943-960425B0674B}"/>
                    </a:ext>
                  </a:extLst>
                </p14:cNvPr>
                <p14:cNvContentPartPr/>
                <p14:nvPr/>
              </p14:nvContentPartPr>
              <p14:xfrm>
                <a:off x="6864625" y="1089909"/>
                <a:ext cx="84960" cy="174600"/>
              </p14:xfrm>
            </p:contentPart>
          </mc:Choice>
          <mc:Fallback xmlns="">
            <p:pic>
              <p:nvPicPr>
                <p:cNvPr id="26635" name="墨迹 26634">
                  <a:extLst>
                    <a:ext uri="{FF2B5EF4-FFF2-40B4-BE49-F238E27FC236}">
                      <a16:creationId xmlns:a16="http://schemas.microsoft.com/office/drawing/2014/main" id="{EE5CD3FB-2E38-B2F0-0943-960425B0674B}"/>
                    </a:ext>
                  </a:extLst>
                </p:cNvPr>
                <p:cNvPicPr/>
                <p:nvPr/>
              </p:nvPicPr>
              <p:blipFill>
                <a:blip r:embed="rId53"/>
                <a:stretch>
                  <a:fillRect/>
                </a:stretch>
              </p:blipFill>
              <p:spPr>
                <a:xfrm>
                  <a:off x="6846985" y="1071909"/>
                  <a:ext cx="120600" cy="210240"/>
                </a:xfrm>
                <a:prstGeom prst="rect">
                  <a:avLst/>
                </a:prstGeom>
              </p:spPr>
            </p:pic>
          </mc:Fallback>
        </mc:AlternateContent>
        <mc:AlternateContent xmlns:mc="http://schemas.openxmlformats.org/markup-compatibility/2006" xmlns:p14="http://schemas.microsoft.com/office/powerpoint/2010/main">
          <mc:Choice Requires="p14">
            <p:contentPart p14:bwMode="auto" r:id="rId54">
              <p14:nvContentPartPr>
                <p14:cNvPr id="26636" name="墨迹 26635">
                  <a:extLst>
                    <a:ext uri="{FF2B5EF4-FFF2-40B4-BE49-F238E27FC236}">
                      <a16:creationId xmlns:a16="http://schemas.microsoft.com/office/drawing/2014/main" id="{438F8D59-B0D2-FEEB-3CEE-3280F8C0A3E1}"/>
                    </a:ext>
                  </a:extLst>
                </p14:cNvPr>
                <p14:cNvContentPartPr/>
                <p14:nvPr/>
              </p14:nvContentPartPr>
              <p14:xfrm>
                <a:off x="7019425" y="1172709"/>
                <a:ext cx="19440" cy="100800"/>
              </p14:xfrm>
            </p:contentPart>
          </mc:Choice>
          <mc:Fallback xmlns="">
            <p:pic>
              <p:nvPicPr>
                <p:cNvPr id="26636" name="墨迹 26635">
                  <a:extLst>
                    <a:ext uri="{FF2B5EF4-FFF2-40B4-BE49-F238E27FC236}">
                      <a16:creationId xmlns:a16="http://schemas.microsoft.com/office/drawing/2014/main" id="{438F8D59-B0D2-FEEB-3CEE-3280F8C0A3E1}"/>
                    </a:ext>
                  </a:extLst>
                </p:cNvPr>
                <p:cNvPicPr/>
                <p:nvPr/>
              </p:nvPicPr>
              <p:blipFill>
                <a:blip r:embed="rId55"/>
                <a:stretch>
                  <a:fillRect/>
                </a:stretch>
              </p:blipFill>
              <p:spPr>
                <a:xfrm>
                  <a:off x="7001425" y="1155069"/>
                  <a:ext cx="55080" cy="136440"/>
                </a:xfrm>
                <a:prstGeom prst="rect">
                  <a:avLst/>
                </a:prstGeom>
              </p:spPr>
            </p:pic>
          </mc:Fallback>
        </mc:AlternateContent>
        <mc:AlternateContent xmlns:mc="http://schemas.openxmlformats.org/markup-compatibility/2006" xmlns:p14="http://schemas.microsoft.com/office/powerpoint/2010/main">
          <mc:Choice Requires="p14">
            <p:contentPart p14:bwMode="auto" r:id="rId56">
              <p14:nvContentPartPr>
                <p14:cNvPr id="26637" name="墨迹 26636">
                  <a:extLst>
                    <a:ext uri="{FF2B5EF4-FFF2-40B4-BE49-F238E27FC236}">
                      <a16:creationId xmlns:a16="http://schemas.microsoft.com/office/drawing/2014/main" id="{D7D78551-A73E-3B96-DAF5-21F3E2979ED7}"/>
                    </a:ext>
                  </a:extLst>
                </p14:cNvPr>
                <p14:cNvContentPartPr/>
                <p14:nvPr/>
              </p14:nvContentPartPr>
              <p14:xfrm>
                <a:off x="7582825" y="1069389"/>
                <a:ext cx="112320" cy="226800"/>
              </p14:xfrm>
            </p:contentPart>
          </mc:Choice>
          <mc:Fallback xmlns="">
            <p:pic>
              <p:nvPicPr>
                <p:cNvPr id="26637" name="墨迹 26636">
                  <a:extLst>
                    <a:ext uri="{FF2B5EF4-FFF2-40B4-BE49-F238E27FC236}">
                      <a16:creationId xmlns:a16="http://schemas.microsoft.com/office/drawing/2014/main" id="{D7D78551-A73E-3B96-DAF5-21F3E2979ED7}"/>
                    </a:ext>
                  </a:extLst>
                </p:cNvPr>
                <p:cNvPicPr/>
                <p:nvPr/>
              </p:nvPicPr>
              <p:blipFill>
                <a:blip r:embed="rId57"/>
                <a:stretch>
                  <a:fillRect/>
                </a:stretch>
              </p:blipFill>
              <p:spPr>
                <a:xfrm>
                  <a:off x="7564825" y="1051389"/>
                  <a:ext cx="147960" cy="262440"/>
                </a:xfrm>
                <a:prstGeom prst="rect">
                  <a:avLst/>
                </a:prstGeom>
              </p:spPr>
            </p:pic>
          </mc:Fallback>
        </mc:AlternateContent>
        <mc:AlternateContent xmlns:mc="http://schemas.openxmlformats.org/markup-compatibility/2006" xmlns:p14="http://schemas.microsoft.com/office/powerpoint/2010/main">
          <mc:Choice Requires="p14">
            <p:contentPart p14:bwMode="auto" r:id="rId58">
              <p14:nvContentPartPr>
                <p14:cNvPr id="26638" name="墨迹 26637">
                  <a:extLst>
                    <a:ext uri="{FF2B5EF4-FFF2-40B4-BE49-F238E27FC236}">
                      <a16:creationId xmlns:a16="http://schemas.microsoft.com/office/drawing/2014/main" id="{8B40609E-D193-0F9A-544D-321AD1A0BA51}"/>
                    </a:ext>
                  </a:extLst>
                </p14:cNvPr>
                <p14:cNvContentPartPr/>
                <p14:nvPr/>
              </p14:nvContentPartPr>
              <p14:xfrm>
                <a:off x="7795225" y="1209789"/>
                <a:ext cx="129960" cy="122400"/>
              </p14:xfrm>
            </p:contentPart>
          </mc:Choice>
          <mc:Fallback xmlns="">
            <p:pic>
              <p:nvPicPr>
                <p:cNvPr id="26638" name="墨迹 26637">
                  <a:extLst>
                    <a:ext uri="{FF2B5EF4-FFF2-40B4-BE49-F238E27FC236}">
                      <a16:creationId xmlns:a16="http://schemas.microsoft.com/office/drawing/2014/main" id="{8B40609E-D193-0F9A-544D-321AD1A0BA51}"/>
                    </a:ext>
                  </a:extLst>
                </p:cNvPr>
                <p:cNvPicPr/>
                <p:nvPr/>
              </p:nvPicPr>
              <p:blipFill>
                <a:blip r:embed="rId59"/>
                <a:stretch>
                  <a:fillRect/>
                </a:stretch>
              </p:blipFill>
              <p:spPr>
                <a:xfrm>
                  <a:off x="7777585" y="1191789"/>
                  <a:ext cx="165600" cy="158040"/>
                </a:xfrm>
                <a:prstGeom prst="rect">
                  <a:avLst/>
                </a:prstGeom>
              </p:spPr>
            </p:pic>
          </mc:Fallback>
        </mc:AlternateContent>
        <mc:AlternateContent xmlns:mc="http://schemas.openxmlformats.org/markup-compatibility/2006" xmlns:p14="http://schemas.microsoft.com/office/powerpoint/2010/main">
          <mc:Choice Requires="p14">
            <p:contentPart p14:bwMode="auto" r:id="rId60">
              <p14:nvContentPartPr>
                <p14:cNvPr id="26642" name="墨迹 26641">
                  <a:extLst>
                    <a:ext uri="{FF2B5EF4-FFF2-40B4-BE49-F238E27FC236}">
                      <a16:creationId xmlns:a16="http://schemas.microsoft.com/office/drawing/2014/main" id="{3C4E6111-CECA-AB4B-F5BE-CFCD11C36C8E}"/>
                    </a:ext>
                  </a:extLst>
                </p14:cNvPr>
                <p14:cNvContentPartPr/>
                <p14:nvPr/>
              </p14:nvContentPartPr>
              <p14:xfrm>
                <a:off x="7767505" y="618669"/>
                <a:ext cx="360" cy="304200"/>
              </p14:xfrm>
            </p:contentPart>
          </mc:Choice>
          <mc:Fallback xmlns="">
            <p:pic>
              <p:nvPicPr>
                <p:cNvPr id="26642" name="墨迹 26641">
                  <a:extLst>
                    <a:ext uri="{FF2B5EF4-FFF2-40B4-BE49-F238E27FC236}">
                      <a16:creationId xmlns:a16="http://schemas.microsoft.com/office/drawing/2014/main" id="{3C4E6111-CECA-AB4B-F5BE-CFCD11C36C8E}"/>
                    </a:ext>
                  </a:extLst>
                </p:cNvPr>
                <p:cNvPicPr/>
                <p:nvPr/>
              </p:nvPicPr>
              <p:blipFill>
                <a:blip r:embed="rId61"/>
                <a:stretch>
                  <a:fillRect/>
                </a:stretch>
              </p:blipFill>
              <p:spPr>
                <a:xfrm>
                  <a:off x="7749505" y="600669"/>
                  <a:ext cx="36000" cy="33984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62">
            <p14:nvContentPartPr>
              <p14:cNvPr id="26645" name="墨迹 26644">
                <a:extLst>
                  <a:ext uri="{FF2B5EF4-FFF2-40B4-BE49-F238E27FC236}">
                    <a16:creationId xmlns:a16="http://schemas.microsoft.com/office/drawing/2014/main" id="{EE3C0414-9F6A-DCD1-1A15-9DC6B98E7ACE}"/>
                  </a:ext>
                </a:extLst>
              </p14:cNvPr>
              <p14:cNvContentPartPr/>
              <p14:nvPr/>
            </p14:nvContentPartPr>
            <p14:xfrm>
              <a:off x="7065865" y="600309"/>
              <a:ext cx="720" cy="379080"/>
            </p14:xfrm>
          </p:contentPart>
        </mc:Choice>
        <mc:Fallback xmlns="">
          <p:pic>
            <p:nvPicPr>
              <p:cNvPr id="26645" name="墨迹 26644">
                <a:extLst>
                  <a:ext uri="{FF2B5EF4-FFF2-40B4-BE49-F238E27FC236}">
                    <a16:creationId xmlns:a16="http://schemas.microsoft.com/office/drawing/2014/main" id="{EE3C0414-9F6A-DCD1-1A15-9DC6B98E7ACE}"/>
                  </a:ext>
                </a:extLst>
              </p:cNvPr>
              <p:cNvPicPr/>
              <p:nvPr/>
            </p:nvPicPr>
            <p:blipFill>
              <a:blip r:embed="rId63"/>
              <a:stretch>
                <a:fillRect/>
              </a:stretch>
            </p:blipFill>
            <p:spPr>
              <a:xfrm>
                <a:off x="7029865" y="582309"/>
                <a:ext cx="72000" cy="414720"/>
              </a:xfrm>
              <a:prstGeom prst="rect">
                <a:avLst/>
              </a:prstGeom>
            </p:spPr>
          </p:pic>
        </mc:Fallback>
      </mc:AlternateContent>
      <mc:AlternateContent xmlns:mc="http://schemas.openxmlformats.org/markup-compatibility/2006" xmlns:p14="http://schemas.microsoft.com/office/powerpoint/2010/main">
        <mc:Choice Requires="p14">
          <p:contentPart p14:bwMode="auto" r:id="rId64">
            <p14:nvContentPartPr>
              <p14:cNvPr id="26646" name="墨迹 26645">
                <a:extLst>
                  <a:ext uri="{FF2B5EF4-FFF2-40B4-BE49-F238E27FC236}">
                    <a16:creationId xmlns:a16="http://schemas.microsoft.com/office/drawing/2014/main" id="{BC1427F1-BEE0-C6E7-597B-EC866D3C07B0}"/>
                  </a:ext>
                </a:extLst>
              </p14:cNvPr>
              <p14:cNvContentPartPr/>
              <p14:nvPr/>
            </p14:nvContentPartPr>
            <p14:xfrm>
              <a:off x="2658385" y="1856349"/>
              <a:ext cx="1100880" cy="610920"/>
            </p14:xfrm>
          </p:contentPart>
        </mc:Choice>
        <mc:Fallback xmlns="">
          <p:pic>
            <p:nvPicPr>
              <p:cNvPr id="26646" name="墨迹 26645">
                <a:extLst>
                  <a:ext uri="{FF2B5EF4-FFF2-40B4-BE49-F238E27FC236}">
                    <a16:creationId xmlns:a16="http://schemas.microsoft.com/office/drawing/2014/main" id="{BC1427F1-BEE0-C6E7-597B-EC866D3C07B0}"/>
                  </a:ext>
                </a:extLst>
              </p:cNvPr>
              <p:cNvPicPr/>
              <p:nvPr/>
            </p:nvPicPr>
            <p:blipFill>
              <a:blip r:embed="rId65"/>
              <a:stretch>
                <a:fillRect/>
              </a:stretch>
            </p:blipFill>
            <p:spPr>
              <a:xfrm>
                <a:off x="2640385" y="1838709"/>
                <a:ext cx="1136520" cy="646560"/>
              </a:xfrm>
              <a:prstGeom prst="rect">
                <a:avLst/>
              </a:prstGeom>
            </p:spPr>
          </p:pic>
        </mc:Fallback>
      </mc:AlternateContent>
      <p:grpSp>
        <p:nvGrpSpPr>
          <p:cNvPr id="26653" name="组合 26652">
            <a:extLst>
              <a:ext uri="{FF2B5EF4-FFF2-40B4-BE49-F238E27FC236}">
                <a16:creationId xmlns:a16="http://schemas.microsoft.com/office/drawing/2014/main" id="{1C1E2886-7895-7B48-1F05-4955EA93A78D}"/>
              </a:ext>
            </a:extLst>
          </p:cNvPr>
          <p:cNvGrpSpPr/>
          <p:nvPr/>
        </p:nvGrpSpPr>
        <p:grpSpPr>
          <a:xfrm>
            <a:off x="5756545" y="3232629"/>
            <a:ext cx="1755000" cy="408600"/>
            <a:chOff x="5756545" y="3232629"/>
            <a:chExt cx="1755000" cy="408600"/>
          </a:xfrm>
        </p:grpSpPr>
        <mc:AlternateContent xmlns:mc="http://schemas.openxmlformats.org/markup-compatibility/2006" xmlns:p14="http://schemas.microsoft.com/office/powerpoint/2010/main">
          <mc:Choice Requires="p14">
            <p:contentPart p14:bwMode="auto" r:id="rId66">
              <p14:nvContentPartPr>
                <p14:cNvPr id="26647" name="墨迹 26646">
                  <a:extLst>
                    <a:ext uri="{FF2B5EF4-FFF2-40B4-BE49-F238E27FC236}">
                      <a16:creationId xmlns:a16="http://schemas.microsoft.com/office/drawing/2014/main" id="{0FA1B3E4-472E-B758-5450-71C55234DBB7}"/>
                    </a:ext>
                  </a:extLst>
                </p14:cNvPr>
                <p14:cNvContentPartPr/>
                <p14:nvPr/>
              </p14:nvContentPartPr>
              <p14:xfrm>
                <a:off x="5756545" y="3306069"/>
                <a:ext cx="230400" cy="306720"/>
              </p14:xfrm>
            </p:contentPart>
          </mc:Choice>
          <mc:Fallback xmlns="">
            <p:pic>
              <p:nvPicPr>
                <p:cNvPr id="26647" name="墨迹 26646">
                  <a:extLst>
                    <a:ext uri="{FF2B5EF4-FFF2-40B4-BE49-F238E27FC236}">
                      <a16:creationId xmlns:a16="http://schemas.microsoft.com/office/drawing/2014/main" id="{0FA1B3E4-472E-B758-5450-71C55234DBB7}"/>
                    </a:ext>
                  </a:extLst>
                </p:cNvPr>
                <p:cNvPicPr/>
                <p:nvPr/>
              </p:nvPicPr>
              <p:blipFill>
                <a:blip r:embed="rId67"/>
                <a:stretch>
                  <a:fillRect/>
                </a:stretch>
              </p:blipFill>
              <p:spPr>
                <a:xfrm>
                  <a:off x="5738545" y="3288069"/>
                  <a:ext cx="266040" cy="342360"/>
                </a:xfrm>
                <a:prstGeom prst="rect">
                  <a:avLst/>
                </a:prstGeom>
              </p:spPr>
            </p:pic>
          </mc:Fallback>
        </mc:AlternateContent>
        <mc:AlternateContent xmlns:mc="http://schemas.openxmlformats.org/markup-compatibility/2006" xmlns:p14="http://schemas.microsoft.com/office/powerpoint/2010/main">
          <mc:Choice Requires="p14">
            <p:contentPart p14:bwMode="auto" r:id="rId68">
              <p14:nvContentPartPr>
                <p14:cNvPr id="26648" name="墨迹 26647">
                  <a:extLst>
                    <a:ext uri="{FF2B5EF4-FFF2-40B4-BE49-F238E27FC236}">
                      <a16:creationId xmlns:a16="http://schemas.microsoft.com/office/drawing/2014/main" id="{173F6044-DB80-0C65-BECB-DE39315EA12F}"/>
                    </a:ext>
                  </a:extLst>
                </p14:cNvPr>
                <p14:cNvContentPartPr/>
                <p14:nvPr/>
              </p14:nvContentPartPr>
              <p14:xfrm>
                <a:off x="6031225" y="3232629"/>
                <a:ext cx="156600" cy="360"/>
              </p14:xfrm>
            </p:contentPart>
          </mc:Choice>
          <mc:Fallback xmlns="">
            <p:pic>
              <p:nvPicPr>
                <p:cNvPr id="26648" name="墨迹 26647">
                  <a:extLst>
                    <a:ext uri="{FF2B5EF4-FFF2-40B4-BE49-F238E27FC236}">
                      <a16:creationId xmlns:a16="http://schemas.microsoft.com/office/drawing/2014/main" id="{173F6044-DB80-0C65-BECB-DE39315EA12F}"/>
                    </a:ext>
                  </a:extLst>
                </p:cNvPr>
                <p:cNvPicPr/>
                <p:nvPr/>
              </p:nvPicPr>
              <p:blipFill>
                <a:blip r:embed="rId69"/>
                <a:stretch>
                  <a:fillRect/>
                </a:stretch>
              </p:blipFill>
              <p:spPr>
                <a:xfrm>
                  <a:off x="6013225" y="3214629"/>
                  <a:ext cx="192240" cy="36000"/>
                </a:xfrm>
                <a:prstGeom prst="rect">
                  <a:avLst/>
                </a:prstGeom>
              </p:spPr>
            </p:pic>
          </mc:Fallback>
        </mc:AlternateContent>
        <mc:AlternateContent xmlns:mc="http://schemas.openxmlformats.org/markup-compatibility/2006" xmlns:p14="http://schemas.microsoft.com/office/powerpoint/2010/main">
          <mc:Choice Requires="p14">
            <p:contentPart p14:bwMode="auto" r:id="rId70">
              <p14:nvContentPartPr>
                <p14:cNvPr id="26649" name="墨迹 26648">
                  <a:extLst>
                    <a:ext uri="{FF2B5EF4-FFF2-40B4-BE49-F238E27FC236}">
                      <a16:creationId xmlns:a16="http://schemas.microsoft.com/office/drawing/2014/main" id="{2CBCB2FF-EED2-F015-01D5-70C0B9103525}"/>
                    </a:ext>
                  </a:extLst>
                </p14:cNvPr>
                <p14:cNvContentPartPr/>
                <p14:nvPr/>
              </p14:nvContentPartPr>
              <p14:xfrm>
                <a:off x="6566905" y="3426669"/>
                <a:ext cx="405000" cy="19080"/>
              </p14:xfrm>
            </p:contentPart>
          </mc:Choice>
          <mc:Fallback xmlns="">
            <p:pic>
              <p:nvPicPr>
                <p:cNvPr id="26649" name="墨迹 26648">
                  <a:extLst>
                    <a:ext uri="{FF2B5EF4-FFF2-40B4-BE49-F238E27FC236}">
                      <a16:creationId xmlns:a16="http://schemas.microsoft.com/office/drawing/2014/main" id="{2CBCB2FF-EED2-F015-01D5-70C0B9103525}"/>
                    </a:ext>
                  </a:extLst>
                </p:cNvPr>
                <p:cNvPicPr/>
                <p:nvPr/>
              </p:nvPicPr>
              <p:blipFill>
                <a:blip r:embed="rId71"/>
                <a:stretch>
                  <a:fillRect/>
                </a:stretch>
              </p:blipFill>
              <p:spPr>
                <a:xfrm>
                  <a:off x="6549265" y="3408669"/>
                  <a:ext cx="440640" cy="54720"/>
                </a:xfrm>
                <a:prstGeom prst="rect">
                  <a:avLst/>
                </a:prstGeom>
              </p:spPr>
            </p:pic>
          </mc:Fallback>
        </mc:AlternateContent>
        <mc:AlternateContent xmlns:mc="http://schemas.openxmlformats.org/markup-compatibility/2006" xmlns:p14="http://schemas.microsoft.com/office/powerpoint/2010/main">
          <mc:Choice Requires="p14">
            <p:contentPart p14:bwMode="auto" r:id="rId72">
              <p14:nvContentPartPr>
                <p14:cNvPr id="26650" name="墨迹 26649">
                  <a:extLst>
                    <a:ext uri="{FF2B5EF4-FFF2-40B4-BE49-F238E27FC236}">
                      <a16:creationId xmlns:a16="http://schemas.microsoft.com/office/drawing/2014/main" id="{8F6650CC-89D6-192E-9E68-52732CBD2823}"/>
                    </a:ext>
                  </a:extLst>
                </p14:cNvPr>
                <p14:cNvContentPartPr/>
                <p14:nvPr/>
              </p14:nvContentPartPr>
              <p14:xfrm>
                <a:off x="6789745" y="3278709"/>
                <a:ext cx="221760" cy="268560"/>
              </p14:xfrm>
            </p:contentPart>
          </mc:Choice>
          <mc:Fallback xmlns="">
            <p:pic>
              <p:nvPicPr>
                <p:cNvPr id="26650" name="墨迹 26649">
                  <a:extLst>
                    <a:ext uri="{FF2B5EF4-FFF2-40B4-BE49-F238E27FC236}">
                      <a16:creationId xmlns:a16="http://schemas.microsoft.com/office/drawing/2014/main" id="{8F6650CC-89D6-192E-9E68-52732CBD2823}"/>
                    </a:ext>
                  </a:extLst>
                </p:cNvPr>
                <p:cNvPicPr/>
                <p:nvPr/>
              </p:nvPicPr>
              <p:blipFill>
                <a:blip r:embed="rId73"/>
                <a:stretch>
                  <a:fillRect/>
                </a:stretch>
              </p:blipFill>
              <p:spPr>
                <a:xfrm>
                  <a:off x="6771745" y="3260709"/>
                  <a:ext cx="257400" cy="304200"/>
                </a:xfrm>
                <a:prstGeom prst="rect">
                  <a:avLst/>
                </a:prstGeom>
              </p:spPr>
            </p:pic>
          </mc:Fallback>
        </mc:AlternateContent>
        <mc:AlternateContent xmlns:mc="http://schemas.openxmlformats.org/markup-compatibility/2006" xmlns:p14="http://schemas.microsoft.com/office/powerpoint/2010/main">
          <mc:Choice Requires="p14">
            <p:contentPart p14:bwMode="auto" r:id="rId74">
              <p14:nvContentPartPr>
                <p14:cNvPr id="26652" name="墨迹 26651">
                  <a:extLst>
                    <a:ext uri="{FF2B5EF4-FFF2-40B4-BE49-F238E27FC236}">
                      <a16:creationId xmlns:a16="http://schemas.microsoft.com/office/drawing/2014/main" id="{F1C35D53-4873-A688-DDFF-89C106B08145}"/>
                    </a:ext>
                  </a:extLst>
                </p14:cNvPr>
                <p14:cNvContentPartPr/>
                <p14:nvPr/>
              </p14:nvContentPartPr>
              <p14:xfrm>
                <a:off x="7176385" y="3303549"/>
                <a:ext cx="335160" cy="337680"/>
              </p14:xfrm>
            </p:contentPart>
          </mc:Choice>
          <mc:Fallback xmlns="">
            <p:pic>
              <p:nvPicPr>
                <p:cNvPr id="26652" name="墨迹 26651">
                  <a:extLst>
                    <a:ext uri="{FF2B5EF4-FFF2-40B4-BE49-F238E27FC236}">
                      <a16:creationId xmlns:a16="http://schemas.microsoft.com/office/drawing/2014/main" id="{F1C35D53-4873-A688-DDFF-89C106B08145}"/>
                    </a:ext>
                  </a:extLst>
                </p:cNvPr>
                <p:cNvPicPr/>
                <p:nvPr/>
              </p:nvPicPr>
              <p:blipFill>
                <a:blip r:embed="rId75"/>
                <a:stretch>
                  <a:fillRect/>
                </a:stretch>
              </p:blipFill>
              <p:spPr>
                <a:xfrm>
                  <a:off x="7158745" y="3285909"/>
                  <a:ext cx="370800" cy="373320"/>
                </a:xfrm>
                <a:prstGeom prst="rect">
                  <a:avLst/>
                </a:prstGeom>
              </p:spPr>
            </p:pic>
          </mc:Fallback>
        </mc:AlternateContent>
      </p:grpSp>
      <p:grpSp>
        <p:nvGrpSpPr>
          <p:cNvPr id="26656" name="组合 26655">
            <a:extLst>
              <a:ext uri="{FF2B5EF4-FFF2-40B4-BE49-F238E27FC236}">
                <a16:creationId xmlns:a16="http://schemas.microsoft.com/office/drawing/2014/main" id="{A1B4923D-FEE8-02FF-28DD-863A0DBA3FAF}"/>
              </a:ext>
            </a:extLst>
          </p:cNvPr>
          <p:cNvGrpSpPr/>
          <p:nvPr/>
        </p:nvGrpSpPr>
        <p:grpSpPr>
          <a:xfrm>
            <a:off x="5199985" y="4977909"/>
            <a:ext cx="405720" cy="148320"/>
            <a:chOff x="5199985" y="4977909"/>
            <a:chExt cx="405720" cy="148320"/>
          </a:xfrm>
        </p:grpSpPr>
        <mc:AlternateContent xmlns:mc="http://schemas.openxmlformats.org/markup-compatibility/2006" xmlns:p14="http://schemas.microsoft.com/office/powerpoint/2010/main">
          <mc:Choice Requires="p14">
            <p:contentPart p14:bwMode="auto" r:id="rId76">
              <p14:nvContentPartPr>
                <p14:cNvPr id="26654" name="墨迹 26653">
                  <a:extLst>
                    <a:ext uri="{FF2B5EF4-FFF2-40B4-BE49-F238E27FC236}">
                      <a16:creationId xmlns:a16="http://schemas.microsoft.com/office/drawing/2014/main" id="{66A3E0E8-B217-6253-BE32-CD91DBCE2ACD}"/>
                    </a:ext>
                  </a:extLst>
                </p14:cNvPr>
                <p14:cNvContentPartPr/>
                <p14:nvPr/>
              </p14:nvContentPartPr>
              <p14:xfrm>
                <a:off x="5199985" y="4977909"/>
                <a:ext cx="405720" cy="37440"/>
              </p14:xfrm>
            </p:contentPart>
          </mc:Choice>
          <mc:Fallback xmlns="">
            <p:pic>
              <p:nvPicPr>
                <p:cNvPr id="26654" name="墨迹 26653">
                  <a:extLst>
                    <a:ext uri="{FF2B5EF4-FFF2-40B4-BE49-F238E27FC236}">
                      <a16:creationId xmlns:a16="http://schemas.microsoft.com/office/drawing/2014/main" id="{66A3E0E8-B217-6253-BE32-CD91DBCE2ACD}"/>
                    </a:ext>
                  </a:extLst>
                </p:cNvPr>
                <p:cNvPicPr/>
                <p:nvPr/>
              </p:nvPicPr>
              <p:blipFill>
                <a:blip r:embed="rId77"/>
                <a:stretch>
                  <a:fillRect/>
                </a:stretch>
              </p:blipFill>
              <p:spPr>
                <a:xfrm>
                  <a:off x="5181985" y="4959909"/>
                  <a:ext cx="441360" cy="73080"/>
                </a:xfrm>
                <a:prstGeom prst="rect">
                  <a:avLst/>
                </a:prstGeom>
              </p:spPr>
            </p:pic>
          </mc:Fallback>
        </mc:AlternateContent>
        <mc:AlternateContent xmlns:mc="http://schemas.openxmlformats.org/markup-compatibility/2006" xmlns:p14="http://schemas.microsoft.com/office/powerpoint/2010/main">
          <mc:Choice Requires="p14">
            <p:contentPart p14:bwMode="auto" r:id="rId78">
              <p14:nvContentPartPr>
                <p14:cNvPr id="26655" name="墨迹 26654">
                  <a:extLst>
                    <a:ext uri="{FF2B5EF4-FFF2-40B4-BE49-F238E27FC236}">
                      <a16:creationId xmlns:a16="http://schemas.microsoft.com/office/drawing/2014/main" id="{40141ECD-A3B8-0E6C-693A-82A7F145F6C2}"/>
                    </a:ext>
                  </a:extLst>
                </p14:cNvPr>
                <p14:cNvContentPartPr/>
                <p14:nvPr/>
              </p14:nvContentPartPr>
              <p14:xfrm>
                <a:off x="5199985" y="5125869"/>
                <a:ext cx="377640" cy="360"/>
              </p14:xfrm>
            </p:contentPart>
          </mc:Choice>
          <mc:Fallback xmlns="">
            <p:pic>
              <p:nvPicPr>
                <p:cNvPr id="26655" name="墨迹 26654">
                  <a:extLst>
                    <a:ext uri="{FF2B5EF4-FFF2-40B4-BE49-F238E27FC236}">
                      <a16:creationId xmlns:a16="http://schemas.microsoft.com/office/drawing/2014/main" id="{40141ECD-A3B8-0E6C-693A-82A7F145F6C2}"/>
                    </a:ext>
                  </a:extLst>
                </p:cNvPr>
                <p:cNvPicPr/>
                <p:nvPr/>
              </p:nvPicPr>
              <p:blipFill>
                <a:blip r:embed="rId79"/>
                <a:stretch>
                  <a:fillRect/>
                </a:stretch>
              </p:blipFill>
              <p:spPr>
                <a:xfrm>
                  <a:off x="5181985" y="5108229"/>
                  <a:ext cx="413280" cy="360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80">
            <p14:nvContentPartPr>
              <p14:cNvPr id="2" name="墨迹 1">
                <a:extLst>
                  <a:ext uri="{FF2B5EF4-FFF2-40B4-BE49-F238E27FC236}">
                    <a16:creationId xmlns:a16="http://schemas.microsoft.com/office/drawing/2014/main" id="{99787D75-B033-7D16-EB49-7478F38A3112}"/>
                  </a:ext>
                </a:extLst>
              </p14:cNvPr>
              <p14:cNvContentPartPr/>
              <p14:nvPr/>
            </p14:nvContentPartPr>
            <p14:xfrm>
              <a:off x="5652385" y="3712509"/>
              <a:ext cx="1963800" cy="65880"/>
            </p14:xfrm>
          </p:contentPart>
        </mc:Choice>
        <mc:Fallback xmlns="">
          <p:pic>
            <p:nvPicPr>
              <p:cNvPr id="2" name="墨迹 1">
                <a:extLst>
                  <a:ext uri="{FF2B5EF4-FFF2-40B4-BE49-F238E27FC236}">
                    <a16:creationId xmlns:a16="http://schemas.microsoft.com/office/drawing/2014/main" id="{99787D75-B033-7D16-EB49-7478F38A3112}"/>
                  </a:ext>
                </a:extLst>
              </p:cNvPr>
              <p:cNvPicPr/>
              <p:nvPr/>
            </p:nvPicPr>
            <p:blipFill>
              <a:blip r:embed="rId81"/>
              <a:stretch>
                <a:fillRect/>
              </a:stretch>
            </p:blipFill>
            <p:spPr>
              <a:xfrm>
                <a:off x="5634385" y="3694509"/>
                <a:ext cx="1999440" cy="101520"/>
              </a:xfrm>
              <a:prstGeom prst="rect">
                <a:avLst/>
              </a:prstGeom>
            </p:spPr>
          </p:pic>
        </mc:Fallback>
      </mc:AlternateContent>
      <mc:AlternateContent xmlns:mc="http://schemas.openxmlformats.org/markup-compatibility/2006" xmlns:p14="http://schemas.microsoft.com/office/powerpoint/2010/main">
        <mc:Choice Requires="p14">
          <p:contentPart p14:bwMode="auto" r:id="rId82">
            <p14:nvContentPartPr>
              <p14:cNvPr id="3" name="墨迹 2">
                <a:extLst>
                  <a:ext uri="{FF2B5EF4-FFF2-40B4-BE49-F238E27FC236}">
                    <a16:creationId xmlns:a16="http://schemas.microsoft.com/office/drawing/2014/main" id="{947AE841-4C05-37C4-ABFD-15D26C27846D}"/>
                  </a:ext>
                </a:extLst>
              </p14:cNvPr>
              <p14:cNvContentPartPr/>
              <p14:nvPr/>
            </p14:nvContentPartPr>
            <p14:xfrm>
              <a:off x="867985" y="2678589"/>
              <a:ext cx="360" cy="360"/>
            </p14:xfrm>
          </p:contentPart>
        </mc:Choice>
        <mc:Fallback xmlns="">
          <p:pic>
            <p:nvPicPr>
              <p:cNvPr id="3" name="墨迹 2">
                <a:extLst>
                  <a:ext uri="{FF2B5EF4-FFF2-40B4-BE49-F238E27FC236}">
                    <a16:creationId xmlns:a16="http://schemas.microsoft.com/office/drawing/2014/main" id="{947AE841-4C05-37C4-ABFD-15D26C27846D}"/>
                  </a:ext>
                </a:extLst>
              </p:cNvPr>
              <p:cNvPicPr/>
              <p:nvPr/>
            </p:nvPicPr>
            <p:blipFill>
              <a:blip r:embed="rId83"/>
              <a:stretch>
                <a:fillRect/>
              </a:stretch>
            </p:blipFill>
            <p:spPr>
              <a:xfrm>
                <a:off x="850345" y="2660589"/>
                <a:ext cx="36000" cy="36000"/>
              </a:xfrm>
              <a:prstGeom prst="rect">
                <a:avLst/>
              </a:prstGeom>
            </p:spPr>
          </p:pic>
        </mc:Fallback>
      </mc:AlternateContent>
    </p:spTree>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7649" name="对象 76807"/>
          <p:cNvGraphicFramePr>
            <a:graphicFrameLocks noChangeAspect="1"/>
          </p:cNvGraphicFramePr>
          <p:nvPr/>
        </p:nvGraphicFramePr>
        <p:xfrm>
          <a:off x="1130300" y="1133475"/>
          <a:ext cx="6884988" cy="1500188"/>
        </p:xfrm>
        <a:graphic>
          <a:graphicData uri="http://schemas.openxmlformats.org/presentationml/2006/ole">
            <mc:AlternateContent xmlns:mc="http://schemas.openxmlformats.org/markup-compatibility/2006">
              <mc:Choice xmlns:v="urn:schemas-microsoft-com:vml" Requires="v">
                <p:oleObj r:id="rId2" imgW="2895600" imgH="736600" progId="Equation.3">
                  <p:embed/>
                </p:oleObj>
              </mc:Choice>
              <mc:Fallback>
                <p:oleObj r:id="rId2" imgW="2895600" imgH="736600" progId="Equation.3">
                  <p:embed/>
                  <p:pic>
                    <p:nvPicPr>
                      <p:cNvPr id="0" name="图片 3089"/>
                      <p:cNvPicPr/>
                      <p:nvPr/>
                    </p:nvPicPr>
                    <p:blipFill>
                      <a:blip r:embed="rId3"/>
                      <a:stretch>
                        <a:fillRect/>
                      </a:stretch>
                    </p:blipFill>
                    <p:spPr>
                      <a:xfrm>
                        <a:off x="1130300" y="1133475"/>
                        <a:ext cx="6884988" cy="1500188"/>
                      </a:xfrm>
                      <a:prstGeom prst="rect">
                        <a:avLst/>
                      </a:prstGeom>
                      <a:noFill/>
                      <a:ln w="38100">
                        <a:noFill/>
                        <a:miter/>
                      </a:ln>
                    </p:spPr>
                  </p:pic>
                </p:oleObj>
              </mc:Fallback>
            </mc:AlternateContent>
          </a:graphicData>
        </a:graphic>
      </p:graphicFrame>
      <p:sp>
        <p:nvSpPr>
          <p:cNvPr id="27650" name="文本框 76808"/>
          <p:cNvSpPr txBox="1"/>
          <p:nvPr/>
        </p:nvSpPr>
        <p:spPr>
          <a:xfrm>
            <a:off x="858838" y="3214688"/>
            <a:ext cx="7156450" cy="830262"/>
          </a:xfrm>
          <a:prstGeom prst="rect">
            <a:avLst/>
          </a:prstGeom>
          <a:noFill/>
          <a:ln w="9525">
            <a:noFill/>
          </a:ln>
        </p:spPr>
        <p:txBody>
          <a:bodyPr wrap="square" anchor="t" anchorCtr="0">
            <a:spAutoFit/>
          </a:bodyPr>
          <a:lstStyle/>
          <a:p>
            <a:r>
              <a:rPr lang="zh-CN" altLang="en-US" sz="2400" b="1" dirty="0">
                <a:solidFill>
                  <a:srgbClr val="C00000"/>
                </a:solidFill>
                <a:latin typeface="宋体" panose="02010600030101010101" pitchFamily="2" charset="-122"/>
                <a:ea typeface="宋体" panose="02010600030101010101" pitchFamily="2" charset="-122"/>
                <a:sym typeface="Arial" panose="020B0604020202020204" pitchFamily="34" charset="0"/>
              </a:rPr>
              <a:t>不管什么样的序列，只要n</a:t>
            </a:r>
            <a:r>
              <a:rPr lang="en-US" altLang="zh-CN" sz="2400" b="1" dirty="0">
                <a:solidFill>
                  <a:srgbClr val="C00000"/>
                </a:solidFill>
                <a:latin typeface="宋体" panose="02010600030101010101" pitchFamily="2" charset="-122"/>
                <a:ea typeface="宋体" panose="02010600030101010101" pitchFamily="2" charset="-122"/>
                <a:sym typeface="Arial" panose="020B0604020202020204" pitchFamily="34" charset="0"/>
              </a:rPr>
              <a:t>&gt;0</a:t>
            </a:r>
            <a:r>
              <a:rPr lang="zh-CN" altLang="en-US" sz="2400" b="1" dirty="0">
                <a:solidFill>
                  <a:srgbClr val="C00000"/>
                </a:solidFill>
                <a:latin typeface="宋体" panose="02010600030101010101" pitchFamily="2" charset="-122"/>
                <a:ea typeface="宋体" panose="02010600030101010101" pitchFamily="2" charset="-122"/>
                <a:sym typeface="Arial" panose="020B0604020202020204" pitchFamily="34" charset="0"/>
              </a:rPr>
              <a:t>序列有值，</a:t>
            </a:r>
            <a:r>
              <a:rPr lang="en-US" altLang="zh-CN" sz="2400" b="1" dirty="0">
                <a:solidFill>
                  <a:srgbClr val="C00000"/>
                </a:solidFill>
                <a:latin typeface="宋体" panose="02010600030101010101" pitchFamily="2" charset="-122"/>
                <a:ea typeface="宋体" panose="02010600030101010101" pitchFamily="2" charset="-122"/>
                <a:sym typeface="Arial" panose="020B0604020202020204" pitchFamily="34" charset="0"/>
              </a:rPr>
              <a:t>Z</a:t>
            </a:r>
            <a:r>
              <a:rPr lang="zh-CN" altLang="en-US" sz="2400" b="1" dirty="0">
                <a:solidFill>
                  <a:srgbClr val="C00000"/>
                </a:solidFill>
                <a:latin typeface="宋体" panose="02010600030101010101" pitchFamily="2" charset="-122"/>
                <a:ea typeface="宋体" panose="02010600030101010101" pitchFamily="2" charset="-122"/>
                <a:sym typeface="Arial" panose="020B0604020202020204" pitchFamily="34" charset="0"/>
              </a:rPr>
              <a:t>在0处不收敛，n</a:t>
            </a:r>
            <a:r>
              <a:rPr lang="en-US" altLang="zh-CN" sz="2400" b="1" dirty="0">
                <a:solidFill>
                  <a:srgbClr val="C00000"/>
                </a:solidFill>
                <a:latin typeface="宋体" panose="02010600030101010101" pitchFamily="2" charset="-122"/>
                <a:ea typeface="宋体" panose="02010600030101010101" pitchFamily="2" charset="-122"/>
                <a:sym typeface="Arial" panose="020B0604020202020204" pitchFamily="34" charset="0"/>
              </a:rPr>
              <a:t>&lt;0</a:t>
            </a:r>
            <a:r>
              <a:rPr lang="zh-CN" altLang="en-US" sz="2400" b="1" dirty="0">
                <a:solidFill>
                  <a:srgbClr val="C00000"/>
                </a:solidFill>
                <a:latin typeface="宋体" panose="02010600030101010101" pitchFamily="2" charset="-122"/>
                <a:ea typeface="宋体" panose="02010600030101010101" pitchFamily="2" charset="-122"/>
                <a:sym typeface="Arial" panose="020B0604020202020204" pitchFamily="34" charset="0"/>
              </a:rPr>
              <a:t>序列有值，</a:t>
            </a:r>
            <a:r>
              <a:rPr lang="en-US" altLang="zh-CN" sz="2400" b="1" dirty="0">
                <a:solidFill>
                  <a:srgbClr val="C00000"/>
                </a:solidFill>
                <a:latin typeface="宋体" panose="02010600030101010101" pitchFamily="2" charset="-122"/>
                <a:ea typeface="宋体" panose="02010600030101010101" pitchFamily="2" charset="-122"/>
                <a:sym typeface="Arial" panose="020B0604020202020204" pitchFamily="34" charset="0"/>
              </a:rPr>
              <a:t>Z</a:t>
            </a:r>
            <a:r>
              <a:rPr lang="zh-CN" altLang="en-US" sz="2400" b="1" dirty="0">
                <a:solidFill>
                  <a:srgbClr val="C00000"/>
                </a:solidFill>
                <a:latin typeface="宋体" panose="02010600030101010101" pitchFamily="2" charset="-122"/>
                <a:ea typeface="宋体" panose="02010600030101010101" pitchFamily="2" charset="-122"/>
                <a:sym typeface="Arial" panose="020B0604020202020204" pitchFamily="34" charset="0"/>
              </a:rPr>
              <a:t>在  处不收敛</a:t>
            </a:r>
          </a:p>
        </p:txBody>
      </p:sp>
      <p:graphicFrame>
        <p:nvGraphicFramePr>
          <p:cNvPr id="27651" name="对象 76809">
            <a:hlinkClick r:id="" action="ppaction://ole?verb=0"/>
          </p:cNvPr>
          <p:cNvGraphicFramePr>
            <a:graphicFrameLocks noChangeAspect="1"/>
          </p:cNvGraphicFramePr>
          <p:nvPr/>
        </p:nvGraphicFramePr>
        <p:xfrm>
          <a:off x="4011613" y="3662363"/>
          <a:ext cx="373062" cy="295275"/>
        </p:xfrm>
        <a:graphic>
          <a:graphicData uri="http://schemas.openxmlformats.org/presentationml/2006/ole">
            <mc:AlternateContent xmlns:mc="http://schemas.openxmlformats.org/markup-compatibility/2006">
              <mc:Choice xmlns:v="urn:schemas-microsoft-com:vml" Requires="v">
                <p:oleObj r:id="rId4" imgW="182880" imgH="144145" progId="Equation.3">
                  <p:embed/>
                </p:oleObj>
              </mc:Choice>
              <mc:Fallback>
                <p:oleObj r:id="rId4" imgW="182880" imgH="144145" progId="Equation.3">
                  <p:embed/>
                  <p:pic>
                    <p:nvPicPr>
                      <p:cNvPr id="0" name="图片 3090"/>
                      <p:cNvPicPr/>
                      <p:nvPr/>
                    </p:nvPicPr>
                    <p:blipFill>
                      <a:blip r:embed="rId5"/>
                      <a:stretch>
                        <a:fillRect/>
                      </a:stretch>
                    </p:blipFill>
                    <p:spPr>
                      <a:xfrm>
                        <a:off x="4011613" y="3662363"/>
                        <a:ext cx="373062" cy="295275"/>
                      </a:xfrm>
                      <a:prstGeom prst="rect">
                        <a:avLst/>
                      </a:prstGeom>
                      <a:noFill/>
                      <a:ln w="38100">
                        <a:noFill/>
                        <a:miter/>
                      </a:ln>
                    </p:spPr>
                  </p:pic>
                </p:oleObj>
              </mc:Fallback>
            </mc:AlternateContent>
          </a:graphicData>
        </a:graphic>
      </p:graphicFrame>
      <mc:AlternateContent xmlns:mc="http://schemas.openxmlformats.org/markup-compatibility/2006" xmlns:p14="http://schemas.microsoft.com/office/powerpoint/2010/main">
        <mc:Choice Requires="p14">
          <p:contentPart p14:bwMode="auto" r:id="rId6">
            <p14:nvContentPartPr>
              <p14:cNvPr id="2" name="墨迹 1">
                <a:extLst>
                  <a:ext uri="{FF2B5EF4-FFF2-40B4-BE49-F238E27FC236}">
                    <a16:creationId xmlns:a16="http://schemas.microsoft.com/office/drawing/2014/main" id="{415830DC-CD4E-45EE-8B58-5A89CAF12728}"/>
                  </a:ext>
                </a:extLst>
              </p14:cNvPr>
              <p14:cNvContentPartPr/>
              <p14:nvPr/>
            </p14:nvContentPartPr>
            <p14:xfrm>
              <a:off x="5514145" y="2456829"/>
              <a:ext cx="360" cy="360"/>
            </p14:xfrm>
          </p:contentPart>
        </mc:Choice>
        <mc:Fallback xmlns="">
          <p:pic>
            <p:nvPicPr>
              <p:cNvPr id="2" name="墨迹 1">
                <a:extLst>
                  <a:ext uri="{FF2B5EF4-FFF2-40B4-BE49-F238E27FC236}">
                    <a16:creationId xmlns:a16="http://schemas.microsoft.com/office/drawing/2014/main" id="{415830DC-CD4E-45EE-8B58-5A89CAF12728}"/>
                  </a:ext>
                </a:extLst>
              </p:cNvPr>
              <p:cNvPicPr/>
              <p:nvPr/>
            </p:nvPicPr>
            <p:blipFill>
              <a:blip r:embed="rId7"/>
              <a:stretch>
                <a:fillRect/>
              </a:stretch>
            </p:blipFill>
            <p:spPr>
              <a:xfrm>
                <a:off x="5496145" y="2439189"/>
                <a:ext cx="36000" cy="36000"/>
              </a:xfrm>
              <a:prstGeom prst="rect">
                <a:avLst/>
              </a:prstGeom>
            </p:spPr>
          </p:pic>
        </mc:Fallback>
      </mc:AlternateContent>
      <p:grpSp>
        <p:nvGrpSpPr>
          <p:cNvPr id="7" name="组合 6">
            <a:extLst>
              <a:ext uri="{FF2B5EF4-FFF2-40B4-BE49-F238E27FC236}">
                <a16:creationId xmlns:a16="http://schemas.microsoft.com/office/drawing/2014/main" id="{02A1208C-9C39-6F31-D860-D679D1788AD7}"/>
              </a:ext>
            </a:extLst>
          </p:cNvPr>
          <p:cNvGrpSpPr/>
          <p:nvPr/>
        </p:nvGrpSpPr>
        <p:grpSpPr>
          <a:xfrm>
            <a:off x="4849225" y="3628989"/>
            <a:ext cx="2861280" cy="47520"/>
            <a:chOff x="4849225" y="3628989"/>
            <a:chExt cx="2861280" cy="47520"/>
          </a:xfrm>
        </p:grpSpPr>
        <mc:AlternateContent xmlns:mc="http://schemas.openxmlformats.org/markup-compatibility/2006" xmlns:p14="http://schemas.microsoft.com/office/powerpoint/2010/main">
          <mc:Choice Requires="p14">
            <p:contentPart p14:bwMode="auto" r:id="rId8">
              <p14:nvContentPartPr>
                <p14:cNvPr id="5" name="墨迹 4">
                  <a:extLst>
                    <a:ext uri="{FF2B5EF4-FFF2-40B4-BE49-F238E27FC236}">
                      <a16:creationId xmlns:a16="http://schemas.microsoft.com/office/drawing/2014/main" id="{67B48EAD-DC1E-CEB6-DA5B-F615AC390101}"/>
                    </a:ext>
                  </a:extLst>
                </p14:cNvPr>
                <p14:cNvContentPartPr/>
                <p14:nvPr/>
              </p14:nvContentPartPr>
              <p14:xfrm>
                <a:off x="4849225" y="3628989"/>
                <a:ext cx="1033920" cy="29520"/>
              </p14:xfrm>
            </p:contentPart>
          </mc:Choice>
          <mc:Fallback xmlns="">
            <p:pic>
              <p:nvPicPr>
                <p:cNvPr id="5" name="墨迹 4">
                  <a:extLst>
                    <a:ext uri="{FF2B5EF4-FFF2-40B4-BE49-F238E27FC236}">
                      <a16:creationId xmlns:a16="http://schemas.microsoft.com/office/drawing/2014/main" id="{67B48EAD-DC1E-CEB6-DA5B-F615AC390101}"/>
                    </a:ext>
                  </a:extLst>
                </p:cNvPr>
                <p:cNvPicPr/>
                <p:nvPr/>
              </p:nvPicPr>
              <p:blipFill>
                <a:blip r:embed="rId9"/>
                <a:stretch>
                  <a:fillRect/>
                </a:stretch>
              </p:blipFill>
              <p:spPr>
                <a:xfrm>
                  <a:off x="4831225" y="3610989"/>
                  <a:ext cx="1069560" cy="6516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6" name="墨迹 5">
                  <a:extLst>
                    <a:ext uri="{FF2B5EF4-FFF2-40B4-BE49-F238E27FC236}">
                      <a16:creationId xmlns:a16="http://schemas.microsoft.com/office/drawing/2014/main" id="{37F8140F-CBA1-2909-3C3D-EB8853899A7A}"/>
                    </a:ext>
                  </a:extLst>
                </p14:cNvPr>
                <p14:cNvContentPartPr/>
                <p14:nvPr/>
              </p14:nvContentPartPr>
              <p14:xfrm>
                <a:off x="6363745" y="3666789"/>
                <a:ext cx="1346760" cy="9720"/>
              </p14:xfrm>
            </p:contentPart>
          </mc:Choice>
          <mc:Fallback xmlns="">
            <p:pic>
              <p:nvPicPr>
                <p:cNvPr id="6" name="墨迹 5">
                  <a:extLst>
                    <a:ext uri="{FF2B5EF4-FFF2-40B4-BE49-F238E27FC236}">
                      <a16:creationId xmlns:a16="http://schemas.microsoft.com/office/drawing/2014/main" id="{37F8140F-CBA1-2909-3C3D-EB8853899A7A}"/>
                    </a:ext>
                  </a:extLst>
                </p:cNvPr>
                <p:cNvPicPr/>
                <p:nvPr/>
              </p:nvPicPr>
              <p:blipFill>
                <a:blip r:embed="rId11"/>
                <a:stretch>
                  <a:fillRect/>
                </a:stretch>
              </p:blipFill>
              <p:spPr>
                <a:xfrm>
                  <a:off x="6346105" y="3649149"/>
                  <a:ext cx="1382400" cy="45360"/>
                </a:xfrm>
                <a:prstGeom prst="rect">
                  <a:avLst/>
                </a:prstGeom>
              </p:spPr>
            </p:pic>
          </mc:Fallback>
        </mc:AlternateContent>
      </p:grpSp>
      <p:grpSp>
        <p:nvGrpSpPr>
          <p:cNvPr id="10" name="组合 9">
            <a:extLst>
              <a:ext uri="{FF2B5EF4-FFF2-40B4-BE49-F238E27FC236}">
                <a16:creationId xmlns:a16="http://schemas.microsoft.com/office/drawing/2014/main" id="{9B743675-B687-6C9A-74B1-E69B36EEE511}"/>
              </a:ext>
            </a:extLst>
          </p:cNvPr>
          <p:cNvGrpSpPr/>
          <p:nvPr/>
        </p:nvGrpSpPr>
        <p:grpSpPr>
          <a:xfrm>
            <a:off x="951145" y="3990069"/>
            <a:ext cx="4655520" cy="46440"/>
            <a:chOff x="951145" y="3990069"/>
            <a:chExt cx="4655520" cy="46440"/>
          </a:xfrm>
        </p:grpSpPr>
        <mc:AlternateContent xmlns:mc="http://schemas.openxmlformats.org/markup-compatibility/2006" xmlns:p14="http://schemas.microsoft.com/office/powerpoint/2010/main">
          <mc:Choice Requires="p14">
            <p:contentPart p14:bwMode="auto" r:id="rId12">
              <p14:nvContentPartPr>
                <p14:cNvPr id="8" name="墨迹 7">
                  <a:extLst>
                    <a:ext uri="{FF2B5EF4-FFF2-40B4-BE49-F238E27FC236}">
                      <a16:creationId xmlns:a16="http://schemas.microsoft.com/office/drawing/2014/main" id="{BEAA2814-06DA-B305-B047-8E6CDCFC0FD0}"/>
                    </a:ext>
                  </a:extLst>
                </p14:cNvPr>
                <p14:cNvContentPartPr/>
                <p14:nvPr/>
              </p14:nvContentPartPr>
              <p14:xfrm>
                <a:off x="951145" y="3997989"/>
                <a:ext cx="2114640" cy="38520"/>
              </p14:xfrm>
            </p:contentPart>
          </mc:Choice>
          <mc:Fallback xmlns="">
            <p:pic>
              <p:nvPicPr>
                <p:cNvPr id="8" name="墨迹 7">
                  <a:extLst>
                    <a:ext uri="{FF2B5EF4-FFF2-40B4-BE49-F238E27FC236}">
                      <a16:creationId xmlns:a16="http://schemas.microsoft.com/office/drawing/2014/main" id="{BEAA2814-06DA-B305-B047-8E6CDCFC0FD0}"/>
                    </a:ext>
                  </a:extLst>
                </p:cNvPr>
                <p:cNvPicPr/>
                <p:nvPr/>
              </p:nvPicPr>
              <p:blipFill>
                <a:blip r:embed="rId13"/>
                <a:stretch>
                  <a:fillRect/>
                </a:stretch>
              </p:blipFill>
              <p:spPr>
                <a:xfrm>
                  <a:off x="933145" y="3979989"/>
                  <a:ext cx="2150280" cy="7416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9" name="墨迹 8">
                  <a:extLst>
                    <a:ext uri="{FF2B5EF4-FFF2-40B4-BE49-F238E27FC236}">
                      <a16:creationId xmlns:a16="http://schemas.microsoft.com/office/drawing/2014/main" id="{FACC7F3A-340B-AADD-B3EB-D473D35B52E9}"/>
                    </a:ext>
                  </a:extLst>
                </p14:cNvPr>
                <p14:cNvContentPartPr/>
                <p14:nvPr/>
              </p14:nvContentPartPr>
              <p14:xfrm>
                <a:off x="3583465" y="3990069"/>
                <a:ext cx="2023200" cy="9720"/>
              </p14:xfrm>
            </p:contentPart>
          </mc:Choice>
          <mc:Fallback xmlns="">
            <p:pic>
              <p:nvPicPr>
                <p:cNvPr id="9" name="墨迹 8">
                  <a:extLst>
                    <a:ext uri="{FF2B5EF4-FFF2-40B4-BE49-F238E27FC236}">
                      <a16:creationId xmlns:a16="http://schemas.microsoft.com/office/drawing/2014/main" id="{FACC7F3A-340B-AADD-B3EB-D473D35B52E9}"/>
                    </a:ext>
                  </a:extLst>
                </p:cNvPr>
                <p:cNvPicPr/>
                <p:nvPr/>
              </p:nvPicPr>
              <p:blipFill>
                <a:blip r:embed="rId15"/>
                <a:stretch>
                  <a:fillRect/>
                </a:stretch>
              </p:blipFill>
              <p:spPr>
                <a:xfrm>
                  <a:off x="3565825" y="3972069"/>
                  <a:ext cx="2058840" cy="45360"/>
                </a:xfrm>
                <a:prstGeom prst="rect">
                  <a:avLst/>
                </a:prstGeom>
              </p:spPr>
            </p:pic>
          </mc:Fallback>
        </mc:AlternateContent>
      </p:grpSp>
      <p:grpSp>
        <p:nvGrpSpPr>
          <p:cNvPr id="13" name="组合 12">
            <a:extLst>
              <a:ext uri="{FF2B5EF4-FFF2-40B4-BE49-F238E27FC236}">
                <a16:creationId xmlns:a16="http://schemas.microsoft.com/office/drawing/2014/main" id="{E9EB9A44-FA63-682F-46C3-52396B5206BE}"/>
              </a:ext>
            </a:extLst>
          </p:cNvPr>
          <p:cNvGrpSpPr/>
          <p:nvPr/>
        </p:nvGrpSpPr>
        <p:grpSpPr>
          <a:xfrm>
            <a:off x="4106185" y="4082229"/>
            <a:ext cx="162720" cy="139680"/>
            <a:chOff x="4106185" y="4082229"/>
            <a:chExt cx="162720" cy="139680"/>
          </a:xfrm>
        </p:grpSpPr>
        <mc:AlternateContent xmlns:mc="http://schemas.openxmlformats.org/markup-compatibility/2006" xmlns:p14="http://schemas.microsoft.com/office/powerpoint/2010/main">
          <mc:Choice Requires="p14">
            <p:contentPart p14:bwMode="auto" r:id="rId16">
              <p14:nvContentPartPr>
                <p14:cNvPr id="11" name="墨迹 10">
                  <a:extLst>
                    <a:ext uri="{FF2B5EF4-FFF2-40B4-BE49-F238E27FC236}">
                      <a16:creationId xmlns:a16="http://schemas.microsoft.com/office/drawing/2014/main" id="{FBA698F9-AEFA-BCAD-95D8-8D8424753A7E}"/>
                    </a:ext>
                  </a:extLst>
                </p14:cNvPr>
                <p14:cNvContentPartPr/>
                <p14:nvPr/>
              </p14:nvContentPartPr>
              <p14:xfrm>
                <a:off x="4106185" y="4091589"/>
                <a:ext cx="162720" cy="130320"/>
              </p14:xfrm>
            </p:contentPart>
          </mc:Choice>
          <mc:Fallback xmlns="">
            <p:pic>
              <p:nvPicPr>
                <p:cNvPr id="11" name="墨迹 10">
                  <a:extLst>
                    <a:ext uri="{FF2B5EF4-FFF2-40B4-BE49-F238E27FC236}">
                      <a16:creationId xmlns:a16="http://schemas.microsoft.com/office/drawing/2014/main" id="{FBA698F9-AEFA-BCAD-95D8-8D8424753A7E}"/>
                    </a:ext>
                  </a:extLst>
                </p:cNvPr>
                <p:cNvPicPr/>
                <p:nvPr/>
              </p:nvPicPr>
              <p:blipFill>
                <a:blip r:embed="rId17"/>
                <a:stretch>
                  <a:fillRect/>
                </a:stretch>
              </p:blipFill>
              <p:spPr>
                <a:xfrm>
                  <a:off x="4088185" y="4073949"/>
                  <a:ext cx="198360" cy="16596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12" name="墨迹 11">
                  <a:extLst>
                    <a:ext uri="{FF2B5EF4-FFF2-40B4-BE49-F238E27FC236}">
                      <a16:creationId xmlns:a16="http://schemas.microsoft.com/office/drawing/2014/main" id="{4660FC49-3118-6C56-C4BF-AA84863E1D44}"/>
                    </a:ext>
                  </a:extLst>
                </p14:cNvPr>
                <p14:cNvContentPartPr/>
                <p14:nvPr/>
              </p14:nvContentPartPr>
              <p14:xfrm>
                <a:off x="4183945" y="4082229"/>
                <a:ext cx="48600" cy="33840"/>
              </p14:xfrm>
            </p:contentPart>
          </mc:Choice>
          <mc:Fallback xmlns="">
            <p:pic>
              <p:nvPicPr>
                <p:cNvPr id="12" name="墨迹 11">
                  <a:extLst>
                    <a:ext uri="{FF2B5EF4-FFF2-40B4-BE49-F238E27FC236}">
                      <a16:creationId xmlns:a16="http://schemas.microsoft.com/office/drawing/2014/main" id="{4660FC49-3118-6C56-C4BF-AA84863E1D44}"/>
                    </a:ext>
                  </a:extLst>
                </p:cNvPr>
                <p:cNvPicPr/>
                <p:nvPr/>
              </p:nvPicPr>
              <p:blipFill>
                <a:blip r:embed="rId19"/>
                <a:stretch>
                  <a:fillRect/>
                </a:stretch>
              </p:blipFill>
              <p:spPr>
                <a:xfrm>
                  <a:off x="4166305" y="4064229"/>
                  <a:ext cx="84240" cy="69480"/>
                </a:xfrm>
                <a:prstGeom prst="rect">
                  <a:avLst/>
                </a:prstGeom>
              </p:spPr>
            </p:pic>
          </mc:Fallback>
        </mc:AlternateContent>
      </p:grpSp>
    </p:spTree>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标题 551937"/>
          <p:cNvSpPr>
            <a:spLocks noGrp="1"/>
          </p:cNvSpPr>
          <p:nvPr/>
        </p:nvSpPr>
        <p:spPr>
          <a:xfrm>
            <a:off x="781050" y="336550"/>
            <a:ext cx="4778375" cy="1536700"/>
          </a:xfrm>
          <a:prstGeom prst="rect">
            <a:avLst/>
          </a:prstGeom>
          <a:noFill/>
          <a:ln w="9525">
            <a:noFill/>
          </a:ln>
        </p:spPr>
        <p:txBody>
          <a:bodyPr anchor="ctr" anchorCtr="0"/>
          <a:lstStyle/>
          <a:p>
            <a:pPr>
              <a:lnSpc>
                <a:spcPct val="110000"/>
              </a:lnSpc>
              <a:buClr>
                <a:schemeClr val="tx1"/>
              </a:buClr>
              <a:buFont typeface="Wingdings" panose="05000000000000000000" pitchFamily="2" charset="2"/>
            </a:pPr>
            <a:r>
              <a:rPr lang="zh-CN" altLang="en-US" sz="2800" b="1">
                <a:latin typeface="Times New Roman" panose="02020603050405020304" pitchFamily="2" charset="0"/>
                <a:ea typeface="宋体" panose="02010600030101010101" pitchFamily="2" charset="-122"/>
              </a:rPr>
              <a:t> </a:t>
            </a:r>
            <a:r>
              <a:rPr lang="en-US" altLang="zh-CN" sz="2800" b="1">
                <a:latin typeface="Times New Roman" panose="02020603050405020304" pitchFamily="2" charset="0"/>
                <a:ea typeface="宋体" panose="02010600030101010101" pitchFamily="2" charset="-122"/>
              </a:rPr>
              <a:t>2.</a:t>
            </a:r>
            <a:r>
              <a:rPr lang="zh-CN" altLang="en-US" sz="2800" b="1">
                <a:latin typeface="Times New Roman" panose="02020603050405020304" pitchFamily="2" charset="0"/>
                <a:ea typeface="宋体" panose="02010600030101010101" pitchFamily="2" charset="-122"/>
              </a:rPr>
              <a:t>右边序列</a:t>
            </a:r>
            <a:r>
              <a:rPr lang="zh-CN" altLang="en-US" sz="2400" b="1" dirty="0">
                <a:latin typeface="宋体" panose="02010600030101010101" pitchFamily="2" charset="-122"/>
                <a:ea typeface="宋体" panose="02010600030101010101" pitchFamily="2" charset="-122"/>
                <a:sym typeface="Arial" panose="020B0604020202020204" pitchFamily="34" charset="0"/>
              </a:rPr>
              <a:t>（有始无终的序列）</a:t>
            </a:r>
            <a:endParaRPr lang="zh-CN" altLang="en-US" sz="2800" b="1">
              <a:latin typeface="Times New Roman" panose="02020603050405020304" pitchFamily="2" charset="0"/>
              <a:ea typeface="宋体" panose="02010600030101010101" pitchFamily="2" charset="-122"/>
            </a:endParaRPr>
          </a:p>
          <a:p>
            <a:pPr>
              <a:lnSpc>
                <a:spcPct val="110000"/>
              </a:lnSpc>
              <a:buClr>
                <a:schemeClr val="tx1"/>
              </a:buClr>
              <a:buFont typeface="Wingdings" panose="05000000000000000000" pitchFamily="2" charset="2"/>
            </a:pPr>
            <a:r>
              <a:rPr lang="en-US" altLang="zh-CN" sz="2400" b="1" dirty="0">
                <a:latin typeface="宋体" panose="02010600030101010101" pitchFamily="2" charset="-122"/>
                <a:ea typeface="宋体" panose="02010600030101010101" pitchFamily="2" charset="-122"/>
                <a:sym typeface="Arial" panose="020B0604020202020204" pitchFamily="34" charset="0"/>
              </a:rPr>
              <a:t>    —</a:t>
            </a:r>
            <a:r>
              <a:rPr lang="zh-CN" altLang="en-US" sz="2400" b="1" dirty="0">
                <a:latin typeface="宋体" panose="02010600030101010101" pitchFamily="2" charset="-122"/>
                <a:ea typeface="宋体" panose="02010600030101010101" pitchFamily="2" charset="-122"/>
                <a:sym typeface="Arial" panose="020B0604020202020204" pitchFamily="34" charset="0"/>
              </a:rPr>
              <a:t>收敛区域是一个半径为</a:t>
            </a:r>
            <a:r>
              <a:rPr lang="zh-CN" altLang="en-US" sz="2400" b="1" dirty="0">
                <a:solidFill>
                  <a:srgbClr val="C00000"/>
                </a:solidFill>
                <a:latin typeface="宋体" panose="02010600030101010101" pitchFamily="2" charset="-122"/>
                <a:ea typeface="宋体" panose="02010600030101010101" pitchFamily="2" charset="-122"/>
                <a:sym typeface="Arial" panose="020B0604020202020204" pitchFamily="34" charset="0"/>
              </a:rPr>
              <a:t>R</a:t>
            </a:r>
            <a:r>
              <a:rPr lang="zh-CN" altLang="en-US" sz="2400" b="1" baseline="-25000" dirty="0">
                <a:solidFill>
                  <a:srgbClr val="C00000"/>
                </a:solidFill>
                <a:latin typeface="宋体" panose="02010600030101010101" pitchFamily="2" charset="-122"/>
                <a:ea typeface="宋体" panose="02010600030101010101" pitchFamily="2" charset="-122"/>
                <a:sym typeface="Arial" panose="020B0604020202020204" pitchFamily="34" charset="0"/>
              </a:rPr>
              <a:t>x</a:t>
            </a:r>
            <a:r>
              <a:rPr lang="en-US" altLang="zh-CN" sz="2400" b="1" baseline="-25000" dirty="0">
                <a:solidFill>
                  <a:srgbClr val="C00000"/>
                </a:solidFill>
                <a:latin typeface="宋体" panose="02010600030101010101" pitchFamily="2" charset="-122"/>
                <a:ea typeface="宋体" panose="02010600030101010101" pitchFamily="2" charset="-122"/>
                <a:sym typeface="Arial" panose="020B0604020202020204" pitchFamily="34" charset="0"/>
              </a:rPr>
              <a:t>-</a:t>
            </a:r>
            <a:r>
              <a:rPr lang="zh-CN" altLang="en-US" sz="2400" b="1" dirty="0">
                <a:latin typeface="宋体" panose="02010600030101010101" pitchFamily="2" charset="-122"/>
                <a:ea typeface="宋体" panose="02010600030101010101" pitchFamily="2" charset="-122"/>
                <a:sym typeface="Arial" panose="020B0604020202020204" pitchFamily="34" charset="0"/>
              </a:rPr>
              <a:t>的圆的外部</a:t>
            </a:r>
            <a:endParaRPr lang="en-US" altLang="zh-CN" sz="2800" b="1">
              <a:latin typeface="Times New Roman" panose="02020603050405020304" pitchFamily="2" charset="0"/>
              <a:ea typeface="宋体" panose="02010600030101010101" pitchFamily="2" charset="-122"/>
            </a:endParaRPr>
          </a:p>
        </p:txBody>
      </p:sp>
      <p:graphicFrame>
        <p:nvGraphicFramePr>
          <p:cNvPr id="28674" name="对象 551938"/>
          <p:cNvGraphicFramePr/>
          <p:nvPr/>
        </p:nvGraphicFramePr>
        <p:xfrm>
          <a:off x="1042988" y="1873250"/>
          <a:ext cx="2692400" cy="904875"/>
        </p:xfrm>
        <a:graphic>
          <a:graphicData uri="http://schemas.openxmlformats.org/presentationml/2006/ole">
            <mc:AlternateContent xmlns:mc="http://schemas.openxmlformats.org/markup-compatibility/2006">
              <mc:Choice xmlns:v="urn:schemas-microsoft-com:vml" Requires="v">
                <p:oleObj r:id="rId2" imgW="3022600" imgH="1016000" progId="Equation.DSMT4">
                  <p:embed/>
                </p:oleObj>
              </mc:Choice>
              <mc:Fallback>
                <p:oleObj r:id="rId2" imgW="3022600" imgH="1016000" progId="Equation.DSMT4">
                  <p:embed/>
                  <p:pic>
                    <p:nvPicPr>
                      <p:cNvPr id="0" name="图片 3091"/>
                      <p:cNvPicPr/>
                      <p:nvPr/>
                    </p:nvPicPr>
                    <p:blipFill>
                      <a:blip r:embed="rId3">
                        <a:lum bright="-100000"/>
                      </a:blip>
                      <a:stretch>
                        <a:fillRect/>
                      </a:stretch>
                    </p:blipFill>
                    <p:spPr>
                      <a:xfrm>
                        <a:off x="1042988" y="1873250"/>
                        <a:ext cx="2692400" cy="904875"/>
                      </a:xfrm>
                      <a:prstGeom prst="rect">
                        <a:avLst/>
                      </a:prstGeom>
                      <a:noFill/>
                      <a:ln w="38100">
                        <a:noFill/>
                        <a:miter/>
                      </a:ln>
                    </p:spPr>
                  </p:pic>
                </p:oleObj>
              </mc:Fallback>
            </mc:AlternateContent>
          </a:graphicData>
        </a:graphic>
      </p:graphicFrame>
      <p:graphicFrame>
        <p:nvGraphicFramePr>
          <p:cNvPr id="28675" name="对象 551939"/>
          <p:cNvGraphicFramePr/>
          <p:nvPr/>
        </p:nvGraphicFramePr>
        <p:xfrm>
          <a:off x="1042988" y="2708275"/>
          <a:ext cx="5256212" cy="828675"/>
        </p:xfrm>
        <a:graphic>
          <a:graphicData uri="http://schemas.openxmlformats.org/presentationml/2006/ole">
            <mc:AlternateContent xmlns:mc="http://schemas.openxmlformats.org/markup-compatibility/2006">
              <mc:Choice xmlns:v="urn:schemas-microsoft-com:vml" Requires="v">
                <p:oleObj r:id="rId4" imgW="6121400" imgH="965200" progId="Equation.DSMT4">
                  <p:embed/>
                </p:oleObj>
              </mc:Choice>
              <mc:Fallback>
                <p:oleObj r:id="rId4" imgW="6121400" imgH="965200" progId="Equation.DSMT4">
                  <p:embed/>
                  <p:pic>
                    <p:nvPicPr>
                      <p:cNvPr id="0" name="图片 3092"/>
                      <p:cNvPicPr/>
                      <p:nvPr/>
                    </p:nvPicPr>
                    <p:blipFill>
                      <a:blip r:embed="rId5">
                        <a:lum bright="-100000"/>
                      </a:blip>
                      <a:stretch>
                        <a:fillRect/>
                      </a:stretch>
                    </p:blipFill>
                    <p:spPr>
                      <a:xfrm>
                        <a:off x="1042988" y="2708275"/>
                        <a:ext cx="5256212" cy="828675"/>
                      </a:xfrm>
                      <a:prstGeom prst="rect">
                        <a:avLst/>
                      </a:prstGeom>
                      <a:noFill/>
                      <a:ln w="38100">
                        <a:noFill/>
                        <a:miter/>
                      </a:ln>
                    </p:spPr>
                  </p:pic>
                </p:oleObj>
              </mc:Fallback>
            </mc:AlternateContent>
          </a:graphicData>
        </a:graphic>
      </p:graphicFrame>
      <p:graphicFrame>
        <p:nvGraphicFramePr>
          <p:cNvPr id="28676" name="对象 551940"/>
          <p:cNvGraphicFramePr/>
          <p:nvPr/>
        </p:nvGraphicFramePr>
        <p:xfrm>
          <a:off x="1042988" y="3644900"/>
          <a:ext cx="2768600" cy="431800"/>
        </p:xfrm>
        <a:graphic>
          <a:graphicData uri="http://schemas.openxmlformats.org/presentationml/2006/ole">
            <mc:AlternateContent xmlns:mc="http://schemas.openxmlformats.org/markup-compatibility/2006">
              <mc:Choice xmlns:v="urn:schemas-microsoft-com:vml" Requires="v">
                <p:oleObj r:id="rId6" imgW="3098800" imgH="482600" progId="Equation.DSMT4">
                  <p:embed/>
                </p:oleObj>
              </mc:Choice>
              <mc:Fallback>
                <p:oleObj r:id="rId6" imgW="3098800" imgH="482600" progId="Equation.DSMT4">
                  <p:embed/>
                  <p:pic>
                    <p:nvPicPr>
                      <p:cNvPr id="0" name="图片 3094"/>
                      <p:cNvPicPr/>
                      <p:nvPr/>
                    </p:nvPicPr>
                    <p:blipFill>
                      <a:blip r:embed="rId7">
                        <a:lum bright="-100000"/>
                      </a:blip>
                      <a:stretch>
                        <a:fillRect/>
                      </a:stretch>
                    </p:blipFill>
                    <p:spPr>
                      <a:xfrm>
                        <a:off x="1042988" y="3644900"/>
                        <a:ext cx="2768600" cy="431800"/>
                      </a:xfrm>
                      <a:prstGeom prst="rect">
                        <a:avLst/>
                      </a:prstGeom>
                      <a:noFill/>
                      <a:ln w="38100">
                        <a:noFill/>
                        <a:miter/>
                      </a:ln>
                    </p:spPr>
                  </p:pic>
                </p:oleObj>
              </mc:Fallback>
            </mc:AlternateContent>
          </a:graphicData>
        </a:graphic>
      </p:graphicFrame>
      <p:graphicFrame>
        <p:nvGraphicFramePr>
          <p:cNvPr id="28677" name="对象 551941"/>
          <p:cNvGraphicFramePr/>
          <p:nvPr/>
        </p:nvGraphicFramePr>
        <p:xfrm>
          <a:off x="1042988" y="4365625"/>
          <a:ext cx="3055937" cy="471488"/>
        </p:xfrm>
        <a:graphic>
          <a:graphicData uri="http://schemas.openxmlformats.org/presentationml/2006/ole">
            <mc:AlternateContent xmlns:mc="http://schemas.openxmlformats.org/markup-compatibility/2006">
              <mc:Choice xmlns:v="urn:schemas-microsoft-com:vml" Requires="v">
                <p:oleObj r:id="rId8" imgW="3289300" imgH="508000" progId="Equation.DSMT4">
                  <p:embed/>
                </p:oleObj>
              </mc:Choice>
              <mc:Fallback>
                <p:oleObj r:id="rId8" imgW="3289300" imgH="508000" progId="Equation.DSMT4">
                  <p:embed/>
                  <p:pic>
                    <p:nvPicPr>
                      <p:cNvPr id="0" name="图片 3098"/>
                      <p:cNvPicPr/>
                      <p:nvPr/>
                    </p:nvPicPr>
                    <p:blipFill>
                      <a:blip r:embed="rId9">
                        <a:lum bright="-100000"/>
                      </a:blip>
                      <a:stretch>
                        <a:fillRect/>
                      </a:stretch>
                    </p:blipFill>
                    <p:spPr>
                      <a:xfrm>
                        <a:off x="1042988" y="4365625"/>
                        <a:ext cx="3055937" cy="471488"/>
                      </a:xfrm>
                      <a:prstGeom prst="rect">
                        <a:avLst/>
                      </a:prstGeom>
                      <a:noFill/>
                      <a:ln w="38100">
                        <a:noFill/>
                        <a:miter/>
                      </a:ln>
                    </p:spPr>
                  </p:pic>
                </p:oleObj>
              </mc:Fallback>
            </mc:AlternateContent>
          </a:graphicData>
        </a:graphic>
      </p:graphicFrame>
      <p:graphicFrame>
        <p:nvGraphicFramePr>
          <p:cNvPr id="28678" name="对象 551942"/>
          <p:cNvGraphicFramePr/>
          <p:nvPr/>
        </p:nvGraphicFramePr>
        <p:xfrm>
          <a:off x="900113" y="5194300"/>
          <a:ext cx="4278312" cy="1031875"/>
        </p:xfrm>
        <a:graphic>
          <a:graphicData uri="http://schemas.openxmlformats.org/presentationml/2006/ole">
            <mc:AlternateContent xmlns:mc="http://schemas.openxmlformats.org/markup-compatibility/2006">
              <mc:Choice xmlns:v="urn:schemas-microsoft-com:vml" Requires="v">
                <p:oleObj r:id="rId10" imgW="4635500" imgH="1117600" progId="Equation.DSMT4">
                  <p:embed/>
                </p:oleObj>
              </mc:Choice>
              <mc:Fallback>
                <p:oleObj r:id="rId10" imgW="4635500" imgH="1117600" progId="Equation.DSMT4">
                  <p:embed/>
                  <p:pic>
                    <p:nvPicPr>
                      <p:cNvPr id="0" name="图片 3093"/>
                      <p:cNvPicPr/>
                      <p:nvPr/>
                    </p:nvPicPr>
                    <p:blipFill>
                      <a:blip r:embed="rId11">
                        <a:lum bright="-100000"/>
                      </a:blip>
                      <a:stretch>
                        <a:fillRect/>
                      </a:stretch>
                    </p:blipFill>
                    <p:spPr>
                      <a:xfrm>
                        <a:off x="900113" y="5194300"/>
                        <a:ext cx="4278312" cy="1031875"/>
                      </a:xfrm>
                      <a:prstGeom prst="rect">
                        <a:avLst/>
                      </a:prstGeom>
                      <a:noFill/>
                      <a:ln w="38100">
                        <a:noFill/>
                        <a:miter/>
                      </a:ln>
                    </p:spPr>
                  </p:pic>
                </p:oleObj>
              </mc:Fallback>
            </mc:AlternateContent>
          </a:graphicData>
        </a:graphic>
      </p:graphicFrame>
      <p:pic>
        <p:nvPicPr>
          <p:cNvPr id="28679" name="图片 551943"/>
          <p:cNvPicPr>
            <a:picLocks noChangeAspect="1"/>
          </p:cNvPicPr>
          <p:nvPr/>
        </p:nvPicPr>
        <p:blipFill>
          <a:blip r:embed="rId12"/>
          <a:stretch>
            <a:fillRect/>
          </a:stretch>
        </p:blipFill>
        <p:spPr>
          <a:xfrm>
            <a:off x="5416550" y="582613"/>
            <a:ext cx="3551238" cy="2033587"/>
          </a:xfrm>
          <a:prstGeom prst="rect">
            <a:avLst/>
          </a:prstGeom>
          <a:noFill/>
          <a:ln w="12700">
            <a:noFill/>
          </a:ln>
        </p:spPr>
      </p:pic>
      <p:grpSp>
        <p:nvGrpSpPr>
          <p:cNvPr id="28680" name="组合 551944"/>
          <p:cNvGrpSpPr/>
          <p:nvPr/>
        </p:nvGrpSpPr>
        <p:grpSpPr>
          <a:xfrm>
            <a:off x="5364163" y="3513138"/>
            <a:ext cx="3262312" cy="2808287"/>
            <a:chOff x="3243" y="2160"/>
            <a:chExt cx="2055" cy="1769"/>
          </a:xfrm>
        </p:grpSpPr>
        <p:sp>
          <p:nvSpPr>
            <p:cNvPr id="28681" name="椭圆 551945"/>
            <p:cNvSpPr/>
            <p:nvPr/>
          </p:nvSpPr>
          <p:spPr>
            <a:xfrm>
              <a:off x="3414" y="2571"/>
              <a:ext cx="1285" cy="1193"/>
            </a:xfrm>
            <a:prstGeom prst="ellipse">
              <a:avLst/>
            </a:prstGeom>
            <a:pattFill prst="pct10">
              <a:fgClr>
                <a:schemeClr val="tx1"/>
              </a:fgClr>
              <a:bgClr>
                <a:schemeClr val="bg1"/>
              </a:bgClr>
            </a:pattFill>
            <a:ln w="25400">
              <a:noFill/>
            </a:ln>
          </p:spPr>
          <p:txBody>
            <a:bodyPr anchor="t" anchorCtr="0"/>
            <a:lstStyle/>
            <a:p>
              <a:endParaRPr lang="zh-CN" altLang="en-US">
                <a:latin typeface="Arial" panose="020B0604020202020204" pitchFamily="34" charset="0"/>
                <a:ea typeface="宋体" panose="02010600030101010101" pitchFamily="2" charset="-122"/>
              </a:endParaRPr>
            </a:p>
          </p:txBody>
        </p:sp>
        <p:graphicFrame>
          <p:nvGraphicFramePr>
            <p:cNvPr id="28682" name="对象 551946"/>
            <p:cNvGraphicFramePr/>
            <p:nvPr/>
          </p:nvGraphicFramePr>
          <p:xfrm>
            <a:off x="4784" y="2942"/>
            <a:ext cx="471" cy="205"/>
          </p:xfrm>
          <a:graphic>
            <a:graphicData uri="http://schemas.openxmlformats.org/presentationml/2006/ole">
              <mc:AlternateContent xmlns:mc="http://schemas.openxmlformats.org/markup-compatibility/2006">
                <mc:Choice xmlns:v="urn:schemas-microsoft-com:vml" Requires="v">
                  <p:oleObj r:id="rId13" imgW="838200" imgH="381000" progId="Equation.DSMT4">
                    <p:embed/>
                  </p:oleObj>
                </mc:Choice>
                <mc:Fallback>
                  <p:oleObj r:id="rId13" imgW="838200" imgH="381000" progId="Equation.DSMT4">
                    <p:embed/>
                    <p:pic>
                      <p:nvPicPr>
                        <p:cNvPr id="0" name="图片 3117"/>
                        <p:cNvPicPr/>
                        <p:nvPr/>
                      </p:nvPicPr>
                      <p:blipFill>
                        <a:blip r:embed="rId14">
                          <a:lum bright="-89993"/>
                        </a:blip>
                        <a:stretch>
                          <a:fillRect/>
                        </a:stretch>
                      </p:blipFill>
                      <p:spPr>
                        <a:xfrm>
                          <a:off x="4784" y="2942"/>
                          <a:ext cx="471" cy="205"/>
                        </a:xfrm>
                        <a:prstGeom prst="rect">
                          <a:avLst/>
                        </a:prstGeom>
                        <a:noFill/>
                        <a:ln w="38100">
                          <a:noFill/>
                          <a:miter/>
                        </a:ln>
                      </p:spPr>
                    </p:pic>
                  </p:oleObj>
                </mc:Fallback>
              </mc:AlternateContent>
            </a:graphicData>
          </a:graphic>
        </p:graphicFrame>
        <p:graphicFrame>
          <p:nvGraphicFramePr>
            <p:cNvPr id="28683" name="对象 551947"/>
            <p:cNvGraphicFramePr/>
            <p:nvPr/>
          </p:nvGraphicFramePr>
          <p:xfrm>
            <a:off x="4099" y="2160"/>
            <a:ext cx="592" cy="206"/>
          </p:xfrm>
          <a:graphic>
            <a:graphicData uri="http://schemas.openxmlformats.org/presentationml/2006/ole">
              <mc:AlternateContent xmlns:mc="http://schemas.openxmlformats.org/markup-compatibility/2006">
                <mc:Choice xmlns:v="urn:schemas-microsoft-com:vml" Requires="v">
                  <p:oleObj r:id="rId15" imgW="1054100" imgH="381000" progId="Equation.DSMT4">
                    <p:embed/>
                  </p:oleObj>
                </mc:Choice>
                <mc:Fallback>
                  <p:oleObj r:id="rId15" imgW="1054100" imgH="381000" progId="Equation.DSMT4">
                    <p:embed/>
                    <p:pic>
                      <p:nvPicPr>
                        <p:cNvPr id="0" name="图片 3107"/>
                        <p:cNvPicPr/>
                        <p:nvPr/>
                      </p:nvPicPr>
                      <p:blipFill>
                        <a:blip r:embed="rId16">
                          <a:lum bright="-89993"/>
                        </a:blip>
                        <a:stretch>
                          <a:fillRect/>
                        </a:stretch>
                      </p:blipFill>
                      <p:spPr>
                        <a:xfrm>
                          <a:off x="4099" y="2160"/>
                          <a:ext cx="592" cy="206"/>
                        </a:xfrm>
                        <a:prstGeom prst="rect">
                          <a:avLst/>
                        </a:prstGeom>
                        <a:noFill/>
                        <a:ln w="38100">
                          <a:noFill/>
                          <a:miter/>
                        </a:ln>
                      </p:spPr>
                    </p:pic>
                  </p:oleObj>
                </mc:Fallback>
              </mc:AlternateContent>
            </a:graphicData>
          </a:graphic>
        </p:graphicFrame>
        <p:graphicFrame>
          <p:nvGraphicFramePr>
            <p:cNvPr id="28684" name="对象 551948"/>
            <p:cNvGraphicFramePr/>
            <p:nvPr/>
          </p:nvGraphicFramePr>
          <p:xfrm>
            <a:off x="3928" y="3188"/>
            <a:ext cx="114" cy="165"/>
          </p:xfrm>
          <a:graphic>
            <a:graphicData uri="http://schemas.openxmlformats.org/presentationml/2006/ole">
              <mc:AlternateContent xmlns:mc="http://schemas.openxmlformats.org/markup-compatibility/2006">
                <mc:Choice xmlns:v="urn:schemas-microsoft-com:vml" Requires="v">
                  <p:oleObj r:id="rId17" imgW="203200" imgH="304800" progId="Equation.DSMT4">
                    <p:embed/>
                  </p:oleObj>
                </mc:Choice>
                <mc:Fallback>
                  <p:oleObj r:id="rId17" imgW="203200" imgH="304800" progId="Equation.DSMT4">
                    <p:embed/>
                    <p:pic>
                      <p:nvPicPr>
                        <p:cNvPr id="0" name="图片 3110"/>
                        <p:cNvPicPr/>
                        <p:nvPr/>
                      </p:nvPicPr>
                      <p:blipFill>
                        <a:blip r:embed="rId18">
                          <a:lum bright="-89993"/>
                        </a:blip>
                        <a:stretch>
                          <a:fillRect/>
                        </a:stretch>
                      </p:blipFill>
                      <p:spPr>
                        <a:xfrm>
                          <a:off x="3928" y="3188"/>
                          <a:ext cx="114" cy="165"/>
                        </a:xfrm>
                        <a:prstGeom prst="rect">
                          <a:avLst/>
                        </a:prstGeom>
                        <a:noFill/>
                        <a:ln w="38100">
                          <a:noFill/>
                          <a:miter/>
                        </a:ln>
                      </p:spPr>
                    </p:pic>
                  </p:oleObj>
                </mc:Fallback>
              </mc:AlternateContent>
            </a:graphicData>
          </a:graphic>
        </p:graphicFrame>
        <p:graphicFrame>
          <p:nvGraphicFramePr>
            <p:cNvPr id="28685" name="对象 551949"/>
            <p:cNvGraphicFramePr/>
            <p:nvPr/>
          </p:nvGraphicFramePr>
          <p:xfrm>
            <a:off x="4171" y="2928"/>
            <a:ext cx="228" cy="219"/>
          </p:xfrm>
          <a:graphic>
            <a:graphicData uri="http://schemas.openxmlformats.org/presentationml/2006/ole">
              <mc:AlternateContent xmlns:mc="http://schemas.openxmlformats.org/markup-compatibility/2006">
                <mc:Choice xmlns:v="urn:schemas-microsoft-com:vml" Requires="v">
                  <p:oleObj r:id="rId19" imgW="482600" imgH="482600" progId="Equation.DSMT4">
                    <p:embed/>
                  </p:oleObj>
                </mc:Choice>
                <mc:Fallback>
                  <p:oleObj r:id="rId19" imgW="482600" imgH="482600" progId="Equation.DSMT4">
                    <p:embed/>
                    <p:pic>
                      <p:nvPicPr>
                        <p:cNvPr id="0" name="图片 3104"/>
                        <p:cNvPicPr/>
                        <p:nvPr/>
                      </p:nvPicPr>
                      <p:blipFill>
                        <a:blip r:embed="rId20">
                          <a:lum bright="-89993"/>
                        </a:blip>
                        <a:stretch>
                          <a:fillRect/>
                        </a:stretch>
                      </p:blipFill>
                      <p:spPr>
                        <a:xfrm>
                          <a:off x="4171" y="2928"/>
                          <a:ext cx="228" cy="219"/>
                        </a:xfrm>
                        <a:prstGeom prst="rect">
                          <a:avLst/>
                        </a:prstGeom>
                        <a:noFill/>
                        <a:ln w="38100">
                          <a:noFill/>
                          <a:miter/>
                        </a:ln>
                      </p:spPr>
                    </p:pic>
                  </p:oleObj>
                </mc:Fallback>
              </mc:AlternateContent>
            </a:graphicData>
          </a:graphic>
        </p:graphicFrame>
        <p:graphicFrame>
          <p:nvGraphicFramePr>
            <p:cNvPr id="28686" name="对象 551950"/>
            <p:cNvGraphicFramePr/>
            <p:nvPr/>
          </p:nvGraphicFramePr>
          <p:xfrm>
            <a:off x="4249" y="3723"/>
            <a:ext cx="1049" cy="206"/>
          </p:xfrm>
          <a:graphic>
            <a:graphicData uri="http://schemas.openxmlformats.org/presentationml/2006/ole">
              <mc:AlternateContent xmlns:mc="http://schemas.openxmlformats.org/markup-compatibility/2006">
                <mc:Choice xmlns:v="urn:schemas-microsoft-com:vml" Requires="v">
                  <p:oleObj r:id="rId21" imgW="1866900" imgH="381000" progId="Equation.DSMT4">
                    <p:embed/>
                  </p:oleObj>
                </mc:Choice>
                <mc:Fallback>
                  <p:oleObj r:id="rId21" imgW="1866900" imgH="381000" progId="Equation.DSMT4">
                    <p:embed/>
                    <p:pic>
                      <p:nvPicPr>
                        <p:cNvPr id="0" name="图片 3106"/>
                        <p:cNvPicPr/>
                        <p:nvPr/>
                      </p:nvPicPr>
                      <p:blipFill>
                        <a:blip r:embed="rId22">
                          <a:lum bright="-89993"/>
                        </a:blip>
                        <a:stretch>
                          <a:fillRect/>
                        </a:stretch>
                      </p:blipFill>
                      <p:spPr>
                        <a:xfrm>
                          <a:off x="4249" y="3723"/>
                          <a:ext cx="1049" cy="206"/>
                        </a:xfrm>
                        <a:prstGeom prst="rect">
                          <a:avLst/>
                        </a:prstGeom>
                        <a:noFill/>
                        <a:ln w="38100">
                          <a:noFill/>
                          <a:miter/>
                        </a:ln>
                      </p:spPr>
                    </p:pic>
                  </p:oleObj>
                </mc:Fallback>
              </mc:AlternateContent>
            </a:graphicData>
          </a:graphic>
        </p:graphicFrame>
        <p:sp>
          <p:nvSpPr>
            <p:cNvPr id="28687" name="椭圆 551951"/>
            <p:cNvSpPr/>
            <p:nvPr/>
          </p:nvSpPr>
          <p:spPr>
            <a:xfrm>
              <a:off x="3714" y="2818"/>
              <a:ext cx="685" cy="658"/>
            </a:xfrm>
            <a:prstGeom prst="ellipse">
              <a:avLst/>
            </a:prstGeom>
            <a:solidFill>
              <a:schemeClr val="bg1"/>
            </a:solidFill>
            <a:ln w="25400" cap="sq" cmpd="sng">
              <a:solidFill>
                <a:schemeClr val="tx1"/>
              </a:solidFill>
              <a:prstDash val="solid"/>
              <a:round/>
              <a:headEnd type="none" w="sm" len="sm"/>
              <a:tailEnd type="none" w="sm" len="sm"/>
            </a:ln>
          </p:spPr>
          <p:txBody>
            <a:bodyPr anchor="t" anchorCtr="0"/>
            <a:lstStyle/>
            <a:p>
              <a:endParaRPr lang="zh-CN" altLang="en-US">
                <a:latin typeface="Arial" panose="020B0604020202020204" pitchFamily="34" charset="0"/>
                <a:ea typeface="宋体" panose="02010600030101010101" pitchFamily="2" charset="-122"/>
              </a:endParaRPr>
            </a:p>
          </p:txBody>
        </p:sp>
        <p:graphicFrame>
          <p:nvGraphicFramePr>
            <p:cNvPr id="28688" name="对象 551952"/>
            <p:cNvGraphicFramePr/>
            <p:nvPr/>
          </p:nvGraphicFramePr>
          <p:xfrm>
            <a:off x="4570" y="3435"/>
            <a:ext cx="471" cy="233"/>
          </p:xfrm>
          <a:graphic>
            <a:graphicData uri="http://schemas.openxmlformats.org/presentationml/2006/ole">
              <mc:AlternateContent xmlns:mc="http://schemas.openxmlformats.org/markup-compatibility/2006">
                <mc:Choice xmlns:v="urn:schemas-microsoft-com:vml" Requires="v">
                  <p:oleObj r:id="rId23" imgW="837565" imgH="431800" progId="Equation.DSMT4">
                    <p:embed/>
                  </p:oleObj>
                </mc:Choice>
                <mc:Fallback>
                  <p:oleObj r:id="rId23" imgW="837565" imgH="431800" progId="Equation.DSMT4">
                    <p:embed/>
                    <p:pic>
                      <p:nvPicPr>
                        <p:cNvPr id="0" name="图片 3105"/>
                        <p:cNvPicPr/>
                        <p:nvPr/>
                      </p:nvPicPr>
                      <p:blipFill>
                        <a:blip r:embed="rId24">
                          <a:lum bright="-89993"/>
                        </a:blip>
                        <a:stretch>
                          <a:fillRect/>
                        </a:stretch>
                      </p:blipFill>
                      <p:spPr>
                        <a:xfrm>
                          <a:off x="4570" y="3435"/>
                          <a:ext cx="471" cy="233"/>
                        </a:xfrm>
                        <a:prstGeom prst="rect">
                          <a:avLst/>
                        </a:prstGeom>
                        <a:noFill/>
                        <a:ln w="38100">
                          <a:noFill/>
                          <a:miter/>
                        </a:ln>
                      </p:spPr>
                    </p:pic>
                  </p:oleObj>
                </mc:Fallback>
              </mc:AlternateContent>
            </a:graphicData>
          </a:graphic>
        </p:graphicFrame>
        <p:sp>
          <p:nvSpPr>
            <p:cNvPr id="28689" name="直接连接符 551953"/>
            <p:cNvSpPr/>
            <p:nvPr/>
          </p:nvSpPr>
          <p:spPr>
            <a:xfrm>
              <a:off x="3243" y="3147"/>
              <a:ext cx="1798" cy="0"/>
            </a:xfrm>
            <a:prstGeom prst="line">
              <a:avLst/>
            </a:prstGeom>
            <a:ln w="25400" cap="sq" cmpd="sng">
              <a:solidFill>
                <a:schemeClr val="tx1"/>
              </a:solidFill>
              <a:prstDash val="solid"/>
              <a:round/>
              <a:headEnd type="none" w="sm" len="sm"/>
              <a:tailEnd type="triangle" w="med" len="lg"/>
            </a:ln>
          </p:spPr>
        </p:sp>
        <p:sp>
          <p:nvSpPr>
            <p:cNvPr id="28690" name="直接连接符 551954"/>
            <p:cNvSpPr/>
            <p:nvPr/>
          </p:nvSpPr>
          <p:spPr>
            <a:xfrm flipV="1">
              <a:off x="4056" y="2201"/>
              <a:ext cx="0" cy="1687"/>
            </a:xfrm>
            <a:prstGeom prst="line">
              <a:avLst/>
            </a:prstGeom>
            <a:ln w="25400" cap="sq" cmpd="sng">
              <a:solidFill>
                <a:schemeClr val="tx1"/>
              </a:solidFill>
              <a:prstDash val="solid"/>
              <a:round/>
              <a:headEnd type="none" w="sm" len="sm"/>
              <a:tailEnd type="triangle" w="med" len="lg"/>
            </a:ln>
          </p:spPr>
        </p:sp>
      </p:grpSp>
      <p:graphicFrame>
        <p:nvGraphicFramePr>
          <p:cNvPr id="28691" name="对象 6"/>
          <p:cNvGraphicFramePr/>
          <p:nvPr/>
        </p:nvGraphicFramePr>
        <p:xfrm>
          <a:off x="6837363" y="4721225"/>
          <a:ext cx="361950" cy="417513"/>
        </p:xfrm>
        <a:graphic>
          <a:graphicData uri="http://schemas.openxmlformats.org/presentationml/2006/ole">
            <mc:AlternateContent xmlns:mc="http://schemas.openxmlformats.org/markup-compatibility/2006">
              <mc:Choice xmlns:v="urn:schemas-microsoft-com:vml" Requires="v">
                <p:oleObj r:id="rId25" imgW="273685" imgH="400685" progId="Equation.KSEE3">
                  <p:embed/>
                </p:oleObj>
              </mc:Choice>
              <mc:Fallback>
                <p:oleObj r:id="rId25" imgW="273685" imgH="400685" progId="Equation.KSEE3">
                  <p:embed/>
                  <p:pic>
                    <p:nvPicPr>
                      <p:cNvPr id="0" name="图片 3108"/>
                      <p:cNvPicPr/>
                      <p:nvPr/>
                    </p:nvPicPr>
                    <p:blipFill>
                      <a:blip r:embed="rId26"/>
                      <a:stretch>
                        <a:fillRect/>
                      </a:stretch>
                    </p:blipFill>
                    <p:spPr>
                      <a:xfrm>
                        <a:off x="6837363" y="4721225"/>
                        <a:ext cx="361950" cy="417513"/>
                      </a:xfrm>
                      <a:prstGeom prst="rect">
                        <a:avLst/>
                      </a:prstGeom>
                      <a:noFill/>
                      <a:ln w="38100">
                        <a:noFill/>
                        <a:miter/>
                      </a:ln>
                    </p:spPr>
                  </p:pic>
                </p:oleObj>
              </mc:Fallback>
            </mc:AlternateContent>
          </a:graphicData>
        </a:graphic>
      </p:graphicFrame>
      <p:graphicFrame>
        <p:nvGraphicFramePr>
          <p:cNvPr id="28692" name="对象 8">
            <a:hlinkClick r:id="" action="ppaction://ole?verb=0"/>
          </p:cNvPr>
          <p:cNvGraphicFramePr>
            <a:graphicFrameLocks noChangeAspect="1"/>
          </p:cNvGraphicFramePr>
          <p:nvPr/>
        </p:nvGraphicFramePr>
        <p:xfrm>
          <a:off x="6408738" y="5105400"/>
          <a:ext cx="246062" cy="342900"/>
        </p:xfrm>
        <a:graphic>
          <a:graphicData uri="http://schemas.openxmlformats.org/presentationml/2006/ole">
            <mc:AlternateContent xmlns:mc="http://schemas.openxmlformats.org/markup-compatibility/2006">
              <mc:Choice xmlns:v="urn:schemas-microsoft-com:vml" Requires="v">
                <p:oleObj r:id="rId27" imgW="127000" imgH="177165" progId="Equation.KSEE3">
                  <p:embed/>
                </p:oleObj>
              </mc:Choice>
              <mc:Fallback>
                <p:oleObj r:id="rId27" imgW="127000" imgH="177165" progId="Equation.KSEE3">
                  <p:embed/>
                  <p:pic>
                    <p:nvPicPr>
                      <p:cNvPr id="0" name="图片 3118"/>
                      <p:cNvPicPr/>
                      <p:nvPr/>
                    </p:nvPicPr>
                    <p:blipFill>
                      <a:blip r:embed="rId28"/>
                      <a:stretch>
                        <a:fillRect/>
                      </a:stretch>
                    </p:blipFill>
                    <p:spPr>
                      <a:xfrm>
                        <a:off x="6408738" y="5105400"/>
                        <a:ext cx="246062" cy="342900"/>
                      </a:xfrm>
                      <a:prstGeom prst="rect">
                        <a:avLst/>
                      </a:prstGeom>
                      <a:noFill/>
                      <a:ln w="38100">
                        <a:noFill/>
                        <a:miter/>
                      </a:ln>
                    </p:spPr>
                  </p:pic>
                </p:oleObj>
              </mc:Fallback>
            </mc:AlternateContent>
          </a:graphicData>
        </a:graphic>
      </p:graphicFrame>
      <p:sp>
        <p:nvSpPr>
          <p:cNvPr id="28693" name="文本框 1"/>
          <p:cNvSpPr txBox="1"/>
          <p:nvPr/>
        </p:nvSpPr>
        <p:spPr>
          <a:xfrm>
            <a:off x="4356100" y="4371975"/>
            <a:ext cx="1101725" cy="368300"/>
          </a:xfrm>
          <a:prstGeom prst="rect">
            <a:avLst/>
          </a:prstGeom>
          <a:noFill/>
          <a:ln w="9525">
            <a:noFill/>
          </a:ln>
        </p:spPr>
        <p:txBody>
          <a:bodyPr wrap="none" anchor="t" anchorCtr="0">
            <a:spAutoFit/>
          </a:bodyPr>
          <a:lstStyle/>
          <a:p>
            <a:r>
              <a:rPr lang="zh-CN" altLang="en-US" b="1" dirty="0">
                <a:latin typeface="宋体" panose="02010600030101010101" pitchFamily="2" charset="-122"/>
                <a:ea typeface="宋体" panose="02010600030101010101" pitchFamily="2" charset="-122"/>
                <a:sym typeface="Arial" panose="020B0604020202020204" pitchFamily="34" charset="0"/>
              </a:rPr>
              <a:t>负幂级数</a:t>
            </a:r>
            <a:endParaRPr lang="zh-CN" altLang="en-US">
              <a:latin typeface="Times New Roman" panose="02020603050405020304" pitchFamily="2" charset="0"/>
              <a:ea typeface="宋体" panose="02010600030101010101" pitchFamily="2" charset="-122"/>
            </a:endParaRPr>
          </a:p>
        </p:txBody>
      </p:sp>
      <mc:AlternateContent xmlns:mc="http://schemas.openxmlformats.org/markup-compatibility/2006" xmlns:p14="http://schemas.microsoft.com/office/powerpoint/2010/main">
        <mc:Choice Requires="p14">
          <p:contentPart p14:bwMode="auto" r:id="rId29">
            <p14:nvContentPartPr>
              <p14:cNvPr id="28703" name="墨迹 28702">
                <a:extLst>
                  <a:ext uri="{FF2B5EF4-FFF2-40B4-BE49-F238E27FC236}">
                    <a16:creationId xmlns:a16="http://schemas.microsoft.com/office/drawing/2014/main" id="{9E28FEAB-791F-178F-9411-1E64671C0B75}"/>
                  </a:ext>
                </a:extLst>
              </p14:cNvPr>
              <p14:cNvContentPartPr/>
              <p14:nvPr/>
            </p14:nvContentPartPr>
            <p14:xfrm>
              <a:off x="7545625" y="6408909"/>
              <a:ext cx="1099080" cy="19800"/>
            </p14:xfrm>
          </p:contentPart>
        </mc:Choice>
        <mc:Fallback xmlns="">
          <p:pic>
            <p:nvPicPr>
              <p:cNvPr id="28703" name="墨迹 28702">
                <a:extLst>
                  <a:ext uri="{FF2B5EF4-FFF2-40B4-BE49-F238E27FC236}">
                    <a16:creationId xmlns:a16="http://schemas.microsoft.com/office/drawing/2014/main" id="{9E28FEAB-791F-178F-9411-1E64671C0B75}"/>
                  </a:ext>
                </a:extLst>
              </p:cNvPr>
              <p:cNvPicPr/>
              <p:nvPr/>
            </p:nvPicPr>
            <p:blipFill>
              <a:blip r:embed="rId30"/>
              <a:stretch>
                <a:fillRect/>
              </a:stretch>
            </p:blipFill>
            <p:spPr>
              <a:xfrm>
                <a:off x="7527985" y="6391269"/>
                <a:ext cx="1134720" cy="55440"/>
              </a:xfrm>
              <a:prstGeom prst="rect">
                <a:avLst/>
              </a:prstGeom>
            </p:spPr>
          </p:pic>
        </mc:Fallback>
      </mc:AlternateContent>
      <mc:AlternateContent xmlns:mc="http://schemas.openxmlformats.org/markup-compatibility/2006" xmlns:p14="http://schemas.microsoft.com/office/powerpoint/2010/main">
        <mc:Choice Requires="p14">
          <p:contentPart p14:bwMode="auto" r:id="rId31">
            <p14:nvContentPartPr>
              <p14:cNvPr id="28730" name="墨迹 28729">
                <a:extLst>
                  <a:ext uri="{FF2B5EF4-FFF2-40B4-BE49-F238E27FC236}">
                    <a16:creationId xmlns:a16="http://schemas.microsoft.com/office/drawing/2014/main" id="{9F358E06-68E9-B63B-A058-F50576B8B413}"/>
                  </a:ext>
                </a:extLst>
              </p14:cNvPr>
              <p14:cNvContentPartPr/>
              <p14:nvPr/>
            </p14:nvContentPartPr>
            <p14:xfrm>
              <a:off x="1348225" y="3288069"/>
              <a:ext cx="923760" cy="360"/>
            </p14:xfrm>
          </p:contentPart>
        </mc:Choice>
        <mc:Fallback xmlns="">
          <p:pic>
            <p:nvPicPr>
              <p:cNvPr id="28730" name="墨迹 28729">
                <a:extLst>
                  <a:ext uri="{FF2B5EF4-FFF2-40B4-BE49-F238E27FC236}">
                    <a16:creationId xmlns:a16="http://schemas.microsoft.com/office/drawing/2014/main" id="{9F358E06-68E9-B63B-A058-F50576B8B413}"/>
                  </a:ext>
                </a:extLst>
              </p:cNvPr>
              <p:cNvPicPr/>
              <p:nvPr/>
            </p:nvPicPr>
            <p:blipFill>
              <a:blip r:embed="rId32"/>
              <a:stretch>
                <a:fillRect/>
              </a:stretch>
            </p:blipFill>
            <p:spPr>
              <a:xfrm>
                <a:off x="1330585" y="3270069"/>
                <a:ext cx="959400" cy="36000"/>
              </a:xfrm>
              <a:prstGeom prst="rect">
                <a:avLst/>
              </a:prstGeom>
            </p:spPr>
          </p:pic>
        </mc:Fallback>
      </mc:AlternateContent>
    </p:spTree>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标题 552961"/>
          <p:cNvSpPr>
            <a:spLocks noGrp="1"/>
          </p:cNvSpPr>
          <p:nvPr>
            <p:ph type="title"/>
          </p:nvPr>
        </p:nvSpPr>
        <p:spPr>
          <a:xfrm>
            <a:off x="819150" y="717550"/>
            <a:ext cx="3429000" cy="739775"/>
          </a:xfrm>
          <a:ln/>
        </p:spPr>
        <p:txBody>
          <a:bodyPr anchor="ctr" anchorCtr="0"/>
          <a:lstStyle/>
          <a:p>
            <a:pPr>
              <a:buClr>
                <a:schemeClr val="tx1"/>
              </a:buClr>
              <a:buFont typeface="Wingdings" panose="05000000000000000000" pitchFamily="2" charset="2"/>
            </a:pPr>
            <a:r>
              <a:rPr lang="zh-CN" altLang="en-US" sz="2800" b="1" dirty="0">
                <a:solidFill>
                  <a:srgbClr val="C00000"/>
                </a:solidFill>
                <a:latin typeface="宋体" panose="02010600030101010101" pitchFamily="2" charset="-122"/>
                <a:ea typeface="宋体" panose="02010600030101010101" pitchFamily="2" charset="-122"/>
              </a:rPr>
              <a:t>因果序列</a:t>
            </a:r>
          </a:p>
        </p:txBody>
      </p:sp>
      <p:sp>
        <p:nvSpPr>
          <p:cNvPr id="29698" name="文本占位符 552962"/>
          <p:cNvSpPr>
            <a:spLocks noGrp="1"/>
          </p:cNvSpPr>
          <p:nvPr>
            <p:ph idx="1"/>
          </p:nvPr>
        </p:nvSpPr>
        <p:spPr>
          <a:xfrm>
            <a:off x="900113" y="1711325"/>
            <a:ext cx="7786687" cy="4525963"/>
          </a:xfrm>
          <a:ln/>
        </p:spPr>
        <p:txBody>
          <a:bodyPr anchor="t" anchorCtr="0"/>
          <a:lstStyle/>
          <a:p>
            <a:pPr>
              <a:spcBef>
                <a:spcPct val="40000"/>
              </a:spcBef>
              <a:spcAft>
                <a:spcPct val="35000"/>
              </a:spcAft>
              <a:buNone/>
            </a:pPr>
            <a:r>
              <a:rPr lang="en-US" altLang="zh-CN" b="1" dirty="0">
                <a:latin typeface="宋体" panose="02010600030101010101" pitchFamily="2" charset="-122"/>
                <a:ea typeface="宋体" panose="02010600030101010101" pitchFamily="2" charset="-122"/>
              </a:rPr>
              <a:t>     </a:t>
            </a:r>
            <a:r>
              <a:rPr lang="zh-CN" altLang="en-US" sz="2400" b="1" dirty="0">
                <a:latin typeface="宋体" panose="02010600030101010101" pitchFamily="2" charset="-122"/>
                <a:ea typeface="宋体" panose="02010600030101010101" pitchFamily="2" charset="-122"/>
              </a:rPr>
              <a:t>的右边序列，</a:t>
            </a:r>
          </a:p>
          <a:p>
            <a:pPr>
              <a:spcBef>
                <a:spcPct val="40000"/>
              </a:spcBef>
              <a:spcAft>
                <a:spcPct val="35000"/>
              </a:spcAft>
              <a:buNone/>
            </a:pPr>
            <a:r>
              <a:rPr lang="en-US" altLang="zh-CN" sz="2400" b="1" i="1">
                <a:latin typeface="Times New Roman" panose="02020603050405020304" pitchFamily="2" charset="0"/>
                <a:ea typeface="宋体" panose="02010600030101010101" pitchFamily="2" charset="-122"/>
              </a:rPr>
              <a:t>Roc: </a:t>
            </a:r>
          </a:p>
          <a:p>
            <a:pPr>
              <a:spcBef>
                <a:spcPct val="40000"/>
              </a:spcBef>
              <a:spcAft>
                <a:spcPct val="35000"/>
              </a:spcAft>
              <a:buNone/>
            </a:pPr>
            <a:endParaRPr lang="zh-CN" altLang="en-US" sz="2400" b="1" dirty="0">
              <a:latin typeface="宋体" panose="02010600030101010101" pitchFamily="2" charset="-122"/>
              <a:ea typeface="宋体" panose="02010600030101010101" pitchFamily="2" charset="-122"/>
            </a:endParaRPr>
          </a:p>
          <a:p>
            <a:pPr>
              <a:spcBef>
                <a:spcPct val="40000"/>
              </a:spcBef>
              <a:spcAft>
                <a:spcPct val="35000"/>
              </a:spcAft>
              <a:buNone/>
            </a:pPr>
            <a:r>
              <a:rPr lang="zh-CN" altLang="en-US" sz="2400" b="1" dirty="0">
                <a:solidFill>
                  <a:srgbClr val="C00000"/>
                </a:solidFill>
                <a:latin typeface="宋体" panose="02010600030101010101" pitchFamily="2" charset="-122"/>
                <a:ea typeface="宋体" panose="02010600030101010101" pitchFamily="2" charset="-122"/>
              </a:rPr>
              <a:t>因果序列</a:t>
            </a:r>
            <a:r>
              <a:rPr lang="zh-CN" altLang="en-US" sz="2400" b="1" dirty="0">
                <a:latin typeface="宋体" panose="02010600030101010101" pitchFamily="2" charset="-122"/>
                <a:ea typeface="宋体" panose="02010600030101010101" pitchFamily="2" charset="-122"/>
              </a:rPr>
              <a:t>的</a:t>
            </a:r>
            <a:r>
              <a:rPr lang="en-US" altLang="zh-CN" sz="2400" b="1" dirty="0">
                <a:latin typeface="宋体" panose="02010600030101010101" pitchFamily="2" charset="-122"/>
                <a:ea typeface="宋体" panose="02010600030101010101" pitchFamily="2" charset="-122"/>
              </a:rPr>
              <a:t>z</a:t>
            </a:r>
            <a:r>
              <a:rPr lang="zh-CN" altLang="en-US" sz="2400" b="1" dirty="0">
                <a:latin typeface="宋体" panose="02010600030101010101" pitchFamily="2" charset="-122"/>
                <a:ea typeface="宋体" panose="02010600030101010101" pitchFamily="2" charset="-122"/>
              </a:rPr>
              <a:t>变换必在  处收敛</a:t>
            </a:r>
          </a:p>
          <a:p>
            <a:pPr>
              <a:spcBef>
                <a:spcPct val="40000"/>
              </a:spcBef>
              <a:spcAft>
                <a:spcPct val="35000"/>
              </a:spcAft>
              <a:buNone/>
            </a:pPr>
            <a:r>
              <a:rPr lang="zh-CN" altLang="en-US" sz="2400" b="1" dirty="0">
                <a:latin typeface="宋体" panose="02010600030101010101" pitchFamily="2" charset="-122"/>
                <a:ea typeface="宋体" panose="02010600030101010101" pitchFamily="2" charset="-122"/>
              </a:rPr>
              <a:t>在  处收敛的</a:t>
            </a:r>
            <a:r>
              <a:rPr lang="en-US" altLang="zh-CN" sz="2400" b="1" dirty="0">
                <a:latin typeface="宋体" panose="02010600030101010101" pitchFamily="2" charset="-122"/>
                <a:ea typeface="宋体" panose="02010600030101010101" pitchFamily="2" charset="-122"/>
              </a:rPr>
              <a:t>z</a:t>
            </a:r>
            <a:r>
              <a:rPr lang="zh-CN" altLang="en-US" sz="2400" b="1" dirty="0">
                <a:latin typeface="宋体" panose="02010600030101010101" pitchFamily="2" charset="-122"/>
                <a:ea typeface="宋体" panose="02010600030101010101" pitchFamily="2" charset="-122"/>
              </a:rPr>
              <a:t>变换，</a:t>
            </a:r>
          </a:p>
          <a:p>
            <a:pPr>
              <a:spcBef>
                <a:spcPct val="40000"/>
              </a:spcBef>
              <a:spcAft>
                <a:spcPct val="35000"/>
              </a:spcAft>
              <a:buNone/>
            </a:pPr>
            <a:r>
              <a:rPr lang="zh-CN" altLang="en-US" sz="2400" b="1" dirty="0">
                <a:latin typeface="宋体" panose="02010600030101010101" pitchFamily="2" charset="-122"/>
                <a:ea typeface="宋体" panose="02010600030101010101" pitchFamily="2" charset="-122"/>
              </a:rPr>
              <a:t>其序列必为</a:t>
            </a:r>
            <a:r>
              <a:rPr lang="zh-CN" altLang="en-US" sz="2400" b="1" dirty="0">
                <a:solidFill>
                  <a:srgbClr val="C00000"/>
                </a:solidFill>
                <a:latin typeface="宋体" panose="02010600030101010101" pitchFamily="2" charset="-122"/>
                <a:ea typeface="宋体" panose="02010600030101010101" pitchFamily="2" charset="-122"/>
              </a:rPr>
              <a:t>因果序列</a:t>
            </a:r>
          </a:p>
        </p:txBody>
      </p:sp>
      <p:graphicFrame>
        <p:nvGraphicFramePr>
          <p:cNvPr id="29699" name="对象 552963"/>
          <p:cNvGraphicFramePr/>
          <p:nvPr/>
        </p:nvGraphicFramePr>
        <p:xfrm>
          <a:off x="1052513" y="1811338"/>
          <a:ext cx="850900" cy="419100"/>
        </p:xfrm>
        <a:graphic>
          <a:graphicData uri="http://schemas.openxmlformats.org/presentationml/2006/ole">
            <mc:AlternateContent xmlns:mc="http://schemas.openxmlformats.org/markup-compatibility/2006">
              <mc:Choice xmlns:v="urn:schemas-microsoft-com:vml" Requires="v">
                <p:oleObj r:id="rId2" imgW="850265" imgH="419100" progId="Equation.DSMT4">
                  <p:embed/>
                </p:oleObj>
              </mc:Choice>
              <mc:Fallback>
                <p:oleObj r:id="rId2" imgW="850265" imgH="419100" progId="Equation.DSMT4">
                  <p:embed/>
                  <p:pic>
                    <p:nvPicPr>
                      <p:cNvPr id="0" name="图片 3102"/>
                      <p:cNvPicPr/>
                      <p:nvPr/>
                    </p:nvPicPr>
                    <p:blipFill>
                      <a:blip r:embed="rId3">
                        <a:lum bright="-100000"/>
                      </a:blip>
                      <a:stretch>
                        <a:fillRect/>
                      </a:stretch>
                    </p:blipFill>
                    <p:spPr>
                      <a:xfrm>
                        <a:off x="1052513" y="1811338"/>
                        <a:ext cx="850900" cy="419100"/>
                      </a:xfrm>
                      <a:prstGeom prst="rect">
                        <a:avLst/>
                      </a:prstGeom>
                      <a:noFill/>
                      <a:ln w="38100">
                        <a:noFill/>
                        <a:miter/>
                      </a:ln>
                    </p:spPr>
                  </p:pic>
                </p:oleObj>
              </mc:Fallback>
            </mc:AlternateContent>
          </a:graphicData>
        </a:graphic>
      </p:graphicFrame>
      <p:graphicFrame>
        <p:nvGraphicFramePr>
          <p:cNvPr id="29700" name="对象 552964"/>
          <p:cNvGraphicFramePr/>
          <p:nvPr/>
        </p:nvGraphicFramePr>
        <p:xfrm>
          <a:off x="1762125" y="2432050"/>
          <a:ext cx="1752600" cy="508000"/>
        </p:xfrm>
        <a:graphic>
          <a:graphicData uri="http://schemas.openxmlformats.org/presentationml/2006/ole">
            <mc:AlternateContent xmlns:mc="http://schemas.openxmlformats.org/markup-compatibility/2006">
              <mc:Choice xmlns:v="urn:schemas-microsoft-com:vml" Requires="v">
                <p:oleObj r:id="rId4" imgW="1752600" imgH="508000" progId="Equation.DSMT4">
                  <p:embed/>
                </p:oleObj>
              </mc:Choice>
              <mc:Fallback>
                <p:oleObj r:id="rId4" imgW="1752600" imgH="508000" progId="Equation.DSMT4">
                  <p:embed/>
                  <p:pic>
                    <p:nvPicPr>
                      <p:cNvPr id="0" name="图片 3114"/>
                      <p:cNvPicPr/>
                      <p:nvPr/>
                    </p:nvPicPr>
                    <p:blipFill>
                      <a:blip r:embed="rId5">
                        <a:lum bright="-100000"/>
                      </a:blip>
                      <a:stretch>
                        <a:fillRect/>
                      </a:stretch>
                    </p:blipFill>
                    <p:spPr>
                      <a:xfrm>
                        <a:off x="1762125" y="2432050"/>
                        <a:ext cx="1752600" cy="508000"/>
                      </a:xfrm>
                      <a:prstGeom prst="rect">
                        <a:avLst/>
                      </a:prstGeom>
                      <a:noFill/>
                      <a:ln w="38100">
                        <a:noFill/>
                        <a:miter/>
                      </a:ln>
                    </p:spPr>
                  </p:pic>
                </p:oleObj>
              </mc:Fallback>
            </mc:AlternateContent>
          </a:graphicData>
        </a:graphic>
      </p:graphicFrame>
      <p:graphicFrame>
        <p:nvGraphicFramePr>
          <p:cNvPr id="29701" name="对象 552965"/>
          <p:cNvGraphicFramePr/>
          <p:nvPr/>
        </p:nvGraphicFramePr>
        <p:xfrm>
          <a:off x="1331913" y="4522788"/>
          <a:ext cx="292100" cy="215900"/>
        </p:xfrm>
        <a:graphic>
          <a:graphicData uri="http://schemas.openxmlformats.org/presentationml/2006/ole">
            <mc:AlternateContent xmlns:mc="http://schemas.openxmlformats.org/markup-compatibility/2006">
              <mc:Choice xmlns:v="urn:schemas-microsoft-com:vml" Requires="v">
                <p:oleObj r:id="rId6" imgW="292100" imgH="215900" progId="Equation.DSMT4">
                  <p:embed/>
                </p:oleObj>
              </mc:Choice>
              <mc:Fallback>
                <p:oleObj r:id="rId6" imgW="292100" imgH="215900" progId="Equation.DSMT4">
                  <p:embed/>
                  <p:pic>
                    <p:nvPicPr>
                      <p:cNvPr id="0" name="图片 3103"/>
                      <p:cNvPicPr/>
                      <p:nvPr/>
                    </p:nvPicPr>
                    <p:blipFill>
                      <a:blip r:embed="rId7">
                        <a:lum bright="-100000"/>
                      </a:blip>
                      <a:stretch>
                        <a:fillRect/>
                      </a:stretch>
                    </p:blipFill>
                    <p:spPr>
                      <a:xfrm>
                        <a:off x="1331913" y="4522788"/>
                        <a:ext cx="292100" cy="215900"/>
                      </a:xfrm>
                      <a:prstGeom prst="rect">
                        <a:avLst/>
                      </a:prstGeom>
                      <a:noFill/>
                      <a:ln w="38100">
                        <a:noFill/>
                        <a:miter/>
                      </a:ln>
                    </p:spPr>
                  </p:pic>
                </p:oleObj>
              </mc:Fallback>
            </mc:AlternateContent>
          </a:graphicData>
        </a:graphic>
      </p:graphicFrame>
      <p:pic>
        <p:nvPicPr>
          <p:cNvPr id="29702" name="图片 552966"/>
          <p:cNvPicPr>
            <a:picLocks noChangeAspect="1"/>
          </p:cNvPicPr>
          <p:nvPr/>
        </p:nvPicPr>
        <p:blipFill>
          <a:blip r:embed="rId8"/>
          <a:stretch>
            <a:fillRect/>
          </a:stretch>
        </p:blipFill>
        <p:spPr>
          <a:xfrm>
            <a:off x="4689475" y="1338263"/>
            <a:ext cx="3856038" cy="1897062"/>
          </a:xfrm>
          <a:prstGeom prst="rect">
            <a:avLst/>
          </a:prstGeom>
          <a:noFill/>
          <a:ln w="12700">
            <a:noFill/>
          </a:ln>
        </p:spPr>
      </p:pic>
      <p:graphicFrame>
        <p:nvGraphicFramePr>
          <p:cNvPr id="29703" name="对象 552967"/>
          <p:cNvGraphicFramePr/>
          <p:nvPr/>
        </p:nvGraphicFramePr>
        <p:xfrm>
          <a:off x="3910013" y="3889375"/>
          <a:ext cx="292100" cy="215900"/>
        </p:xfrm>
        <a:graphic>
          <a:graphicData uri="http://schemas.openxmlformats.org/presentationml/2006/ole">
            <mc:AlternateContent xmlns:mc="http://schemas.openxmlformats.org/markup-compatibility/2006">
              <mc:Choice xmlns:v="urn:schemas-microsoft-com:vml" Requires="v">
                <p:oleObj r:id="rId9" imgW="292100" imgH="215900" progId="Equation.DSMT4">
                  <p:embed/>
                </p:oleObj>
              </mc:Choice>
              <mc:Fallback>
                <p:oleObj r:id="rId9" imgW="292100" imgH="215900" progId="Equation.DSMT4">
                  <p:embed/>
                  <p:pic>
                    <p:nvPicPr>
                      <p:cNvPr id="0" name="图片 3111"/>
                      <p:cNvPicPr/>
                      <p:nvPr/>
                    </p:nvPicPr>
                    <p:blipFill>
                      <a:blip r:embed="rId10">
                        <a:lum bright="-100000"/>
                      </a:blip>
                      <a:stretch>
                        <a:fillRect/>
                      </a:stretch>
                    </p:blipFill>
                    <p:spPr>
                      <a:xfrm>
                        <a:off x="3910013" y="3889375"/>
                        <a:ext cx="292100" cy="215900"/>
                      </a:xfrm>
                      <a:prstGeom prst="rect">
                        <a:avLst/>
                      </a:prstGeom>
                      <a:noFill/>
                      <a:ln w="38100">
                        <a:noFill/>
                        <a:miter/>
                      </a:ln>
                    </p:spPr>
                  </p:pic>
                </p:oleObj>
              </mc:Fallback>
            </mc:AlternateContent>
          </a:graphicData>
        </a:graphic>
      </p:graphicFrame>
      <p:grpSp>
        <p:nvGrpSpPr>
          <p:cNvPr id="29704" name="组合 552968"/>
          <p:cNvGrpSpPr/>
          <p:nvPr/>
        </p:nvGrpSpPr>
        <p:grpSpPr>
          <a:xfrm>
            <a:off x="5003800" y="3571875"/>
            <a:ext cx="3095625" cy="2736850"/>
            <a:chOff x="2971" y="1888"/>
            <a:chExt cx="1950" cy="1724"/>
          </a:xfrm>
        </p:grpSpPr>
        <p:sp>
          <p:nvSpPr>
            <p:cNvPr id="29705" name="椭圆 552969"/>
            <p:cNvSpPr/>
            <p:nvPr/>
          </p:nvSpPr>
          <p:spPr>
            <a:xfrm>
              <a:off x="3168" y="2268"/>
              <a:ext cx="1194" cy="1104"/>
            </a:xfrm>
            <a:prstGeom prst="ellipse">
              <a:avLst/>
            </a:prstGeom>
            <a:pattFill prst="pct10">
              <a:fgClr>
                <a:schemeClr val="tx1"/>
              </a:fgClr>
              <a:bgClr>
                <a:schemeClr val="bg1"/>
              </a:bgClr>
            </a:pattFill>
            <a:ln w="25400">
              <a:noFill/>
            </a:ln>
          </p:spPr>
          <p:txBody>
            <a:bodyPr anchor="t" anchorCtr="0"/>
            <a:lstStyle/>
            <a:p>
              <a:endParaRPr lang="zh-CN" altLang="en-US" b="1">
                <a:latin typeface="宋体" panose="02010600030101010101" pitchFamily="2" charset="-122"/>
                <a:ea typeface="宋体" panose="02010600030101010101" pitchFamily="2" charset="-122"/>
              </a:endParaRPr>
            </a:p>
          </p:txBody>
        </p:sp>
        <p:sp>
          <p:nvSpPr>
            <p:cNvPr id="29706" name="椭圆 552970"/>
            <p:cNvSpPr/>
            <p:nvPr/>
          </p:nvSpPr>
          <p:spPr>
            <a:xfrm>
              <a:off x="3447" y="2497"/>
              <a:ext cx="636" cy="609"/>
            </a:xfrm>
            <a:prstGeom prst="ellipse">
              <a:avLst/>
            </a:prstGeom>
            <a:solidFill>
              <a:schemeClr val="bg1"/>
            </a:solidFill>
            <a:ln w="25400" cap="sq" cmpd="sng">
              <a:solidFill>
                <a:schemeClr val="tx1"/>
              </a:solidFill>
              <a:prstDash val="solid"/>
              <a:round/>
              <a:headEnd type="none" w="sm" len="sm"/>
              <a:tailEnd type="none" w="sm" len="sm"/>
            </a:ln>
          </p:spPr>
          <p:txBody>
            <a:bodyPr anchor="t" anchorCtr="0"/>
            <a:lstStyle/>
            <a:p>
              <a:endParaRPr lang="zh-CN" altLang="en-US" b="1">
                <a:latin typeface="宋体" panose="02010600030101010101" pitchFamily="2" charset="-122"/>
                <a:ea typeface="宋体" panose="02010600030101010101" pitchFamily="2" charset="-122"/>
              </a:endParaRPr>
            </a:p>
          </p:txBody>
        </p:sp>
        <p:sp>
          <p:nvSpPr>
            <p:cNvPr id="29707" name="直接连接符 552971"/>
            <p:cNvSpPr/>
            <p:nvPr/>
          </p:nvSpPr>
          <p:spPr>
            <a:xfrm>
              <a:off x="2971" y="2802"/>
              <a:ext cx="1672" cy="0"/>
            </a:xfrm>
            <a:prstGeom prst="line">
              <a:avLst/>
            </a:prstGeom>
            <a:ln w="25400" cap="sq" cmpd="sng">
              <a:solidFill>
                <a:schemeClr val="tx1"/>
              </a:solidFill>
              <a:prstDash val="solid"/>
              <a:round/>
              <a:headEnd type="none" w="sm" len="sm"/>
              <a:tailEnd type="triangle" w="med" len="lg"/>
            </a:ln>
          </p:spPr>
        </p:sp>
        <p:sp>
          <p:nvSpPr>
            <p:cNvPr id="29708" name="直接连接符 552972"/>
            <p:cNvSpPr/>
            <p:nvPr/>
          </p:nvSpPr>
          <p:spPr>
            <a:xfrm flipV="1">
              <a:off x="3765" y="1926"/>
              <a:ext cx="0" cy="1560"/>
            </a:xfrm>
            <a:prstGeom prst="line">
              <a:avLst/>
            </a:prstGeom>
            <a:ln w="25400" cap="sq" cmpd="sng">
              <a:solidFill>
                <a:schemeClr val="tx1"/>
              </a:solidFill>
              <a:prstDash val="solid"/>
              <a:round/>
              <a:headEnd type="none" w="sm" len="sm"/>
              <a:tailEnd type="triangle" w="med" len="lg"/>
            </a:ln>
          </p:spPr>
        </p:sp>
        <p:graphicFrame>
          <p:nvGraphicFramePr>
            <p:cNvPr id="29709" name="对象 552973"/>
            <p:cNvGraphicFramePr/>
            <p:nvPr/>
          </p:nvGraphicFramePr>
          <p:xfrm>
            <a:off x="4441" y="2611"/>
            <a:ext cx="438" cy="190"/>
          </p:xfrm>
          <a:graphic>
            <a:graphicData uri="http://schemas.openxmlformats.org/presentationml/2006/ole">
              <mc:AlternateContent xmlns:mc="http://schemas.openxmlformats.org/markup-compatibility/2006">
                <mc:Choice xmlns:v="urn:schemas-microsoft-com:vml" Requires="v">
                  <p:oleObj r:id="rId11" imgW="838200" imgH="381000" progId="Equation.DSMT4">
                    <p:embed/>
                  </p:oleObj>
                </mc:Choice>
                <mc:Fallback>
                  <p:oleObj r:id="rId11" imgW="838200" imgH="381000" progId="Equation.DSMT4">
                    <p:embed/>
                    <p:pic>
                      <p:nvPicPr>
                        <p:cNvPr id="0" name="图片 3116"/>
                        <p:cNvPicPr/>
                        <p:nvPr/>
                      </p:nvPicPr>
                      <p:blipFill>
                        <a:blip r:embed="rId12">
                          <a:lum bright="-100000"/>
                        </a:blip>
                        <a:stretch>
                          <a:fillRect/>
                        </a:stretch>
                      </p:blipFill>
                      <p:spPr>
                        <a:xfrm>
                          <a:off x="4441" y="2611"/>
                          <a:ext cx="438" cy="190"/>
                        </a:xfrm>
                        <a:prstGeom prst="rect">
                          <a:avLst/>
                        </a:prstGeom>
                        <a:noFill/>
                        <a:ln w="38100">
                          <a:noFill/>
                          <a:miter/>
                        </a:ln>
                      </p:spPr>
                    </p:pic>
                  </p:oleObj>
                </mc:Fallback>
              </mc:AlternateContent>
            </a:graphicData>
          </a:graphic>
        </p:graphicFrame>
        <p:graphicFrame>
          <p:nvGraphicFramePr>
            <p:cNvPr id="29710" name="对象 552974"/>
            <p:cNvGraphicFramePr/>
            <p:nvPr/>
          </p:nvGraphicFramePr>
          <p:xfrm>
            <a:off x="3804" y="1888"/>
            <a:ext cx="551" cy="190"/>
          </p:xfrm>
          <a:graphic>
            <a:graphicData uri="http://schemas.openxmlformats.org/presentationml/2006/ole">
              <mc:AlternateContent xmlns:mc="http://schemas.openxmlformats.org/markup-compatibility/2006">
                <mc:Choice xmlns:v="urn:schemas-microsoft-com:vml" Requires="v">
                  <p:oleObj r:id="rId13" imgW="1054100" imgH="381000" progId="Equation.DSMT4">
                    <p:embed/>
                  </p:oleObj>
                </mc:Choice>
                <mc:Fallback>
                  <p:oleObj r:id="rId13" imgW="1054100" imgH="381000" progId="Equation.DSMT4">
                    <p:embed/>
                    <p:pic>
                      <p:nvPicPr>
                        <p:cNvPr id="0" name="图片 3109"/>
                        <p:cNvPicPr/>
                        <p:nvPr/>
                      </p:nvPicPr>
                      <p:blipFill>
                        <a:blip r:embed="rId14">
                          <a:lum bright="-100000"/>
                        </a:blip>
                        <a:stretch>
                          <a:fillRect/>
                        </a:stretch>
                      </p:blipFill>
                      <p:spPr>
                        <a:xfrm>
                          <a:off x="3804" y="1888"/>
                          <a:ext cx="551" cy="190"/>
                        </a:xfrm>
                        <a:prstGeom prst="rect">
                          <a:avLst/>
                        </a:prstGeom>
                        <a:noFill/>
                        <a:ln w="38100">
                          <a:noFill/>
                          <a:miter/>
                        </a:ln>
                      </p:spPr>
                    </p:pic>
                  </p:oleObj>
                </mc:Fallback>
              </mc:AlternateContent>
            </a:graphicData>
          </a:graphic>
        </p:graphicFrame>
        <p:graphicFrame>
          <p:nvGraphicFramePr>
            <p:cNvPr id="29711" name="对象 552975"/>
            <p:cNvGraphicFramePr/>
            <p:nvPr/>
          </p:nvGraphicFramePr>
          <p:xfrm>
            <a:off x="3645" y="2839"/>
            <a:ext cx="107" cy="152"/>
          </p:xfrm>
          <a:graphic>
            <a:graphicData uri="http://schemas.openxmlformats.org/presentationml/2006/ole">
              <mc:AlternateContent xmlns:mc="http://schemas.openxmlformats.org/markup-compatibility/2006">
                <mc:Choice xmlns:v="urn:schemas-microsoft-com:vml" Requires="v">
                  <p:oleObj r:id="rId15" imgW="203200" imgH="304800" progId="Equation.DSMT4">
                    <p:embed/>
                  </p:oleObj>
                </mc:Choice>
                <mc:Fallback>
                  <p:oleObj r:id="rId15" imgW="203200" imgH="304800" progId="Equation.DSMT4">
                    <p:embed/>
                    <p:pic>
                      <p:nvPicPr>
                        <p:cNvPr id="0" name="图片 3112"/>
                        <p:cNvPicPr/>
                        <p:nvPr/>
                      </p:nvPicPr>
                      <p:blipFill>
                        <a:blip r:embed="rId16">
                          <a:lum bright="-100000"/>
                        </a:blip>
                        <a:stretch>
                          <a:fillRect/>
                        </a:stretch>
                      </p:blipFill>
                      <p:spPr>
                        <a:xfrm>
                          <a:off x="3645" y="2839"/>
                          <a:ext cx="107" cy="152"/>
                        </a:xfrm>
                        <a:prstGeom prst="rect">
                          <a:avLst/>
                        </a:prstGeom>
                        <a:noFill/>
                        <a:ln w="38100">
                          <a:noFill/>
                          <a:miter/>
                        </a:ln>
                      </p:spPr>
                    </p:pic>
                  </p:oleObj>
                </mc:Fallback>
              </mc:AlternateContent>
            </a:graphicData>
          </a:graphic>
        </p:graphicFrame>
        <p:graphicFrame>
          <p:nvGraphicFramePr>
            <p:cNvPr id="29712" name="对象 552976"/>
            <p:cNvGraphicFramePr/>
            <p:nvPr/>
          </p:nvGraphicFramePr>
          <p:xfrm>
            <a:off x="3889" y="2601"/>
            <a:ext cx="211" cy="202"/>
          </p:xfrm>
          <a:graphic>
            <a:graphicData uri="http://schemas.openxmlformats.org/presentationml/2006/ole">
              <mc:AlternateContent xmlns:mc="http://schemas.openxmlformats.org/markup-compatibility/2006">
                <mc:Choice xmlns:v="urn:schemas-microsoft-com:vml" Requires="v">
                  <p:oleObj r:id="rId17" imgW="482600" imgH="482600" progId="Equation.DSMT4">
                    <p:embed/>
                  </p:oleObj>
                </mc:Choice>
                <mc:Fallback>
                  <p:oleObj r:id="rId17" imgW="482600" imgH="482600" progId="Equation.DSMT4">
                    <p:embed/>
                    <p:pic>
                      <p:nvPicPr>
                        <p:cNvPr id="0" name="图片 3113"/>
                        <p:cNvPicPr/>
                        <p:nvPr/>
                      </p:nvPicPr>
                      <p:blipFill>
                        <a:blip r:embed="rId18">
                          <a:lum bright="-100000"/>
                        </a:blip>
                        <a:stretch>
                          <a:fillRect/>
                        </a:stretch>
                      </p:blipFill>
                      <p:spPr>
                        <a:xfrm>
                          <a:off x="3889" y="2601"/>
                          <a:ext cx="211" cy="202"/>
                        </a:xfrm>
                        <a:prstGeom prst="rect">
                          <a:avLst/>
                        </a:prstGeom>
                        <a:noFill/>
                        <a:ln w="38100">
                          <a:noFill/>
                          <a:miter/>
                        </a:ln>
                      </p:spPr>
                    </p:pic>
                  </p:oleObj>
                </mc:Fallback>
              </mc:AlternateContent>
            </a:graphicData>
          </a:graphic>
        </p:graphicFrame>
        <p:graphicFrame>
          <p:nvGraphicFramePr>
            <p:cNvPr id="29713" name="对象 552977"/>
            <p:cNvGraphicFramePr/>
            <p:nvPr/>
          </p:nvGraphicFramePr>
          <p:xfrm>
            <a:off x="3902" y="3402"/>
            <a:ext cx="1019" cy="210"/>
          </p:xfrm>
          <a:graphic>
            <a:graphicData uri="http://schemas.openxmlformats.org/presentationml/2006/ole">
              <mc:AlternateContent xmlns:mc="http://schemas.openxmlformats.org/markup-compatibility/2006">
                <mc:Choice xmlns:v="urn:schemas-microsoft-com:vml" Requires="v">
                  <p:oleObj r:id="rId19" imgW="1866900" imgH="381000" progId="Equation.DSMT4">
                    <p:embed/>
                  </p:oleObj>
                </mc:Choice>
                <mc:Fallback>
                  <p:oleObj r:id="rId19" imgW="1866900" imgH="381000" progId="Equation.DSMT4">
                    <p:embed/>
                    <p:pic>
                      <p:nvPicPr>
                        <p:cNvPr id="0" name="图片 3115"/>
                        <p:cNvPicPr/>
                        <p:nvPr/>
                      </p:nvPicPr>
                      <p:blipFill>
                        <a:blip r:embed="rId20">
                          <a:lum bright="-100000"/>
                        </a:blip>
                        <a:stretch>
                          <a:fillRect/>
                        </a:stretch>
                      </p:blipFill>
                      <p:spPr>
                        <a:xfrm>
                          <a:off x="3902" y="3402"/>
                          <a:ext cx="1019" cy="210"/>
                        </a:xfrm>
                        <a:prstGeom prst="rect">
                          <a:avLst/>
                        </a:prstGeom>
                        <a:noFill/>
                        <a:ln w="38100">
                          <a:noFill/>
                          <a:miter/>
                        </a:ln>
                      </p:spPr>
                    </p:pic>
                  </p:oleObj>
                </mc:Fallback>
              </mc:AlternateContent>
            </a:graphicData>
          </a:graphic>
        </p:graphicFrame>
      </p:grpSp>
    </p:spTree>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标题 553985"/>
          <p:cNvSpPr>
            <a:spLocks noGrp="1"/>
          </p:cNvSpPr>
          <p:nvPr>
            <p:ph type="title"/>
          </p:nvPr>
        </p:nvSpPr>
        <p:spPr>
          <a:xfrm>
            <a:off x="735013" y="304800"/>
            <a:ext cx="4692650" cy="1990725"/>
          </a:xfrm>
          <a:ln/>
        </p:spPr>
        <p:txBody>
          <a:bodyPr anchor="ctr" anchorCtr="0"/>
          <a:lstStyle/>
          <a:p>
            <a:pPr>
              <a:buClr>
                <a:schemeClr val="tx1"/>
              </a:buClr>
              <a:buFont typeface="Wingdings" panose="05000000000000000000" pitchFamily="2" charset="2"/>
            </a:pPr>
            <a:r>
              <a:rPr lang="en-US" altLang="zh-CN" sz="2800" b="1" dirty="0">
                <a:latin typeface="Times New Roman" panose="02020603050405020304" pitchFamily="2" charset="0"/>
                <a:ea typeface="宋体" panose="02010600030101010101" pitchFamily="2" charset="-122"/>
              </a:rPr>
              <a:t>3. </a:t>
            </a:r>
            <a:r>
              <a:rPr lang="zh-CN" altLang="en-US" sz="2800" b="1" dirty="0">
                <a:latin typeface="Times New Roman" panose="02020603050405020304" pitchFamily="2" charset="0"/>
                <a:ea typeface="宋体" panose="02010600030101010101" pitchFamily="2" charset="-122"/>
              </a:rPr>
              <a:t>左边序列</a:t>
            </a:r>
            <a:r>
              <a:rPr lang="zh-CN" altLang="en-US" sz="2400" b="1" dirty="0">
                <a:solidFill>
                  <a:schemeClr val="tx1"/>
                </a:solidFill>
                <a:latin typeface="宋体" panose="02010600030101010101" pitchFamily="2" charset="-122"/>
                <a:ea typeface="宋体" panose="02010600030101010101" pitchFamily="2" charset="-122"/>
                <a:sym typeface="Arial" panose="020B0604020202020204" pitchFamily="34" charset="0"/>
              </a:rPr>
              <a:t>（无始有终的序列）</a:t>
            </a:r>
            <a:br>
              <a:rPr lang="zh-CN" altLang="en-US" sz="2800" dirty="0">
                <a:latin typeface="Times New Roman" panose="02020603050405020304" pitchFamily="2" charset="0"/>
                <a:ea typeface="黑体" panose="02010609060101010101" pitchFamily="2" charset="-122"/>
                <a:sym typeface="Arial" panose="020B0604020202020204" pitchFamily="34" charset="0"/>
              </a:rPr>
            </a:br>
            <a:r>
              <a:rPr lang="zh-CN" altLang="en-US" sz="2800" dirty="0">
                <a:latin typeface="Times New Roman" panose="02020603050405020304" pitchFamily="2" charset="0"/>
                <a:ea typeface="黑体" panose="02010609060101010101" pitchFamily="2" charset="-122"/>
                <a:sym typeface="Arial" panose="020B0604020202020204" pitchFamily="34" charset="0"/>
              </a:rPr>
              <a:t>      </a:t>
            </a:r>
            <a:r>
              <a:rPr lang="en-US" altLang="zh-CN" sz="2800" b="1" dirty="0">
                <a:latin typeface="宋体" panose="02010600030101010101" pitchFamily="2" charset="-122"/>
                <a:ea typeface="宋体" panose="02010600030101010101" pitchFamily="2" charset="-122"/>
                <a:sym typeface="Arial" panose="020B0604020202020204" pitchFamily="34" charset="0"/>
              </a:rPr>
              <a:t>—</a:t>
            </a:r>
            <a:r>
              <a:rPr lang="zh-CN" altLang="en-US" sz="2400" b="1" dirty="0">
                <a:solidFill>
                  <a:schemeClr val="tx1"/>
                </a:solidFill>
                <a:latin typeface="宋体" panose="02010600030101010101" pitchFamily="2" charset="-122"/>
                <a:ea typeface="宋体" panose="02010600030101010101" pitchFamily="2" charset="-122"/>
                <a:sym typeface="Arial" panose="020B0604020202020204" pitchFamily="34" charset="0"/>
              </a:rPr>
              <a:t>收敛区域是一个半径为</a:t>
            </a:r>
            <a:r>
              <a:rPr lang="zh-CN" altLang="en-US" sz="2400" b="1" dirty="0">
                <a:solidFill>
                  <a:srgbClr val="C00000"/>
                </a:solidFill>
                <a:latin typeface="宋体" panose="02010600030101010101" pitchFamily="2" charset="-122"/>
                <a:ea typeface="宋体" panose="02010600030101010101" pitchFamily="2" charset="-122"/>
                <a:sym typeface="Arial" panose="020B0604020202020204" pitchFamily="34" charset="0"/>
              </a:rPr>
              <a:t>R</a:t>
            </a:r>
            <a:r>
              <a:rPr lang="zh-CN" altLang="en-US" sz="2400" b="1" baseline="-25000" dirty="0">
                <a:solidFill>
                  <a:srgbClr val="C00000"/>
                </a:solidFill>
                <a:latin typeface="宋体" panose="02010600030101010101" pitchFamily="2" charset="-122"/>
                <a:ea typeface="宋体" panose="02010600030101010101" pitchFamily="2" charset="-122"/>
                <a:sym typeface="Arial" panose="020B0604020202020204" pitchFamily="34" charset="0"/>
              </a:rPr>
              <a:t>x</a:t>
            </a:r>
            <a:r>
              <a:rPr lang="en-US" altLang="zh-CN" sz="2400" b="1" baseline="-25000" dirty="0">
                <a:solidFill>
                  <a:srgbClr val="C00000"/>
                </a:solidFill>
                <a:latin typeface="宋体" panose="02010600030101010101" pitchFamily="2" charset="-122"/>
                <a:ea typeface="宋体" panose="02010600030101010101" pitchFamily="2" charset="-122"/>
                <a:sym typeface="Arial" panose="020B0604020202020204" pitchFamily="34" charset="0"/>
              </a:rPr>
              <a:t>+</a:t>
            </a:r>
            <a:r>
              <a:rPr lang="zh-CN" altLang="en-US" sz="2400" b="1" dirty="0">
                <a:solidFill>
                  <a:schemeClr val="tx1"/>
                </a:solidFill>
                <a:latin typeface="宋体" panose="02010600030101010101" pitchFamily="2" charset="-122"/>
                <a:ea typeface="宋体" panose="02010600030101010101" pitchFamily="2" charset="-122"/>
                <a:sym typeface="Arial" panose="020B0604020202020204" pitchFamily="34" charset="0"/>
              </a:rPr>
              <a:t>的圆的内部</a:t>
            </a:r>
            <a:br>
              <a:rPr lang="zh-CN" altLang="en-US" sz="2800" dirty="0">
                <a:latin typeface="Times New Roman" panose="02020603050405020304" pitchFamily="2" charset="0"/>
                <a:ea typeface="黑体" panose="02010609060101010101" pitchFamily="2" charset="-122"/>
                <a:sym typeface="Arial" panose="020B0604020202020204" pitchFamily="34" charset="0"/>
              </a:rPr>
            </a:br>
            <a:endParaRPr lang="zh-CN" altLang="en-US" sz="2800" b="1">
              <a:latin typeface="Times New Roman" panose="02020603050405020304" pitchFamily="2" charset="0"/>
              <a:ea typeface="宋体" panose="02010600030101010101" pitchFamily="2" charset="-122"/>
            </a:endParaRPr>
          </a:p>
        </p:txBody>
      </p:sp>
      <p:graphicFrame>
        <p:nvGraphicFramePr>
          <p:cNvPr id="30722" name="对象 553986"/>
          <p:cNvGraphicFramePr/>
          <p:nvPr/>
        </p:nvGraphicFramePr>
        <p:xfrm>
          <a:off x="828675" y="1968500"/>
          <a:ext cx="2540000" cy="847725"/>
        </p:xfrm>
        <a:graphic>
          <a:graphicData uri="http://schemas.openxmlformats.org/presentationml/2006/ole">
            <mc:AlternateContent xmlns:mc="http://schemas.openxmlformats.org/markup-compatibility/2006">
              <mc:Choice xmlns:v="urn:schemas-microsoft-com:vml" Requires="v">
                <p:oleObj r:id="rId2" imgW="3048000" imgH="1016000" progId="Equation.DSMT4">
                  <p:embed/>
                </p:oleObj>
              </mc:Choice>
              <mc:Fallback>
                <p:oleObj r:id="rId2" imgW="3048000" imgH="1016000" progId="Equation.DSMT4">
                  <p:embed/>
                  <p:pic>
                    <p:nvPicPr>
                      <p:cNvPr id="0" name="图片 3129"/>
                      <p:cNvPicPr/>
                      <p:nvPr/>
                    </p:nvPicPr>
                    <p:blipFill>
                      <a:blip r:embed="rId3">
                        <a:lum bright="-95993"/>
                      </a:blip>
                      <a:stretch>
                        <a:fillRect/>
                      </a:stretch>
                    </p:blipFill>
                    <p:spPr>
                      <a:xfrm>
                        <a:off x="828675" y="1968500"/>
                        <a:ext cx="2540000" cy="847725"/>
                      </a:xfrm>
                      <a:prstGeom prst="rect">
                        <a:avLst/>
                      </a:prstGeom>
                      <a:noFill/>
                      <a:ln w="38100">
                        <a:noFill/>
                        <a:miter/>
                      </a:ln>
                    </p:spPr>
                  </p:pic>
                </p:oleObj>
              </mc:Fallback>
            </mc:AlternateContent>
          </a:graphicData>
        </a:graphic>
      </p:graphicFrame>
      <p:graphicFrame>
        <p:nvGraphicFramePr>
          <p:cNvPr id="30723" name="对象 553987"/>
          <p:cNvGraphicFramePr/>
          <p:nvPr/>
        </p:nvGraphicFramePr>
        <p:xfrm>
          <a:off x="828675" y="2965450"/>
          <a:ext cx="5370513" cy="822325"/>
        </p:xfrm>
        <a:graphic>
          <a:graphicData uri="http://schemas.openxmlformats.org/presentationml/2006/ole">
            <mc:AlternateContent xmlns:mc="http://schemas.openxmlformats.org/markup-compatibility/2006">
              <mc:Choice xmlns:v="urn:schemas-microsoft-com:vml" Requires="v">
                <p:oleObj r:id="rId4" imgW="6134100" imgH="939800" progId="Equation.DSMT4">
                  <p:embed/>
                </p:oleObj>
              </mc:Choice>
              <mc:Fallback>
                <p:oleObj r:id="rId4" imgW="6134100" imgH="939800" progId="Equation.DSMT4">
                  <p:embed/>
                  <p:pic>
                    <p:nvPicPr>
                      <p:cNvPr id="0" name="图片 3125"/>
                      <p:cNvPicPr/>
                      <p:nvPr/>
                    </p:nvPicPr>
                    <p:blipFill>
                      <a:blip r:embed="rId5">
                        <a:lum bright="-95993"/>
                      </a:blip>
                      <a:stretch>
                        <a:fillRect/>
                      </a:stretch>
                    </p:blipFill>
                    <p:spPr>
                      <a:xfrm>
                        <a:off x="828675" y="2965450"/>
                        <a:ext cx="5370513" cy="822325"/>
                      </a:xfrm>
                      <a:prstGeom prst="rect">
                        <a:avLst/>
                      </a:prstGeom>
                      <a:noFill/>
                      <a:ln w="38100">
                        <a:noFill/>
                        <a:miter/>
                      </a:ln>
                    </p:spPr>
                  </p:pic>
                </p:oleObj>
              </mc:Fallback>
            </mc:AlternateContent>
          </a:graphicData>
        </a:graphic>
      </p:graphicFrame>
      <p:graphicFrame>
        <p:nvGraphicFramePr>
          <p:cNvPr id="30724" name="对象 553988"/>
          <p:cNvGraphicFramePr/>
          <p:nvPr/>
        </p:nvGraphicFramePr>
        <p:xfrm>
          <a:off x="828675" y="3914775"/>
          <a:ext cx="2755900" cy="450850"/>
        </p:xfrm>
        <a:graphic>
          <a:graphicData uri="http://schemas.openxmlformats.org/presentationml/2006/ole">
            <mc:AlternateContent xmlns:mc="http://schemas.openxmlformats.org/markup-compatibility/2006">
              <mc:Choice xmlns:v="urn:schemas-microsoft-com:vml" Requires="v">
                <p:oleObj r:id="rId6" imgW="3111500" imgH="508000" progId="Equation.DSMT4">
                  <p:embed/>
                </p:oleObj>
              </mc:Choice>
              <mc:Fallback>
                <p:oleObj r:id="rId6" imgW="3111500" imgH="508000" progId="Equation.DSMT4">
                  <p:embed/>
                  <p:pic>
                    <p:nvPicPr>
                      <p:cNvPr id="0" name="图片 3134"/>
                      <p:cNvPicPr/>
                      <p:nvPr/>
                    </p:nvPicPr>
                    <p:blipFill>
                      <a:blip r:embed="rId7">
                        <a:lum bright="-95993"/>
                      </a:blip>
                      <a:stretch>
                        <a:fillRect/>
                      </a:stretch>
                    </p:blipFill>
                    <p:spPr>
                      <a:xfrm>
                        <a:off x="828675" y="3914775"/>
                        <a:ext cx="2755900" cy="450850"/>
                      </a:xfrm>
                      <a:prstGeom prst="rect">
                        <a:avLst/>
                      </a:prstGeom>
                      <a:noFill/>
                      <a:ln w="38100">
                        <a:noFill/>
                        <a:miter/>
                      </a:ln>
                    </p:spPr>
                  </p:pic>
                </p:oleObj>
              </mc:Fallback>
            </mc:AlternateContent>
          </a:graphicData>
        </a:graphic>
      </p:graphicFrame>
      <p:graphicFrame>
        <p:nvGraphicFramePr>
          <p:cNvPr id="30725" name="对象 553989"/>
          <p:cNvGraphicFramePr/>
          <p:nvPr/>
        </p:nvGraphicFramePr>
        <p:xfrm>
          <a:off x="828675" y="4581525"/>
          <a:ext cx="2911475" cy="427038"/>
        </p:xfrm>
        <a:graphic>
          <a:graphicData uri="http://schemas.openxmlformats.org/presentationml/2006/ole">
            <mc:AlternateContent xmlns:mc="http://schemas.openxmlformats.org/markup-compatibility/2006">
              <mc:Choice xmlns:v="urn:schemas-microsoft-com:vml" Requires="v">
                <p:oleObj r:id="rId8" imgW="3187700" imgH="482600" progId="Equation.DSMT4">
                  <p:embed/>
                </p:oleObj>
              </mc:Choice>
              <mc:Fallback>
                <p:oleObj r:id="rId8" imgW="3187700" imgH="482600" progId="Equation.DSMT4">
                  <p:embed/>
                  <p:pic>
                    <p:nvPicPr>
                      <p:cNvPr id="0" name="图片 3131"/>
                      <p:cNvPicPr/>
                      <p:nvPr/>
                    </p:nvPicPr>
                    <p:blipFill>
                      <a:blip r:embed="rId9">
                        <a:lum bright="-95993"/>
                      </a:blip>
                      <a:stretch>
                        <a:fillRect/>
                      </a:stretch>
                    </p:blipFill>
                    <p:spPr>
                      <a:xfrm>
                        <a:off x="828675" y="4581525"/>
                        <a:ext cx="2911475" cy="427038"/>
                      </a:xfrm>
                      <a:prstGeom prst="rect">
                        <a:avLst/>
                      </a:prstGeom>
                      <a:noFill/>
                      <a:ln w="38100">
                        <a:noFill/>
                        <a:miter/>
                      </a:ln>
                    </p:spPr>
                  </p:pic>
                </p:oleObj>
              </mc:Fallback>
            </mc:AlternateContent>
          </a:graphicData>
        </a:graphic>
      </p:graphicFrame>
      <p:graphicFrame>
        <p:nvGraphicFramePr>
          <p:cNvPr id="30726" name="对象 553990"/>
          <p:cNvGraphicFramePr/>
          <p:nvPr/>
        </p:nvGraphicFramePr>
        <p:xfrm>
          <a:off x="755650" y="5373688"/>
          <a:ext cx="4032250" cy="992187"/>
        </p:xfrm>
        <a:graphic>
          <a:graphicData uri="http://schemas.openxmlformats.org/presentationml/2006/ole">
            <mc:AlternateContent xmlns:mc="http://schemas.openxmlformats.org/markup-compatibility/2006">
              <mc:Choice xmlns:v="urn:schemas-microsoft-com:vml" Requires="v">
                <p:oleObj r:id="rId10" imgW="4546600" imgH="1117600" progId="Equation.DSMT4">
                  <p:embed/>
                </p:oleObj>
              </mc:Choice>
              <mc:Fallback>
                <p:oleObj r:id="rId10" imgW="4546600" imgH="1117600" progId="Equation.DSMT4">
                  <p:embed/>
                  <p:pic>
                    <p:nvPicPr>
                      <p:cNvPr id="0" name="图片 3122"/>
                      <p:cNvPicPr/>
                      <p:nvPr/>
                    </p:nvPicPr>
                    <p:blipFill>
                      <a:blip r:embed="rId11">
                        <a:lum bright="-95993"/>
                      </a:blip>
                      <a:stretch>
                        <a:fillRect/>
                      </a:stretch>
                    </p:blipFill>
                    <p:spPr>
                      <a:xfrm>
                        <a:off x="755650" y="5373688"/>
                        <a:ext cx="4032250" cy="992187"/>
                      </a:xfrm>
                      <a:prstGeom prst="rect">
                        <a:avLst/>
                      </a:prstGeom>
                      <a:noFill/>
                      <a:ln w="38100">
                        <a:noFill/>
                        <a:miter/>
                      </a:ln>
                    </p:spPr>
                  </p:pic>
                </p:oleObj>
              </mc:Fallback>
            </mc:AlternateContent>
          </a:graphicData>
        </a:graphic>
      </p:graphicFrame>
      <p:pic>
        <p:nvPicPr>
          <p:cNvPr id="30727" name="图片 553991"/>
          <p:cNvPicPr>
            <a:picLocks noChangeAspect="1"/>
          </p:cNvPicPr>
          <p:nvPr/>
        </p:nvPicPr>
        <p:blipFill>
          <a:blip r:embed="rId12">
            <a:lum bright="-12000"/>
          </a:blip>
          <a:stretch>
            <a:fillRect/>
          </a:stretch>
        </p:blipFill>
        <p:spPr>
          <a:xfrm>
            <a:off x="5427663" y="996950"/>
            <a:ext cx="3597275" cy="1911350"/>
          </a:xfrm>
          <a:prstGeom prst="rect">
            <a:avLst/>
          </a:prstGeom>
          <a:noFill/>
          <a:ln w="12700">
            <a:noFill/>
          </a:ln>
        </p:spPr>
      </p:pic>
      <p:sp>
        <p:nvSpPr>
          <p:cNvPr id="30728" name="椭圆 553992"/>
          <p:cNvSpPr/>
          <p:nvPr/>
        </p:nvSpPr>
        <p:spPr>
          <a:xfrm>
            <a:off x="5757863" y="4779963"/>
            <a:ext cx="1219200" cy="1219200"/>
          </a:xfrm>
          <a:prstGeom prst="ellipse">
            <a:avLst/>
          </a:prstGeom>
          <a:pattFill prst="pct10">
            <a:fgClr>
              <a:schemeClr val="tx1"/>
            </a:fgClr>
            <a:bgClr>
              <a:schemeClr val="bg1"/>
            </a:bgClr>
          </a:pattFill>
          <a:ln w="25400" cap="sq" cmpd="sng">
            <a:solidFill>
              <a:schemeClr val="tx1"/>
            </a:solidFill>
            <a:prstDash val="solid"/>
            <a:round/>
            <a:headEnd type="none" w="sm" len="sm"/>
            <a:tailEnd type="none" w="sm" len="sm"/>
          </a:ln>
        </p:spPr>
        <p:txBody>
          <a:bodyPr anchor="t" anchorCtr="0"/>
          <a:lstStyle/>
          <a:p>
            <a:endParaRPr lang="zh-CN" altLang="en-US">
              <a:latin typeface="Arial" panose="020B0604020202020204" pitchFamily="34" charset="0"/>
              <a:ea typeface="宋体" panose="02010600030101010101" pitchFamily="2" charset="-122"/>
            </a:endParaRPr>
          </a:p>
        </p:txBody>
      </p:sp>
      <p:sp>
        <p:nvSpPr>
          <p:cNvPr id="30729" name="直接连接符 553993"/>
          <p:cNvSpPr/>
          <p:nvPr/>
        </p:nvSpPr>
        <p:spPr>
          <a:xfrm>
            <a:off x="5148263" y="5389563"/>
            <a:ext cx="2971800" cy="0"/>
          </a:xfrm>
          <a:prstGeom prst="line">
            <a:avLst/>
          </a:prstGeom>
          <a:ln w="25400" cap="sq" cmpd="sng">
            <a:solidFill>
              <a:schemeClr val="tx1"/>
            </a:solidFill>
            <a:prstDash val="solid"/>
            <a:round/>
            <a:headEnd type="none" w="sm" len="sm"/>
            <a:tailEnd type="triangle" w="med" len="lg"/>
          </a:ln>
        </p:spPr>
      </p:sp>
      <p:sp>
        <p:nvSpPr>
          <p:cNvPr id="30730" name="直接连接符 553994"/>
          <p:cNvSpPr/>
          <p:nvPr/>
        </p:nvSpPr>
        <p:spPr>
          <a:xfrm flipV="1">
            <a:off x="6367463" y="3865563"/>
            <a:ext cx="0" cy="2590800"/>
          </a:xfrm>
          <a:prstGeom prst="line">
            <a:avLst/>
          </a:prstGeom>
          <a:ln w="25400" cap="sq" cmpd="sng">
            <a:solidFill>
              <a:schemeClr val="tx1"/>
            </a:solidFill>
            <a:prstDash val="solid"/>
            <a:round/>
            <a:headEnd type="none" w="sm" len="sm"/>
            <a:tailEnd type="triangle" w="med" len="lg"/>
          </a:ln>
        </p:spPr>
      </p:sp>
      <p:graphicFrame>
        <p:nvGraphicFramePr>
          <p:cNvPr id="30731" name="对象 553995"/>
          <p:cNvGraphicFramePr/>
          <p:nvPr/>
        </p:nvGraphicFramePr>
        <p:xfrm>
          <a:off x="7662863" y="5008563"/>
          <a:ext cx="581025" cy="263525"/>
        </p:xfrm>
        <a:graphic>
          <a:graphicData uri="http://schemas.openxmlformats.org/presentationml/2006/ole">
            <mc:AlternateContent xmlns:mc="http://schemas.openxmlformats.org/markup-compatibility/2006">
              <mc:Choice xmlns:v="urn:schemas-microsoft-com:vml" Requires="v">
                <p:oleObj r:id="rId13" imgW="838200" imgH="381000" progId="Equation.DSMT4">
                  <p:embed/>
                </p:oleObj>
              </mc:Choice>
              <mc:Fallback>
                <p:oleObj r:id="rId13" imgW="838200" imgH="381000" progId="Equation.DSMT4">
                  <p:embed/>
                  <p:pic>
                    <p:nvPicPr>
                      <p:cNvPr id="0" name="图片 3128"/>
                      <p:cNvPicPr/>
                      <p:nvPr/>
                    </p:nvPicPr>
                    <p:blipFill>
                      <a:blip r:embed="rId14">
                        <a:lum bright="-95993"/>
                      </a:blip>
                      <a:stretch>
                        <a:fillRect/>
                      </a:stretch>
                    </p:blipFill>
                    <p:spPr>
                      <a:xfrm>
                        <a:off x="7662863" y="5008563"/>
                        <a:ext cx="581025" cy="263525"/>
                      </a:xfrm>
                      <a:prstGeom prst="rect">
                        <a:avLst/>
                      </a:prstGeom>
                      <a:noFill/>
                      <a:ln w="38100">
                        <a:noFill/>
                        <a:miter/>
                      </a:ln>
                    </p:spPr>
                  </p:pic>
                </p:oleObj>
              </mc:Fallback>
            </mc:AlternateContent>
          </a:graphicData>
        </a:graphic>
      </p:graphicFrame>
      <p:graphicFrame>
        <p:nvGraphicFramePr>
          <p:cNvPr id="30732" name="对象 553996"/>
          <p:cNvGraphicFramePr/>
          <p:nvPr/>
        </p:nvGraphicFramePr>
        <p:xfrm>
          <a:off x="6443663" y="3816350"/>
          <a:ext cx="1008062" cy="363538"/>
        </p:xfrm>
        <a:graphic>
          <a:graphicData uri="http://schemas.openxmlformats.org/presentationml/2006/ole">
            <mc:AlternateContent xmlns:mc="http://schemas.openxmlformats.org/markup-compatibility/2006">
              <mc:Choice xmlns:v="urn:schemas-microsoft-com:vml" Requires="v">
                <p:oleObj r:id="rId15" imgW="1054100" imgH="381000" progId="Equation.DSMT4">
                  <p:embed/>
                </p:oleObj>
              </mc:Choice>
              <mc:Fallback>
                <p:oleObj r:id="rId15" imgW="1054100" imgH="381000" progId="Equation.DSMT4">
                  <p:embed/>
                  <p:pic>
                    <p:nvPicPr>
                      <p:cNvPr id="0" name="图片 3130"/>
                      <p:cNvPicPr/>
                      <p:nvPr/>
                    </p:nvPicPr>
                    <p:blipFill>
                      <a:blip r:embed="rId16">
                        <a:lum bright="-95993"/>
                      </a:blip>
                      <a:stretch>
                        <a:fillRect/>
                      </a:stretch>
                    </p:blipFill>
                    <p:spPr>
                      <a:xfrm>
                        <a:off x="6443663" y="3816350"/>
                        <a:ext cx="1008062" cy="363538"/>
                      </a:xfrm>
                      <a:prstGeom prst="rect">
                        <a:avLst/>
                      </a:prstGeom>
                      <a:noFill/>
                      <a:ln w="38100">
                        <a:noFill/>
                        <a:miter/>
                      </a:ln>
                    </p:spPr>
                  </p:pic>
                </p:oleObj>
              </mc:Fallback>
            </mc:AlternateContent>
          </a:graphicData>
        </a:graphic>
      </p:graphicFrame>
      <p:graphicFrame>
        <p:nvGraphicFramePr>
          <p:cNvPr id="30733" name="对象 553997"/>
          <p:cNvGraphicFramePr/>
          <p:nvPr/>
        </p:nvGraphicFramePr>
        <p:xfrm>
          <a:off x="6138863" y="5465763"/>
          <a:ext cx="203200" cy="304800"/>
        </p:xfrm>
        <a:graphic>
          <a:graphicData uri="http://schemas.openxmlformats.org/presentationml/2006/ole">
            <mc:AlternateContent xmlns:mc="http://schemas.openxmlformats.org/markup-compatibility/2006">
              <mc:Choice xmlns:v="urn:schemas-microsoft-com:vml" Requires="v">
                <p:oleObj r:id="rId17" imgW="203200" imgH="304800" progId="Equation.DSMT4">
                  <p:embed/>
                </p:oleObj>
              </mc:Choice>
              <mc:Fallback>
                <p:oleObj r:id="rId17" imgW="203200" imgH="304800" progId="Equation.DSMT4">
                  <p:embed/>
                  <p:pic>
                    <p:nvPicPr>
                      <p:cNvPr id="0" name="图片 3132"/>
                      <p:cNvPicPr/>
                      <p:nvPr/>
                    </p:nvPicPr>
                    <p:blipFill>
                      <a:blip r:embed="rId18">
                        <a:lum bright="-95993"/>
                      </a:blip>
                      <a:stretch>
                        <a:fillRect/>
                      </a:stretch>
                    </p:blipFill>
                    <p:spPr>
                      <a:xfrm>
                        <a:off x="6138863" y="5465763"/>
                        <a:ext cx="203200" cy="304800"/>
                      </a:xfrm>
                      <a:prstGeom prst="rect">
                        <a:avLst/>
                      </a:prstGeom>
                      <a:noFill/>
                      <a:ln w="38100">
                        <a:noFill/>
                        <a:miter/>
                      </a:ln>
                    </p:spPr>
                  </p:pic>
                </p:oleObj>
              </mc:Fallback>
            </mc:AlternateContent>
          </a:graphicData>
        </a:graphic>
      </p:graphicFrame>
      <p:graphicFrame>
        <p:nvGraphicFramePr>
          <p:cNvPr id="30734" name="对象 553998"/>
          <p:cNvGraphicFramePr/>
          <p:nvPr/>
        </p:nvGraphicFramePr>
        <p:xfrm>
          <a:off x="6926263" y="5414963"/>
          <a:ext cx="309562" cy="309562"/>
        </p:xfrm>
        <a:graphic>
          <a:graphicData uri="http://schemas.openxmlformats.org/presentationml/2006/ole">
            <mc:AlternateContent xmlns:mc="http://schemas.openxmlformats.org/markup-compatibility/2006">
              <mc:Choice xmlns:v="urn:schemas-microsoft-com:vml" Requires="v">
                <p:oleObj r:id="rId19" imgW="482600" imgH="482600" progId="Equation.DSMT4">
                  <p:embed/>
                </p:oleObj>
              </mc:Choice>
              <mc:Fallback>
                <p:oleObj r:id="rId19" imgW="482600" imgH="482600" progId="Equation.DSMT4">
                  <p:embed/>
                  <p:pic>
                    <p:nvPicPr>
                      <p:cNvPr id="0" name="图片 3133"/>
                      <p:cNvPicPr/>
                      <p:nvPr/>
                    </p:nvPicPr>
                    <p:blipFill>
                      <a:blip r:embed="rId20">
                        <a:lum bright="-95993"/>
                      </a:blip>
                      <a:stretch>
                        <a:fillRect/>
                      </a:stretch>
                    </p:blipFill>
                    <p:spPr>
                      <a:xfrm>
                        <a:off x="6926263" y="5414963"/>
                        <a:ext cx="309562" cy="309562"/>
                      </a:xfrm>
                      <a:prstGeom prst="rect">
                        <a:avLst/>
                      </a:prstGeom>
                      <a:noFill/>
                      <a:ln w="38100">
                        <a:noFill/>
                        <a:miter/>
                      </a:ln>
                    </p:spPr>
                  </p:pic>
                </p:oleObj>
              </mc:Fallback>
            </mc:AlternateContent>
          </a:graphicData>
        </a:graphic>
      </p:graphicFrame>
      <p:graphicFrame>
        <p:nvGraphicFramePr>
          <p:cNvPr id="30735" name="对象 553999"/>
          <p:cNvGraphicFramePr/>
          <p:nvPr/>
        </p:nvGraphicFramePr>
        <p:xfrm>
          <a:off x="6653213" y="6227763"/>
          <a:ext cx="727075" cy="347662"/>
        </p:xfrm>
        <a:graphic>
          <a:graphicData uri="http://schemas.openxmlformats.org/presentationml/2006/ole">
            <mc:AlternateContent xmlns:mc="http://schemas.openxmlformats.org/markup-compatibility/2006">
              <mc:Choice xmlns:v="urn:schemas-microsoft-com:vml" Requires="v">
                <p:oleObj r:id="rId21" imgW="876300" imgH="419100" progId="Equation.DSMT4">
                  <p:embed/>
                </p:oleObj>
              </mc:Choice>
              <mc:Fallback>
                <p:oleObj r:id="rId21" imgW="876300" imgH="419100" progId="Equation.DSMT4">
                  <p:embed/>
                  <p:pic>
                    <p:nvPicPr>
                      <p:cNvPr id="0" name="图片 3126"/>
                      <p:cNvPicPr/>
                      <p:nvPr/>
                    </p:nvPicPr>
                    <p:blipFill>
                      <a:blip r:embed="rId22">
                        <a:lum bright="-95993"/>
                      </a:blip>
                      <a:stretch>
                        <a:fillRect/>
                      </a:stretch>
                    </p:blipFill>
                    <p:spPr>
                      <a:xfrm>
                        <a:off x="6653213" y="6227763"/>
                        <a:ext cx="727075" cy="347662"/>
                      </a:xfrm>
                      <a:prstGeom prst="rect">
                        <a:avLst/>
                      </a:prstGeom>
                      <a:noFill/>
                      <a:ln w="38100">
                        <a:noFill/>
                        <a:miter/>
                      </a:ln>
                    </p:spPr>
                  </p:pic>
                </p:oleObj>
              </mc:Fallback>
            </mc:AlternateContent>
          </a:graphicData>
        </a:graphic>
      </p:graphicFrame>
      <p:sp>
        <p:nvSpPr>
          <p:cNvPr id="30736" name="文本框 1"/>
          <p:cNvSpPr txBox="1"/>
          <p:nvPr/>
        </p:nvSpPr>
        <p:spPr>
          <a:xfrm>
            <a:off x="7308850" y="5661025"/>
            <a:ext cx="1784350" cy="644525"/>
          </a:xfrm>
          <a:prstGeom prst="rect">
            <a:avLst/>
          </a:prstGeom>
          <a:noFill/>
          <a:ln w="9525">
            <a:noFill/>
          </a:ln>
        </p:spPr>
        <p:txBody>
          <a:bodyPr wrap="square" anchor="t" anchorCtr="0">
            <a:spAutoFit/>
          </a:bodyPr>
          <a:lstStyle/>
          <a:p>
            <a:pPr>
              <a:spcBef>
                <a:spcPct val="40000"/>
              </a:spcBef>
              <a:spcAft>
                <a:spcPct val="35000"/>
              </a:spcAft>
            </a:pPr>
            <a:r>
              <a:rPr lang="zh-CN" altLang="en-US" b="1">
                <a:solidFill>
                  <a:srgbClr val="C00000"/>
                </a:solidFill>
                <a:latin typeface="Times New Roman" panose="02020603050405020304" pitchFamily="2" charset="0"/>
                <a:ea typeface="宋体" panose="02010600030101010101" pitchFamily="2" charset="-122"/>
                <a:sym typeface="微软雅黑" panose="020B0503020204020204" pitchFamily="2" charset="-122"/>
              </a:rPr>
              <a:t>n</a:t>
            </a:r>
            <a:r>
              <a:rPr lang="zh-CN" altLang="en-US" b="1" baseline="-25000">
                <a:solidFill>
                  <a:srgbClr val="C00000"/>
                </a:solidFill>
                <a:latin typeface="Times New Roman" panose="02020603050405020304" pitchFamily="2" charset="0"/>
                <a:ea typeface="宋体" panose="02010600030101010101" pitchFamily="2" charset="-122"/>
                <a:sym typeface="微软雅黑" panose="020B0503020204020204" pitchFamily="2" charset="-122"/>
              </a:rPr>
              <a:t>2</a:t>
            </a:r>
            <a:r>
              <a:rPr lang="en-US" altLang="zh-CN" b="1">
                <a:solidFill>
                  <a:srgbClr val="C00000"/>
                </a:solidFill>
                <a:latin typeface="Times New Roman" panose="02020603050405020304" pitchFamily="2" charset="0"/>
                <a:ea typeface="宋体" panose="02010600030101010101" pitchFamily="2" charset="-122"/>
                <a:sym typeface="微软雅黑" panose="020B0503020204020204" pitchFamily="2" charset="-122"/>
              </a:rPr>
              <a:t>=</a:t>
            </a:r>
            <a:r>
              <a:rPr lang="zh-CN" altLang="en-US" b="1">
                <a:solidFill>
                  <a:srgbClr val="C00000"/>
                </a:solidFill>
                <a:latin typeface="Times New Roman" panose="02020603050405020304" pitchFamily="2" charset="0"/>
                <a:ea typeface="宋体" panose="02010600030101010101" pitchFamily="2" charset="-122"/>
                <a:sym typeface="微软雅黑" panose="020B0503020204020204" pitchFamily="2" charset="-122"/>
              </a:rPr>
              <a:t>0</a:t>
            </a:r>
            <a:r>
              <a:rPr lang="zh-CN" altLang="en-US" b="1" dirty="0">
                <a:solidFill>
                  <a:srgbClr val="C00000"/>
                </a:solidFill>
                <a:latin typeface="宋体" panose="02010600030101010101" pitchFamily="2" charset="-122"/>
                <a:ea typeface="宋体" panose="02010600030101010101" pitchFamily="2" charset="-122"/>
                <a:sym typeface="微软雅黑" panose="020B0503020204020204" pitchFamily="2" charset="-122"/>
              </a:rPr>
              <a:t>反因果序列非因果序列</a:t>
            </a:r>
            <a:endParaRPr lang="zh-CN" altLang="en-US">
              <a:latin typeface="Times New Roman" panose="02020603050405020304" pitchFamily="2" charset="0"/>
              <a:ea typeface="宋体" panose="02010600030101010101" pitchFamily="2" charset="-122"/>
            </a:endParaRPr>
          </a:p>
        </p:txBody>
      </p:sp>
      <p:sp>
        <p:nvSpPr>
          <p:cNvPr id="30737" name="文本框 1"/>
          <p:cNvSpPr txBox="1"/>
          <p:nvPr/>
        </p:nvSpPr>
        <p:spPr>
          <a:xfrm>
            <a:off x="3851275" y="3937000"/>
            <a:ext cx="1103313" cy="368300"/>
          </a:xfrm>
          <a:prstGeom prst="rect">
            <a:avLst/>
          </a:prstGeom>
          <a:noFill/>
          <a:ln w="9525">
            <a:noFill/>
          </a:ln>
        </p:spPr>
        <p:txBody>
          <a:bodyPr wrap="none" anchor="t" anchorCtr="0">
            <a:spAutoFit/>
          </a:bodyPr>
          <a:lstStyle/>
          <a:p>
            <a:r>
              <a:rPr lang="zh-CN" altLang="en-US" b="1" dirty="0">
                <a:latin typeface="宋体" panose="02010600030101010101" pitchFamily="2" charset="-122"/>
                <a:ea typeface="宋体" panose="02010600030101010101" pitchFamily="2" charset="-122"/>
                <a:sym typeface="Arial" panose="020B0604020202020204" pitchFamily="34" charset="0"/>
              </a:rPr>
              <a:t>正幂级数</a:t>
            </a:r>
            <a:endParaRPr lang="zh-CN" altLang="en-US">
              <a:latin typeface="Times New Roman" panose="02020603050405020304" pitchFamily="2" charset="0"/>
              <a:ea typeface="宋体" panose="02010600030101010101" pitchFamily="2" charset="-122"/>
            </a:endParaRPr>
          </a:p>
        </p:txBody>
      </p:sp>
      <mc:AlternateContent xmlns:mc="http://schemas.openxmlformats.org/markup-compatibility/2006" xmlns:p14="http://schemas.microsoft.com/office/powerpoint/2010/main">
        <mc:Choice Requires="p14">
          <p:contentPart p14:bwMode="auto" r:id="rId23">
            <p14:nvContentPartPr>
              <p14:cNvPr id="15" name="墨迹 14">
                <a:extLst>
                  <a:ext uri="{FF2B5EF4-FFF2-40B4-BE49-F238E27FC236}">
                    <a16:creationId xmlns:a16="http://schemas.microsoft.com/office/drawing/2014/main" id="{2B1A4167-A590-4319-2A69-9D520697A60A}"/>
                  </a:ext>
                </a:extLst>
              </p14:cNvPr>
              <p14:cNvContentPartPr/>
              <p14:nvPr/>
            </p14:nvContentPartPr>
            <p14:xfrm>
              <a:off x="1366945" y="1336869"/>
              <a:ext cx="3712680" cy="39600"/>
            </p14:xfrm>
          </p:contentPart>
        </mc:Choice>
        <mc:Fallback xmlns="">
          <p:pic>
            <p:nvPicPr>
              <p:cNvPr id="15" name="墨迹 14">
                <a:extLst>
                  <a:ext uri="{FF2B5EF4-FFF2-40B4-BE49-F238E27FC236}">
                    <a16:creationId xmlns:a16="http://schemas.microsoft.com/office/drawing/2014/main" id="{2B1A4167-A590-4319-2A69-9D520697A60A}"/>
                  </a:ext>
                </a:extLst>
              </p:cNvPr>
              <p:cNvPicPr/>
              <p:nvPr/>
            </p:nvPicPr>
            <p:blipFill>
              <a:blip r:embed="rId24"/>
              <a:stretch>
                <a:fillRect/>
              </a:stretch>
            </p:blipFill>
            <p:spPr>
              <a:xfrm>
                <a:off x="1348945" y="1319229"/>
                <a:ext cx="3748320" cy="75240"/>
              </a:xfrm>
              <a:prstGeom prst="rect">
                <a:avLst/>
              </a:prstGeom>
            </p:spPr>
          </p:pic>
        </mc:Fallback>
      </mc:AlternateContent>
      <mc:AlternateContent xmlns:mc="http://schemas.openxmlformats.org/markup-compatibility/2006" xmlns:p14="http://schemas.microsoft.com/office/powerpoint/2010/main">
        <mc:Choice Requires="p14">
          <p:contentPart p14:bwMode="auto" r:id="rId25">
            <p14:nvContentPartPr>
              <p14:cNvPr id="16" name="墨迹 15">
                <a:extLst>
                  <a:ext uri="{FF2B5EF4-FFF2-40B4-BE49-F238E27FC236}">
                    <a16:creationId xmlns:a16="http://schemas.microsoft.com/office/drawing/2014/main" id="{8EAEF8D2-647D-C5E7-0BC5-B9132EE26D8A}"/>
                  </a:ext>
                </a:extLst>
              </p14:cNvPr>
              <p14:cNvContentPartPr/>
              <p14:nvPr/>
            </p14:nvContentPartPr>
            <p14:xfrm>
              <a:off x="803545" y="1721349"/>
              <a:ext cx="1795320" cy="24480"/>
            </p14:xfrm>
          </p:contentPart>
        </mc:Choice>
        <mc:Fallback xmlns="">
          <p:pic>
            <p:nvPicPr>
              <p:cNvPr id="16" name="墨迹 15">
                <a:extLst>
                  <a:ext uri="{FF2B5EF4-FFF2-40B4-BE49-F238E27FC236}">
                    <a16:creationId xmlns:a16="http://schemas.microsoft.com/office/drawing/2014/main" id="{8EAEF8D2-647D-C5E7-0BC5-B9132EE26D8A}"/>
                  </a:ext>
                </a:extLst>
              </p:cNvPr>
              <p:cNvPicPr/>
              <p:nvPr/>
            </p:nvPicPr>
            <p:blipFill>
              <a:blip r:embed="rId26"/>
              <a:stretch>
                <a:fillRect/>
              </a:stretch>
            </p:blipFill>
            <p:spPr>
              <a:xfrm>
                <a:off x="785545" y="1703349"/>
                <a:ext cx="1830960" cy="60120"/>
              </a:xfrm>
              <a:prstGeom prst="rect">
                <a:avLst/>
              </a:prstGeom>
            </p:spPr>
          </p:pic>
        </mc:Fallback>
      </mc:AlternateContent>
      <p:grpSp>
        <p:nvGrpSpPr>
          <p:cNvPr id="30773" name="组合 30772">
            <a:extLst>
              <a:ext uri="{FF2B5EF4-FFF2-40B4-BE49-F238E27FC236}">
                <a16:creationId xmlns:a16="http://schemas.microsoft.com/office/drawing/2014/main" id="{C4B87E52-64DD-6D1E-5B70-742428800134}"/>
              </a:ext>
            </a:extLst>
          </p:cNvPr>
          <p:cNvGrpSpPr/>
          <p:nvPr/>
        </p:nvGrpSpPr>
        <p:grpSpPr>
          <a:xfrm>
            <a:off x="1791745" y="2336589"/>
            <a:ext cx="1857240" cy="518040"/>
            <a:chOff x="1791745" y="2336589"/>
            <a:chExt cx="1857240" cy="518040"/>
          </a:xfrm>
        </p:grpSpPr>
        <mc:AlternateContent xmlns:mc="http://schemas.openxmlformats.org/markup-compatibility/2006" xmlns:p14="http://schemas.microsoft.com/office/powerpoint/2010/main">
          <mc:Choice Requires="p14">
            <p:contentPart p14:bwMode="auto" r:id="rId27">
              <p14:nvContentPartPr>
                <p14:cNvPr id="17" name="墨迹 16">
                  <a:extLst>
                    <a:ext uri="{FF2B5EF4-FFF2-40B4-BE49-F238E27FC236}">
                      <a16:creationId xmlns:a16="http://schemas.microsoft.com/office/drawing/2014/main" id="{AA4F011C-502E-B937-2121-2F58047A496E}"/>
                    </a:ext>
                  </a:extLst>
                </p14:cNvPr>
                <p14:cNvContentPartPr/>
                <p14:nvPr/>
              </p14:nvContentPartPr>
              <p14:xfrm>
                <a:off x="1967425" y="2336589"/>
                <a:ext cx="1681560" cy="55800"/>
              </p14:xfrm>
            </p:contentPart>
          </mc:Choice>
          <mc:Fallback xmlns="">
            <p:pic>
              <p:nvPicPr>
                <p:cNvPr id="17" name="墨迹 16">
                  <a:extLst>
                    <a:ext uri="{FF2B5EF4-FFF2-40B4-BE49-F238E27FC236}">
                      <a16:creationId xmlns:a16="http://schemas.microsoft.com/office/drawing/2014/main" id="{AA4F011C-502E-B937-2121-2F58047A496E}"/>
                    </a:ext>
                  </a:extLst>
                </p:cNvPr>
                <p:cNvPicPr/>
                <p:nvPr/>
              </p:nvPicPr>
              <p:blipFill>
                <a:blip r:embed="rId28"/>
                <a:stretch>
                  <a:fillRect/>
                </a:stretch>
              </p:blipFill>
              <p:spPr>
                <a:xfrm>
                  <a:off x="1949425" y="2318589"/>
                  <a:ext cx="1717200" cy="91440"/>
                </a:xfrm>
                <a:prstGeom prst="rect">
                  <a:avLst/>
                </a:prstGeom>
              </p:spPr>
            </p:pic>
          </mc:Fallback>
        </mc:AlternateContent>
        <mc:AlternateContent xmlns:mc="http://schemas.openxmlformats.org/markup-compatibility/2006" xmlns:p14="http://schemas.microsoft.com/office/powerpoint/2010/main">
          <mc:Choice Requires="p14">
            <p:contentPart p14:bwMode="auto" r:id="rId29">
              <p14:nvContentPartPr>
                <p14:cNvPr id="18" name="墨迹 17">
                  <a:extLst>
                    <a:ext uri="{FF2B5EF4-FFF2-40B4-BE49-F238E27FC236}">
                      <a16:creationId xmlns:a16="http://schemas.microsoft.com/office/drawing/2014/main" id="{869A9D5B-6DC7-F92C-A479-6F2213F5FCE5}"/>
                    </a:ext>
                  </a:extLst>
                </p14:cNvPr>
                <p14:cNvContentPartPr/>
                <p14:nvPr/>
              </p14:nvContentPartPr>
              <p14:xfrm>
                <a:off x="1791745" y="2798109"/>
                <a:ext cx="1570680" cy="56520"/>
              </p14:xfrm>
            </p:contentPart>
          </mc:Choice>
          <mc:Fallback xmlns="">
            <p:pic>
              <p:nvPicPr>
                <p:cNvPr id="18" name="墨迹 17">
                  <a:extLst>
                    <a:ext uri="{FF2B5EF4-FFF2-40B4-BE49-F238E27FC236}">
                      <a16:creationId xmlns:a16="http://schemas.microsoft.com/office/drawing/2014/main" id="{869A9D5B-6DC7-F92C-A479-6F2213F5FCE5}"/>
                    </a:ext>
                  </a:extLst>
                </p:cNvPr>
                <p:cNvPicPr/>
                <p:nvPr/>
              </p:nvPicPr>
              <p:blipFill>
                <a:blip r:embed="rId30"/>
                <a:stretch>
                  <a:fillRect/>
                </a:stretch>
              </p:blipFill>
              <p:spPr>
                <a:xfrm>
                  <a:off x="1773745" y="2780109"/>
                  <a:ext cx="1606320" cy="92160"/>
                </a:xfrm>
                <a:prstGeom prst="rect">
                  <a:avLst/>
                </a:prstGeom>
              </p:spPr>
            </p:pic>
          </mc:Fallback>
        </mc:AlternateContent>
      </p:grpSp>
      <p:grpSp>
        <p:nvGrpSpPr>
          <p:cNvPr id="30852" name="组合 30851">
            <a:extLst>
              <a:ext uri="{FF2B5EF4-FFF2-40B4-BE49-F238E27FC236}">
                <a16:creationId xmlns:a16="http://schemas.microsoft.com/office/drawing/2014/main" id="{BD0FA0C9-512C-C773-FB7A-15EE22FE549D}"/>
              </a:ext>
            </a:extLst>
          </p:cNvPr>
          <p:cNvGrpSpPr/>
          <p:nvPr/>
        </p:nvGrpSpPr>
        <p:grpSpPr>
          <a:xfrm>
            <a:off x="5245945" y="45909"/>
            <a:ext cx="541080" cy="797760"/>
            <a:chOff x="5245945" y="45909"/>
            <a:chExt cx="541080" cy="797760"/>
          </a:xfrm>
        </p:grpSpPr>
        <mc:AlternateContent xmlns:mc="http://schemas.openxmlformats.org/markup-compatibility/2006" xmlns:p14="http://schemas.microsoft.com/office/powerpoint/2010/main">
          <mc:Choice Requires="p14">
            <p:contentPart p14:bwMode="auto" r:id="rId31">
              <p14:nvContentPartPr>
                <p14:cNvPr id="30843" name="墨迹 30842">
                  <a:extLst>
                    <a:ext uri="{FF2B5EF4-FFF2-40B4-BE49-F238E27FC236}">
                      <a16:creationId xmlns:a16="http://schemas.microsoft.com/office/drawing/2014/main" id="{57F025A3-BFDC-FA80-C7E4-05F588D8C14D}"/>
                    </a:ext>
                  </a:extLst>
                </p14:cNvPr>
                <p14:cNvContentPartPr/>
                <p14:nvPr/>
              </p14:nvContentPartPr>
              <p14:xfrm>
                <a:off x="5569225" y="221589"/>
                <a:ext cx="217800" cy="10440"/>
              </p14:xfrm>
            </p:contentPart>
          </mc:Choice>
          <mc:Fallback xmlns="">
            <p:pic>
              <p:nvPicPr>
                <p:cNvPr id="30843" name="墨迹 30842">
                  <a:extLst>
                    <a:ext uri="{FF2B5EF4-FFF2-40B4-BE49-F238E27FC236}">
                      <a16:creationId xmlns:a16="http://schemas.microsoft.com/office/drawing/2014/main" id="{57F025A3-BFDC-FA80-C7E4-05F588D8C14D}"/>
                    </a:ext>
                  </a:extLst>
                </p:cNvPr>
                <p:cNvPicPr/>
                <p:nvPr/>
              </p:nvPicPr>
              <p:blipFill>
                <a:blip r:embed="rId32"/>
                <a:stretch>
                  <a:fillRect/>
                </a:stretch>
              </p:blipFill>
              <p:spPr>
                <a:xfrm>
                  <a:off x="5551585" y="203949"/>
                  <a:ext cx="253440" cy="46080"/>
                </a:xfrm>
                <a:prstGeom prst="rect">
                  <a:avLst/>
                </a:prstGeom>
              </p:spPr>
            </p:pic>
          </mc:Fallback>
        </mc:AlternateContent>
        <mc:AlternateContent xmlns:mc="http://schemas.openxmlformats.org/markup-compatibility/2006" xmlns:p14="http://schemas.microsoft.com/office/powerpoint/2010/main">
          <mc:Choice Requires="p14">
            <p:contentPart p14:bwMode="auto" r:id="rId33">
              <p14:nvContentPartPr>
                <p14:cNvPr id="30844" name="墨迹 30843">
                  <a:extLst>
                    <a:ext uri="{FF2B5EF4-FFF2-40B4-BE49-F238E27FC236}">
                      <a16:creationId xmlns:a16="http://schemas.microsoft.com/office/drawing/2014/main" id="{F85B481D-34D0-88F1-A829-5F7D240E9F92}"/>
                    </a:ext>
                  </a:extLst>
                </p14:cNvPr>
                <p14:cNvContentPartPr/>
                <p14:nvPr/>
              </p14:nvContentPartPr>
              <p14:xfrm>
                <a:off x="5345305" y="286029"/>
                <a:ext cx="437400" cy="224280"/>
              </p14:xfrm>
            </p:contentPart>
          </mc:Choice>
          <mc:Fallback xmlns="">
            <p:pic>
              <p:nvPicPr>
                <p:cNvPr id="30844" name="墨迹 30843">
                  <a:extLst>
                    <a:ext uri="{FF2B5EF4-FFF2-40B4-BE49-F238E27FC236}">
                      <a16:creationId xmlns:a16="http://schemas.microsoft.com/office/drawing/2014/main" id="{F85B481D-34D0-88F1-A829-5F7D240E9F92}"/>
                    </a:ext>
                  </a:extLst>
                </p:cNvPr>
                <p:cNvPicPr/>
                <p:nvPr/>
              </p:nvPicPr>
              <p:blipFill>
                <a:blip r:embed="rId34"/>
                <a:stretch>
                  <a:fillRect/>
                </a:stretch>
              </p:blipFill>
              <p:spPr>
                <a:xfrm>
                  <a:off x="5327305" y="268389"/>
                  <a:ext cx="473040" cy="259920"/>
                </a:xfrm>
                <a:prstGeom prst="rect">
                  <a:avLst/>
                </a:prstGeom>
              </p:spPr>
            </p:pic>
          </mc:Fallback>
        </mc:AlternateContent>
        <mc:AlternateContent xmlns:mc="http://schemas.openxmlformats.org/markup-compatibility/2006" xmlns:p14="http://schemas.microsoft.com/office/powerpoint/2010/main">
          <mc:Choice Requires="p14">
            <p:contentPart p14:bwMode="auto" r:id="rId35">
              <p14:nvContentPartPr>
                <p14:cNvPr id="30845" name="墨迹 30844">
                  <a:extLst>
                    <a:ext uri="{FF2B5EF4-FFF2-40B4-BE49-F238E27FC236}">
                      <a16:creationId xmlns:a16="http://schemas.microsoft.com/office/drawing/2014/main" id="{D283D0E6-20EC-6D09-5E77-8984E1661CD2}"/>
                    </a:ext>
                  </a:extLst>
                </p14:cNvPr>
                <p14:cNvContentPartPr/>
                <p14:nvPr/>
              </p14:nvContentPartPr>
              <p14:xfrm>
                <a:off x="5245945" y="720189"/>
                <a:ext cx="184680" cy="9720"/>
              </p14:xfrm>
            </p:contentPart>
          </mc:Choice>
          <mc:Fallback xmlns="">
            <p:pic>
              <p:nvPicPr>
                <p:cNvPr id="30845" name="墨迹 30844">
                  <a:extLst>
                    <a:ext uri="{FF2B5EF4-FFF2-40B4-BE49-F238E27FC236}">
                      <a16:creationId xmlns:a16="http://schemas.microsoft.com/office/drawing/2014/main" id="{D283D0E6-20EC-6D09-5E77-8984E1661CD2}"/>
                    </a:ext>
                  </a:extLst>
                </p:cNvPr>
                <p:cNvPicPr/>
                <p:nvPr/>
              </p:nvPicPr>
              <p:blipFill>
                <a:blip r:embed="rId36"/>
                <a:stretch>
                  <a:fillRect/>
                </a:stretch>
              </p:blipFill>
              <p:spPr>
                <a:xfrm>
                  <a:off x="5228305" y="702189"/>
                  <a:ext cx="220320" cy="45360"/>
                </a:xfrm>
                <a:prstGeom prst="rect">
                  <a:avLst/>
                </a:prstGeom>
              </p:spPr>
            </p:pic>
          </mc:Fallback>
        </mc:AlternateContent>
        <mc:AlternateContent xmlns:mc="http://schemas.openxmlformats.org/markup-compatibility/2006" xmlns:p14="http://schemas.microsoft.com/office/powerpoint/2010/main">
          <mc:Choice Requires="p14">
            <p:contentPart p14:bwMode="auto" r:id="rId37">
              <p14:nvContentPartPr>
                <p14:cNvPr id="30846" name="墨迹 30845">
                  <a:extLst>
                    <a:ext uri="{FF2B5EF4-FFF2-40B4-BE49-F238E27FC236}">
                      <a16:creationId xmlns:a16="http://schemas.microsoft.com/office/drawing/2014/main" id="{8866A20A-BDBC-A344-EF09-8F4A3CDA0105}"/>
                    </a:ext>
                  </a:extLst>
                </p14:cNvPr>
                <p14:cNvContentPartPr/>
                <p14:nvPr/>
              </p14:nvContentPartPr>
              <p14:xfrm>
                <a:off x="5560225" y="591669"/>
                <a:ext cx="223920" cy="252000"/>
              </p14:xfrm>
            </p:contentPart>
          </mc:Choice>
          <mc:Fallback xmlns="">
            <p:pic>
              <p:nvPicPr>
                <p:cNvPr id="30846" name="墨迹 30845">
                  <a:extLst>
                    <a:ext uri="{FF2B5EF4-FFF2-40B4-BE49-F238E27FC236}">
                      <a16:creationId xmlns:a16="http://schemas.microsoft.com/office/drawing/2014/main" id="{8866A20A-BDBC-A344-EF09-8F4A3CDA0105}"/>
                    </a:ext>
                  </a:extLst>
                </p:cNvPr>
                <p:cNvPicPr/>
                <p:nvPr/>
              </p:nvPicPr>
              <p:blipFill>
                <a:blip r:embed="rId38"/>
                <a:stretch>
                  <a:fillRect/>
                </a:stretch>
              </p:blipFill>
              <p:spPr>
                <a:xfrm>
                  <a:off x="5542225" y="574029"/>
                  <a:ext cx="259560" cy="287640"/>
                </a:xfrm>
                <a:prstGeom prst="rect">
                  <a:avLst/>
                </a:prstGeom>
              </p:spPr>
            </p:pic>
          </mc:Fallback>
        </mc:AlternateContent>
        <mc:AlternateContent xmlns:mc="http://schemas.openxmlformats.org/markup-compatibility/2006" xmlns:p14="http://schemas.microsoft.com/office/powerpoint/2010/main">
          <mc:Choice Requires="p14">
            <p:contentPart p14:bwMode="auto" r:id="rId39">
              <p14:nvContentPartPr>
                <p14:cNvPr id="30847" name="墨迹 30846">
                  <a:extLst>
                    <a:ext uri="{FF2B5EF4-FFF2-40B4-BE49-F238E27FC236}">
                      <a16:creationId xmlns:a16="http://schemas.microsoft.com/office/drawing/2014/main" id="{927296D2-EAB4-509D-4ED2-B2552BBECE26}"/>
                    </a:ext>
                  </a:extLst>
                </p14:cNvPr>
                <p14:cNvContentPartPr/>
                <p14:nvPr/>
              </p14:nvContentPartPr>
              <p14:xfrm>
                <a:off x="5568865" y="45909"/>
                <a:ext cx="75600" cy="98280"/>
              </p14:xfrm>
            </p:contentPart>
          </mc:Choice>
          <mc:Fallback xmlns="">
            <p:pic>
              <p:nvPicPr>
                <p:cNvPr id="30847" name="墨迹 30846">
                  <a:extLst>
                    <a:ext uri="{FF2B5EF4-FFF2-40B4-BE49-F238E27FC236}">
                      <a16:creationId xmlns:a16="http://schemas.microsoft.com/office/drawing/2014/main" id="{927296D2-EAB4-509D-4ED2-B2552BBECE26}"/>
                    </a:ext>
                  </a:extLst>
                </p:cNvPr>
                <p:cNvPicPr/>
                <p:nvPr/>
              </p:nvPicPr>
              <p:blipFill>
                <a:blip r:embed="rId40"/>
                <a:stretch>
                  <a:fillRect/>
                </a:stretch>
              </p:blipFill>
              <p:spPr>
                <a:xfrm>
                  <a:off x="5550865" y="28269"/>
                  <a:ext cx="111240" cy="133920"/>
                </a:xfrm>
                <a:prstGeom prst="rect">
                  <a:avLst/>
                </a:prstGeom>
              </p:spPr>
            </p:pic>
          </mc:Fallback>
        </mc:AlternateContent>
        <mc:AlternateContent xmlns:mc="http://schemas.openxmlformats.org/markup-compatibility/2006" xmlns:p14="http://schemas.microsoft.com/office/powerpoint/2010/main">
          <mc:Choice Requires="p14">
            <p:contentPart p14:bwMode="auto" r:id="rId41">
              <p14:nvContentPartPr>
                <p14:cNvPr id="30848" name="墨迹 30847">
                  <a:extLst>
                    <a:ext uri="{FF2B5EF4-FFF2-40B4-BE49-F238E27FC236}">
                      <a16:creationId xmlns:a16="http://schemas.microsoft.com/office/drawing/2014/main" id="{1876B29F-B33B-88B8-5188-F09A2E4842C2}"/>
                    </a:ext>
                  </a:extLst>
                </p14:cNvPr>
                <p14:cNvContentPartPr/>
                <p14:nvPr/>
              </p14:nvContentPartPr>
              <p14:xfrm>
                <a:off x="5726185" y="110709"/>
                <a:ext cx="360" cy="34560"/>
              </p14:xfrm>
            </p:contentPart>
          </mc:Choice>
          <mc:Fallback xmlns="">
            <p:pic>
              <p:nvPicPr>
                <p:cNvPr id="30848" name="墨迹 30847">
                  <a:extLst>
                    <a:ext uri="{FF2B5EF4-FFF2-40B4-BE49-F238E27FC236}">
                      <a16:creationId xmlns:a16="http://schemas.microsoft.com/office/drawing/2014/main" id="{1876B29F-B33B-88B8-5188-F09A2E4842C2}"/>
                    </a:ext>
                  </a:extLst>
                </p:cNvPr>
                <p:cNvPicPr/>
                <p:nvPr/>
              </p:nvPicPr>
              <p:blipFill>
                <a:blip r:embed="rId42"/>
                <a:stretch>
                  <a:fillRect/>
                </a:stretch>
              </p:blipFill>
              <p:spPr>
                <a:xfrm>
                  <a:off x="5708545" y="92709"/>
                  <a:ext cx="36000" cy="70200"/>
                </a:xfrm>
                <a:prstGeom prst="rect">
                  <a:avLst/>
                </a:prstGeom>
              </p:spPr>
            </p:pic>
          </mc:Fallback>
        </mc:AlternateContent>
      </p:grpSp>
      <p:grpSp>
        <p:nvGrpSpPr>
          <p:cNvPr id="30851" name="组合 30850">
            <a:extLst>
              <a:ext uri="{FF2B5EF4-FFF2-40B4-BE49-F238E27FC236}">
                <a16:creationId xmlns:a16="http://schemas.microsoft.com/office/drawing/2014/main" id="{9F7A2056-C5E6-5FE5-B07C-AEB26C2B1EFC}"/>
              </a:ext>
            </a:extLst>
          </p:cNvPr>
          <p:cNvGrpSpPr/>
          <p:nvPr/>
        </p:nvGrpSpPr>
        <p:grpSpPr>
          <a:xfrm>
            <a:off x="6090505" y="286029"/>
            <a:ext cx="224280" cy="232920"/>
            <a:chOff x="6090505" y="286029"/>
            <a:chExt cx="224280" cy="232920"/>
          </a:xfrm>
        </p:grpSpPr>
        <mc:AlternateContent xmlns:mc="http://schemas.openxmlformats.org/markup-compatibility/2006" xmlns:p14="http://schemas.microsoft.com/office/powerpoint/2010/main">
          <mc:Choice Requires="p14">
            <p:contentPart p14:bwMode="auto" r:id="rId43">
              <p14:nvContentPartPr>
                <p14:cNvPr id="30849" name="墨迹 30848">
                  <a:extLst>
                    <a:ext uri="{FF2B5EF4-FFF2-40B4-BE49-F238E27FC236}">
                      <a16:creationId xmlns:a16="http://schemas.microsoft.com/office/drawing/2014/main" id="{791372D7-0D55-B588-CCB5-2359225376B1}"/>
                    </a:ext>
                  </a:extLst>
                </p14:cNvPr>
                <p14:cNvContentPartPr/>
                <p14:nvPr/>
              </p14:nvContentPartPr>
              <p14:xfrm>
                <a:off x="6114265" y="304749"/>
                <a:ext cx="200520" cy="214200"/>
              </p14:xfrm>
            </p:contentPart>
          </mc:Choice>
          <mc:Fallback xmlns="">
            <p:pic>
              <p:nvPicPr>
                <p:cNvPr id="30849" name="墨迹 30848">
                  <a:extLst>
                    <a:ext uri="{FF2B5EF4-FFF2-40B4-BE49-F238E27FC236}">
                      <a16:creationId xmlns:a16="http://schemas.microsoft.com/office/drawing/2014/main" id="{791372D7-0D55-B588-CCB5-2359225376B1}"/>
                    </a:ext>
                  </a:extLst>
                </p:cNvPr>
                <p:cNvPicPr/>
                <p:nvPr/>
              </p:nvPicPr>
              <p:blipFill>
                <a:blip r:embed="rId44"/>
                <a:stretch>
                  <a:fillRect/>
                </a:stretch>
              </p:blipFill>
              <p:spPr>
                <a:xfrm>
                  <a:off x="6096265" y="286749"/>
                  <a:ext cx="236160" cy="249840"/>
                </a:xfrm>
                <a:prstGeom prst="rect">
                  <a:avLst/>
                </a:prstGeom>
              </p:spPr>
            </p:pic>
          </mc:Fallback>
        </mc:AlternateContent>
        <mc:AlternateContent xmlns:mc="http://schemas.openxmlformats.org/markup-compatibility/2006" xmlns:p14="http://schemas.microsoft.com/office/powerpoint/2010/main">
          <mc:Choice Requires="p14">
            <p:contentPart p14:bwMode="auto" r:id="rId45">
              <p14:nvContentPartPr>
                <p14:cNvPr id="30850" name="墨迹 30849">
                  <a:extLst>
                    <a:ext uri="{FF2B5EF4-FFF2-40B4-BE49-F238E27FC236}">
                      <a16:creationId xmlns:a16="http://schemas.microsoft.com/office/drawing/2014/main" id="{EB40297E-85A3-AC7B-9663-6CB4F1C175EF}"/>
                    </a:ext>
                  </a:extLst>
                </p14:cNvPr>
                <p14:cNvContentPartPr/>
                <p14:nvPr/>
              </p14:nvContentPartPr>
              <p14:xfrm>
                <a:off x="6090505" y="286029"/>
                <a:ext cx="162720" cy="169200"/>
              </p14:xfrm>
            </p:contentPart>
          </mc:Choice>
          <mc:Fallback xmlns="">
            <p:pic>
              <p:nvPicPr>
                <p:cNvPr id="30850" name="墨迹 30849">
                  <a:extLst>
                    <a:ext uri="{FF2B5EF4-FFF2-40B4-BE49-F238E27FC236}">
                      <a16:creationId xmlns:a16="http://schemas.microsoft.com/office/drawing/2014/main" id="{EB40297E-85A3-AC7B-9663-6CB4F1C175EF}"/>
                    </a:ext>
                  </a:extLst>
                </p:cNvPr>
                <p:cNvPicPr/>
                <p:nvPr/>
              </p:nvPicPr>
              <p:blipFill>
                <a:blip r:embed="rId46"/>
                <a:stretch>
                  <a:fillRect/>
                </a:stretch>
              </p:blipFill>
              <p:spPr>
                <a:xfrm>
                  <a:off x="6072865" y="268389"/>
                  <a:ext cx="198360" cy="20484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47">
            <p14:nvContentPartPr>
              <p14:cNvPr id="30853" name="墨迹 30852">
                <a:extLst>
                  <a:ext uri="{FF2B5EF4-FFF2-40B4-BE49-F238E27FC236}">
                    <a16:creationId xmlns:a16="http://schemas.microsoft.com/office/drawing/2014/main" id="{BC55572E-A3B3-0E47-259C-17B71EBECE40}"/>
                  </a:ext>
                </a:extLst>
              </p14:cNvPr>
              <p14:cNvContentPartPr/>
              <p14:nvPr/>
            </p14:nvContentPartPr>
            <p14:xfrm>
              <a:off x="3112225" y="4268349"/>
              <a:ext cx="286200" cy="138960"/>
            </p14:xfrm>
          </p:contentPart>
        </mc:Choice>
        <mc:Fallback xmlns="">
          <p:pic>
            <p:nvPicPr>
              <p:cNvPr id="30853" name="墨迹 30852">
                <a:extLst>
                  <a:ext uri="{FF2B5EF4-FFF2-40B4-BE49-F238E27FC236}">
                    <a16:creationId xmlns:a16="http://schemas.microsoft.com/office/drawing/2014/main" id="{BC55572E-A3B3-0E47-259C-17B71EBECE40}"/>
                  </a:ext>
                </a:extLst>
              </p:cNvPr>
              <p:cNvPicPr/>
              <p:nvPr/>
            </p:nvPicPr>
            <p:blipFill>
              <a:blip r:embed="rId48"/>
              <a:stretch>
                <a:fillRect/>
              </a:stretch>
            </p:blipFill>
            <p:spPr>
              <a:xfrm>
                <a:off x="3094585" y="4250349"/>
                <a:ext cx="321840" cy="174600"/>
              </a:xfrm>
              <a:prstGeom prst="rect">
                <a:avLst/>
              </a:prstGeom>
            </p:spPr>
          </p:pic>
        </mc:Fallback>
      </mc:AlternateContent>
      <mc:AlternateContent xmlns:mc="http://schemas.openxmlformats.org/markup-compatibility/2006" xmlns:p14="http://schemas.microsoft.com/office/powerpoint/2010/main">
        <mc:Choice Requires="p14">
          <p:contentPart p14:bwMode="auto" r:id="rId49">
            <p14:nvContentPartPr>
              <p14:cNvPr id="30854" name="墨迹 30853">
                <a:extLst>
                  <a:ext uri="{FF2B5EF4-FFF2-40B4-BE49-F238E27FC236}">
                    <a16:creationId xmlns:a16="http://schemas.microsoft.com/office/drawing/2014/main" id="{A49A007B-A320-BDEF-377F-5765E9858FE0}"/>
                  </a:ext>
                </a:extLst>
              </p14:cNvPr>
              <p14:cNvContentPartPr/>
              <p14:nvPr/>
            </p14:nvContentPartPr>
            <p14:xfrm>
              <a:off x="4858225" y="5563629"/>
              <a:ext cx="249120" cy="248040"/>
            </p14:xfrm>
          </p:contentPart>
        </mc:Choice>
        <mc:Fallback xmlns="">
          <p:pic>
            <p:nvPicPr>
              <p:cNvPr id="30854" name="墨迹 30853">
                <a:extLst>
                  <a:ext uri="{FF2B5EF4-FFF2-40B4-BE49-F238E27FC236}">
                    <a16:creationId xmlns:a16="http://schemas.microsoft.com/office/drawing/2014/main" id="{A49A007B-A320-BDEF-377F-5765E9858FE0}"/>
                  </a:ext>
                </a:extLst>
              </p:cNvPr>
              <p:cNvPicPr/>
              <p:nvPr/>
            </p:nvPicPr>
            <p:blipFill>
              <a:blip r:embed="rId50"/>
              <a:stretch>
                <a:fillRect/>
              </a:stretch>
            </p:blipFill>
            <p:spPr>
              <a:xfrm>
                <a:off x="4840225" y="5545989"/>
                <a:ext cx="284760" cy="283680"/>
              </a:xfrm>
              <a:prstGeom prst="rect">
                <a:avLst/>
              </a:prstGeom>
            </p:spPr>
          </p:pic>
        </mc:Fallback>
      </mc:AlternateContent>
      <mc:AlternateContent xmlns:mc="http://schemas.openxmlformats.org/markup-compatibility/2006" xmlns:p14="http://schemas.microsoft.com/office/powerpoint/2010/main">
        <mc:Choice Requires="p14">
          <p:contentPart p14:bwMode="auto" r:id="rId51">
            <p14:nvContentPartPr>
              <p14:cNvPr id="30855" name="墨迹 30854">
                <a:extLst>
                  <a:ext uri="{FF2B5EF4-FFF2-40B4-BE49-F238E27FC236}">
                    <a16:creationId xmlns:a16="http://schemas.microsoft.com/office/drawing/2014/main" id="{9D132F0F-A439-EDFC-D4D3-74F4FDB9EFC5}"/>
                  </a:ext>
                </a:extLst>
              </p14:cNvPr>
              <p14:cNvContentPartPr/>
              <p14:nvPr/>
            </p14:nvContentPartPr>
            <p14:xfrm>
              <a:off x="1887865" y="4202469"/>
              <a:ext cx="477720" cy="642600"/>
            </p14:xfrm>
          </p:contentPart>
        </mc:Choice>
        <mc:Fallback xmlns="">
          <p:pic>
            <p:nvPicPr>
              <p:cNvPr id="30855" name="墨迹 30854">
                <a:extLst>
                  <a:ext uri="{FF2B5EF4-FFF2-40B4-BE49-F238E27FC236}">
                    <a16:creationId xmlns:a16="http://schemas.microsoft.com/office/drawing/2014/main" id="{9D132F0F-A439-EDFC-D4D3-74F4FDB9EFC5}"/>
                  </a:ext>
                </a:extLst>
              </p:cNvPr>
              <p:cNvPicPr/>
              <p:nvPr/>
            </p:nvPicPr>
            <p:blipFill>
              <a:blip r:embed="rId52"/>
              <a:stretch>
                <a:fillRect/>
              </a:stretch>
            </p:blipFill>
            <p:spPr>
              <a:xfrm>
                <a:off x="1870225" y="4184469"/>
                <a:ext cx="513360" cy="678240"/>
              </a:xfrm>
              <a:prstGeom prst="rect">
                <a:avLst/>
              </a:prstGeom>
            </p:spPr>
          </p:pic>
        </mc:Fallback>
      </mc:AlternateContent>
      <mc:AlternateContent xmlns:mc="http://schemas.openxmlformats.org/markup-compatibility/2006" xmlns:p14="http://schemas.microsoft.com/office/powerpoint/2010/main">
        <mc:Choice Requires="p14">
          <p:contentPart p14:bwMode="auto" r:id="rId53">
            <p14:nvContentPartPr>
              <p14:cNvPr id="30856" name="墨迹 30855">
                <a:extLst>
                  <a:ext uri="{FF2B5EF4-FFF2-40B4-BE49-F238E27FC236}">
                    <a16:creationId xmlns:a16="http://schemas.microsoft.com/office/drawing/2014/main" id="{318624B2-DB40-B900-0819-05D97CDD7774}"/>
                  </a:ext>
                </a:extLst>
              </p14:cNvPr>
              <p14:cNvContentPartPr/>
              <p14:nvPr/>
            </p14:nvContentPartPr>
            <p14:xfrm>
              <a:off x="3823585" y="6409989"/>
              <a:ext cx="236520" cy="103320"/>
            </p14:xfrm>
          </p:contentPart>
        </mc:Choice>
        <mc:Fallback xmlns="">
          <p:pic>
            <p:nvPicPr>
              <p:cNvPr id="30856" name="墨迹 30855">
                <a:extLst>
                  <a:ext uri="{FF2B5EF4-FFF2-40B4-BE49-F238E27FC236}">
                    <a16:creationId xmlns:a16="http://schemas.microsoft.com/office/drawing/2014/main" id="{318624B2-DB40-B900-0819-05D97CDD7774}"/>
                  </a:ext>
                </a:extLst>
              </p:cNvPr>
              <p:cNvPicPr/>
              <p:nvPr/>
            </p:nvPicPr>
            <p:blipFill>
              <a:blip r:embed="rId54"/>
              <a:stretch>
                <a:fillRect/>
              </a:stretch>
            </p:blipFill>
            <p:spPr>
              <a:xfrm>
                <a:off x="3805945" y="6391989"/>
                <a:ext cx="272160" cy="138960"/>
              </a:xfrm>
              <a:prstGeom prst="rect">
                <a:avLst/>
              </a:prstGeom>
            </p:spPr>
          </p:pic>
        </mc:Fallback>
      </mc:AlternateContent>
    </p:spTree>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标题 555009"/>
          <p:cNvSpPr>
            <a:spLocks noGrp="1"/>
          </p:cNvSpPr>
          <p:nvPr>
            <p:ph type="title"/>
          </p:nvPr>
        </p:nvSpPr>
        <p:spPr>
          <a:xfrm>
            <a:off x="666750" y="395288"/>
            <a:ext cx="3976688" cy="990600"/>
          </a:xfrm>
          <a:ln/>
        </p:spPr>
        <p:txBody>
          <a:bodyPr anchor="ctr" anchorCtr="0"/>
          <a:lstStyle/>
          <a:p>
            <a:pPr>
              <a:buClr>
                <a:schemeClr val="tx1"/>
              </a:buClr>
              <a:buFont typeface="Wingdings" panose="05000000000000000000" pitchFamily="2" charset="2"/>
            </a:pPr>
            <a:r>
              <a:rPr lang="en-US" altLang="zh-CN" sz="2800" b="1" dirty="0">
                <a:latin typeface="宋体" panose="02010600030101010101" pitchFamily="2" charset="-122"/>
                <a:ea typeface="宋体" panose="02010600030101010101" pitchFamily="2" charset="-122"/>
              </a:rPr>
              <a:t>4.</a:t>
            </a:r>
            <a:r>
              <a:rPr lang="zh-CN" altLang="en-US" sz="2800" b="1" dirty="0">
                <a:latin typeface="宋体" panose="02010600030101010101" pitchFamily="2" charset="-122"/>
                <a:ea typeface="宋体" panose="02010600030101010101" pitchFamily="2" charset="-122"/>
              </a:rPr>
              <a:t>双边序列</a:t>
            </a:r>
            <a:endParaRPr lang="zh-CN" altLang="en-US" sz="2800" b="1">
              <a:latin typeface="宋体" panose="02010600030101010101" pitchFamily="2" charset="-122"/>
              <a:ea typeface="宋体" panose="02010600030101010101" pitchFamily="2" charset="-122"/>
            </a:endParaRPr>
          </a:p>
        </p:txBody>
      </p:sp>
      <p:graphicFrame>
        <p:nvGraphicFramePr>
          <p:cNvPr id="31746" name="对象 555010"/>
          <p:cNvGraphicFramePr/>
          <p:nvPr/>
        </p:nvGraphicFramePr>
        <p:xfrm>
          <a:off x="765175" y="1708150"/>
          <a:ext cx="2727325" cy="352425"/>
        </p:xfrm>
        <a:graphic>
          <a:graphicData uri="http://schemas.openxmlformats.org/presentationml/2006/ole">
            <mc:AlternateContent xmlns:mc="http://schemas.openxmlformats.org/markup-compatibility/2006">
              <mc:Choice xmlns:v="urn:schemas-microsoft-com:vml" Requires="v">
                <p:oleObj r:id="rId2" imgW="3048000" imgH="393700" progId="Equation.DSMT4">
                  <p:embed/>
                </p:oleObj>
              </mc:Choice>
              <mc:Fallback>
                <p:oleObj r:id="rId2" imgW="3048000" imgH="393700" progId="Equation.DSMT4">
                  <p:embed/>
                  <p:pic>
                    <p:nvPicPr>
                      <p:cNvPr id="0" name="图片 3119"/>
                      <p:cNvPicPr/>
                      <p:nvPr/>
                    </p:nvPicPr>
                    <p:blipFill>
                      <a:blip r:embed="rId3">
                        <a:lum bright="-100000"/>
                      </a:blip>
                      <a:stretch>
                        <a:fillRect/>
                      </a:stretch>
                    </p:blipFill>
                    <p:spPr>
                      <a:xfrm>
                        <a:off x="765175" y="1708150"/>
                        <a:ext cx="2727325" cy="352425"/>
                      </a:xfrm>
                      <a:prstGeom prst="rect">
                        <a:avLst/>
                      </a:prstGeom>
                      <a:noFill/>
                      <a:ln w="38100">
                        <a:noFill/>
                        <a:miter/>
                      </a:ln>
                    </p:spPr>
                  </p:pic>
                </p:oleObj>
              </mc:Fallback>
            </mc:AlternateContent>
          </a:graphicData>
        </a:graphic>
      </p:graphicFrame>
      <p:graphicFrame>
        <p:nvGraphicFramePr>
          <p:cNvPr id="31747" name="对象 555011"/>
          <p:cNvGraphicFramePr/>
          <p:nvPr/>
        </p:nvGraphicFramePr>
        <p:xfrm>
          <a:off x="687388" y="2493963"/>
          <a:ext cx="5326062" cy="790575"/>
        </p:xfrm>
        <a:graphic>
          <a:graphicData uri="http://schemas.openxmlformats.org/presentationml/2006/ole">
            <mc:AlternateContent xmlns:mc="http://schemas.openxmlformats.org/markup-compatibility/2006">
              <mc:Choice xmlns:v="urn:schemas-microsoft-com:vml" Requires="v">
                <p:oleObj r:id="rId4" imgW="6159500" imgH="914400" progId="Equation.DSMT4">
                  <p:embed/>
                </p:oleObj>
              </mc:Choice>
              <mc:Fallback>
                <p:oleObj r:id="rId4" imgW="6159500" imgH="914400" progId="Equation.DSMT4">
                  <p:embed/>
                  <p:pic>
                    <p:nvPicPr>
                      <p:cNvPr id="0" name="图片 3120"/>
                      <p:cNvPicPr/>
                      <p:nvPr/>
                    </p:nvPicPr>
                    <p:blipFill>
                      <a:blip r:embed="rId5">
                        <a:lum bright="-100000"/>
                      </a:blip>
                      <a:stretch>
                        <a:fillRect/>
                      </a:stretch>
                    </p:blipFill>
                    <p:spPr>
                      <a:xfrm>
                        <a:off x="687388" y="2493963"/>
                        <a:ext cx="5326062" cy="790575"/>
                      </a:xfrm>
                      <a:prstGeom prst="rect">
                        <a:avLst/>
                      </a:prstGeom>
                      <a:noFill/>
                      <a:ln w="38100">
                        <a:noFill/>
                        <a:miter/>
                      </a:ln>
                    </p:spPr>
                  </p:pic>
                </p:oleObj>
              </mc:Fallback>
            </mc:AlternateContent>
          </a:graphicData>
        </a:graphic>
      </p:graphicFrame>
      <p:graphicFrame>
        <p:nvGraphicFramePr>
          <p:cNvPr id="31748" name="对象 555012"/>
          <p:cNvGraphicFramePr/>
          <p:nvPr/>
        </p:nvGraphicFramePr>
        <p:xfrm>
          <a:off x="755650" y="3421063"/>
          <a:ext cx="2695575" cy="439737"/>
        </p:xfrm>
        <a:graphic>
          <a:graphicData uri="http://schemas.openxmlformats.org/presentationml/2006/ole">
            <mc:AlternateContent xmlns:mc="http://schemas.openxmlformats.org/markup-compatibility/2006">
              <mc:Choice xmlns:v="urn:schemas-microsoft-com:vml" Requires="v">
                <p:oleObj r:id="rId6" imgW="3111500" imgH="508000" progId="Equation.DSMT4">
                  <p:embed/>
                </p:oleObj>
              </mc:Choice>
              <mc:Fallback>
                <p:oleObj r:id="rId6" imgW="3111500" imgH="508000" progId="Equation.DSMT4">
                  <p:embed/>
                  <p:pic>
                    <p:nvPicPr>
                      <p:cNvPr id="0" name="图片 3123"/>
                      <p:cNvPicPr/>
                      <p:nvPr/>
                    </p:nvPicPr>
                    <p:blipFill>
                      <a:blip r:embed="rId7">
                        <a:lum bright="-100000"/>
                      </a:blip>
                      <a:stretch>
                        <a:fillRect/>
                      </a:stretch>
                    </p:blipFill>
                    <p:spPr>
                      <a:xfrm>
                        <a:off x="755650" y="3421063"/>
                        <a:ext cx="2695575" cy="439737"/>
                      </a:xfrm>
                      <a:prstGeom prst="rect">
                        <a:avLst/>
                      </a:prstGeom>
                      <a:noFill/>
                      <a:ln w="38100">
                        <a:noFill/>
                        <a:miter/>
                      </a:ln>
                    </p:spPr>
                  </p:pic>
                </p:oleObj>
              </mc:Fallback>
            </mc:AlternateContent>
          </a:graphicData>
        </a:graphic>
      </p:graphicFrame>
      <p:graphicFrame>
        <p:nvGraphicFramePr>
          <p:cNvPr id="31749" name="对象 555013"/>
          <p:cNvGraphicFramePr/>
          <p:nvPr/>
        </p:nvGraphicFramePr>
        <p:xfrm>
          <a:off x="720725" y="4122738"/>
          <a:ext cx="2771775" cy="439737"/>
        </p:xfrm>
        <a:graphic>
          <a:graphicData uri="http://schemas.openxmlformats.org/presentationml/2006/ole">
            <mc:AlternateContent xmlns:mc="http://schemas.openxmlformats.org/markup-compatibility/2006">
              <mc:Choice xmlns:v="urn:schemas-microsoft-com:vml" Requires="v">
                <p:oleObj r:id="rId8" imgW="3200400" imgH="508000" progId="Equation.DSMT4">
                  <p:embed/>
                </p:oleObj>
              </mc:Choice>
              <mc:Fallback>
                <p:oleObj r:id="rId8" imgW="3200400" imgH="508000" progId="Equation.DSMT4">
                  <p:embed/>
                  <p:pic>
                    <p:nvPicPr>
                      <p:cNvPr id="0" name="图片 3121"/>
                      <p:cNvPicPr/>
                      <p:nvPr/>
                    </p:nvPicPr>
                    <p:blipFill>
                      <a:blip r:embed="rId9">
                        <a:lum bright="-100000"/>
                      </a:blip>
                      <a:stretch>
                        <a:fillRect/>
                      </a:stretch>
                    </p:blipFill>
                    <p:spPr>
                      <a:xfrm>
                        <a:off x="720725" y="4122738"/>
                        <a:ext cx="2771775" cy="439737"/>
                      </a:xfrm>
                      <a:prstGeom prst="rect">
                        <a:avLst/>
                      </a:prstGeom>
                      <a:noFill/>
                      <a:ln w="38100">
                        <a:noFill/>
                        <a:miter/>
                      </a:ln>
                    </p:spPr>
                  </p:pic>
                </p:oleObj>
              </mc:Fallback>
            </mc:AlternateContent>
          </a:graphicData>
        </a:graphic>
      </p:graphicFrame>
      <p:graphicFrame>
        <p:nvGraphicFramePr>
          <p:cNvPr id="31750" name="对象 555014"/>
          <p:cNvGraphicFramePr/>
          <p:nvPr/>
        </p:nvGraphicFramePr>
        <p:xfrm>
          <a:off x="430213" y="4868863"/>
          <a:ext cx="4646612" cy="992187"/>
        </p:xfrm>
        <a:graphic>
          <a:graphicData uri="http://schemas.openxmlformats.org/presentationml/2006/ole">
            <mc:AlternateContent xmlns:mc="http://schemas.openxmlformats.org/markup-compatibility/2006">
              <mc:Choice xmlns:v="urn:schemas-microsoft-com:vml" Requires="v">
                <p:oleObj r:id="rId10" imgW="5232400" imgH="1117600" progId="Equation.DSMT4">
                  <p:embed/>
                </p:oleObj>
              </mc:Choice>
              <mc:Fallback>
                <p:oleObj r:id="rId10" imgW="5232400" imgH="1117600" progId="Equation.DSMT4">
                  <p:embed/>
                  <p:pic>
                    <p:nvPicPr>
                      <p:cNvPr id="0" name="图片 3124"/>
                      <p:cNvPicPr/>
                      <p:nvPr/>
                    </p:nvPicPr>
                    <p:blipFill>
                      <a:blip r:embed="rId11">
                        <a:lum bright="-100000"/>
                      </a:blip>
                      <a:stretch>
                        <a:fillRect/>
                      </a:stretch>
                    </p:blipFill>
                    <p:spPr>
                      <a:xfrm>
                        <a:off x="430213" y="4868863"/>
                        <a:ext cx="4646612" cy="992187"/>
                      </a:xfrm>
                      <a:prstGeom prst="rect">
                        <a:avLst/>
                      </a:prstGeom>
                      <a:noFill/>
                      <a:ln w="38100">
                        <a:noFill/>
                        <a:miter/>
                      </a:ln>
                    </p:spPr>
                  </p:pic>
                </p:oleObj>
              </mc:Fallback>
            </mc:AlternateContent>
          </a:graphicData>
        </a:graphic>
      </p:graphicFrame>
      <p:pic>
        <p:nvPicPr>
          <p:cNvPr id="31751" name="图片 555015"/>
          <p:cNvPicPr>
            <a:picLocks noChangeAspect="1"/>
          </p:cNvPicPr>
          <p:nvPr/>
        </p:nvPicPr>
        <p:blipFill>
          <a:blip r:embed="rId12"/>
          <a:stretch>
            <a:fillRect/>
          </a:stretch>
        </p:blipFill>
        <p:spPr>
          <a:xfrm>
            <a:off x="5076825" y="639763"/>
            <a:ext cx="3429000" cy="1963737"/>
          </a:xfrm>
          <a:prstGeom prst="rect">
            <a:avLst/>
          </a:prstGeom>
          <a:noFill/>
          <a:ln w="12700">
            <a:noFill/>
          </a:ln>
        </p:spPr>
      </p:pic>
      <p:grpSp>
        <p:nvGrpSpPr>
          <p:cNvPr id="31752" name="组合 555016"/>
          <p:cNvGrpSpPr/>
          <p:nvPr/>
        </p:nvGrpSpPr>
        <p:grpSpPr>
          <a:xfrm>
            <a:off x="4572000" y="3121025"/>
            <a:ext cx="3600450" cy="3127375"/>
            <a:chOff x="3061" y="1966"/>
            <a:chExt cx="2268" cy="1970"/>
          </a:xfrm>
        </p:grpSpPr>
        <p:sp>
          <p:nvSpPr>
            <p:cNvPr id="31753" name="椭圆 555017"/>
            <p:cNvSpPr/>
            <p:nvPr/>
          </p:nvSpPr>
          <p:spPr>
            <a:xfrm>
              <a:off x="3253" y="2400"/>
              <a:ext cx="1440" cy="1392"/>
            </a:xfrm>
            <a:prstGeom prst="ellipse">
              <a:avLst/>
            </a:prstGeom>
            <a:pattFill prst="pct10">
              <a:fgClr>
                <a:schemeClr val="tx1"/>
              </a:fgClr>
              <a:bgClr>
                <a:schemeClr val="bg1"/>
              </a:bgClr>
            </a:pattFill>
            <a:ln w="25400" cap="sq" cmpd="sng">
              <a:solidFill>
                <a:schemeClr val="tx1"/>
              </a:solidFill>
              <a:prstDash val="solid"/>
              <a:round/>
              <a:headEnd type="none" w="sm" len="sm"/>
              <a:tailEnd type="none" w="sm" len="sm"/>
            </a:ln>
          </p:spPr>
          <p:txBody>
            <a:bodyPr anchor="t" anchorCtr="0"/>
            <a:lstStyle/>
            <a:p>
              <a:endParaRPr lang="zh-CN" altLang="en-US">
                <a:latin typeface="Arial" panose="020B0604020202020204" pitchFamily="34" charset="0"/>
                <a:ea typeface="宋体" panose="02010600030101010101" pitchFamily="2" charset="-122"/>
              </a:endParaRPr>
            </a:p>
          </p:txBody>
        </p:sp>
        <p:sp>
          <p:nvSpPr>
            <p:cNvPr id="31754" name="椭圆 555018"/>
            <p:cNvSpPr/>
            <p:nvPr/>
          </p:nvSpPr>
          <p:spPr>
            <a:xfrm>
              <a:off x="3589" y="2688"/>
              <a:ext cx="768" cy="768"/>
            </a:xfrm>
            <a:prstGeom prst="ellipse">
              <a:avLst/>
            </a:prstGeom>
            <a:solidFill>
              <a:schemeClr val="bg1"/>
            </a:solidFill>
            <a:ln w="25400" cap="sq" cmpd="sng">
              <a:solidFill>
                <a:schemeClr val="tx1"/>
              </a:solidFill>
              <a:prstDash val="solid"/>
              <a:round/>
              <a:headEnd type="none" w="sm" len="sm"/>
              <a:tailEnd type="none" w="sm" len="sm"/>
            </a:ln>
          </p:spPr>
          <p:txBody>
            <a:bodyPr anchor="t" anchorCtr="0"/>
            <a:lstStyle/>
            <a:p>
              <a:endParaRPr lang="zh-CN" altLang="en-US">
                <a:latin typeface="Arial" panose="020B0604020202020204" pitchFamily="34" charset="0"/>
                <a:ea typeface="宋体" panose="02010600030101010101" pitchFamily="2" charset="-122"/>
              </a:endParaRPr>
            </a:p>
          </p:txBody>
        </p:sp>
        <p:sp>
          <p:nvSpPr>
            <p:cNvPr id="31755" name="直接连接符 555019"/>
            <p:cNvSpPr/>
            <p:nvPr/>
          </p:nvSpPr>
          <p:spPr>
            <a:xfrm>
              <a:off x="3061" y="3072"/>
              <a:ext cx="2016" cy="0"/>
            </a:xfrm>
            <a:prstGeom prst="line">
              <a:avLst/>
            </a:prstGeom>
            <a:ln w="25400" cap="sq" cmpd="sng">
              <a:solidFill>
                <a:schemeClr val="tx1"/>
              </a:solidFill>
              <a:prstDash val="solid"/>
              <a:round/>
              <a:headEnd type="none" w="sm" len="sm"/>
              <a:tailEnd type="triangle" w="med" len="lg"/>
            </a:ln>
          </p:spPr>
        </p:sp>
        <p:sp>
          <p:nvSpPr>
            <p:cNvPr id="31756" name="直接连接符 555020"/>
            <p:cNvSpPr/>
            <p:nvPr/>
          </p:nvSpPr>
          <p:spPr>
            <a:xfrm flipV="1">
              <a:off x="3973" y="1968"/>
              <a:ext cx="0" cy="1968"/>
            </a:xfrm>
            <a:prstGeom prst="line">
              <a:avLst/>
            </a:prstGeom>
            <a:ln w="25400" cap="sq" cmpd="sng">
              <a:solidFill>
                <a:schemeClr val="tx1"/>
              </a:solidFill>
              <a:prstDash val="solid"/>
              <a:round/>
              <a:headEnd type="none" w="sm" len="sm"/>
              <a:tailEnd type="triangle" w="med" len="lg"/>
            </a:ln>
          </p:spPr>
        </p:sp>
        <p:graphicFrame>
          <p:nvGraphicFramePr>
            <p:cNvPr id="31757" name="对象 555021"/>
            <p:cNvGraphicFramePr/>
            <p:nvPr/>
          </p:nvGraphicFramePr>
          <p:xfrm>
            <a:off x="4885" y="2853"/>
            <a:ext cx="444" cy="202"/>
          </p:xfrm>
          <a:graphic>
            <a:graphicData uri="http://schemas.openxmlformats.org/presentationml/2006/ole">
              <mc:AlternateContent xmlns:mc="http://schemas.openxmlformats.org/markup-compatibility/2006">
                <mc:Choice xmlns:v="urn:schemas-microsoft-com:vml" Requires="v">
                  <p:oleObj r:id="rId13" imgW="838200" imgH="381000" progId="Equation.DSMT4">
                    <p:embed/>
                  </p:oleObj>
                </mc:Choice>
                <mc:Fallback>
                  <p:oleObj r:id="rId13" imgW="838200" imgH="381000" progId="Equation.DSMT4">
                    <p:embed/>
                    <p:pic>
                      <p:nvPicPr>
                        <p:cNvPr id="0" name="图片 3127"/>
                        <p:cNvPicPr/>
                        <p:nvPr/>
                      </p:nvPicPr>
                      <p:blipFill>
                        <a:blip r:embed="rId14">
                          <a:lum bright="-100000"/>
                        </a:blip>
                        <a:stretch>
                          <a:fillRect/>
                        </a:stretch>
                      </p:blipFill>
                      <p:spPr>
                        <a:xfrm>
                          <a:off x="4885" y="2853"/>
                          <a:ext cx="444" cy="202"/>
                        </a:xfrm>
                        <a:prstGeom prst="rect">
                          <a:avLst/>
                        </a:prstGeom>
                        <a:noFill/>
                        <a:ln w="38100">
                          <a:noFill/>
                          <a:miter/>
                        </a:ln>
                      </p:spPr>
                    </p:pic>
                  </p:oleObj>
                </mc:Fallback>
              </mc:AlternateContent>
            </a:graphicData>
          </a:graphic>
        </p:graphicFrame>
        <p:graphicFrame>
          <p:nvGraphicFramePr>
            <p:cNvPr id="31758" name="对象 555022"/>
            <p:cNvGraphicFramePr/>
            <p:nvPr/>
          </p:nvGraphicFramePr>
          <p:xfrm>
            <a:off x="4021" y="1966"/>
            <a:ext cx="537" cy="194"/>
          </p:xfrm>
          <a:graphic>
            <a:graphicData uri="http://schemas.openxmlformats.org/presentationml/2006/ole">
              <mc:AlternateContent xmlns:mc="http://schemas.openxmlformats.org/markup-compatibility/2006">
                <mc:Choice xmlns:v="urn:schemas-microsoft-com:vml" Requires="v">
                  <p:oleObj r:id="rId15" imgW="1054100" imgH="381000" progId="Equation.DSMT4">
                    <p:embed/>
                  </p:oleObj>
                </mc:Choice>
                <mc:Fallback>
                  <p:oleObj r:id="rId15" imgW="1054100" imgH="381000" progId="Equation.DSMT4">
                    <p:embed/>
                    <p:pic>
                      <p:nvPicPr>
                        <p:cNvPr id="0" name="图片 3142"/>
                        <p:cNvPicPr/>
                        <p:nvPr/>
                      </p:nvPicPr>
                      <p:blipFill>
                        <a:blip r:embed="rId16">
                          <a:lum bright="-100000"/>
                        </a:blip>
                        <a:stretch>
                          <a:fillRect/>
                        </a:stretch>
                      </p:blipFill>
                      <p:spPr>
                        <a:xfrm>
                          <a:off x="4021" y="1966"/>
                          <a:ext cx="537" cy="194"/>
                        </a:xfrm>
                        <a:prstGeom prst="rect">
                          <a:avLst/>
                        </a:prstGeom>
                        <a:noFill/>
                        <a:ln w="38100">
                          <a:noFill/>
                          <a:miter/>
                        </a:ln>
                      </p:spPr>
                    </p:pic>
                  </p:oleObj>
                </mc:Fallback>
              </mc:AlternateContent>
            </a:graphicData>
          </a:graphic>
        </p:graphicFrame>
        <p:graphicFrame>
          <p:nvGraphicFramePr>
            <p:cNvPr id="31759" name="对象 555023"/>
            <p:cNvGraphicFramePr/>
            <p:nvPr/>
          </p:nvGraphicFramePr>
          <p:xfrm>
            <a:off x="3829" y="3120"/>
            <a:ext cx="128" cy="192"/>
          </p:xfrm>
          <a:graphic>
            <a:graphicData uri="http://schemas.openxmlformats.org/presentationml/2006/ole">
              <mc:AlternateContent xmlns:mc="http://schemas.openxmlformats.org/markup-compatibility/2006">
                <mc:Choice xmlns:v="urn:schemas-microsoft-com:vml" Requires="v">
                  <p:oleObj r:id="rId17" imgW="203200" imgH="304800" progId="Equation.DSMT4">
                    <p:embed/>
                  </p:oleObj>
                </mc:Choice>
                <mc:Fallback>
                  <p:oleObj r:id="rId17" imgW="203200" imgH="304800" progId="Equation.DSMT4">
                    <p:embed/>
                    <p:pic>
                      <p:nvPicPr>
                        <p:cNvPr id="0" name="图片 3143"/>
                        <p:cNvPicPr/>
                        <p:nvPr/>
                      </p:nvPicPr>
                      <p:blipFill>
                        <a:blip r:embed="rId18">
                          <a:lum bright="-100000"/>
                        </a:blip>
                        <a:stretch>
                          <a:fillRect/>
                        </a:stretch>
                      </p:blipFill>
                      <p:spPr>
                        <a:xfrm>
                          <a:off x="3829" y="3120"/>
                          <a:ext cx="128" cy="192"/>
                        </a:xfrm>
                        <a:prstGeom prst="rect">
                          <a:avLst/>
                        </a:prstGeom>
                        <a:noFill/>
                        <a:ln w="38100">
                          <a:noFill/>
                          <a:miter/>
                        </a:ln>
                      </p:spPr>
                    </p:pic>
                  </p:oleObj>
                </mc:Fallback>
              </mc:AlternateContent>
            </a:graphicData>
          </a:graphic>
        </p:graphicFrame>
        <p:graphicFrame>
          <p:nvGraphicFramePr>
            <p:cNvPr id="31760" name="对象 555024"/>
            <p:cNvGraphicFramePr/>
            <p:nvPr/>
          </p:nvGraphicFramePr>
          <p:xfrm>
            <a:off x="4117" y="2832"/>
            <a:ext cx="240" cy="240"/>
          </p:xfrm>
          <a:graphic>
            <a:graphicData uri="http://schemas.openxmlformats.org/presentationml/2006/ole">
              <mc:AlternateContent xmlns:mc="http://schemas.openxmlformats.org/markup-compatibility/2006">
                <mc:Choice xmlns:v="urn:schemas-microsoft-com:vml" Requires="v">
                  <p:oleObj r:id="rId19" imgW="482600" imgH="482600" progId="Equation.DSMT4">
                    <p:embed/>
                  </p:oleObj>
                </mc:Choice>
                <mc:Fallback>
                  <p:oleObj r:id="rId19" imgW="482600" imgH="482600" progId="Equation.DSMT4">
                    <p:embed/>
                    <p:pic>
                      <p:nvPicPr>
                        <p:cNvPr id="0" name="图片 3136"/>
                        <p:cNvPicPr/>
                        <p:nvPr/>
                      </p:nvPicPr>
                      <p:blipFill>
                        <a:blip r:embed="rId20">
                          <a:lum bright="-100000"/>
                        </a:blip>
                        <a:stretch>
                          <a:fillRect/>
                        </a:stretch>
                      </p:blipFill>
                      <p:spPr>
                        <a:xfrm>
                          <a:off x="4117" y="2832"/>
                          <a:ext cx="240" cy="240"/>
                        </a:xfrm>
                        <a:prstGeom prst="rect">
                          <a:avLst/>
                        </a:prstGeom>
                        <a:noFill/>
                        <a:ln w="38100">
                          <a:noFill/>
                          <a:miter/>
                        </a:ln>
                      </p:spPr>
                    </p:pic>
                  </p:oleObj>
                </mc:Fallback>
              </mc:AlternateContent>
            </a:graphicData>
          </a:graphic>
        </p:graphicFrame>
        <p:graphicFrame>
          <p:nvGraphicFramePr>
            <p:cNvPr id="31761" name="对象 555025"/>
            <p:cNvGraphicFramePr/>
            <p:nvPr/>
          </p:nvGraphicFramePr>
          <p:xfrm>
            <a:off x="4709" y="3104"/>
            <a:ext cx="272" cy="272"/>
          </p:xfrm>
          <a:graphic>
            <a:graphicData uri="http://schemas.openxmlformats.org/presentationml/2006/ole">
              <mc:AlternateContent xmlns:mc="http://schemas.openxmlformats.org/markup-compatibility/2006">
                <mc:Choice xmlns:v="urn:schemas-microsoft-com:vml" Requires="v">
                  <p:oleObj r:id="rId21" imgW="482600" imgH="482600" progId="Equation.DSMT4">
                    <p:embed/>
                  </p:oleObj>
                </mc:Choice>
                <mc:Fallback>
                  <p:oleObj r:id="rId21" imgW="482600" imgH="482600" progId="Equation.DSMT4">
                    <p:embed/>
                    <p:pic>
                      <p:nvPicPr>
                        <p:cNvPr id="0" name="图片 3144"/>
                        <p:cNvPicPr/>
                        <p:nvPr/>
                      </p:nvPicPr>
                      <p:blipFill>
                        <a:blip r:embed="rId22">
                          <a:lum bright="-100000"/>
                        </a:blip>
                        <a:stretch>
                          <a:fillRect/>
                        </a:stretch>
                      </p:blipFill>
                      <p:spPr>
                        <a:xfrm>
                          <a:off x="4709" y="3104"/>
                          <a:ext cx="272" cy="272"/>
                        </a:xfrm>
                        <a:prstGeom prst="rect">
                          <a:avLst/>
                        </a:prstGeom>
                        <a:noFill/>
                        <a:ln w="38100">
                          <a:noFill/>
                          <a:miter/>
                        </a:ln>
                      </p:spPr>
                    </p:pic>
                  </p:oleObj>
                </mc:Fallback>
              </mc:AlternateContent>
            </a:graphicData>
          </a:graphic>
        </p:graphicFrame>
      </p:grpSp>
      <p:sp>
        <p:nvSpPr>
          <p:cNvPr id="31762" name="文本框 79877"/>
          <p:cNvSpPr txBox="1"/>
          <p:nvPr/>
        </p:nvSpPr>
        <p:spPr>
          <a:xfrm>
            <a:off x="666750" y="1195388"/>
            <a:ext cx="3930650" cy="460375"/>
          </a:xfrm>
          <a:prstGeom prst="rect">
            <a:avLst/>
          </a:prstGeom>
          <a:noFill/>
          <a:ln w="9525">
            <a:noFill/>
          </a:ln>
        </p:spPr>
        <p:txBody>
          <a:bodyPr wrap="square" anchor="t" anchorCtr="0">
            <a:spAutoFit/>
          </a:bodyPr>
          <a:lstStyle/>
          <a:p>
            <a:r>
              <a:rPr lang="zh-CN" altLang="en-US" sz="2400" b="1" dirty="0">
                <a:solidFill>
                  <a:srgbClr val="C00000"/>
                </a:solidFill>
                <a:latin typeface="宋体" panose="02010600030101010101" pitchFamily="2" charset="-122"/>
                <a:ea typeface="宋体" panose="02010600030101010101" pitchFamily="2" charset="-122"/>
                <a:sym typeface="Arial" panose="020B0604020202020204" pitchFamily="34" charset="0"/>
              </a:rPr>
              <a:t>左边序列和右边序列之和</a:t>
            </a:r>
          </a:p>
        </p:txBody>
      </p:sp>
    </p:spTree>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Rectangle 3"/>
          <p:cNvSpPr/>
          <p:nvPr/>
        </p:nvSpPr>
        <p:spPr>
          <a:xfrm>
            <a:off x="368300" y="479425"/>
            <a:ext cx="7793038" cy="695325"/>
          </a:xfrm>
          <a:prstGeom prst="rect">
            <a:avLst/>
          </a:prstGeom>
          <a:noFill/>
          <a:ln w="12700">
            <a:noFill/>
          </a:ln>
        </p:spPr>
        <p:txBody>
          <a:bodyPr lIns="90000" tIns="46800" rIns="90000" bIns="46800" anchor="t" anchorCtr="0">
            <a:spAutoFit/>
          </a:bodyPr>
          <a:lstStyle/>
          <a:p>
            <a:pPr>
              <a:lnSpc>
                <a:spcPct val="140000"/>
              </a:lnSpc>
              <a:buClr>
                <a:schemeClr val="hlink"/>
              </a:buClr>
              <a:buSzPct val="120000"/>
              <a:buFont typeface="Wingdings" panose="05000000000000000000" pitchFamily="2" charset="2"/>
            </a:pPr>
            <a:r>
              <a:rPr lang="zh-CN" altLang="en-US" sz="2800" dirty="0">
                <a:latin typeface="Times New Roman" panose="02020603050405020304" pitchFamily="2" charset="0"/>
                <a:ea typeface="黑体" panose="02010609060101010101" pitchFamily="2" charset="-122"/>
              </a:rPr>
              <a:t>序列特性对</a:t>
            </a:r>
            <a:r>
              <a:rPr lang="en-US" altLang="zh-CN" sz="2800" i="1" dirty="0">
                <a:latin typeface="Times New Roman" panose="02020603050405020304" pitchFamily="2" charset="0"/>
                <a:ea typeface="黑体" panose="02010609060101010101" pitchFamily="2" charset="-122"/>
              </a:rPr>
              <a:t>z</a:t>
            </a:r>
            <a:r>
              <a:rPr lang="zh-CN" altLang="en-US" sz="2800" dirty="0">
                <a:latin typeface="黑体" panose="02010609060101010101" pitchFamily="2" charset="-122"/>
                <a:ea typeface="黑体" panose="02010609060101010101" pitchFamily="2" charset="-122"/>
              </a:rPr>
              <a:t>变换收敛域的影响</a:t>
            </a:r>
            <a:endParaRPr lang="zh-CN" altLang="en-US" sz="2800" dirty="0">
              <a:solidFill>
                <a:srgbClr val="3366FF"/>
              </a:solidFill>
              <a:latin typeface="Tahoma" panose="020B0604030504040204" pitchFamily="2" charset="0"/>
              <a:ea typeface="黑体" panose="02010609060101010101" pitchFamily="2" charset="-122"/>
            </a:endParaRPr>
          </a:p>
        </p:txBody>
      </p:sp>
      <p:graphicFrame>
        <p:nvGraphicFramePr>
          <p:cNvPr id="32770" name="Object 4"/>
          <p:cNvGraphicFramePr/>
          <p:nvPr/>
        </p:nvGraphicFramePr>
        <p:xfrm>
          <a:off x="1228725" y="2820988"/>
          <a:ext cx="5218113" cy="1011237"/>
        </p:xfrm>
        <a:graphic>
          <a:graphicData uri="http://schemas.openxmlformats.org/presentationml/2006/ole">
            <mc:AlternateContent xmlns:mc="http://schemas.openxmlformats.org/markup-compatibility/2006">
              <mc:Choice xmlns:v="urn:schemas-microsoft-com:vml" Requires="v">
                <p:oleObj r:id="rId2" imgW="2616200" imgH="508000" progId="Equation.3">
                  <p:embed/>
                </p:oleObj>
              </mc:Choice>
              <mc:Fallback>
                <p:oleObj r:id="rId2" imgW="2616200" imgH="508000" progId="Equation.3">
                  <p:embed/>
                  <p:pic>
                    <p:nvPicPr>
                      <p:cNvPr id="0" name="图片 3135"/>
                      <p:cNvPicPr/>
                      <p:nvPr/>
                    </p:nvPicPr>
                    <p:blipFill>
                      <a:blip r:embed="rId3"/>
                      <a:stretch>
                        <a:fillRect/>
                      </a:stretch>
                    </p:blipFill>
                    <p:spPr>
                      <a:xfrm>
                        <a:off x="1228725" y="2820988"/>
                        <a:ext cx="5218113" cy="1011237"/>
                      </a:xfrm>
                      <a:prstGeom prst="rect">
                        <a:avLst/>
                      </a:prstGeom>
                      <a:noFill/>
                      <a:ln w="38100">
                        <a:noFill/>
                        <a:miter/>
                      </a:ln>
                    </p:spPr>
                  </p:pic>
                </p:oleObj>
              </mc:Fallback>
            </mc:AlternateContent>
          </a:graphicData>
        </a:graphic>
      </p:graphicFrame>
      <p:graphicFrame>
        <p:nvGraphicFramePr>
          <p:cNvPr id="32771" name="Object 15"/>
          <p:cNvGraphicFramePr/>
          <p:nvPr/>
        </p:nvGraphicFramePr>
        <p:xfrm>
          <a:off x="190500" y="1344613"/>
          <a:ext cx="7805738" cy="1482725"/>
        </p:xfrm>
        <a:graphic>
          <a:graphicData uri="http://schemas.openxmlformats.org/presentationml/2006/ole">
            <mc:AlternateContent xmlns:mc="http://schemas.openxmlformats.org/markup-compatibility/2006">
              <mc:Choice xmlns:v="urn:schemas-microsoft-com:vml" Requires="v">
                <p:oleObj r:id="rId4" imgW="2895600" imgH="736600" progId="Equation.3">
                  <p:embed/>
                </p:oleObj>
              </mc:Choice>
              <mc:Fallback>
                <p:oleObj r:id="rId4" imgW="2895600" imgH="736600" progId="Equation.3">
                  <p:embed/>
                  <p:pic>
                    <p:nvPicPr>
                      <p:cNvPr id="0" name="图片 3139"/>
                      <p:cNvPicPr/>
                      <p:nvPr/>
                    </p:nvPicPr>
                    <p:blipFill>
                      <a:blip r:embed="rId5"/>
                      <a:stretch>
                        <a:fillRect/>
                      </a:stretch>
                    </p:blipFill>
                    <p:spPr>
                      <a:xfrm>
                        <a:off x="190500" y="1344613"/>
                        <a:ext cx="7805738" cy="1482725"/>
                      </a:xfrm>
                      <a:prstGeom prst="rect">
                        <a:avLst/>
                      </a:prstGeom>
                      <a:noFill/>
                      <a:ln w="38100">
                        <a:noFill/>
                        <a:miter/>
                      </a:ln>
                    </p:spPr>
                  </p:pic>
                </p:oleObj>
              </mc:Fallback>
            </mc:AlternateContent>
          </a:graphicData>
        </a:graphic>
      </p:graphicFrame>
      <p:graphicFrame>
        <p:nvGraphicFramePr>
          <p:cNvPr id="32772" name="Object 16"/>
          <p:cNvGraphicFramePr/>
          <p:nvPr/>
        </p:nvGraphicFramePr>
        <p:xfrm>
          <a:off x="1225550" y="3829050"/>
          <a:ext cx="5218113" cy="1011238"/>
        </p:xfrm>
        <a:graphic>
          <a:graphicData uri="http://schemas.openxmlformats.org/presentationml/2006/ole">
            <mc:AlternateContent xmlns:mc="http://schemas.openxmlformats.org/markup-compatibility/2006">
              <mc:Choice xmlns:v="urn:schemas-microsoft-com:vml" Requires="v">
                <p:oleObj r:id="rId6" imgW="2616200" imgH="508000" progId="Equation.3">
                  <p:embed/>
                </p:oleObj>
              </mc:Choice>
              <mc:Fallback>
                <p:oleObj r:id="rId6" imgW="2616200" imgH="508000" progId="Equation.3">
                  <p:embed/>
                  <p:pic>
                    <p:nvPicPr>
                      <p:cNvPr id="0" name="图片 3140"/>
                      <p:cNvPicPr/>
                      <p:nvPr/>
                    </p:nvPicPr>
                    <p:blipFill>
                      <a:blip r:embed="rId7"/>
                      <a:stretch>
                        <a:fillRect/>
                      </a:stretch>
                    </p:blipFill>
                    <p:spPr>
                      <a:xfrm>
                        <a:off x="1225550" y="3829050"/>
                        <a:ext cx="5218113" cy="1011238"/>
                      </a:xfrm>
                      <a:prstGeom prst="rect">
                        <a:avLst/>
                      </a:prstGeom>
                      <a:noFill/>
                      <a:ln w="38100">
                        <a:noFill/>
                        <a:miter/>
                      </a:ln>
                    </p:spPr>
                  </p:pic>
                </p:oleObj>
              </mc:Fallback>
            </mc:AlternateContent>
          </a:graphicData>
        </a:graphic>
      </p:graphicFrame>
      <p:graphicFrame>
        <p:nvGraphicFramePr>
          <p:cNvPr id="32773" name="Object 17"/>
          <p:cNvGraphicFramePr/>
          <p:nvPr/>
        </p:nvGraphicFramePr>
        <p:xfrm>
          <a:off x="206375" y="4865688"/>
          <a:ext cx="9018588" cy="962025"/>
        </p:xfrm>
        <a:graphic>
          <a:graphicData uri="http://schemas.openxmlformats.org/presentationml/2006/ole">
            <mc:AlternateContent xmlns:mc="http://schemas.openxmlformats.org/markup-compatibility/2006">
              <mc:Choice xmlns:v="urn:schemas-microsoft-com:vml" Requires="v">
                <p:oleObj r:id="rId8" imgW="4520565" imgH="482600" progId="Equation.3">
                  <p:embed/>
                </p:oleObj>
              </mc:Choice>
              <mc:Fallback>
                <p:oleObj r:id="rId8" imgW="4520565" imgH="482600" progId="Equation.3">
                  <p:embed/>
                  <p:pic>
                    <p:nvPicPr>
                      <p:cNvPr id="0" name="图片 3137"/>
                      <p:cNvPicPr/>
                      <p:nvPr/>
                    </p:nvPicPr>
                    <p:blipFill>
                      <a:blip r:embed="rId9"/>
                      <a:stretch>
                        <a:fillRect/>
                      </a:stretch>
                    </p:blipFill>
                    <p:spPr>
                      <a:xfrm>
                        <a:off x="206375" y="4865688"/>
                        <a:ext cx="9018588" cy="962025"/>
                      </a:xfrm>
                      <a:prstGeom prst="rect">
                        <a:avLst/>
                      </a:prstGeom>
                      <a:noFill/>
                      <a:ln w="38100">
                        <a:noFill/>
                        <a:miter/>
                      </a:ln>
                    </p:spPr>
                  </p:pic>
                </p:oleObj>
              </mc:Fallback>
            </mc:AlternateContent>
          </a:graphicData>
        </a:graphic>
      </p:graphicFrame>
      <p:sp>
        <p:nvSpPr>
          <p:cNvPr id="32774" name="文本框 76808"/>
          <p:cNvSpPr txBox="1"/>
          <p:nvPr/>
        </p:nvSpPr>
        <p:spPr>
          <a:xfrm>
            <a:off x="2401888" y="6154738"/>
            <a:ext cx="3852862" cy="457200"/>
          </a:xfrm>
          <a:prstGeom prst="rect">
            <a:avLst/>
          </a:prstGeom>
          <a:noFill/>
          <a:ln w="9525">
            <a:noFill/>
          </a:ln>
        </p:spPr>
        <p:txBody>
          <a:bodyPr wrap="square" anchor="t" anchorCtr="0">
            <a:spAutoFit/>
          </a:bodyPr>
          <a:lstStyle/>
          <a:p>
            <a:r>
              <a:rPr lang="zh-CN" altLang="en-US" sz="2400" i="1" dirty="0">
                <a:solidFill>
                  <a:srgbClr val="FF3300"/>
                </a:solidFill>
                <a:latin typeface="Times New Roman" panose="02020603050405020304" pitchFamily="2" charset="0"/>
                <a:ea typeface="黑体" panose="02010609060101010101" pitchFamily="2" charset="-122"/>
                <a:sym typeface="Arial" panose="020B0604020202020204" pitchFamily="34" charset="0"/>
              </a:rPr>
              <a:t>n</a:t>
            </a:r>
            <a:r>
              <a:rPr lang="zh-CN" altLang="en-US" sz="2400" dirty="0">
                <a:solidFill>
                  <a:srgbClr val="FF3300"/>
                </a:solidFill>
                <a:latin typeface="Times New Roman" panose="02020603050405020304" pitchFamily="2" charset="0"/>
                <a:ea typeface="黑体" panose="02010609060101010101" pitchFamily="2" charset="-122"/>
                <a:sym typeface="Arial" panose="020B0604020202020204" pitchFamily="34" charset="0"/>
              </a:rPr>
              <a:t>有正不能为0，有负不能为</a:t>
            </a:r>
          </a:p>
        </p:txBody>
      </p:sp>
      <p:graphicFrame>
        <p:nvGraphicFramePr>
          <p:cNvPr id="32775" name="对象 76809">
            <a:hlinkClick r:id="" action="ppaction://ole?verb=0"/>
          </p:cNvPr>
          <p:cNvGraphicFramePr>
            <a:graphicFrameLocks noChangeAspect="1"/>
          </p:cNvGraphicFramePr>
          <p:nvPr/>
        </p:nvGraphicFramePr>
        <p:xfrm>
          <a:off x="6186488" y="6261100"/>
          <a:ext cx="373062" cy="295275"/>
        </p:xfrm>
        <a:graphic>
          <a:graphicData uri="http://schemas.openxmlformats.org/presentationml/2006/ole">
            <mc:AlternateContent xmlns:mc="http://schemas.openxmlformats.org/markup-compatibility/2006">
              <mc:Choice xmlns:v="urn:schemas-microsoft-com:vml" Requires="v">
                <p:oleObj r:id="rId10" imgW="182880" imgH="144145" progId="Equation.3">
                  <p:embed/>
                </p:oleObj>
              </mc:Choice>
              <mc:Fallback>
                <p:oleObj r:id="rId10" imgW="182880" imgH="144145" progId="Equation.3">
                  <p:embed/>
                  <p:pic>
                    <p:nvPicPr>
                      <p:cNvPr id="0" name="图片 3138"/>
                      <p:cNvPicPr/>
                      <p:nvPr/>
                    </p:nvPicPr>
                    <p:blipFill>
                      <a:blip r:embed="rId11"/>
                      <a:stretch>
                        <a:fillRect/>
                      </a:stretch>
                    </p:blipFill>
                    <p:spPr>
                      <a:xfrm>
                        <a:off x="6186488" y="6261100"/>
                        <a:ext cx="373062" cy="295275"/>
                      </a:xfrm>
                      <a:prstGeom prst="rect">
                        <a:avLst/>
                      </a:prstGeom>
                      <a:noFill/>
                      <a:ln w="38100">
                        <a:noFill/>
                        <a:miter/>
                      </a:ln>
                    </p:spPr>
                  </p:pic>
                </p:oleObj>
              </mc:Fallback>
            </mc:AlternateContent>
          </a:graphicData>
        </a:graphic>
      </p:graphicFrame>
      <p:grpSp>
        <p:nvGrpSpPr>
          <p:cNvPr id="5" name="组合 4">
            <a:extLst>
              <a:ext uri="{FF2B5EF4-FFF2-40B4-BE49-F238E27FC236}">
                <a16:creationId xmlns:a16="http://schemas.microsoft.com/office/drawing/2014/main" id="{CBD6EF70-AEA3-6818-D6F0-E1F636994ABC}"/>
              </a:ext>
            </a:extLst>
          </p:cNvPr>
          <p:cNvGrpSpPr/>
          <p:nvPr/>
        </p:nvGrpSpPr>
        <p:grpSpPr>
          <a:xfrm>
            <a:off x="2465665" y="6575589"/>
            <a:ext cx="1959480" cy="225000"/>
            <a:chOff x="2465665" y="6575589"/>
            <a:chExt cx="1959480" cy="225000"/>
          </a:xfrm>
        </p:grpSpPr>
        <mc:AlternateContent xmlns:mc="http://schemas.openxmlformats.org/markup-compatibility/2006" xmlns:p14="http://schemas.microsoft.com/office/powerpoint/2010/main">
          <mc:Choice Requires="p14">
            <p:contentPart p14:bwMode="auto" r:id="rId12">
              <p14:nvContentPartPr>
                <p14:cNvPr id="2" name="墨迹 1">
                  <a:extLst>
                    <a:ext uri="{FF2B5EF4-FFF2-40B4-BE49-F238E27FC236}">
                      <a16:creationId xmlns:a16="http://schemas.microsoft.com/office/drawing/2014/main" id="{B900EF98-C8A8-0455-ECF8-E4739C483DB5}"/>
                    </a:ext>
                  </a:extLst>
                </p14:cNvPr>
                <p14:cNvContentPartPr/>
                <p14:nvPr/>
              </p14:nvContentPartPr>
              <p14:xfrm>
                <a:off x="2465665" y="6575589"/>
                <a:ext cx="1892880" cy="74880"/>
              </p14:xfrm>
            </p:contentPart>
          </mc:Choice>
          <mc:Fallback xmlns="">
            <p:pic>
              <p:nvPicPr>
                <p:cNvPr id="2" name="墨迹 1">
                  <a:extLst>
                    <a:ext uri="{FF2B5EF4-FFF2-40B4-BE49-F238E27FC236}">
                      <a16:creationId xmlns:a16="http://schemas.microsoft.com/office/drawing/2014/main" id="{B900EF98-C8A8-0455-ECF8-E4739C483DB5}"/>
                    </a:ext>
                  </a:extLst>
                </p:cNvPr>
                <p:cNvPicPr/>
                <p:nvPr/>
              </p:nvPicPr>
              <p:blipFill>
                <a:blip r:embed="rId13"/>
                <a:stretch>
                  <a:fillRect/>
                </a:stretch>
              </p:blipFill>
              <p:spPr>
                <a:xfrm>
                  <a:off x="2448025" y="6557589"/>
                  <a:ext cx="1928520" cy="11052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3" name="墨迹 2">
                  <a:extLst>
                    <a:ext uri="{FF2B5EF4-FFF2-40B4-BE49-F238E27FC236}">
                      <a16:creationId xmlns:a16="http://schemas.microsoft.com/office/drawing/2014/main" id="{FF656E6C-D9EB-6F4D-11B1-04D1EECE5D06}"/>
                    </a:ext>
                  </a:extLst>
                </p14:cNvPr>
                <p14:cNvContentPartPr/>
                <p14:nvPr/>
              </p14:nvContentPartPr>
              <p14:xfrm>
                <a:off x="4184305" y="6631749"/>
                <a:ext cx="240840" cy="168840"/>
              </p14:xfrm>
            </p:contentPart>
          </mc:Choice>
          <mc:Fallback xmlns="">
            <p:pic>
              <p:nvPicPr>
                <p:cNvPr id="3" name="墨迹 2">
                  <a:extLst>
                    <a:ext uri="{FF2B5EF4-FFF2-40B4-BE49-F238E27FC236}">
                      <a16:creationId xmlns:a16="http://schemas.microsoft.com/office/drawing/2014/main" id="{FF656E6C-D9EB-6F4D-11B1-04D1EECE5D06}"/>
                    </a:ext>
                  </a:extLst>
                </p:cNvPr>
                <p:cNvPicPr/>
                <p:nvPr/>
              </p:nvPicPr>
              <p:blipFill>
                <a:blip r:embed="rId15"/>
                <a:stretch>
                  <a:fillRect/>
                </a:stretch>
              </p:blipFill>
              <p:spPr>
                <a:xfrm>
                  <a:off x="4166665" y="6613749"/>
                  <a:ext cx="276480" cy="20448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4" name="墨迹 3">
                  <a:extLst>
                    <a:ext uri="{FF2B5EF4-FFF2-40B4-BE49-F238E27FC236}">
                      <a16:creationId xmlns:a16="http://schemas.microsoft.com/office/drawing/2014/main" id="{1FBEF435-0C5D-33ED-4A63-6D1BB0FB507E}"/>
                    </a:ext>
                  </a:extLst>
                </p14:cNvPr>
                <p14:cNvContentPartPr/>
                <p14:nvPr/>
              </p14:nvContentPartPr>
              <p14:xfrm>
                <a:off x="4368625" y="6598269"/>
                <a:ext cx="38160" cy="5760"/>
              </p14:xfrm>
            </p:contentPart>
          </mc:Choice>
          <mc:Fallback xmlns="">
            <p:pic>
              <p:nvPicPr>
                <p:cNvPr id="4" name="墨迹 3">
                  <a:extLst>
                    <a:ext uri="{FF2B5EF4-FFF2-40B4-BE49-F238E27FC236}">
                      <a16:creationId xmlns:a16="http://schemas.microsoft.com/office/drawing/2014/main" id="{1FBEF435-0C5D-33ED-4A63-6D1BB0FB507E}"/>
                    </a:ext>
                  </a:extLst>
                </p:cNvPr>
                <p:cNvPicPr/>
                <p:nvPr/>
              </p:nvPicPr>
              <p:blipFill>
                <a:blip r:embed="rId17"/>
                <a:stretch>
                  <a:fillRect/>
                </a:stretch>
              </p:blipFill>
              <p:spPr>
                <a:xfrm>
                  <a:off x="4350985" y="6580269"/>
                  <a:ext cx="73800" cy="41400"/>
                </a:xfrm>
                <a:prstGeom prst="rect">
                  <a:avLst/>
                </a:prstGeom>
              </p:spPr>
            </p:pic>
          </mc:Fallback>
        </mc:AlternateContent>
      </p:grpSp>
    </p:spTree>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900" name="Rectangle 3"/>
          <p:cNvSpPr/>
          <p:nvPr/>
        </p:nvSpPr>
        <p:spPr>
          <a:xfrm>
            <a:off x="611188" y="717550"/>
            <a:ext cx="7793038" cy="5068888"/>
          </a:xfrm>
          <a:prstGeom prst="rect">
            <a:avLst/>
          </a:prstGeom>
          <a:noFill/>
          <a:ln w="9525">
            <a:noFill/>
            <a:miter/>
          </a:ln>
        </p:spPr>
        <p:txBody>
          <a:bodyPr lIns="90000" tIns="46800" rIns="90000" bIns="46800">
            <a:spAutoFit/>
          </a:bodyPr>
          <a:lstStyle/>
          <a:p>
            <a:pPr lvl="0" eaLnBrk="1" fontAlgn="base" hangingPunct="1">
              <a:lnSpc>
                <a:spcPct val="140000"/>
              </a:lnSpc>
              <a:buClr>
                <a:schemeClr val="hlink"/>
              </a:buClr>
              <a:buSzPct val="120000"/>
              <a:buFont typeface="Wingdings" panose="05000000000000000000" pitchFamily="2" charset="2"/>
            </a:pPr>
            <a:r>
              <a:rPr lang="zh-CN" altLang="en-US" sz="2800" b="1" strike="noStrike" noProof="1">
                <a:latin typeface="Times New Roman" panose="02020603050405020304" pitchFamily="2" charset="0"/>
                <a:ea typeface="宋体" panose="02010600030101010101" pitchFamily="2" charset="-122"/>
                <a:cs typeface="+mn-ea"/>
                <a:sym typeface="Arial" panose="020B0604020202020204" pitchFamily="34" charset="0"/>
              </a:rPr>
              <a:t>常用序列的</a:t>
            </a:r>
            <a:r>
              <a:rPr lang="en-US" altLang="x-none" sz="2800" b="1" i="1" strike="noStrike" noProof="1">
                <a:latin typeface="Times New Roman" panose="02020603050405020304" pitchFamily="2" charset="0"/>
                <a:ea typeface="宋体" panose="02010600030101010101" pitchFamily="2" charset="-122"/>
                <a:cs typeface="+mn-ea"/>
              </a:rPr>
              <a:t>z</a:t>
            </a:r>
            <a:r>
              <a:rPr lang="zh-CN" altLang="en-US" sz="2800" b="1" strike="noStrike" noProof="1">
                <a:latin typeface="Times New Roman" panose="02020603050405020304" pitchFamily="2" charset="0"/>
                <a:ea typeface="宋体" panose="02010600030101010101" pitchFamily="2" charset="-122"/>
                <a:cs typeface="+mn-ea"/>
              </a:rPr>
              <a:t>变换</a:t>
            </a:r>
            <a:endParaRPr lang="zh-CN" altLang="en-US" sz="2800" b="1" strike="noStrike" noProof="1"/>
          </a:p>
          <a:p>
            <a:pPr marL="1905" lvl="0" indent="455295" eaLnBrk="1" fontAlgn="base" hangingPunct="1">
              <a:lnSpc>
                <a:spcPct val="180000"/>
              </a:lnSpc>
              <a:buClr>
                <a:srgbClr val="2D2D89"/>
              </a:buClr>
              <a:buSzPct val="120000"/>
              <a:buFont typeface="Wingdings" panose="05000000000000000000" pitchFamily="2" charset="2"/>
              <a:buChar char="n"/>
            </a:pPr>
            <a:r>
              <a:rPr lang="zh-CN" altLang="en-US" sz="2400" b="1" strike="noStrike" noProof="1">
                <a:latin typeface="Times New Roman" panose="02020603050405020304" pitchFamily="2" charset="0"/>
                <a:ea typeface="宋体" panose="02010600030101010101" pitchFamily="2" charset="-122"/>
                <a:cs typeface="+mn-ea"/>
                <a:sym typeface="Arial" panose="020B0604020202020204" pitchFamily="34" charset="0"/>
              </a:rPr>
              <a:t>单位样值序列</a:t>
            </a:r>
            <a:endParaRPr lang="zh-CN" altLang="en-US" sz="2400" b="1" strike="noStrike" noProof="1">
              <a:sym typeface="Arial" panose="020B0604020202020204" pitchFamily="34" charset="0"/>
            </a:endParaRPr>
          </a:p>
          <a:p>
            <a:pPr marL="1905" lvl="0" indent="455295" eaLnBrk="1" fontAlgn="base" hangingPunct="1">
              <a:lnSpc>
                <a:spcPct val="180000"/>
              </a:lnSpc>
              <a:buClr>
                <a:srgbClr val="2D2D89"/>
              </a:buClr>
              <a:buSzPct val="120000"/>
              <a:buFont typeface="Wingdings" panose="05000000000000000000" pitchFamily="2" charset="2"/>
              <a:buChar char="n"/>
            </a:pPr>
            <a:r>
              <a:rPr lang="zh-CN" altLang="en-US" sz="2400" b="1" strike="noStrike" noProof="1">
                <a:latin typeface="Times New Roman" panose="02020603050405020304" pitchFamily="2" charset="0"/>
                <a:ea typeface="宋体" panose="02010600030101010101" pitchFamily="2" charset="-122"/>
                <a:cs typeface="+mn-ea"/>
                <a:sym typeface="Arial" panose="020B0604020202020204" pitchFamily="34" charset="0"/>
              </a:rPr>
              <a:t>指数序列</a:t>
            </a:r>
            <a:endParaRPr lang="zh-CN" altLang="en-US" sz="2400" b="1" strike="noStrike" noProof="1">
              <a:sym typeface="Arial" panose="020B0604020202020204" pitchFamily="34" charset="0"/>
            </a:endParaRPr>
          </a:p>
          <a:p>
            <a:pPr marL="1905" lvl="0" indent="455295" eaLnBrk="1" fontAlgn="base" hangingPunct="1">
              <a:lnSpc>
                <a:spcPct val="180000"/>
              </a:lnSpc>
              <a:buClr>
                <a:srgbClr val="2D2D89"/>
              </a:buClr>
              <a:buSzPct val="120000"/>
              <a:buFont typeface="Wingdings" panose="05000000000000000000" pitchFamily="2" charset="2"/>
              <a:buChar char="n"/>
            </a:pPr>
            <a:r>
              <a:rPr lang="zh-CN" altLang="en-US" sz="2400" b="1" strike="noStrike" noProof="1">
                <a:latin typeface="Times New Roman" panose="02020603050405020304" pitchFamily="2" charset="0"/>
                <a:ea typeface="宋体" panose="02010600030101010101" pitchFamily="2" charset="-122"/>
                <a:cs typeface="+mn-ea"/>
                <a:sym typeface="Arial" panose="020B0604020202020204" pitchFamily="34" charset="0"/>
              </a:rPr>
              <a:t>单位阶跃序列</a:t>
            </a:r>
            <a:endParaRPr lang="zh-CN" altLang="en-US" sz="2400" b="1" strike="noStrike" noProof="1">
              <a:sym typeface="Arial" panose="020B0604020202020204" pitchFamily="34" charset="0"/>
            </a:endParaRPr>
          </a:p>
          <a:p>
            <a:pPr marL="1905" lvl="0" indent="455295" eaLnBrk="1" fontAlgn="base" hangingPunct="1">
              <a:lnSpc>
                <a:spcPct val="180000"/>
              </a:lnSpc>
              <a:buClr>
                <a:srgbClr val="2D2D89"/>
              </a:buClr>
              <a:buSzPct val="120000"/>
              <a:buFont typeface="Wingdings" panose="05000000000000000000" pitchFamily="2" charset="2"/>
              <a:buChar char="n"/>
            </a:pPr>
            <a:r>
              <a:rPr lang="zh-CN" altLang="en-US" sz="2400" b="1" strike="noStrike" noProof="1">
                <a:latin typeface="Times New Roman" panose="02020603050405020304" pitchFamily="2" charset="0"/>
                <a:ea typeface="宋体" panose="02010600030101010101" pitchFamily="2" charset="-122"/>
                <a:cs typeface="+mn-ea"/>
                <a:sym typeface="Arial" panose="020B0604020202020204" pitchFamily="34" charset="0"/>
              </a:rPr>
              <a:t>反向指数序列</a:t>
            </a:r>
            <a:endParaRPr lang="zh-CN" altLang="en-US" sz="2400" b="1" strike="noStrike" noProof="1">
              <a:sym typeface="Arial" panose="020B0604020202020204" pitchFamily="34" charset="0"/>
            </a:endParaRPr>
          </a:p>
          <a:p>
            <a:pPr marL="1905" lvl="0" indent="455295" eaLnBrk="1" fontAlgn="base" hangingPunct="1">
              <a:lnSpc>
                <a:spcPct val="180000"/>
              </a:lnSpc>
              <a:buClr>
                <a:srgbClr val="2D2D89"/>
              </a:buClr>
              <a:buSzPct val="120000"/>
              <a:buFont typeface="Wingdings" panose="05000000000000000000" pitchFamily="2" charset="2"/>
              <a:buChar char="n"/>
            </a:pPr>
            <a:r>
              <a:rPr lang="zh-CN" altLang="en-US" sz="2400" b="1" strike="noStrike" noProof="1">
                <a:latin typeface="Times New Roman" panose="02020603050405020304" pitchFamily="2" charset="0"/>
                <a:ea typeface="宋体" panose="02010600030101010101" pitchFamily="2" charset="-122"/>
                <a:cs typeface="+mn-ea"/>
                <a:sym typeface="Arial" panose="020B0604020202020204" pitchFamily="34" charset="0"/>
              </a:rPr>
              <a:t>单位斜变序列</a:t>
            </a:r>
            <a:endParaRPr lang="zh-CN" altLang="en-US" sz="2400" b="1" strike="noStrike" noProof="1">
              <a:sym typeface="Arial" panose="020B0604020202020204" pitchFamily="34" charset="0"/>
            </a:endParaRPr>
          </a:p>
          <a:p>
            <a:pPr marL="1905" lvl="0" indent="455295" eaLnBrk="1" fontAlgn="base" hangingPunct="1">
              <a:lnSpc>
                <a:spcPct val="180000"/>
              </a:lnSpc>
              <a:buClr>
                <a:srgbClr val="2D2D89"/>
              </a:buClr>
              <a:buSzPct val="120000"/>
              <a:buFont typeface="Wingdings" panose="05000000000000000000" pitchFamily="2" charset="2"/>
              <a:buChar char="n"/>
            </a:pPr>
            <a:r>
              <a:rPr lang="zh-CN" altLang="en-US" sz="2400" b="1" strike="noStrike" noProof="1">
                <a:latin typeface="Times New Roman" panose="02020603050405020304" pitchFamily="2" charset="0"/>
                <a:ea typeface="宋体" panose="02010600030101010101" pitchFamily="2" charset="-122"/>
                <a:cs typeface="+mn-ea"/>
                <a:sym typeface="Arial" panose="020B0604020202020204" pitchFamily="34" charset="0"/>
              </a:rPr>
              <a:t>双边指数序列</a:t>
            </a:r>
            <a:endParaRPr lang="zh-CN" altLang="en-US" sz="2400" b="1" strike="noStrike" noProof="1">
              <a:sym typeface="Arial" panose="020B0604020202020204" pitchFamily="34" charset="0"/>
            </a:endParaRPr>
          </a:p>
          <a:p>
            <a:pPr marL="1905" lvl="0" indent="455295" eaLnBrk="1" fontAlgn="base" hangingPunct="1">
              <a:lnSpc>
                <a:spcPct val="140000"/>
              </a:lnSpc>
              <a:buClr>
                <a:schemeClr val="folHlink"/>
              </a:buClr>
              <a:buSzPct val="120000"/>
              <a:buFont typeface="Wingdings" panose="05000000000000000000" pitchFamily="2" charset="2"/>
              <a:buChar char="n"/>
            </a:pPr>
            <a:endParaRPr lang="zh-CN" altLang="en-US" b="1" strike="noStrike" noProof="1"/>
          </a:p>
        </p:txBody>
      </p:sp>
      <p:graphicFrame>
        <p:nvGraphicFramePr>
          <p:cNvPr id="33794" name="对象 80900">
            <a:hlinkClick r:id="" action="ppaction://ole?verb=0"/>
          </p:cNvPr>
          <p:cNvGraphicFramePr>
            <a:graphicFrameLocks noChangeAspect="1"/>
          </p:cNvGraphicFramePr>
          <p:nvPr/>
        </p:nvGraphicFramePr>
        <p:xfrm>
          <a:off x="3321050" y="1560513"/>
          <a:ext cx="1873250" cy="503237"/>
        </p:xfrm>
        <a:graphic>
          <a:graphicData uri="http://schemas.openxmlformats.org/presentationml/2006/ole">
            <mc:AlternateContent xmlns:mc="http://schemas.openxmlformats.org/markup-compatibility/2006">
              <mc:Choice xmlns:v="urn:schemas-microsoft-com:vml" Requires="v">
                <p:oleObj r:id="rId2" imgW="857250" imgH="230505" progId="Equation.3">
                  <p:embed/>
                </p:oleObj>
              </mc:Choice>
              <mc:Fallback>
                <p:oleObj r:id="rId2" imgW="857250" imgH="230505" progId="Equation.3">
                  <p:embed/>
                  <p:pic>
                    <p:nvPicPr>
                      <p:cNvPr id="0" name="图片 3188"/>
                      <p:cNvPicPr/>
                      <p:nvPr/>
                    </p:nvPicPr>
                    <p:blipFill>
                      <a:blip r:embed="rId3"/>
                      <a:stretch>
                        <a:fillRect/>
                      </a:stretch>
                    </p:blipFill>
                    <p:spPr>
                      <a:xfrm>
                        <a:off x="3321050" y="1560513"/>
                        <a:ext cx="1873250" cy="503237"/>
                      </a:xfrm>
                      <a:prstGeom prst="rect">
                        <a:avLst/>
                      </a:prstGeom>
                      <a:noFill/>
                      <a:ln w="38100">
                        <a:noFill/>
                        <a:miter/>
                      </a:ln>
                    </p:spPr>
                  </p:pic>
                </p:oleObj>
              </mc:Fallback>
            </mc:AlternateContent>
          </a:graphicData>
        </a:graphic>
      </p:graphicFrame>
      <p:graphicFrame>
        <p:nvGraphicFramePr>
          <p:cNvPr id="33795" name="对象 80901">
            <a:hlinkClick r:id="" action="ppaction://ole?verb=0"/>
          </p:cNvPr>
          <p:cNvGraphicFramePr>
            <a:graphicFrameLocks noChangeAspect="1"/>
          </p:cNvGraphicFramePr>
          <p:nvPr/>
        </p:nvGraphicFramePr>
        <p:xfrm>
          <a:off x="4114800" y="2374900"/>
          <a:ext cx="914400" cy="241300"/>
        </p:xfrm>
        <a:graphic>
          <a:graphicData uri="http://schemas.openxmlformats.org/presentationml/2006/ole">
            <mc:AlternateContent xmlns:mc="http://schemas.openxmlformats.org/markup-compatibility/2006">
              <mc:Choice xmlns:v="urn:schemas-microsoft-com:vml" Requires="v">
                <p:oleObj r:id="rId4" imgW="922655" imgH="243205" progId="Equation.3">
                  <p:embed/>
                </p:oleObj>
              </mc:Choice>
              <mc:Fallback>
                <p:oleObj r:id="rId4" imgW="922655" imgH="243205" progId="Equation.3">
                  <p:embed/>
                  <p:pic>
                    <p:nvPicPr>
                      <p:cNvPr id="0" name="图片 3181"/>
                      <p:cNvPicPr/>
                      <p:nvPr/>
                    </p:nvPicPr>
                    <p:blipFill>
                      <a:blip r:embed="rId5"/>
                      <a:stretch>
                        <a:fillRect/>
                      </a:stretch>
                    </p:blipFill>
                    <p:spPr>
                      <a:xfrm>
                        <a:off x="4114800" y="2374900"/>
                        <a:ext cx="914400" cy="241300"/>
                      </a:xfrm>
                      <a:prstGeom prst="rect">
                        <a:avLst/>
                      </a:prstGeom>
                      <a:noFill/>
                      <a:ln w="38100">
                        <a:noFill/>
                        <a:miter/>
                      </a:ln>
                    </p:spPr>
                  </p:pic>
                </p:oleObj>
              </mc:Fallback>
            </mc:AlternateContent>
          </a:graphicData>
        </a:graphic>
      </p:graphicFrame>
      <p:graphicFrame>
        <p:nvGraphicFramePr>
          <p:cNvPr id="33796" name="对象 80902"/>
          <p:cNvGraphicFramePr>
            <a:graphicFrameLocks noChangeAspect="1"/>
          </p:cNvGraphicFramePr>
          <p:nvPr/>
        </p:nvGraphicFramePr>
        <p:xfrm>
          <a:off x="3297238" y="2133600"/>
          <a:ext cx="2328862" cy="596900"/>
        </p:xfrm>
        <a:graphic>
          <a:graphicData uri="http://schemas.openxmlformats.org/presentationml/2006/ole">
            <mc:AlternateContent xmlns:mc="http://schemas.openxmlformats.org/markup-compatibility/2006">
              <mc:Choice xmlns:v="urn:schemas-microsoft-com:vml" Requires="v">
                <p:oleObj r:id="rId6" imgW="997585" imgH="255905" progId="Equation.3">
                  <p:embed/>
                </p:oleObj>
              </mc:Choice>
              <mc:Fallback>
                <p:oleObj r:id="rId6" imgW="997585" imgH="255905" progId="Equation.3">
                  <p:embed/>
                  <p:pic>
                    <p:nvPicPr>
                      <p:cNvPr id="0" name="图片 3189"/>
                      <p:cNvPicPr/>
                      <p:nvPr/>
                    </p:nvPicPr>
                    <p:blipFill>
                      <a:blip r:embed="rId7"/>
                      <a:stretch>
                        <a:fillRect/>
                      </a:stretch>
                    </p:blipFill>
                    <p:spPr>
                      <a:xfrm>
                        <a:off x="3297238" y="2133600"/>
                        <a:ext cx="2328862" cy="596900"/>
                      </a:xfrm>
                      <a:prstGeom prst="rect">
                        <a:avLst/>
                      </a:prstGeom>
                      <a:noFill/>
                      <a:ln w="38100">
                        <a:noFill/>
                        <a:miter/>
                      </a:ln>
                    </p:spPr>
                  </p:pic>
                </p:oleObj>
              </mc:Fallback>
            </mc:AlternateContent>
          </a:graphicData>
        </a:graphic>
      </p:graphicFrame>
      <p:graphicFrame>
        <p:nvGraphicFramePr>
          <p:cNvPr id="33797" name="对象 80903"/>
          <p:cNvGraphicFramePr>
            <a:graphicFrameLocks noChangeAspect="1"/>
          </p:cNvGraphicFramePr>
          <p:nvPr/>
        </p:nvGraphicFramePr>
        <p:xfrm>
          <a:off x="3305175" y="2801938"/>
          <a:ext cx="3660775" cy="587375"/>
        </p:xfrm>
        <a:graphic>
          <a:graphicData uri="http://schemas.openxmlformats.org/presentationml/2006/ole">
            <mc:AlternateContent xmlns:mc="http://schemas.openxmlformats.org/markup-compatibility/2006">
              <mc:Choice xmlns:v="urn:schemas-microsoft-com:vml" Requires="v">
                <p:oleObj r:id="rId8" imgW="1663700" imgH="266700" progId="Equation.3">
                  <p:embed/>
                </p:oleObj>
              </mc:Choice>
              <mc:Fallback>
                <p:oleObj r:id="rId8" imgW="1663700" imgH="266700" progId="Equation.3">
                  <p:embed/>
                  <p:pic>
                    <p:nvPicPr>
                      <p:cNvPr id="0" name="图片 3191"/>
                      <p:cNvPicPr/>
                      <p:nvPr/>
                    </p:nvPicPr>
                    <p:blipFill>
                      <a:blip r:embed="rId9"/>
                      <a:stretch>
                        <a:fillRect/>
                      </a:stretch>
                    </p:blipFill>
                    <p:spPr>
                      <a:xfrm>
                        <a:off x="3305175" y="2801938"/>
                        <a:ext cx="3660775" cy="587375"/>
                      </a:xfrm>
                      <a:prstGeom prst="rect">
                        <a:avLst/>
                      </a:prstGeom>
                      <a:noFill/>
                      <a:ln w="38100">
                        <a:noFill/>
                        <a:miter/>
                      </a:ln>
                    </p:spPr>
                  </p:pic>
                </p:oleObj>
              </mc:Fallback>
            </mc:AlternateContent>
          </a:graphicData>
        </a:graphic>
      </p:graphicFrame>
      <p:graphicFrame>
        <p:nvGraphicFramePr>
          <p:cNvPr id="33798" name="对象 80904"/>
          <p:cNvGraphicFramePr>
            <a:graphicFrameLocks noChangeAspect="1"/>
          </p:cNvGraphicFramePr>
          <p:nvPr/>
        </p:nvGraphicFramePr>
        <p:xfrm>
          <a:off x="3297238" y="3422650"/>
          <a:ext cx="2927350" cy="579438"/>
        </p:xfrm>
        <a:graphic>
          <a:graphicData uri="http://schemas.openxmlformats.org/presentationml/2006/ole">
            <mc:AlternateContent xmlns:mc="http://schemas.openxmlformats.org/markup-compatibility/2006">
              <mc:Choice xmlns:v="urn:schemas-microsoft-com:vml" Requires="v">
                <p:oleObj r:id="rId10" imgW="1292225" imgH="255905" progId="Equation.3">
                  <p:embed/>
                </p:oleObj>
              </mc:Choice>
              <mc:Fallback>
                <p:oleObj r:id="rId10" imgW="1292225" imgH="255905" progId="Equation.3">
                  <p:embed/>
                  <p:pic>
                    <p:nvPicPr>
                      <p:cNvPr id="0" name="图片 3192"/>
                      <p:cNvPicPr/>
                      <p:nvPr/>
                    </p:nvPicPr>
                    <p:blipFill>
                      <a:blip r:embed="rId11"/>
                      <a:stretch>
                        <a:fillRect/>
                      </a:stretch>
                    </p:blipFill>
                    <p:spPr>
                      <a:xfrm>
                        <a:off x="3297238" y="3422650"/>
                        <a:ext cx="2927350" cy="579438"/>
                      </a:xfrm>
                      <a:prstGeom prst="rect">
                        <a:avLst/>
                      </a:prstGeom>
                      <a:noFill/>
                      <a:ln w="38100">
                        <a:noFill/>
                        <a:miter/>
                      </a:ln>
                    </p:spPr>
                  </p:pic>
                </p:oleObj>
              </mc:Fallback>
            </mc:AlternateContent>
          </a:graphicData>
        </a:graphic>
      </p:graphicFrame>
      <p:graphicFrame>
        <p:nvGraphicFramePr>
          <p:cNvPr id="33799" name="对象 80905"/>
          <p:cNvGraphicFramePr>
            <a:graphicFrameLocks noChangeAspect="1"/>
          </p:cNvGraphicFramePr>
          <p:nvPr/>
        </p:nvGraphicFramePr>
        <p:xfrm>
          <a:off x="3286125" y="4146550"/>
          <a:ext cx="2233613" cy="550863"/>
        </p:xfrm>
        <a:graphic>
          <a:graphicData uri="http://schemas.openxmlformats.org/presentationml/2006/ole">
            <mc:AlternateContent xmlns:mc="http://schemas.openxmlformats.org/markup-compatibility/2006">
              <mc:Choice xmlns:v="urn:schemas-microsoft-com:vml" Requires="v">
                <p:oleObj r:id="rId12" imgW="934085" imgH="230505" progId="Equation.3">
                  <p:embed/>
                </p:oleObj>
              </mc:Choice>
              <mc:Fallback>
                <p:oleObj r:id="rId12" imgW="934085" imgH="230505" progId="Equation.3">
                  <p:embed/>
                  <p:pic>
                    <p:nvPicPr>
                      <p:cNvPr id="0" name="图片 3185"/>
                      <p:cNvPicPr/>
                      <p:nvPr/>
                    </p:nvPicPr>
                    <p:blipFill>
                      <a:blip r:embed="rId13"/>
                      <a:stretch>
                        <a:fillRect/>
                      </a:stretch>
                    </p:blipFill>
                    <p:spPr>
                      <a:xfrm>
                        <a:off x="3286125" y="4146550"/>
                        <a:ext cx="2233613" cy="550863"/>
                      </a:xfrm>
                      <a:prstGeom prst="rect">
                        <a:avLst/>
                      </a:prstGeom>
                      <a:noFill/>
                      <a:ln w="38100">
                        <a:noFill/>
                        <a:miter/>
                      </a:ln>
                    </p:spPr>
                  </p:pic>
                </p:oleObj>
              </mc:Fallback>
            </mc:AlternateContent>
          </a:graphicData>
        </a:graphic>
      </p:graphicFrame>
      <p:graphicFrame>
        <p:nvGraphicFramePr>
          <p:cNvPr id="33800" name="对象 80906"/>
          <p:cNvGraphicFramePr>
            <a:graphicFrameLocks noChangeAspect="1"/>
          </p:cNvGraphicFramePr>
          <p:nvPr/>
        </p:nvGraphicFramePr>
        <p:xfrm>
          <a:off x="3263900" y="4830763"/>
          <a:ext cx="5789613" cy="550862"/>
        </p:xfrm>
        <a:graphic>
          <a:graphicData uri="http://schemas.openxmlformats.org/presentationml/2006/ole">
            <mc:AlternateContent xmlns:mc="http://schemas.openxmlformats.org/markup-compatibility/2006">
              <mc:Choice xmlns:v="urn:schemas-microsoft-com:vml" Requires="v">
                <p:oleObj r:id="rId14" imgW="2667000" imgH="254000" progId="Equation.3">
                  <p:embed/>
                </p:oleObj>
              </mc:Choice>
              <mc:Fallback>
                <p:oleObj r:id="rId14" imgW="2667000" imgH="254000" progId="Equation.3">
                  <p:embed/>
                  <p:pic>
                    <p:nvPicPr>
                      <p:cNvPr id="0" name="图片 3187"/>
                      <p:cNvPicPr/>
                      <p:nvPr/>
                    </p:nvPicPr>
                    <p:blipFill>
                      <a:blip r:embed="rId15"/>
                      <a:stretch>
                        <a:fillRect/>
                      </a:stretch>
                    </p:blipFill>
                    <p:spPr>
                      <a:xfrm>
                        <a:off x="3263900" y="4830763"/>
                        <a:ext cx="5789613" cy="550862"/>
                      </a:xfrm>
                      <a:prstGeom prst="rect">
                        <a:avLst/>
                      </a:prstGeom>
                      <a:noFill/>
                      <a:ln w="38100">
                        <a:noFill/>
                        <a:miter/>
                      </a:ln>
                    </p:spPr>
                  </p:pic>
                </p:oleObj>
              </mc:Fallback>
            </mc:AlternateContent>
          </a:graphicData>
        </a:graphic>
      </p:graphicFrame>
      <p:grpSp>
        <p:nvGrpSpPr>
          <p:cNvPr id="4" name="组合 3">
            <a:extLst>
              <a:ext uri="{FF2B5EF4-FFF2-40B4-BE49-F238E27FC236}">
                <a16:creationId xmlns:a16="http://schemas.microsoft.com/office/drawing/2014/main" id="{6DF388F1-2399-86A2-C6B1-5064A5B7138A}"/>
              </a:ext>
            </a:extLst>
          </p:cNvPr>
          <p:cNvGrpSpPr/>
          <p:nvPr/>
        </p:nvGrpSpPr>
        <p:grpSpPr>
          <a:xfrm>
            <a:off x="2603545" y="1294029"/>
            <a:ext cx="269280" cy="159120"/>
            <a:chOff x="2603545" y="1294029"/>
            <a:chExt cx="269280" cy="159120"/>
          </a:xfrm>
        </p:grpSpPr>
        <mc:AlternateContent xmlns:mc="http://schemas.openxmlformats.org/markup-compatibility/2006" xmlns:p14="http://schemas.microsoft.com/office/powerpoint/2010/main">
          <mc:Choice Requires="p14">
            <p:contentPart p14:bwMode="auto" r:id="rId16">
              <p14:nvContentPartPr>
                <p14:cNvPr id="2" name="墨迹 1">
                  <a:extLst>
                    <a:ext uri="{FF2B5EF4-FFF2-40B4-BE49-F238E27FC236}">
                      <a16:creationId xmlns:a16="http://schemas.microsoft.com/office/drawing/2014/main" id="{AF92B75E-53A0-3D9B-E754-49FA5C89BBAC}"/>
                    </a:ext>
                  </a:extLst>
                </p14:cNvPr>
                <p14:cNvContentPartPr/>
                <p14:nvPr/>
              </p14:nvContentPartPr>
              <p14:xfrm>
                <a:off x="2632345" y="1299429"/>
                <a:ext cx="222840" cy="140040"/>
              </p14:xfrm>
            </p:contentPart>
          </mc:Choice>
          <mc:Fallback xmlns="">
            <p:pic>
              <p:nvPicPr>
                <p:cNvPr id="2" name="墨迹 1">
                  <a:extLst>
                    <a:ext uri="{FF2B5EF4-FFF2-40B4-BE49-F238E27FC236}">
                      <a16:creationId xmlns:a16="http://schemas.microsoft.com/office/drawing/2014/main" id="{AF92B75E-53A0-3D9B-E754-49FA5C89BBAC}"/>
                    </a:ext>
                  </a:extLst>
                </p:cNvPr>
                <p:cNvPicPr/>
                <p:nvPr/>
              </p:nvPicPr>
              <p:blipFill>
                <a:blip r:embed="rId17"/>
                <a:stretch>
                  <a:fillRect/>
                </a:stretch>
              </p:blipFill>
              <p:spPr>
                <a:xfrm>
                  <a:off x="2614345" y="1281789"/>
                  <a:ext cx="258480" cy="17568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3" name="墨迹 2">
                  <a:extLst>
                    <a:ext uri="{FF2B5EF4-FFF2-40B4-BE49-F238E27FC236}">
                      <a16:creationId xmlns:a16="http://schemas.microsoft.com/office/drawing/2014/main" id="{F201EC8D-8FB1-1986-69C7-066C35A95185}"/>
                    </a:ext>
                  </a:extLst>
                </p14:cNvPr>
                <p14:cNvContentPartPr/>
                <p14:nvPr/>
              </p14:nvContentPartPr>
              <p14:xfrm>
                <a:off x="2603545" y="1294029"/>
                <a:ext cx="269280" cy="159120"/>
              </p14:xfrm>
            </p:contentPart>
          </mc:Choice>
          <mc:Fallback xmlns="">
            <p:pic>
              <p:nvPicPr>
                <p:cNvPr id="3" name="墨迹 2">
                  <a:extLst>
                    <a:ext uri="{FF2B5EF4-FFF2-40B4-BE49-F238E27FC236}">
                      <a16:creationId xmlns:a16="http://schemas.microsoft.com/office/drawing/2014/main" id="{F201EC8D-8FB1-1986-69C7-066C35A95185}"/>
                    </a:ext>
                  </a:extLst>
                </p:cNvPr>
                <p:cNvPicPr/>
                <p:nvPr/>
              </p:nvPicPr>
              <p:blipFill>
                <a:blip r:embed="rId19"/>
                <a:stretch>
                  <a:fillRect/>
                </a:stretch>
              </p:blipFill>
              <p:spPr>
                <a:xfrm>
                  <a:off x="2585905" y="1276389"/>
                  <a:ext cx="304920" cy="194760"/>
                </a:xfrm>
                <a:prstGeom prst="rect">
                  <a:avLst/>
                </a:prstGeom>
              </p:spPr>
            </p:pic>
          </mc:Fallback>
        </mc:AlternateContent>
      </p:grpSp>
    </p:spTree>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矩形 14337"/>
          <p:cNvSpPr/>
          <p:nvPr/>
        </p:nvSpPr>
        <p:spPr>
          <a:xfrm>
            <a:off x="457200" y="762000"/>
            <a:ext cx="2133600" cy="762000"/>
          </a:xfrm>
          <a:prstGeom prst="rect">
            <a:avLst/>
          </a:prstGeom>
          <a:noFill/>
          <a:ln w="9525">
            <a:noFill/>
          </a:ln>
        </p:spPr>
        <p:txBody>
          <a:bodyPr anchor="t" anchorCtr="0"/>
          <a:lstStyle/>
          <a:p>
            <a:pPr eaLnBrk="0" hangingPunct="0"/>
            <a:r>
              <a:rPr lang="zh-CN" altLang="en-US" sz="2800" b="1">
                <a:latin typeface="Times New Roman" panose="02020603050405020304" pitchFamily="2" charset="0"/>
                <a:ea typeface="宋体" panose="02010600030101010101" pitchFamily="2" charset="-122"/>
              </a:rPr>
              <a:t>例</a:t>
            </a:r>
            <a:r>
              <a:rPr lang="en-US" altLang="zh-CN" sz="2800" b="1">
                <a:latin typeface="Times New Roman" panose="02020603050405020304" pitchFamily="2" charset="0"/>
                <a:ea typeface="宋体" panose="02010600030101010101" pitchFamily="2" charset="-122"/>
              </a:rPr>
              <a:t>2.1</a:t>
            </a:r>
          </a:p>
        </p:txBody>
      </p:sp>
      <p:graphicFrame>
        <p:nvGraphicFramePr>
          <p:cNvPr id="34818" name="对象 14338"/>
          <p:cNvGraphicFramePr>
            <a:graphicFrameLocks noChangeAspect="1"/>
          </p:cNvGraphicFramePr>
          <p:nvPr/>
        </p:nvGraphicFramePr>
        <p:xfrm>
          <a:off x="1693863" y="1752600"/>
          <a:ext cx="4384675" cy="766763"/>
        </p:xfrm>
        <a:graphic>
          <a:graphicData uri="http://schemas.openxmlformats.org/presentationml/2006/ole">
            <mc:AlternateContent xmlns:mc="http://schemas.openxmlformats.org/markup-compatibility/2006">
              <mc:Choice xmlns:v="urn:schemas-microsoft-com:vml" Requires="v">
                <p:oleObj r:id="rId2" imgW="1447800" imgH="254000" progId="Equation.3">
                  <p:embed/>
                </p:oleObj>
              </mc:Choice>
              <mc:Fallback>
                <p:oleObj r:id="rId2" imgW="1447800" imgH="254000" progId="Equation.3">
                  <p:embed/>
                  <p:pic>
                    <p:nvPicPr>
                      <p:cNvPr id="0" name="图片 3178"/>
                      <p:cNvPicPr/>
                      <p:nvPr/>
                    </p:nvPicPr>
                    <p:blipFill>
                      <a:blip r:embed="rId3"/>
                      <a:stretch>
                        <a:fillRect/>
                      </a:stretch>
                    </p:blipFill>
                    <p:spPr>
                      <a:xfrm>
                        <a:off x="1693863" y="1752600"/>
                        <a:ext cx="4384675" cy="766763"/>
                      </a:xfrm>
                      <a:prstGeom prst="rect">
                        <a:avLst/>
                      </a:prstGeom>
                      <a:noFill/>
                      <a:ln w="38100">
                        <a:noFill/>
                        <a:miter/>
                      </a:ln>
                    </p:spPr>
                  </p:pic>
                </p:oleObj>
              </mc:Fallback>
            </mc:AlternateContent>
          </a:graphicData>
        </a:graphic>
      </p:graphicFrame>
      <p:sp>
        <p:nvSpPr>
          <p:cNvPr id="34819" name="矩形 14339"/>
          <p:cNvSpPr/>
          <p:nvPr/>
        </p:nvSpPr>
        <p:spPr>
          <a:xfrm>
            <a:off x="1625600" y="4445000"/>
            <a:ext cx="6324600" cy="522288"/>
          </a:xfrm>
          <a:prstGeom prst="rect">
            <a:avLst/>
          </a:prstGeom>
          <a:noFill/>
          <a:ln w="9525">
            <a:noFill/>
          </a:ln>
        </p:spPr>
        <p:txBody>
          <a:bodyPr anchor="t" anchorCtr="0">
            <a:spAutoFit/>
          </a:bodyPr>
          <a:lstStyle/>
          <a:p>
            <a:pPr eaLnBrk="0" hangingPunct="0">
              <a:spcBef>
                <a:spcPct val="50000"/>
              </a:spcBef>
            </a:pPr>
            <a:r>
              <a:rPr lang="zh-CN" altLang="en-US" sz="2800" b="1">
                <a:latin typeface="Times New Roman" panose="02020603050405020304" pitchFamily="2" charset="0"/>
                <a:ea typeface="宋体" panose="02010600030101010101" pitchFamily="2" charset="-122"/>
              </a:rPr>
              <a:t>收敛域应是整个</a:t>
            </a:r>
            <a:r>
              <a:rPr lang="en-US" altLang="zh-CN" sz="2800" b="1">
                <a:latin typeface="Times New Roman" panose="02020603050405020304" pitchFamily="2" charset="0"/>
                <a:ea typeface="宋体" panose="02010600030101010101" pitchFamily="2" charset="-122"/>
              </a:rPr>
              <a:t>z</a:t>
            </a:r>
            <a:r>
              <a:rPr lang="zh-CN" altLang="en-US" sz="2800" b="1">
                <a:latin typeface="Times New Roman" panose="02020603050405020304" pitchFamily="2" charset="0"/>
                <a:ea typeface="宋体" panose="02010600030101010101" pitchFamily="2" charset="-122"/>
              </a:rPr>
              <a:t>的闭平面</a:t>
            </a:r>
          </a:p>
        </p:txBody>
      </p:sp>
      <p:graphicFrame>
        <p:nvGraphicFramePr>
          <p:cNvPr id="34820" name="对象 14340"/>
          <p:cNvGraphicFramePr>
            <a:graphicFrameLocks noChangeAspect="1"/>
          </p:cNvGraphicFramePr>
          <p:nvPr/>
        </p:nvGraphicFramePr>
        <p:xfrm>
          <a:off x="1693863" y="3084513"/>
          <a:ext cx="3819525" cy="1235075"/>
        </p:xfrm>
        <a:graphic>
          <a:graphicData uri="http://schemas.openxmlformats.org/presentationml/2006/ole">
            <mc:AlternateContent xmlns:mc="http://schemas.openxmlformats.org/markup-compatibility/2006">
              <mc:Choice xmlns:v="urn:schemas-microsoft-com:vml" Requires="v">
                <p:oleObj r:id="rId4" imgW="1333500" imgH="431800" progId="Equation.3">
                  <p:embed/>
                </p:oleObj>
              </mc:Choice>
              <mc:Fallback>
                <p:oleObj r:id="rId4" imgW="1333500" imgH="431800" progId="Equation.3">
                  <p:embed/>
                  <p:pic>
                    <p:nvPicPr>
                      <p:cNvPr id="0" name="图片 3190"/>
                      <p:cNvPicPr/>
                      <p:nvPr/>
                    </p:nvPicPr>
                    <p:blipFill>
                      <a:blip r:embed="rId5"/>
                      <a:stretch>
                        <a:fillRect/>
                      </a:stretch>
                    </p:blipFill>
                    <p:spPr>
                      <a:xfrm>
                        <a:off x="1693863" y="3084513"/>
                        <a:ext cx="3819525" cy="1235075"/>
                      </a:xfrm>
                      <a:prstGeom prst="rect">
                        <a:avLst/>
                      </a:prstGeom>
                      <a:noFill/>
                      <a:ln w="38100">
                        <a:noFill/>
                        <a:miter/>
                      </a:ln>
                    </p:spPr>
                  </p:pic>
                </p:oleObj>
              </mc:Fallback>
            </mc:AlternateContent>
          </a:graphicData>
        </a:graphic>
      </p:graphicFrame>
      <p:grpSp>
        <p:nvGrpSpPr>
          <p:cNvPr id="27" name="组合 26">
            <a:extLst>
              <a:ext uri="{FF2B5EF4-FFF2-40B4-BE49-F238E27FC236}">
                <a16:creationId xmlns:a16="http://schemas.microsoft.com/office/drawing/2014/main" id="{0CAA1264-EABA-B068-284B-01ACA13839AF}"/>
              </a:ext>
            </a:extLst>
          </p:cNvPr>
          <p:cNvGrpSpPr/>
          <p:nvPr/>
        </p:nvGrpSpPr>
        <p:grpSpPr>
          <a:xfrm>
            <a:off x="3954985" y="2373309"/>
            <a:ext cx="246960" cy="268560"/>
            <a:chOff x="3954985" y="2373309"/>
            <a:chExt cx="246960" cy="268560"/>
          </a:xfrm>
        </p:grpSpPr>
        <mc:AlternateContent xmlns:mc="http://schemas.openxmlformats.org/markup-compatibility/2006" xmlns:p14="http://schemas.microsoft.com/office/powerpoint/2010/main">
          <mc:Choice Requires="p14">
            <p:contentPart p14:bwMode="auto" r:id="rId6">
              <p14:nvContentPartPr>
                <p14:cNvPr id="19" name="墨迹 18">
                  <a:extLst>
                    <a:ext uri="{FF2B5EF4-FFF2-40B4-BE49-F238E27FC236}">
                      <a16:creationId xmlns:a16="http://schemas.microsoft.com/office/drawing/2014/main" id="{FAE220B2-925F-7E1F-2445-9E385F1702DF}"/>
                    </a:ext>
                  </a:extLst>
                </p14:cNvPr>
                <p14:cNvContentPartPr/>
                <p14:nvPr/>
              </p14:nvContentPartPr>
              <p14:xfrm>
                <a:off x="3954985" y="2401389"/>
                <a:ext cx="200520" cy="220680"/>
              </p14:xfrm>
            </p:contentPart>
          </mc:Choice>
          <mc:Fallback xmlns="">
            <p:pic>
              <p:nvPicPr>
                <p:cNvPr id="19" name="墨迹 18">
                  <a:extLst>
                    <a:ext uri="{FF2B5EF4-FFF2-40B4-BE49-F238E27FC236}">
                      <a16:creationId xmlns:a16="http://schemas.microsoft.com/office/drawing/2014/main" id="{FAE220B2-925F-7E1F-2445-9E385F1702DF}"/>
                    </a:ext>
                  </a:extLst>
                </p:cNvPr>
                <p:cNvPicPr/>
                <p:nvPr/>
              </p:nvPicPr>
              <p:blipFill>
                <a:blip r:embed="rId7"/>
                <a:stretch>
                  <a:fillRect/>
                </a:stretch>
              </p:blipFill>
              <p:spPr>
                <a:xfrm>
                  <a:off x="3936985" y="2383389"/>
                  <a:ext cx="236160" cy="25632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20" name="墨迹 19">
                  <a:extLst>
                    <a:ext uri="{FF2B5EF4-FFF2-40B4-BE49-F238E27FC236}">
                      <a16:creationId xmlns:a16="http://schemas.microsoft.com/office/drawing/2014/main" id="{AD93F4FE-4C4B-BADE-9E92-1E497614C292}"/>
                    </a:ext>
                  </a:extLst>
                </p14:cNvPr>
                <p14:cNvContentPartPr/>
                <p14:nvPr/>
              </p14:nvContentPartPr>
              <p14:xfrm>
                <a:off x="4045345" y="2401389"/>
                <a:ext cx="80280" cy="66960"/>
              </p14:xfrm>
            </p:contentPart>
          </mc:Choice>
          <mc:Fallback xmlns="">
            <p:pic>
              <p:nvPicPr>
                <p:cNvPr id="20" name="墨迹 19">
                  <a:extLst>
                    <a:ext uri="{FF2B5EF4-FFF2-40B4-BE49-F238E27FC236}">
                      <a16:creationId xmlns:a16="http://schemas.microsoft.com/office/drawing/2014/main" id="{AD93F4FE-4C4B-BADE-9E92-1E497614C292}"/>
                    </a:ext>
                  </a:extLst>
                </p:cNvPr>
                <p:cNvPicPr/>
                <p:nvPr/>
              </p:nvPicPr>
              <p:blipFill>
                <a:blip r:embed="rId9"/>
                <a:stretch>
                  <a:fillRect/>
                </a:stretch>
              </p:blipFill>
              <p:spPr>
                <a:xfrm>
                  <a:off x="4027705" y="2383389"/>
                  <a:ext cx="115920" cy="10260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21" name="墨迹 20">
                  <a:extLst>
                    <a:ext uri="{FF2B5EF4-FFF2-40B4-BE49-F238E27FC236}">
                      <a16:creationId xmlns:a16="http://schemas.microsoft.com/office/drawing/2014/main" id="{1B9FEF0A-77F3-311D-44BA-D346BD753035}"/>
                    </a:ext>
                  </a:extLst>
                </p14:cNvPr>
                <p14:cNvContentPartPr/>
                <p14:nvPr/>
              </p14:nvContentPartPr>
              <p14:xfrm>
                <a:off x="3980905" y="2601189"/>
                <a:ext cx="164880" cy="40680"/>
              </p14:xfrm>
            </p:contentPart>
          </mc:Choice>
          <mc:Fallback xmlns="">
            <p:pic>
              <p:nvPicPr>
                <p:cNvPr id="21" name="墨迹 20">
                  <a:extLst>
                    <a:ext uri="{FF2B5EF4-FFF2-40B4-BE49-F238E27FC236}">
                      <a16:creationId xmlns:a16="http://schemas.microsoft.com/office/drawing/2014/main" id="{1B9FEF0A-77F3-311D-44BA-D346BD753035}"/>
                    </a:ext>
                  </a:extLst>
                </p:cNvPr>
                <p:cNvPicPr/>
                <p:nvPr/>
              </p:nvPicPr>
              <p:blipFill>
                <a:blip r:embed="rId11"/>
                <a:stretch>
                  <a:fillRect/>
                </a:stretch>
              </p:blipFill>
              <p:spPr>
                <a:xfrm>
                  <a:off x="3962905" y="2583189"/>
                  <a:ext cx="200520" cy="7632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23" name="墨迹 22">
                  <a:extLst>
                    <a:ext uri="{FF2B5EF4-FFF2-40B4-BE49-F238E27FC236}">
                      <a16:creationId xmlns:a16="http://schemas.microsoft.com/office/drawing/2014/main" id="{3E7D7C3D-978E-B573-D784-DC5B9FB6B718}"/>
                    </a:ext>
                  </a:extLst>
                </p14:cNvPr>
                <p14:cNvContentPartPr/>
                <p14:nvPr/>
              </p14:nvContentPartPr>
              <p14:xfrm>
                <a:off x="4100425" y="2558709"/>
                <a:ext cx="101520" cy="27720"/>
              </p14:xfrm>
            </p:contentPart>
          </mc:Choice>
          <mc:Fallback xmlns="">
            <p:pic>
              <p:nvPicPr>
                <p:cNvPr id="23" name="墨迹 22">
                  <a:extLst>
                    <a:ext uri="{FF2B5EF4-FFF2-40B4-BE49-F238E27FC236}">
                      <a16:creationId xmlns:a16="http://schemas.microsoft.com/office/drawing/2014/main" id="{3E7D7C3D-978E-B573-D784-DC5B9FB6B718}"/>
                    </a:ext>
                  </a:extLst>
                </p:cNvPr>
                <p:cNvPicPr/>
                <p:nvPr/>
              </p:nvPicPr>
              <p:blipFill>
                <a:blip r:embed="rId13"/>
                <a:stretch>
                  <a:fillRect/>
                </a:stretch>
              </p:blipFill>
              <p:spPr>
                <a:xfrm>
                  <a:off x="4082785" y="2540709"/>
                  <a:ext cx="137160" cy="6336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24" name="墨迹 23">
                  <a:extLst>
                    <a:ext uri="{FF2B5EF4-FFF2-40B4-BE49-F238E27FC236}">
                      <a16:creationId xmlns:a16="http://schemas.microsoft.com/office/drawing/2014/main" id="{40ADD108-9FA1-C384-A355-B9C41B8ABDC0}"/>
                    </a:ext>
                  </a:extLst>
                </p14:cNvPr>
                <p14:cNvContentPartPr/>
                <p14:nvPr/>
              </p14:nvContentPartPr>
              <p14:xfrm>
                <a:off x="4183945" y="2502909"/>
                <a:ext cx="360" cy="43920"/>
              </p14:xfrm>
            </p:contentPart>
          </mc:Choice>
          <mc:Fallback xmlns="">
            <p:pic>
              <p:nvPicPr>
                <p:cNvPr id="24" name="墨迹 23">
                  <a:extLst>
                    <a:ext uri="{FF2B5EF4-FFF2-40B4-BE49-F238E27FC236}">
                      <a16:creationId xmlns:a16="http://schemas.microsoft.com/office/drawing/2014/main" id="{40ADD108-9FA1-C384-A355-B9C41B8ABDC0}"/>
                    </a:ext>
                  </a:extLst>
                </p:cNvPr>
                <p:cNvPicPr/>
                <p:nvPr/>
              </p:nvPicPr>
              <p:blipFill>
                <a:blip r:embed="rId15"/>
                <a:stretch>
                  <a:fillRect/>
                </a:stretch>
              </p:blipFill>
              <p:spPr>
                <a:xfrm>
                  <a:off x="4166305" y="2485269"/>
                  <a:ext cx="36000" cy="7956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26" name="墨迹 25">
                  <a:extLst>
                    <a:ext uri="{FF2B5EF4-FFF2-40B4-BE49-F238E27FC236}">
                      <a16:creationId xmlns:a16="http://schemas.microsoft.com/office/drawing/2014/main" id="{75380514-548F-B7EC-3C58-43B1263735C5}"/>
                    </a:ext>
                  </a:extLst>
                </p14:cNvPr>
                <p14:cNvContentPartPr/>
                <p14:nvPr/>
              </p14:nvContentPartPr>
              <p14:xfrm>
                <a:off x="4014745" y="2373309"/>
                <a:ext cx="12600" cy="30960"/>
              </p14:xfrm>
            </p:contentPart>
          </mc:Choice>
          <mc:Fallback xmlns="">
            <p:pic>
              <p:nvPicPr>
                <p:cNvPr id="26" name="墨迹 25">
                  <a:extLst>
                    <a:ext uri="{FF2B5EF4-FFF2-40B4-BE49-F238E27FC236}">
                      <a16:creationId xmlns:a16="http://schemas.microsoft.com/office/drawing/2014/main" id="{75380514-548F-B7EC-3C58-43B1263735C5}"/>
                    </a:ext>
                  </a:extLst>
                </p:cNvPr>
                <p:cNvPicPr/>
                <p:nvPr/>
              </p:nvPicPr>
              <p:blipFill>
                <a:blip r:embed="rId17"/>
                <a:stretch>
                  <a:fillRect/>
                </a:stretch>
              </p:blipFill>
              <p:spPr>
                <a:xfrm>
                  <a:off x="3997105" y="2355669"/>
                  <a:ext cx="48240" cy="666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8">
            <p14:nvContentPartPr>
              <p14:cNvPr id="28" name="墨迹 27">
                <a:extLst>
                  <a:ext uri="{FF2B5EF4-FFF2-40B4-BE49-F238E27FC236}">
                    <a16:creationId xmlns:a16="http://schemas.microsoft.com/office/drawing/2014/main" id="{C09A7EA5-6442-0C9B-1CF7-B7CAA6926491}"/>
                  </a:ext>
                </a:extLst>
              </p14:cNvPr>
              <p14:cNvContentPartPr/>
              <p14:nvPr/>
            </p14:nvContentPartPr>
            <p14:xfrm>
              <a:off x="4504345" y="3888549"/>
              <a:ext cx="208800" cy="168480"/>
            </p14:xfrm>
          </p:contentPart>
        </mc:Choice>
        <mc:Fallback xmlns="">
          <p:pic>
            <p:nvPicPr>
              <p:cNvPr id="28" name="墨迹 27">
                <a:extLst>
                  <a:ext uri="{FF2B5EF4-FFF2-40B4-BE49-F238E27FC236}">
                    <a16:creationId xmlns:a16="http://schemas.microsoft.com/office/drawing/2014/main" id="{C09A7EA5-6442-0C9B-1CF7-B7CAA6926491}"/>
                  </a:ext>
                </a:extLst>
              </p:cNvPr>
              <p:cNvPicPr/>
              <p:nvPr/>
            </p:nvPicPr>
            <p:blipFill>
              <a:blip r:embed="rId19"/>
              <a:stretch>
                <a:fillRect/>
              </a:stretch>
            </p:blipFill>
            <p:spPr>
              <a:xfrm>
                <a:off x="4486705" y="3870549"/>
                <a:ext cx="244440" cy="20412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29" name="墨迹 28">
                <a:extLst>
                  <a:ext uri="{FF2B5EF4-FFF2-40B4-BE49-F238E27FC236}">
                    <a16:creationId xmlns:a16="http://schemas.microsoft.com/office/drawing/2014/main" id="{FD54815A-B968-A779-92C9-0DA843701C0C}"/>
                  </a:ext>
                </a:extLst>
              </p14:cNvPr>
              <p14:cNvContentPartPr/>
              <p14:nvPr/>
            </p14:nvContentPartPr>
            <p14:xfrm>
              <a:off x="5375545" y="3888189"/>
              <a:ext cx="74520" cy="66240"/>
            </p14:xfrm>
          </p:contentPart>
        </mc:Choice>
        <mc:Fallback xmlns="">
          <p:pic>
            <p:nvPicPr>
              <p:cNvPr id="29" name="墨迹 28">
                <a:extLst>
                  <a:ext uri="{FF2B5EF4-FFF2-40B4-BE49-F238E27FC236}">
                    <a16:creationId xmlns:a16="http://schemas.microsoft.com/office/drawing/2014/main" id="{FD54815A-B968-A779-92C9-0DA843701C0C}"/>
                  </a:ext>
                </a:extLst>
              </p:cNvPr>
              <p:cNvPicPr/>
              <p:nvPr/>
            </p:nvPicPr>
            <p:blipFill>
              <a:blip r:embed="rId21"/>
              <a:stretch>
                <a:fillRect/>
              </a:stretch>
            </p:blipFill>
            <p:spPr>
              <a:xfrm>
                <a:off x="5357545" y="3870189"/>
                <a:ext cx="110160" cy="10188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31" name="墨迹 30">
                <a:extLst>
                  <a:ext uri="{FF2B5EF4-FFF2-40B4-BE49-F238E27FC236}">
                    <a16:creationId xmlns:a16="http://schemas.microsoft.com/office/drawing/2014/main" id="{87CE3FFD-DA99-F6DE-2230-039B52069D6C}"/>
                  </a:ext>
                </a:extLst>
              </p14:cNvPr>
              <p14:cNvContentPartPr/>
              <p14:nvPr/>
            </p14:nvContentPartPr>
            <p14:xfrm>
              <a:off x="1810105" y="4861269"/>
              <a:ext cx="4091040" cy="147600"/>
            </p14:xfrm>
          </p:contentPart>
        </mc:Choice>
        <mc:Fallback xmlns="">
          <p:pic>
            <p:nvPicPr>
              <p:cNvPr id="31" name="墨迹 30">
                <a:extLst>
                  <a:ext uri="{FF2B5EF4-FFF2-40B4-BE49-F238E27FC236}">
                    <a16:creationId xmlns:a16="http://schemas.microsoft.com/office/drawing/2014/main" id="{87CE3FFD-DA99-F6DE-2230-039B52069D6C}"/>
                  </a:ext>
                </a:extLst>
              </p:cNvPr>
              <p:cNvPicPr/>
              <p:nvPr/>
            </p:nvPicPr>
            <p:blipFill>
              <a:blip r:embed="rId23"/>
              <a:stretch>
                <a:fillRect/>
              </a:stretch>
            </p:blipFill>
            <p:spPr>
              <a:xfrm>
                <a:off x="1792465" y="4843629"/>
                <a:ext cx="4126680" cy="183240"/>
              </a:xfrm>
              <a:prstGeom prst="rect">
                <a:avLst/>
              </a:prstGeom>
            </p:spPr>
          </p:pic>
        </mc:Fallback>
      </mc:AlternateContent>
    </p:spTree>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5841" name="对象 557057"/>
          <p:cNvGraphicFramePr/>
          <p:nvPr/>
        </p:nvGraphicFramePr>
        <p:xfrm>
          <a:off x="900113" y="628650"/>
          <a:ext cx="5343525" cy="398463"/>
        </p:xfrm>
        <a:graphic>
          <a:graphicData uri="http://schemas.openxmlformats.org/presentationml/2006/ole">
            <mc:AlternateContent xmlns:mc="http://schemas.openxmlformats.org/markup-compatibility/2006">
              <mc:Choice xmlns:v="urn:schemas-microsoft-com:vml" Requires="v">
                <p:oleObj r:id="rId3" imgW="6146800" imgH="457200" progId="Equation.DSMT4">
                  <p:embed/>
                </p:oleObj>
              </mc:Choice>
              <mc:Fallback>
                <p:oleObj r:id="rId3" imgW="6146800" imgH="457200" progId="Equation.DSMT4">
                  <p:embed/>
                  <p:pic>
                    <p:nvPicPr>
                      <p:cNvPr id="0" name="图片 3175"/>
                      <p:cNvPicPr/>
                      <p:nvPr/>
                    </p:nvPicPr>
                    <p:blipFill>
                      <a:blip r:embed="rId4">
                        <a:lum bright="-100000"/>
                      </a:blip>
                      <a:stretch>
                        <a:fillRect/>
                      </a:stretch>
                    </p:blipFill>
                    <p:spPr>
                      <a:xfrm>
                        <a:off x="900113" y="628650"/>
                        <a:ext cx="5343525" cy="398463"/>
                      </a:xfrm>
                      <a:prstGeom prst="rect">
                        <a:avLst/>
                      </a:prstGeom>
                      <a:noFill/>
                      <a:ln w="38100">
                        <a:noFill/>
                        <a:miter/>
                      </a:ln>
                    </p:spPr>
                  </p:pic>
                </p:oleObj>
              </mc:Fallback>
            </mc:AlternateContent>
          </a:graphicData>
        </a:graphic>
      </p:graphicFrame>
      <p:sp>
        <p:nvSpPr>
          <p:cNvPr id="35842" name="椭圆 557058"/>
          <p:cNvSpPr/>
          <p:nvPr/>
        </p:nvSpPr>
        <p:spPr>
          <a:xfrm>
            <a:off x="5033963" y="3705225"/>
            <a:ext cx="1849437" cy="1846263"/>
          </a:xfrm>
          <a:prstGeom prst="ellipse">
            <a:avLst/>
          </a:prstGeom>
          <a:pattFill prst="pct10">
            <a:fgClr>
              <a:schemeClr val="tx1"/>
            </a:fgClr>
            <a:bgClr>
              <a:schemeClr val="bg1"/>
            </a:bgClr>
          </a:pattFill>
          <a:ln w="25400">
            <a:noFill/>
          </a:ln>
        </p:spPr>
        <p:txBody>
          <a:bodyPr anchor="t" anchorCtr="0"/>
          <a:lstStyle/>
          <a:p>
            <a:endParaRPr lang="zh-CN" altLang="en-US">
              <a:latin typeface="Arial" panose="020B0604020202020204" pitchFamily="34" charset="0"/>
              <a:ea typeface="宋体" panose="02010600030101010101" pitchFamily="2" charset="-122"/>
            </a:endParaRPr>
          </a:p>
        </p:txBody>
      </p:sp>
      <p:sp>
        <p:nvSpPr>
          <p:cNvPr id="35843" name="椭圆 557059"/>
          <p:cNvSpPr/>
          <p:nvPr/>
        </p:nvSpPr>
        <p:spPr>
          <a:xfrm>
            <a:off x="5465763" y="4087813"/>
            <a:ext cx="985837" cy="1017587"/>
          </a:xfrm>
          <a:prstGeom prst="ellipse">
            <a:avLst/>
          </a:prstGeom>
          <a:solidFill>
            <a:schemeClr val="bg1"/>
          </a:solidFill>
          <a:ln w="25400" cap="sq" cmpd="sng">
            <a:solidFill>
              <a:schemeClr val="tx1"/>
            </a:solidFill>
            <a:prstDash val="solid"/>
            <a:round/>
            <a:headEnd type="none" w="sm" len="sm"/>
            <a:tailEnd type="none" w="sm" len="sm"/>
          </a:ln>
        </p:spPr>
        <p:txBody>
          <a:bodyPr anchor="t" anchorCtr="0"/>
          <a:lstStyle/>
          <a:p>
            <a:endParaRPr lang="zh-CN" altLang="en-US">
              <a:latin typeface="Arial" panose="020B0604020202020204" pitchFamily="34" charset="0"/>
              <a:ea typeface="宋体" panose="02010600030101010101" pitchFamily="2" charset="-122"/>
            </a:endParaRPr>
          </a:p>
        </p:txBody>
      </p:sp>
      <p:sp>
        <p:nvSpPr>
          <p:cNvPr id="35844" name="直接连接符 557060"/>
          <p:cNvSpPr/>
          <p:nvPr/>
        </p:nvSpPr>
        <p:spPr>
          <a:xfrm>
            <a:off x="4787900" y="4595813"/>
            <a:ext cx="2589213" cy="0"/>
          </a:xfrm>
          <a:prstGeom prst="line">
            <a:avLst/>
          </a:prstGeom>
          <a:ln w="25400" cap="sq" cmpd="sng">
            <a:solidFill>
              <a:schemeClr val="tx1"/>
            </a:solidFill>
            <a:prstDash val="solid"/>
            <a:round/>
            <a:headEnd type="none" w="sm" len="sm"/>
            <a:tailEnd type="triangle" w="med" len="lg"/>
          </a:ln>
        </p:spPr>
      </p:sp>
      <p:sp>
        <p:nvSpPr>
          <p:cNvPr id="35845" name="直接连接符 557061"/>
          <p:cNvSpPr/>
          <p:nvPr/>
        </p:nvSpPr>
        <p:spPr>
          <a:xfrm flipV="1">
            <a:off x="5959475" y="3132138"/>
            <a:ext cx="0" cy="2609850"/>
          </a:xfrm>
          <a:prstGeom prst="line">
            <a:avLst/>
          </a:prstGeom>
          <a:ln w="25400" cap="sq" cmpd="sng">
            <a:solidFill>
              <a:schemeClr val="tx1"/>
            </a:solidFill>
            <a:prstDash val="solid"/>
            <a:round/>
            <a:headEnd type="none" w="sm" len="sm"/>
            <a:tailEnd type="triangle" w="med" len="lg"/>
          </a:ln>
        </p:spPr>
      </p:sp>
      <p:graphicFrame>
        <p:nvGraphicFramePr>
          <p:cNvPr id="35846" name="对象 557062"/>
          <p:cNvGraphicFramePr/>
          <p:nvPr/>
        </p:nvGraphicFramePr>
        <p:xfrm>
          <a:off x="7007225" y="4278313"/>
          <a:ext cx="677863" cy="317500"/>
        </p:xfrm>
        <a:graphic>
          <a:graphicData uri="http://schemas.openxmlformats.org/presentationml/2006/ole">
            <mc:AlternateContent xmlns:mc="http://schemas.openxmlformats.org/markup-compatibility/2006">
              <mc:Choice xmlns:v="urn:schemas-microsoft-com:vml" Requires="v">
                <p:oleObj r:id="rId5" imgW="838200" imgH="381000" progId="Equation.DSMT4">
                  <p:embed/>
                </p:oleObj>
              </mc:Choice>
              <mc:Fallback>
                <p:oleObj r:id="rId5" imgW="838200" imgH="381000" progId="Equation.DSMT4">
                  <p:embed/>
                  <p:pic>
                    <p:nvPicPr>
                      <p:cNvPr id="0" name="图片 3179"/>
                      <p:cNvPicPr/>
                      <p:nvPr/>
                    </p:nvPicPr>
                    <p:blipFill>
                      <a:blip r:embed="rId6">
                        <a:lum bright="-100000"/>
                      </a:blip>
                      <a:stretch>
                        <a:fillRect/>
                      </a:stretch>
                    </p:blipFill>
                    <p:spPr>
                      <a:xfrm>
                        <a:off x="7007225" y="4278313"/>
                        <a:ext cx="677863" cy="317500"/>
                      </a:xfrm>
                      <a:prstGeom prst="rect">
                        <a:avLst/>
                      </a:prstGeom>
                      <a:noFill/>
                      <a:ln w="38100">
                        <a:noFill/>
                        <a:miter/>
                      </a:ln>
                    </p:spPr>
                  </p:pic>
                </p:oleObj>
              </mc:Fallback>
            </mc:AlternateContent>
          </a:graphicData>
        </a:graphic>
      </p:graphicFrame>
      <p:graphicFrame>
        <p:nvGraphicFramePr>
          <p:cNvPr id="35847" name="对象 557063"/>
          <p:cNvGraphicFramePr/>
          <p:nvPr/>
        </p:nvGraphicFramePr>
        <p:xfrm>
          <a:off x="6021388" y="3068638"/>
          <a:ext cx="852487" cy="317500"/>
        </p:xfrm>
        <a:graphic>
          <a:graphicData uri="http://schemas.openxmlformats.org/presentationml/2006/ole">
            <mc:AlternateContent xmlns:mc="http://schemas.openxmlformats.org/markup-compatibility/2006">
              <mc:Choice xmlns:v="urn:schemas-microsoft-com:vml" Requires="v">
                <p:oleObj r:id="rId7" imgW="1054100" imgH="381000" progId="Equation.DSMT4">
                  <p:embed/>
                </p:oleObj>
              </mc:Choice>
              <mc:Fallback>
                <p:oleObj r:id="rId7" imgW="1054100" imgH="381000" progId="Equation.DSMT4">
                  <p:embed/>
                  <p:pic>
                    <p:nvPicPr>
                      <p:cNvPr id="0" name="图片 3186"/>
                      <p:cNvPicPr/>
                      <p:nvPr/>
                    </p:nvPicPr>
                    <p:blipFill>
                      <a:blip r:embed="rId8">
                        <a:lum bright="-100000"/>
                      </a:blip>
                      <a:stretch>
                        <a:fillRect/>
                      </a:stretch>
                    </p:blipFill>
                    <p:spPr>
                      <a:xfrm>
                        <a:off x="6021388" y="3068638"/>
                        <a:ext cx="852487" cy="317500"/>
                      </a:xfrm>
                      <a:prstGeom prst="rect">
                        <a:avLst/>
                      </a:prstGeom>
                      <a:noFill/>
                      <a:ln w="38100">
                        <a:noFill/>
                        <a:miter/>
                      </a:ln>
                    </p:spPr>
                  </p:pic>
                </p:oleObj>
              </mc:Fallback>
            </mc:AlternateContent>
          </a:graphicData>
        </a:graphic>
      </p:graphicFrame>
      <p:graphicFrame>
        <p:nvGraphicFramePr>
          <p:cNvPr id="35848" name="对象 557064"/>
          <p:cNvGraphicFramePr/>
          <p:nvPr/>
        </p:nvGraphicFramePr>
        <p:xfrm>
          <a:off x="5773738" y="4659313"/>
          <a:ext cx="165100" cy="255587"/>
        </p:xfrm>
        <a:graphic>
          <a:graphicData uri="http://schemas.openxmlformats.org/presentationml/2006/ole">
            <mc:AlternateContent xmlns:mc="http://schemas.openxmlformats.org/markup-compatibility/2006">
              <mc:Choice xmlns:v="urn:schemas-microsoft-com:vml" Requires="v">
                <p:oleObj r:id="rId9" imgW="203200" imgH="304800" progId="Equation.DSMT4">
                  <p:embed/>
                </p:oleObj>
              </mc:Choice>
              <mc:Fallback>
                <p:oleObj r:id="rId9" imgW="203200" imgH="304800" progId="Equation.DSMT4">
                  <p:embed/>
                  <p:pic>
                    <p:nvPicPr>
                      <p:cNvPr id="0" name="图片 3176"/>
                      <p:cNvPicPr/>
                      <p:nvPr/>
                    </p:nvPicPr>
                    <p:blipFill>
                      <a:blip r:embed="rId10">
                        <a:lum bright="-100000"/>
                      </a:blip>
                      <a:stretch>
                        <a:fillRect/>
                      </a:stretch>
                    </p:blipFill>
                    <p:spPr>
                      <a:xfrm>
                        <a:off x="5773738" y="4659313"/>
                        <a:ext cx="165100" cy="255587"/>
                      </a:xfrm>
                      <a:prstGeom prst="rect">
                        <a:avLst/>
                      </a:prstGeom>
                      <a:noFill/>
                      <a:ln w="38100">
                        <a:noFill/>
                        <a:miter/>
                      </a:ln>
                    </p:spPr>
                  </p:pic>
                </p:oleObj>
              </mc:Fallback>
            </mc:AlternateContent>
          </a:graphicData>
        </a:graphic>
      </p:graphicFrame>
      <p:graphicFrame>
        <p:nvGraphicFramePr>
          <p:cNvPr id="35849" name="对象 557065"/>
          <p:cNvGraphicFramePr/>
          <p:nvPr/>
        </p:nvGraphicFramePr>
        <p:xfrm>
          <a:off x="6021388" y="4214813"/>
          <a:ext cx="184150" cy="190500"/>
        </p:xfrm>
        <a:graphic>
          <a:graphicData uri="http://schemas.openxmlformats.org/presentationml/2006/ole">
            <mc:AlternateContent xmlns:mc="http://schemas.openxmlformats.org/markup-compatibility/2006">
              <mc:Choice xmlns:v="urn:schemas-microsoft-com:vml" Requires="v">
                <p:oleObj r:id="rId11" imgW="228600" imgH="228600" progId="Equation.DSMT4">
                  <p:embed/>
                </p:oleObj>
              </mc:Choice>
              <mc:Fallback>
                <p:oleObj r:id="rId11" imgW="228600" imgH="228600" progId="Equation.DSMT4">
                  <p:embed/>
                  <p:pic>
                    <p:nvPicPr>
                      <p:cNvPr id="0" name="图片 3177"/>
                      <p:cNvPicPr/>
                      <p:nvPr/>
                    </p:nvPicPr>
                    <p:blipFill>
                      <a:blip r:embed="rId12">
                        <a:lum bright="-100000"/>
                      </a:blip>
                      <a:stretch>
                        <a:fillRect/>
                      </a:stretch>
                    </p:blipFill>
                    <p:spPr>
                      <a:xfrm>
                        <a:off x="6021388" y="4214813"/>
                        <a:ext cx="184150" cy="190500"/>
                      </a:xfrm>
                      <a:prstGeom prst="rect">
                        <a:avLst/>
                      </a:prstGeom>
                      <a:noFill/>
                      <a:ln w="38100">
                        <a:noFill/>
                        <a:miter/>
                      </a:ln>
                    </p:spPr>
                  </p:pic>
                </p:oleObj>
              </mc:Fallback>
            </mc:AlternateContent>
          </a:graphicData>
        </a:graphic>
      </p:graphicFrame>
      <p:sp>
        <p:nvSpPr>
          <p:cNvPr id="35850" name="椭圆 557066"/>
          <p:cNvSpPr/>
          <p:nvPr/>
        </p:nvSpPr>
        <p:spPr>
          <a:xfrm>
            <a:off x="5873750" y="4532313"/>
            <a:ext cx="147638" cy="107950"/>
          </a:xfrm>
          <a:prstGeom prst="ellipse">
            <a:avLst/>
          </a:prstGeom>
          <a:noFill/>
          <a:ln w="25400" cap="sq" cmpd="sng">
            <a:solidFill>
              <a:srgbClr val="FF9900"/>
            </a:solidFill>
            <a:prstDash val="solid"/>
            <a:round/>
            <a:headEnd type="none" w="sm" len="sm"/>
            <a:tailEnd type="none" w="sm" len="sm"/>
          </a:ln>
        </p:spPr>
        <p:txBody>
          <a:bodyPr anchor="t" anchorCtr="0"/>
          <a:lstStyle/>
          <a:p>
            <a:endParaRPr lang="zh-CN" altLang="en-US">
              <a:latin typeface="Arial" panose="020B0604020202020204" pitchFamily="34" charset="0"/>
              <a:ea typeface="宋体" panose="02010600030101010101" pitchFamily="2" charset="-122"/>
            </a:endParaRPr>
          </a:p>
        </p:txBody>
      </p:sp>
      <p:grpSp>
        <p:nvGrpSpPr>
          <p:cNvPr id="35851" name="组合 557067"/>
          <p:cNvGrpSpPr/>
          <p:nvPr/>
        </p:nvGrpSpPr>
        <p:grpSpPr>
          <a:xfrm>
            <a:off x="6205538" y="4087813"/>
            <a:ext cx="119062" cy="207962"/>
            <a:chOff x="4743" y="1344"/>
            <a:chExt cx="92" cy="157"/>
          </a:xfrm>
        </p:grpSpPr>
        <p:sp>
          <p:nvSpPr>
            <p:cNvPr id="35852" name="直接连接符 557068"/>
            <p:cNvSpPr/>
            <p:nvPr/>
          </p:nvSpPr>
          <p:spPr>
            <a:xfrm flipH="1">
              <a:off x="4743" y="1349"/>
              <a:ext cx="90" cy="133"/>
            </a:xfrm>
            <a:prstGeom prst="line">
              <a:avLst/>
            </a:prstGeom>
            <a:ln w="25400" cap="sq" cmpd="sng">
              <a:solidFill>
                <a:srgbClr val="FF9900"/>
              </a:solidFill>
              <a:prstDash val="solid"/>
              <a:round/>
              <a:headEnd type="none" w="sm" len="sm"/>
              <a:tailEnd type="none" w="sm" len="sm"/>
            </a:ln>
          </p:spPr>
        </p:sp>
        <p:sp>
          <p:nvSpPr>
            <p:cNvPr id="35853" name="直接连接符 557069"/>
            <p:cNvSpPr/>
            <p:nvPr/>
          </p:nvSpPr>
          <p:spPr>
            <a:xfrm>
              <a:off x="4752" y="1344"/>
              <a:ext cx="83" cy="157"/>
            </a:xfrm>
            <a:prstGeom prst="line">
              <a:avLst/>
            </a:prstGeom>
            <a:ln w="25400" cap="sq" cmpd="sng">
              <a:solidFill>
                <a:srgbClr val="FF9900"/>
              </a:solidFill>
              <a:prstDash val="solid"/>
              <a:round/>
              <a:headEnd type="none" w="sm" len="sm"/>
              <a:tailEnd type="none" w="sm" len="sm"/>
            </a:ln>
          </p:spPr>
        </p:sp>
      </p:grpSp>
      <p:graphicFrame>
        <p:nvGraphicFramePr>
          <p:cNvPr id="35854" name="对象 557070"/>
          <p:cNvGraphicFramePr/>
          <p:nvPr/>
        </p:nvGraphicFramePr>
        <p:xfrm>
          <a:off x="973138" y="1295400"/>
          <a:ext cx="5727700" cy="763588"/>
        </p:xfrm>
        <a:graphic>
          <a:graphicData uri="http://schemas.openxmlformats.org/presentationml/2006/ole">
            <mc:AlternateContent xmlns:mc="http://schemas.openxmlformats.org/markup-compatibility/2006">
              <mc:Choice xmlns:v="urn:schemas-microsoft-com:vml" Requires="v">
                <p:oleObj r:id="rId13" imgW="6858000" imgH="914400" progId="Equation.DSMT4">
                  <p:embed/>
                </p:oleObj>
              </mc:Choice>
              <mc:Fallback>
                <p:oleObj r:id="rId13" imgW="6858000" imgH="914400" progId="Equation.DSMT4">
                  <p:embed/>
                  <p:pic>
                    <p:nvPicPr>
                      <p:cNvPr id="0" name="图片 3180"/>
                      <p:cNvPicPr/>
                      <p:nvPr/>
                    </p:nvPicPr>
                    <p:blipFill>
                      <a:blip r:embed="rId14">
                        <a:lum bright="-100000"/>
                      </a:blip>
                      <a:stretch>
                        <a:fillRect/>
                      </a:stretch>
                    </p:blipFill>
                    <p:spPr>
                      <a:xfrm>
                        <a:off x="973138" y="1295400"/>
                        <a:ext cx="5727700" cy="763588"/>
                      </a:xfrm>
                      <a:prstGeom prst="rect">
                        <a:avLst/>
                      </a:prstGeom>
                      <a:noFill/>
                      <a:ln w="38100">
                        <a:noFill/>
                        <a:miter/>
                      </a:ln>
                    </p:spPr>
                  </p:pic>
                </p:oleObj>
              </mc:Fallback>
            </mc:AlternateContent>
          </a:graphicData>
        </a:graphic>
      </p:graphicFrame>
      <p:graphicFrame>
        <p:nvGraphicFramePr>
          <p:cNvPr id="35855" name="对象 557071"/>
          <p:cNvGraphicFramePr/>
          <p:nvPr/>
        </p:nvGraphicFramePr>
        <p:xfrm>
          <a:off x="1633538" y="4867275"/>
          <a:ext cx="1471612" cy="317500"/>
        </p:xfrm>
        <a:graphic>
          <a:graphicData uri="http://schemas.openxmlformats.org/presentationml/2006/ole">
            <mc:AlternateContent xmlns:mc="http://schemas.openxmlformats.org/markup-compatibility/2006">
              <mc:Choice xmlns:v="urn:schemas-microsoft-com:vml" Requires="v">
                <p:oleObj r:id="rId15" imgW="1765300" imgH="381000" progId="Equation.DSMT4">
                  <p:embed/>
                </p:oleObj>
              </mc:Choice>
              <mc:Fallback>
                <p:oleObj r:id="rId15" imgW="1765300" imgH="381000" progId="Equation.DSMT4">
                  <p:embed/>
                  <p:pic>
                    <p:nvPicPr>
                      <p:cNvPr id="0" name="图片 3182"/>
                      <p:cNvPicPr/>
                      <p:nvPr/>
                    </p:nvPicPr>
                    <p:blipFill>
                      <a:blip r:embed="rId16">
                        <a:lum bright="-100000"/>
                      </a:blip>
                      <a:stretch>
                        <a:fillRect/>
                      </a:stretch>
                    </p:blipFill>
                    <p:spPr>
                      <a:xfrm>
                        <a:off x="1633538" y="4867275"/>
                        <a:ext cx="1471612" cy="317500"/>
                      </a:xfrm>
                      <a:prstGeom prst="rect">
                        <a:avLst/>
                      </a:prstGeom>
                      <a:noFill/>
                      <a:ln w="38100">
                        <a:noFill/>
                        <a:miter/>
                      </a:ln>
                    </p:spPr>
                  </p:pic>
                </p:oleObj>
              </mc:Fallback>
            </mc:AlternateContent>
          </a:graphicData>
        </a:graphic>
      </p:graphicFrame>
      <p:graphicFrame>
        <p:nvGraphicFramePr>
          <p:cNvPr id="35856" name="对象 557072"/>
          <p:cNvGraphicFramePr/>
          <p:nvPr/>
        </p:nvGraphicFramePr>
        <p:xfrm>
          <a:off x="1620838" y="5514975"/>
          <a:ext cx="1492250" cy="317500"/>
        </p:xfrm>
        <a:graphic>
          <a:graphicData uri="http://schemas.openxmlformats.org/presentationml/2006/ole">
            <mc:AlternateContent xmlns:mc="http://schemas.openxmlformats.org/markup-compatibility/2006">
              <mc:Choice xmlns:v="urn:schemas-microsoft-com:vml" Requires="v">
                <p:oleObj r:id="rId17" imgW="1790700" imgH="381000" progId="Equation.DSMT4">
                  <p:embed/>
                </p:oleObj>
              </mc:Choice>
              <mc:Fallback>
                <p:oleObj r:id="rId17" imgW="1790700" imgH="381000" progId="Equation.DSMT4">
                  <p:embed/>
                  <p:pic>
                    <p:nvPicPr>
                      <p:cNvPr id="0" name="图片 3183"/>
                      <p:cNvPicPr/>
                      <p:nvPr/>
                    </p:nvPicPr>
                    <p:blipFill>
                      <a:blip r:embed="rId18">
                        <a:lum bright="-100000"/>
                      </a:blip>
                      <a:stretch>
                        <a:fillRect/>
                      </a:stretch>
                    </p:blipFill>
                    <p:spPr>
                      <a:xfrm>
                        <a:off x="1620838" y="5514975"/>
                        <a:ext cx="1492250" cy="317500"/>
                      </a:xfrm>
                      <a:prstGeom prst="rect">
                        <a:avLst/>
                      </a:prstGeom>
                      <a:noFill/>
                      <a:ln w="38100">
                        <a:noFill/>
                        <a:miter/>
                      </a:ln>
                    </p:spPr>
                  </p:pic>
                </p:oleObj>
              </mc:Fallback>
            </mc:AlternateContent>
          </a:graphicData>
        </a:graphic>
      </p:graphicFrame>
      <p:graphicFrame>
        <p:nvGraphicFramePr>
          <p:cNvPr id="35857" name="对象 557073"/>
          <p:cNvGraphicFramePr/>
          <p:nvPr/>
        </p:nvGraphicFramePr>
        <p:xfrm>
          <a:off x="1601788" y="4146550"/>
          <a:ext cx="1665287" cy="403225"/>
        </p:xfrm>
        <a:graphic>
          <a:graphicData uri="http://schemas.openxmlformats.org/presentationml/2006/ole">
            <mc:AlternateContent xmlns:mc="http://schemas.openxmlformats.org/markup-compatibility/2006">
              <mc:Choice xmlns:v="urn:schemas-microsoft-com:vml" Requires="v">
                <p:oleObj r:id="rId19" imgW="1993900" imgH="482600" progId="Equation.DSMT4">
                  <p:embed/>
                </p:oleObj>
              </mc:Choice>
              <mc:Fallback>
                <p:oleObj r:id="rId19" imgW="1993900" imgH="482600" progId="Equation.DSMT4">
                  <p:embed/>
                  <p:pic>
                    <p:nvPicPr>
                      <p:cNvPr id="0" name="图片 3184"/>
                      <p:cNvPicPr/>
                      <p:nvPr/>
                    </p:nvPicPr>
                    <p:blipFill>
                      <a:blip r:embed="rId20">
                        <a:lum bright="-100000"/>
                      </a:blip>
                      <a:stretch>
                        <a:fillRect/>
                      </a:stretch>
                    </p:blipFill>
                    <p:spPr>
                      <a:xfrm>
                        <a:off x="1601788" y="4146550"/>
                        <a:ext cx="1665287" cy="403225"/>
                      </a:xfrm>
                      <a:prstGeom prst="rect">
                        <a:avLst/>
                      </a:prstGeom>
                      <a:noFill/>
                      <a:ln w="38100">
                        <a:noFill/>
                        <a:miter/>
                      </a:ln>
                    </p:spPr>
                  </p:pic>
                </p:oleObj>
              </mc:Fallback>
            </mc:AlternateContent>
          </a:graphicData>
        </a:graphic>
      </p:graphicFrame>
      <p:grpSp>
        <p:nvGrpSpPr>
          <p:cNvPr id="35858" name="组合 557074"/>
          <p:cNvGrpSpPr/>
          <p:nvPr/>
        </p:nvGrpSpPr>
        <p:grpSpPr>
          <a:xfrm>
            <a:off x="2122488" y="2211388"/>
            <a:ext cx="3024187" cy="1504950"/>
            <a:chOff x="1688" y="1232"/>
            <a:chExt cx="2354" cy="1135"/>
          </a:xfrm>
        </p:grpSpPr>
        <p:graphicFrame>
          <p:nvGraphicFramePr>
            <p:cNvPr id="35859" name="对象 557075"/>
            <p:cNvGraphicFramePr/>
            <p:nvPr/>
          </p:nvGraphicFramePr>
          <p:xfrm>
            <a:off x="1688" y="1232"/>
            <a:ext cx="864" cy="1135"/>
          </p:xfrm>
          <a:graphic>
            <a:graphicData uri="http://schemas.openxmlformats.org/presentationml/2006/ole">
              <mc:AlternateContent xmlns:mc="http://schemas.openxmlformats.org/markup-compatibility/2006">
                <mc:Choice xmlns:v="urn:schemas-microsoft-com:vml" Requires="v">
                  <p:oleObj r:id="rId21" imgW="1371600" imgH="1803400" progId="Equation.DSMT4">
                    <p:embed/>
                  </p:oleObj>
                </mc:Choice>
                <mc:Fallback>
                  <p:oleObj r:id="rId21" imgW="1371600" imgH="1803400" progId="Equation.DSMT4">
                    <p:embed/>
                    <p:pic>
                      <p:nvPicPr>
                        <p:cNvPr id="0" name="图片 3193"/>
                        <p:cNvPicPr/>
                        <p:nvPr/>
                      </p:nvPicPr>
                      <p:blipFill>
                        <a:blip r:embed="rId22">
                          <a:lum bright="-100000"/>
                        </a:blip>
                        <a:stretch>
                          <a:fillRect/>
                        </a:stretch>
                      </p:blipFill>
                      <p:spPr>
                        <a:xfrm>
                          <a:off x="1688" y="1232"/>
                          <a:ext cx="864" cy="1135"/>
                        </a:xfrm>
                        <a:prstGeom prst="rect">
                          <a:avLst/>
                        </a:prstGeom>
                        <a:noFill/>
                        <a:ln w="38100">
                          <a:noFill/>
                          <a:miter/>
                        </a:ln>
                      </p:spPr>
                    </p:pic>
                  </p:oleObj>
                </mc:Fallback>
              </mc:AlternateContent>
            </a:graphicData>
          </a:graphic>
        </p:graphicFrame>
        <p:graphicFrame>
          <p:nvGraphicFramePr>
            <p:cNvPr id="35860" name="对象 557076"/>
            <p:cNvGraphicFramePr/>
            <p:nvPr/>
          </p:nvGraphicFramePr>
          <p:xfrm>
            <a:off x="2866" y="1389"/>
            <a:ext cx="1176" cy="368"/>
          </p:xfrm>
          <a:graphic>
            <a:graphicData uri="http://schemas.openxmlformats.org/presentationml/2006/ole">
              <mc:AlternateContent xmlns:mc="http://schemas.openxmlformats.org/markup-compatibility/2006">
                <mc:Choice xmlns:v="urn:schemas-microsoft-com:vml" Requires="v">
                  <p:oleObj r:id="rId23" imgW="1866900" imgH="584200" progId="Equation.DSMT4">
                    <p:embed/>
                  </p:oleObj>
                </mc:Choice>
                <mc:Fallback>
                  <p:oleObj r:id="rId23" imgW="1866900" imgH="584200" progId="Equation.DSMT4">
                    <p:embed/>
                    <p:pic>
                      <p:nvPicPr>
                        <p:cNvPr id="0" name="图片 3195"/>
                        <p:cNvPicPr/>
                        <p:nvPr/>
                      </p:nvPicPr>
                      <p:blipFill>
                        <a:blip r:embed="rId24">
                          <a:lum bright="-100000"/>
                        </a:blip>
                        <a:stretch>
                          <a:fillRect/>
                        </a:stretch>
                      </p:blipFill>
                      <p:spPr>
                        <a:xfrm>
                          <a:off x="2866" y="1389"/>
                          <a:ext cx="1176" cy="368"/>
                        </a:xfrm>
                        <a:prstGeom prst="rect">
                          <a:avLst/>
                        </a:prstGeom>
                        <a:noFill/>
                        <a:ln w="38100">
                          <a:noFill/>
                          <a:miter/>
                        </a:ln>
                      </p:spPr>
                    </p:pic>
                  </p:oleObj>
                </mc:Fallback>
              </mc:AlternateContent>
            </a:graphicData>
          </a:graphic>
        </p:graphicFrame>
      </p:grpSp>
      <p:sp>
        <p:nvSpPr>
          <p:cNvPr id="35861" name="文本框 4"/>
          <p:cNvSpPr txBox="1"/>
          <p:nvPr/>
        </p:nvSpPr>
        <p:spPr>
          <a:xfrm>
            <a:off x="6700838" y="566738"/>
            <a:ext cx="2390775" cy="460375"/>
          </a:xfrm>
          <a:prstGeom prst="rect">
            <a:avLst/>
          </a:prstGeom>
          <a:noFill/>
          <a:ln w="9525">
            <a:noFill/>
          </a:ln>
        </p:spPr>
        <p:txBody>
          <a:bodyPr wrap="square" anchor="t" anchorCtr="0">
            <a:spAutoFit/>
          </a:bodyPr>
          <a:lstStyle/>
          <a:p>
            <a:r>
              <a:rPr lang="zh-CN" altLang="en-US" sz="2400" b="1">
                <a:solidFill>
                  <a:srgbClr val="C00000"/>
                </a:solidFill>
                <a:latin typeface="Times New Roman" panose="02020603050405020304" pitchFamily="2" charset="0"/>
                <a:ea typeface="宋体" panose="02010600030101010101" pitchFamily="2" charset="-122"/>
              </a:rPr>
              <a:t>右边、因果序列</a:t>
            </a:r>
          </a:p>
        </p:txBody>
      </p:sp>
      <p:grpSp>
        <p:nvGrpSpPr>
          <p:cNvPr id="4" name="组合 3">
            <a:extLst>
              <a:ext uri="{FF2B5EF4-FFF2-40B4-BE49-F238E27FC236}">
                <a16:creationId xmlns:a16="http://schemas.microsoft.com/office/drawing/2014/main" id="{3F965491-B5D4-935A-5C02-349FFD7F05E4}"/>
              </a:ext>
            </a:extLst>
          </p:cNvPr>
          <p:cNvGrpSpPr/>
          <p:nvPr/>
        </p:nvGrpSpPr>
        <p:grpSpPr>
          <a:xfrm>
            <a:off x="1680865" y="978309"/>
            <a:ext cx="4562640" cy="93240"/>
            <a:chOff x="1680865" y="978309"/>
            <a:chExt cx="4562640" cy="93240"/>
          </a:xfrm>
        </p:grpSpPr>
        <mc:AlternateContent xmlns:mc="http://schemas.openxmlformats.org/markup-compatibility/2006" xmlns:p14="http://schemas.microsoft.com/office/powerpoint/2010/main">
          <mc:Choice Requires="p14">
            <p:contentPart p14:bwMode="auto" r:id="rId25">
              <p14:nvContentPartPr>
                <p14:cNvPr id="2" name="墨迹 1">
                  <a:extLst>
                    <a:ext uri="{FF2B5EF4-FFF2-40B4-BE49-F238E27FC236}">
                      <a16:creationId xmlns:a16="http://schemas.microsoft.com/office/drawing/2014/main" id="{BA9A9F0E-7B55-F7E8-53BF-6134597F57D0}"/>
                    </a:ext>
                  </a:extLst>
                </p14:cNvPr>
                <p14:cNvContentPartPr/>
                <p14:nvPr/>
              </p14:nvContentPartPr>
              <p14:xfrm>
                <a:off x="1680865" y="1000629"/>
                <a:ext cx="3033000" cy="70920"/>
              </p14:xfrm>
            </p:contentPart>
          </mc:Choice>
          <mc:Fallback xmlns="">
            <p:pic>
              <p:nvPicPr>
                <p:cNvPr id="2" name="墨迹 1">
                  <a:extLst>
                    <a:ext uri="{FF2B5EF4-FFF2-40B4-BE49-F238E27FC236}">
                      <a16:creationId xmlns:a16="http://schemas.microsoft.com/office/drawing/2014/main" id="{BA9A9F0E-7B55-F7E8-53BF-6134597F57D0}"/>
                    </a:ext>
                  </a:extLst>
                </p:cNvPr>
                <p:cNvPicPr/>
                <p:nvPr/>
              </p:nvPicPr>
              <p:blipFill>
                <a:blip r:embed="rId26"/>
                <a:stretch>
                  <a:fillRect/>
                </a:stretch>
              </p:blipFill>
              <p:spPr>
                <a:xfrm>
                  <a:off x="1662865" y="982629"/>
                  <a:ext cx="3068640" cy="106560"/>
                </a:xfrm>
                <a:prstGeom prst="rect">
                  <a:avLst/>
                </a:prstGeom>
              </p:spPr>
            </p:pic>
          </mc:Fallback>
        </mc:AlternateContent>
        <mc:AlternateContent xmlns:mc="http://schemas.openxmlformats.org/markup-compatibility/2006" xmlns:p14="http://schemas.microsoft.com/office/powerpoint/2010/main">
          <mc:Choice Requires="p14">
            <p:contentPart p14:bwMode="auto" r:id="rId27">
              <p14:nvContentPartPr>
                <p14:cNvPr id="3" name="墨迹 2">
                  <a:extLst>
                    <a:ext uri="{FF2B5EF4-FFF2-40B4-BE49-F238E27FC236}">
                      <a16:creationId xmlns:a16="http://schemas.microsoft.com/office/drawing/2014/main" id="{3592FB47-0FC1-5285-E8B0-981963B8326F}"/>
                    </a:ext>
                  </a:extLst>
                </p14:cNvPr>
                <p14:cNvContentPartPr/>
                <p14:nvPr/>
              </p14:nvContentPartPr>
              <p14:xfrm>
                <a:off x="5356825" y="978309"/>
                <a:ext cx="886680" cy="28800"/>
              </p14:xfrm>
            </p:contentPart>
          </mc:Choice>
          <mc:Fallback xmlns="">
            <p:pic>
              <p:nvPicPr>
                <p:cNvPr id="3" name="墨迹 2">
                  <a:extLst>
                    <a:ext uri="{FF2B5EF4-FFF2-40B4-BE49-F238E27FC236}">
                      <a16:creationId xmlns:a16="http://schemas.microsoft.com/office/drawing/2014/main" id="{3592FB47-0FC1-5285-E8B0-981963B8326F}"/>
                    </a:ext>
                  </a:extLst>
                </p:cNvPr>
                <p:cNvPicPr/>
                <p:nvPr/>
              </p:nvPicPr>
              <p:blipFill>
                <a:blip r:embed="rId28"/>
                <a:stretch>
                  <a:fillRect/>
                </a:stretch>
              </p:blipFill>
              <p:spPr>
                <a:xfrm>
                  <a:off x="5339185" y="960669"/>
                  <a:ext cx="922320" cy="6444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29">
            <p14:nvContentPartPr>
              <p14:cNvPr id="5" name="墨迹 4">
                <a:extLst>
                  <a:ext uri="{FF2B5EF4-FFF2-40B4-BE49-F238E27FC236}">
                    <a16:creationId xmlns:a16="http://schemas.microsoft.com/office/drawing/2014/main" id="{D2A23280-F7F3-0B2F-9EF6-4ECCDA855A61}"/>
                  </a:ext>
                </a:extLst>
              </p14:cNvPr>
              <p14:cNvContentPartPr/>
              <p14:nvPr/>
            </p14:nvContentPartPr>
            <p14:xfrm>
              <a:off x="2003785" y="3075309"/>
              <a:ext cx="245880" cy="139680"/>
            </p14:xfrm>
          </p:contentPart>
        </mc:Choice>
        <mc:Fallback xmlns="">
          <p:pic>
            <p:nvPicPr>
              <p:cNvPr id="5" name="墨迹 4">
                <a:extLst>
                  <a:ext uri="{FF2B5EF4-FFF2-40B4-BE49-F238E27FC236}">
                    <a16:creationId xmlns:a16="http://schemas.microsoft.com/office/drawing/2014/main" id="{D2A23280-F7F3-0B2F-9EF6-4ECCDA855A61}"/>
                  </a:ext>
                </a:extLst>
              </p:cNvPr>
              <p:cNvPicPr/>
              <p:nvPr/>
            </p:nvPicPr>
            <p:blipFill>
              <a:blip r:embed="rId30"/>
              <a:stretch>
                <a:fillRect/>
              </a:stretch>
            </p:blipFill>
            <p:spPr>
              <a:xfrm>
                <a:off x="1986145" y="3057669"/>
                <a:ext cx="281520" cy="175320"/>
              </a:xfrm>
              <a:prstGeom prst="rect">
                <a:avLst/>
              </a:prstGeom>
            </p:spPr>
          </p:pic>
        </mc:Fallback>
      </mc:AlternateContent>
      <mc:AlternateContent xmlns:mc="http://schemas.openxmlformats.org/markup-compatibility/2006" xmlns:p14="http://schemas.microsoft.com/office/powerpoint/2010/main">
        <mc:Choice Requires="p14">
          <p:contentPart p14:bwMode="auto" r:id="rId31">
            <p14:nvContentPartPr>
              <p14:cNvPr id="6" name="墨迹 5">
                <a:extLst>
                  <a:ext uri="{FF2B5EF4-FFF2-40B4-BE49-F238E27FC236}">
                    <a16:creationId xmlns:a16="http://schemas.microsoft.com/office/drawing/2014/main" id="{DF63B5B9-284E-0D9E-997B-C394A0523D12}"/>
                  </a:ext>
                </a:extLst>
              </p14:cNvPr>
              <p14:cNvContentPartPr/>
              <p14:nvPr/>
            </p14:nvContentPartPr>
            <p14:xfrm>
              <a:off x="2484385" y="4634469"/>
              <a:ext cx="1035360" cy="37800"/>
            </p14:xfrm>
          </p:contentPart>
        </mc:Choice>
        <mc:Fallback xmlns="">
          <p:pic>
            <p:nvPicPr>
              <p:cNvPr id="6" name="墨迹 5">
                <a:extLst>
                  <a:ext uri="{FF2B5EF4-FFF2-40B4-BE49-F238E27FC236}">
                    <a16:creationId xmlns:a16="http://schemas.microsoft.com/office/drawing/2014/main" id="{DF63B5B9-284E-0D9E-997B-C394A0523D12}"/>
                  </a:ext>
                </a:extLst>
              </p:cNvPr>
              <p:cNvPicPr/>
              <p:nvPr/>
            </p:nvPicPr>
            <p:blipFill>
              <a:blip r:embed="rId32"/>
              <a:stretch>
                <a:fillRect/>
              </a:stretch>
            </p:blipFill>
            <p:spPr>
              <a:xfrm>
                <a:off x="2466385" y="4616829"/>
                <a:ext cx="1071000" cy="73440"/>
              </a:xfrm>
              <a:prstGeom prst="rect">
                <a:avLst/>
              </a:prstGeom>
            </p:spPr>
          </p:pic>
        </mc:Fallback>
      </mc:AlternateContent>
    </p:spTree>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7889" name="对象 558081"/>
          <p:cNvGraphicFramePr/>
          <p:nvPr/>
        </p:nvGraphicFramePr>
        <p:xfrm>
          <a:off x="1066800" y="503238"/>
          <a:ext cx="5876925" cy="385762"/>
        </p:xfrm>
        <a:graphic>
          <a:graphicData uri="http://schemas.openxmlformats.org/presentationml/2006/ole">
            <mc:AlternateContent xmlns:mc="http://schemas.openxmlformats.org/markup-compatibility/2006">
              <mc:Choice xmlns:v="urn:schemas-microsoft-com:vml" Requires="v">
                <p:oleObj r:id="rId2" imgW="6985000" imgH="457200" progId="Equation.DSMT4">
                  <p:embed/>
                </p:oleObj>
              </mc:Choice>
              <mc:Fallback>
                <p:oleObj r:id="rId2" imgW="6985000" imgH="457200" progId="Equation.DSMT4">
                  <p:embed/>
                  <p:pic>
                    <p:nvPicPr>
                      <p:cNvPr id="0" name="图片 3196"/>
                      <p:cNvPicPr/>
                      <p:nvPr/>
                    </p:nvPicPr>
                    <p:blipFill>
                      <a:blip r:embed="rId3">
                        <a:lum bright="-100000"/>
                      </a:blip>
                      <a:stretch>
                        <a:fillRect/>
                      </a:stretch>
                    </p:blipFill>
                    <p:spPr>
                      <a:xfrm>
                        <a:off x="1066800" y="503238"/>
                        <a:ext cx="5876925" cy="385762"/>
                      </a:xfrm>
                      <a:prstGeom prst="rect">
                        <a:avLst/>
                      </a:prstGeom>
                      <a:noFill/>
                      <a:ln w="38100">
                        <a:noFill/>
                        <a:miter/>
                      </a:ln>
                    </p:spPr>
                  </p:pic>
                </p:oleObj>
              </mc:Fallback>
            </mc:AlternateContent>
          </a:graphicData>
        </a:graphic>
      </p:graphicFrame>
      <p:sp>
        <p:nvSpPr>
          <p:cNvPr id="37890" name="椭圆 558082"/>
          <p:cNvSpPr/>
          <p:nvPr/>
        </p:nvSpPr>
        <p:spPr>
          <a:xfrm>
            <a:off x="5499100" y="4316413"/>
            <a:ext cx="1246188" cy="1249362"/>
          </a:xfrm>
          <a:prstGeom prst="ellipse">
            <a:avLst/>
          </a:prstGeom>
          <a:pattFill prst="pct10">
            <a:fgClr>
              <a:schemeClr val="tx1"/>
            </a:fgClr>
            <a:bgClr>
              <a:schemeClr val="bg1"/>
            </a:bgClr>
          </a:pattFill>
          <a:ln w="25400" cap="sq" cmpd="sng">
            <a:solidFill>
              <a:schemeClr val="tx1"/>
            </a:solidFill>
            <a:prstDash val="solid"/>
            <a:round/>
            <a:headEnd type="none" w="sm" len="sm"/>
            <a:tailEnd type="none" w="sm" len="sm"/>
          </a:ln>
        </p:spPr>
        <p:txBody>
          <a:bodyPr anchor="t" anchorCtr="0"/>
          <a:lstStyle/>
          <a:p>
            <a:endParaRPr lang="zh-CN" altLang="en-US">
              <a:latin typeface="Arial" panose="020B0604020202020204" pitchFamily="34" charset="0"/>
              <a:ea typeface="宋体" panose="02010600030101010101" pitchFamily="2" charset="-122"/>
            </a:endParaRPr>
          </a:p>
        </p:txBody>
      </p:sp>
      <p:sp>
        <p:nvSpPr>
          <p:cNvPr id="37891" name="直接连接符 558083"/>
          <p:cNvSpPr/>
          <p:nvPr/>
        </p:nvSpPr>
        <p:spPr>
          <a:xfrm>
            <a:off x="4643438" y="4940300"/>
            <a:ext cx="3268662" cy="0"/>
          </a:xfrm>
          <a:prstGeom prst="line">
            <a:avLst/>
          </a:prstGeom>
          <a:ln w="25400" cap="sq" cmpd="sng">
            <a:solidFill>
              <a:schemeClr val="tx1"/>
            </a:solidFill>
            <a:prstDash val="solid"/>
            <a:round/>
            <a:headEnd type="none" w="sm" len="sm"/>
            <a:tailEnd type="triangle" w="med" len="lg"/>
          </a:ln>
        </p:spPr>
      </p:sp>
      <p:sp>
        <p:nvSpPr>
          <p:cNvPr id="37892" name="直接连接符 558084"/>
          <p:cNvSpPr/>
          <p:nvPr/>
        </p:nvSpPr>
        <p:spPr>
          <a:xfrm flipV="1">
            <a:off x="6121400" y="3146425"/>
            <a:ext cx="0" cy="3198813"/>
          </a:xfrm>
          <a:prstGeom prst="line">
            <a:avLst/>
          </a:prstGeom>
          <a:ln w="25400" cap="sq" cmpd="sng">
            <a:solidFill>
              <a:schemeClr val="tx1"/>
            </a:solidFill>
            <a:prstDash val="solid"/>
            <a:round/>
            <a:headEnd type="none" w="sm" len="sm"/>
            <a:tailEnd type="triangle" w="med" len="lg"/>
          </a:ln>
        </p:spPr>
      </p:sp>
      <p:graphicFrame>
        <p:nvGraphicFramePr>
          <p:cNvPr id="37893" name="对象 558085"/>
          <p:cNvGraphicFramePr/>
          <p:nvPr/>
        </p:nvGraphicFramePr>
        <p:xfrm>
          <a:off x="7445375" y="4551363"/>
          <a:ext cx="855663" cy="388937"/>
        </p:xfrm>
        <a:graphic>
          <a:graphicData uri="http://schemas.openxmlformats.org/presentationml/2006/ole">
            <mc:AlternateContent xmlns:mc="http://schemas.openxmlformats.org/markup-compatibility/2006">
              <mc:Choice xmlns:v="urn:schemas-microsoft-com:vml" Requires="v">
                <p:oleObj r:id="rId4" imgW="838200" imgH="381000" progId="Equation.DSMT4">
                  <p:embed/>
                </p:oleObj>
              </mc:Choice>
              <mc:Fallback>
                <p:oleObj r:id="rId4" imgW="838200" imgH="381000" progId="Equation.DSMT4">
                  <p:embed/>
                  <p:pic>
                    <p:nvPicPr>
                      <p:cNvPr id="0" name="图片 3200"/>
                      <p:cNvPicPr/>
                      <p:nvPr/>
                    </p:nvPicPr>
                    <p:blipFill>
                      <a:blip r:embed="rId5">
                        <a:lum bright="-100000"/>
                      </a:blip>
                      <a:stretch>
                        <a:fillRect/>
                      </a:stretch>
                    </p:blipFill>
                    <p:spPr>
                      <a:xfrm>
                        <a:off x="7445375" y="4551363"/>
                        <a:ext cx="855663" cy="388937"/>
                      </a:xfrm>
                      <a:prstGeom prst="rect">
                        <a:avLst/>
                      </a:prstGeom>
                      <a:noFill/>
                      <a:ln w="38100">
                        <a:noFill/>
                        <a:miter/>
                      </a:ln>
                    </p:spPr>
                  </p:pic>
                </p:oleObj>
              </mc:Fallback>
            </mc:AlternateContent>
          </a:graphicData>
        </a:graphic>
      </p:graphicFrame>
      <p:graphicFrame>
        <p:nvGraphicFramePr>
          <p:cNvPr id="37894" name="对象 558086"/>
          <p:cNvGraphicFramePr/>
          <p:nvPr/>
        </p:nvGraphicFramePr>
        <p:xfrm>
          <a:off x="6199188" y="3068638"/>
          <a:ext cx="1077912" cy="390525"/>
        </p:xfrm>
        <a:graphic>
          <a:graphicData uri="http://schemas.openxmlformats.org/presentationml/2006/ole">
            <mc:AlternateContent xmlns:mc="http://schemas.openxmlformats.org/markup-compatibility/2006">
              <mc:Choice xmlns:v="urn:schemas-microsoft-com:vml" Requires="v">
                <p:oleObj r:id="rId6" imgW="1054100" imgH="381000" progId="Equation.DSMT4">
                  <p:embed/>
                </p:oleObj>
              </mc:Choice>
              <mc:Fallback>
                <p:oleObj r:id="rId6" imgW="1054100" imgH="381000" progId="Equation.DSMT4">
                  <p:embed/>
                  <p:pic>
                    <p:nvPicPr>
                      <p:cNvPr id="0" name="图片 3194"/>
                      <p:cNvPicPr/>
                      <p:nvPr/>
                    </p:nvPicPr>
                    <p:blipFill>
                      <a:blip r:embed="rId7">
                        <a:lum bright="-100000"/>
                      </a:blip>
                      <a:stretch>
                        <a:fillRect/>
                      </a:stretch>
                    </p:blipFill>
                    <p:spPr>
                      <a:xfrm>
                        <a:off x="6199188" y="3068638"/>
                        <a:ext cx="1077912" cy="390525"/>
                      </a:xfrm>
                      <a:prstGeom prst="rect">
                        <a:avLst/>
                      </a:prstGeom>
                      <a:noFill/>
                      <a:ln w="38100">
                        <a:noFill/>
                        <a:miter/>
                      </a:ln>
                    </p:spPr>
                  </p:pic>
                </p:oleObj>
              </mc:Fallback>
            </mc:AlternateContent>
          </a:graphicData>
        </a:graphic>
      </p:graphicFrame>
      <p:graphicFrame>
        <p:nvGraphicFramePr>
          <p:cNvPr id="37895" name="对象 558087"/>
          <p:cNvGraphicFramePr/>
          <p:nvPr/>
        </p:nvGraphicFramePr>
        <p:xfrm>
          <a:off x="5888038" y="5019675"/>
          <a:ext cx="207962" cy="311150"/>
        </p:xfrm>
        <a:graphic>
          <a:graphicData uri="http://schemas.openxmlformats.org/presentationml/2006/ole">
            <mc:AlternateContent xmlns:mc="http://schemas.openxmlformats.org/markup-compatibility/2006">
              <mc:Choice xmlns:v="urn:schemas-microsoft-com:vml" Requires="v">
                <p:oleObj r:id="rId8" imgW="203200" imgH="304800" progId="Equation.DSMT4">
                  <p:embed/>
                </p:oleObj>
              </mc:Choice>
              <mc:Fallback>
                <p:oleObj r:id="rId8" imgW="203200" imgH="304800" progId="Equation.DSMT4">
                  <p:embed/>
                  <p:pic>
                    <p:nvPicPr>
                      <p:cNvPr id="0" name="图片 3197"/>
                      <p:cNvPicPr/>
                      <p:nvPr/>
                    </p:nvPicPr>
                    <p:blipFill>
                      <a:blip r:embed="rId9">
                        <a:lum bright="-100000"/>
                      </a:blip>
                      <a:stretch>
                        <a:fillRect/>
                      </a:stretch>
                    </p:blipFill>
                    <p:spPr>
                      <a:xfrm>
                        <a:off x="5888038" y="5019675"/>
                        <a:ext cx="207962" cy="311150"/>
                      </a:xfrm>
                      <a:prstGeom prst="rect">
                        <a:avLst/>
                      </a:prstGeom>
                      <a:noFill/>
                      <a:ln w="38100">
                        <a:noFill/>
                        <a:miter/>
                      </a:ln>
                    </p:spPr>
                  </p:pic>
                </p:oleObj>
              </mc:Fallback>
            </mc:AlternateContent>
          </a:graphicData>
        </a:graphic>
      </p:graphicFrame>
      <p:graphicFrame>
        <p:nvGraphicFramePr>
          <p:cNvPr id="37896" name="对象 558088"/>
          <p:cNvGraphicFramePr/>
          <p:nvPr/>
        </p:nvGraphicFramePr>
        <p:xfrm>
          <a:off x="6745288" y="4316413"/>
          <a:ext cx="233362" cy="234950"/>
        </p:xfrm>
        <a:graphic>
          <a:graphicData uri="http://schemas.openxmlformats.org/presentationml/2006/ole">
            <mc:AlternateContent xmlns:mc="http://schemas.openxmlformats.org/markup-compatibility/2006">
              <mc:Choice xmlns:v="urn:schemas-microsoft-com:vml" Requires="v">
                <p:oleObj r:id="rId10" imgW="228600" imgH="228600" progId="Equation.DSMT4">
                  <p:embed/>
                </p:oleObj>
              </mc:Choice>
              <mc:Fallback>
                <p:oleObj r:id="rId10" imgW="228600" imgH="228600" progId="Equation.DSMT4">
                  <p:embed/>
                  <p:pic>
                    <p:nvPicPr>
                      <p:cNvPr id="0" name="图片 3199"/>
                      <p:cNvPicPr/>
                      <p:nvPr/>
                    </p:nvPicPr>
                    <p:blipFill>
                      <a:blip r:embed="rId11">
                        <a:lum bright="-100000"/>
                      </a:blip>
                      <a:stretch>
                        <a:fillRect/>
                      </a:stretch>
                    </p:blipFill>
                    <p:spPr>
                      <a:xfrm>
                        <a:off x="6745288" y="4316413"/>
                        <a:ext cx="233362" cy="234950"/>
                      </a:xfrm>
                      <a:prstGeom prst="rect">
                        <a:avLst/>
                      </a:prstGeom>
                      <a:noFill/>
                      <a:ln w="38100">
                        <a:noFill/>
                        <a:miter/>
                      </a:ln>
                    </p:spPr>
                  </p:pic>
                </p:oleObj>
              </mc:Fallback>
            </mc:AlternateContent>
          </a:graphicData>
        </a:graphic>
      </p:graphicFrame>
      <p:sp>
        <p:nvSpPr>
          <p:cNvPr id="37897" name="椭圆 558089"/>
          <p:cNvSpPr/>
          <p:nvPr/>
        </p:nvSpPr>
        <p:spPr>
          <a:xfrm>
            <a:off x="6013450" y="4862513"/>
            <a:ext cx="185738" cy="131762"/>
          </a:xfrm>
          <a:prstGeom prst="ellipse">
            <a:avLst/>
          </a:prstGeom>
          <a:noFill/>
          <a:ln w="25400" cap="sq" cmpd="sng">
            <a:solidFill>
              <a:srgbClr val="FF9900"/>
            </a:solidFill>
            <a:prstDash val="solid"/>
            <a:round/>
            <a:headEnd type="none" w="sm" len="sm"/>
            <a:tailEnd type="none" w="sm" len="sm"/>
          </a:ln>
        </p:spPr>
        <p:txBody>
          <a:bodyPr anchor="t" anchorCtr="0"/>
          <a:lstStyle/>
          <a:p>
            <a:endParaRPr lang="zh-CN" altLang="en-US">
              <a:latin typeface="Arial" panose="020B0604020202020204" pitchFamily="34" charset="0"/>
              <a:ea typeface="宋体" panose="02010600030101010101" pitchFamily="2" charset="-122"/>
            </a:endParaRPr>
          </a:p>
        </p:txBody>
      </p:sp>
      <p:grpSp>
        <p:nvGrpSpPr>
          <p:cNvPr id="37898" name="组合 558090"/>
          <p:cNvGrpSpPr/>
          <p:nvPr/>
        </p:nvGrpSpPr>
        <p:grpSpPr>
          <a:xfrm>
            <a:off x="6432550" y="4316413"/>
            <a:ext cx="149225" cy="255587"/>
            <a:chOff x="4743" y="1344"/>
            <a:chExt cx="92" cy="157"/>
          </a:xfrm>
        </p:grpSpPr>
        <p:sp>
          <p:nvSpPr>
            <p:cNvPr id="37899" name="直接连接符 558091"/>
            <p:cNvSpPr/>
            <p:nvPr/>
          </p:nvSpPr>
          <p:spPr>
            <a:xfrm flipH="1">
              <a:off x="4743" y="1349"/>
              <a:ext cx="90" cy="133"/>
            </a:xfrm>
            <a:prstGeom prst="line">
              <a:avLst/>
            </a:prstGeom>
            <a:ln w="25400" cap="sq" cmpd="sng">
              <a:solidFill>
                <a:srgbClr val="FF9900"/>
              </a:solidFill>
              <a:prstDash val="solid"/>
              <a:round/>
              <a:headEnd type="none" w="sm" len="sm"/>
              <a:tailEnd type="none" w="sm" len="sm"/>
            </a:ln>
          </p:spPr>
        </p:sp>
        <p:sp>
          <p:nvSpPr>
            <p:cNvPr id="37900" name="直接连接符 558092"/>
            <p:cNvSpPr/>
            <p:nvPr/>
          </p:nvSpPr>
          <p:spPr>
            <a:xfrm>
              <a:off x="4752" y="1344"/>
              <a:ext cx="83" cy="157"/>
            </a:xfrm>
            <a:prstGeom prst="line">
              <a:avLst/>
            </a:prstGeom>
            <a:ln w="25400" cap="sq" cmpd="sng">
              <a:solidFill>
                <a:srgbClr val="FF9900"/>
              </a:solidFill>
              <a:prstDash val="solid"/>
              <a:round/>
              <a:headEnd type="none" w="sm" len="sm"/>
              <a:tailEnd type="none" w="sm" len="sm"/>
            </a:ln>
          </p:spPr>
        </p:sp>
      </p:grpSp>
      <p:graphicFrame>
        <p:nvGraphicFramePr>
          <p:cNvPr id="37901" name="对象 558093"/>
          <p:cNvGraphicFramePr/>
          <p:nvPr/>
        </p:nvGraphicFramePr>
        <p:xfrm>
          <a:off x="1143000" y="1057275"/>
          <a:ext cx="5095875" cy="738188"/>
        </p:xfrm>
        <a:graphic>
          <a:graphicData uri="http://schemas.openxmlformats.org/presentationml/2006/ole">
            <mc:AlternateContent xmlns:mc="http://schemas.openxmlformats.org/markup-compatibility/2006">
              <mc:Choice xmlns:v="urn:schemas-microsoft-com:vml" Requires="v">
                <p:oleObj r:id="rId12" imgW="6311900" imgH="914400" progId="Equation.DSMT4">
                  <p:embed/>
                </p:oleObj>
              </mc:Choice>
              <mc:Fallback>
                <p:oleObj r:id="rId12" imgW="6311900" imgH="914400" progId="Equation.DSMT4">
                  <p:embed/>
                  <p:pic>
                    <p:nvPicPr>
                      <p:cNvPr id="0" name="图片 3198"/>
                      <p:cNvPicPr/>
                      <p:nvPr/>
                    </p:nvPicPr>
                    <p:blipFill>
                      <a:blip r:embed="rId13">
                        <a:lum bright="-100000"/>
                      </a:blip>
                      <a:stretch>
                        <a:fillRect/>
                      </a:stretch>
                    </p:blipFill>
                    <p:spPr>
                      <a:xfrm>
                        <a:off x="1143000" y="1057275"/>
                        <a:ext cx="5095875" cy="738188"/>
                      </a:xfrm>
                      <a:prstGeom prst="rect">
                        <a:avLst/>
                      </a:prstGeom>
                      <a:noFill/>
                      <a:ln w="38100">
                        <a:noFill/>
                        <a:miter/>
                      </a:ln>
                    </p:spPr>
                  </p:pic>
                </p:oleObj>
              </mc:Fallback>
            </mc:AlternateContent>
          </a:graphicData>
        </a:graphic>
      </p:graphicFrame>
      <p:graphicFrame>
        <p:nvGraphicFramePr>
          <p:cNvPr id="37902" name="对象 558094"/>
          <p:cNvGraphicFramePr/>
          <p:nvPr/>
        </p:nvGraphicFramePr>
        <p:xfrm>
          <a:off x="2032000" y="4941888"/>
          <a:ext cx="1427163" cy="307975"/>
        </p:xfrm>
        <a:graphic>
          <a:graphicData uri="http://schemas.openxmlformats.org/presentationml/2006/ole">
            <mc:AlternateContent xmlns:mc="http://schemas.openxmlformats.org/markup-compatibility/2006">
              <mc:Choice xmlns:v="urn:schemas-microsoft-com:vml" Requires="v">
                <p:oleObj r:id="rId14" imgW="1765300" imgH="381000" progId="Equation.DSMT4">
                  <p:embed/>
                </p:oleObj>
              </mc:Choice>
              <mc:Fallback>
                <p:oleObj r:id="rId14" imgW="1765300" imgH="381000" progId="Equation.DSMT4">
                  <p:embed/>
                  <p:pic>
                    <p:nvPicPr>
                      <p:cNvPr id="0" name="图片 3156"/>
                      <p:cNvPicPr/>
                      <p:nvPr/>
                    </p:nvPicPr>
                    <p:blipFill>
                      <a:blip r:embed="rId15">
                        <a:lum bright="-100000"/>
                      </a:blip>
                      <a:stretch>
                        <a:fillRect/>
                      </a:stretch>
                    </p:blipFill>
                    <p:spPr>
                      <a:xfrm>
                        <a:off x="2032000" y="4941888"/>
                        <a:ext cx="1427163" cy="307975"/>
                      </a:xfrm>
                      <a:prstGeom prst="rect">
                        <a:avLst/>
                      </a:prstGeom>
                      <a:noFill/>
                      <a:ln w="38100">
                        <a:noFill/>
                        <a:miter/>
                      </a:ln>
                    </p:spPr>
                  </p:pic>
                </p:oleObj>
              </mc:Fallback>
            </mc:AlternateContent>
          </a:graphicData>
        </a:graphic>
      </p:graphicFrame>
      <p:graphicFrame>
        <p:nvGraphicFramePr>
          <p:cNvPr id="37903" name="对象 558095"/>
          <p:cNvGraphicFramePr/>
          <p:nvPr/>
        </p:nvGraphicFramePr>
        <p:xfrm>
          <a:off x="2019300" y="5661025"/>
          <a:ext cx="1447800" cy="307975"/>
        </p:xfrm>
        <a:graphic>
          <a:graphicData uri="http://schemas.openxmlformats.org/presentationml/2006/ole">
            <mc:AlternateContent xmlns:mc="http://schemas.openxmlformats.org/markup-compatibility/2006">
              <mc:Choice xmlns:v="urn:schemas-microsoft-com:vml" Requires="v">
                <p:oleObj r:id="rId16" imgW="1790700" imgH="381000" progId="Equation.DSMT4">
                  <p:embed/>
                </p:oleObj>
              </mc:Choice>
              <mc:Fallback>
                <p:oleObj r:id="rId16" imgW="1790700" imgH="381000" progId="Equation.DSMT4">
                  <p:embed/>
                  <p:pic>
                    <p:nvPicPr>
                      <p:cNvPr id="0" name="图片 3160"/>
                      <p:cNvPicPr/>
                      <p:nvPr/>
                    </p:nvPicPr>
                    <p:blipFill>
                      <a:blip r:embed="rId17">
                        <a:lum bright="-100000"/>
                      </a:blip>
                      <a:stretch>
                        <a:fillRect/>
                      </a:stretch>
                    </p:blipFill>
                    <p:spPr>
                      <a:xfrm>
                        <a:off x="2019300" y="5661025"/>
                        <a:ext cx="1447800" cy="307975"/>
                      </a:xfrm>
                      <a:prstGeom prst="rect">
                        <a:avLst/>
                      </a:prstGeom>
                      <a:noFill/>
                      <a:ln w="38100">
                        <a:noFill/>
                        <a:miter/>
                      </a:ln>
                    </p:spPr>
                  </p:pic>
                </p:oleObj>
              </mc:Fallback>
            </mc:AlternateContent>
          </a:graphicData>
        </a:graphic>
      </p:graphicFrame>
      <p:graphicFrame>
        <p:nvGraphicFramePr>
          <p:cNvPr id="37904" name="对象 558096"/>
          <p:cNvGraphicFramePr/>
          <p:nvPr/>
        </p:nvGraphicFramePr>
        <p:xfrm>
          <a:off x="2000250" y="4221163"/>
          <a:ext cx="1606550" cy="388937"/>
        </p:xfrm>
        <a:graphic>
          <a:graphicData uri="http://schemas.openxmlformats.org/presentationml/2006/ole">
            <mc:AlternateContent xmlns:mc="http://schemas.openxmlformats.org/markup-compatibility/2006">
              <mc:Choice xmlns:v="urn:schemas-microsoft-com:vml" Requires="v">
                <p:oleObj r:id="rId18" imgW="1993900" imgH="482600" progId="Equation.DSMT4">
                  <p:embed/>
                </p:oleObj>
              </mc:Choice>
              <mc:Fallback>
                <p:oleObj r:id="rId18" imgW="1993900" imgH="482600" progId="Equation.DSMT4">
                  <p:embed/>
                  <p:pic>
                    <p:nvPicPr>
                      <p:cNvPr id="0" name="图片 3150"/>
                      <p:cNvPicPr/>
                      <p:nvPr/>
                    </p:nvPicPr>
                    <p:blipFill>
                      <a:blip r:embed="rId19">
                        <a:lum bright="-100000"/>
                      </a:blip>
                      <a:stretch>
                        <a:fillRect/>
                      </a:stretch>
                    </p:blipFill>
                    <p:spPr>
                      <a:xfrm>
                        <a:off x="2000250" y="4221163"/>
                        <a:ext cx="1606550" cy="388937"/>
                      </a:xfrm>
                      <a:prstGeom prst="rect">
                        <a:avLst/>
                      </a:prstGeom>
                      <a:noFill/>
                      <a:ln w="38100">
                        <a:noFill/>
                        <a:miter/>
                      </a:ln>
                    </p:spPr>
                  </p:pic>
                </p:oleObj>
              </mc:Fallback>
            </mc:AlternateContent>
          </a:graphicData>
        </a:graphic>
      </p:graphicFrame>
      <p:graphicFrame>
        <p:nvGraphicFramePr>
          <p:cNvPr id="37905" name="对象 558097"/>
          <p:cNvGraphicFramePr/>
          <p:nvPr/>
        </p:nvGraphicFramePr>
        <p:xfrm>
          <a:off x="2319338" y="2916238"/>
          <a:ext cx="3136900" cy="717550"/>
        </p:xfrm>
        <a:graphic>
          <a:graphicData uri="http://schemas.openxmlformats.org/presentationml/2006/ole">
            <mc:AlternateContent xmlns:mc="http://schemas.openxmlformats.org/markup-compatibility/2006">
              <mc:Choice xmlns:v="urn:schemas-microsoft-com:vml" Requires="v">
                <p:oleObj r:id="rId20" imgW="3886200" imgH="889000" progId="Equation.DSMT4">
                  <p:embed/>
                </p:oleObj>
              </mc:Choice>
              <mc:Fallback>
                <p:oleObj r:id="rId20" imgW="3886200" imgH="889000" progId="Equation.DSMT4">
                  <p:embed/>
                  <p:pic>
                    <p:nvPicPr>
                      <p:cNvPr id="0" name="图片 3147"/>
                      <p:cNvPicPr/>
                      <p:nvPr/>
                    </p:nvPicPr>
                    <p:blipFill>
                      <a:blip r:embed="rId21">
                        <a:lum bright="-100000"/>
                      </a:blip>
                      <a:stretch>
                        <a:fillRect/>
                      </a:stretch>
                    </p:blipFill>
                    <p:spPr>
                      <a:xfrm>
                        <a:off x="2319338" y="2916238"/>
                        <a:ext cx="3136900" cy="717550"/>
                      </a:xfrm>
                      <a:prstGeom prst="rect">
                        <a:avLst/>
                      </a:prstGeom>
                      <a:noFill/>
                      <a:ln w="38100">
                        <a:noFill/>
                        <a:miter/>
                      </a:ln>
                    </p:spPr>
                  </p:pic>
                </p:oleObj>
              </mc:Fallback>
            </mc:AlternateContent>
          </a:graphicData>
        </a:graphic>
      </p:graphicFrame>
      <p:graphicFrame>
        <p:nvGraphicFramePr>
          <p:cNvPr id="37906" name="对象 558098"/>
          <p:cNvGraphicFramePr/>
          <p:nvPr/>
        </p:nvGraphicFramePr>
        <p:xfrm>
          <a:off x="5362575" y="2097088"/>
          <a:ext cx="1517650" cy="471487"/>
        </p:xfrm>
        <a:graphic>
          <a:graphicData uri="http://schemas.openxmlformats.org/presentationml/2006/ole">
            <mc:AlternateContent xmlns:mc="http://schemas.openxmlformats.org/markup-compatibility/2006">
              <mc:Choice xmlns:v="urn:schemas-microsoft-com:vml" Requires="v">
                <p:oleObj r:id="rId22" imgW="1879600" imgH="584200" progId="Equation.DSMT4">
                  <p:embed/>
                </p:oleObj>
              </mc:Choice>
              <mc:Fallback>
                <p:oleObj r:id="rId22" imgW="1879600" imgH="584200" progId="Equation.DSMT4">
                  <p:embed/>
                  <p:pic>
                    <p:nvPicPr>
                      <p:cNvPr id="0" name="图片 3161"/>
                      <p:cNvPicPr/>
                      <p:nvPr/>
                    </p:nvPicPr>
                    <p:blipFill>
                      <a:blip r:embed="rId23">
                        <a:lum bright="-100000"/>
                      </a:blip>
                      <a:stretch>
                        <a:fillRect/>
                      </a:stretch>
                    </p:blipFill>
                    <p:spPr>
                      <a:xfrm>
                        <a:off x="5362575" y="2097088"/>
                        <a:ext cx="1517650" cy="471487"/>
                      </a:xfrm>
                      <a:prstGeom prst="rect">
                        <a:avLst/>
                      </a:prstGeom>
                      <a:noFill/>
                      <a:ln w="38100">
                        <a:noFill/>
                        <a:miter/>
                      </a:ln>
                    </p:spPr>
                  </p:pic>
                </p:oleObj>
              </mc:Fallback>
            </mc:AlternateContent>
          </a:graphicData>
        </a:graphic>
      </p:graphicFrame>
      <p:graphicFrame>
        <p:nvGraphicFramePr>
          <p:cNvPr id="37907" name="对象 558099"/>
          <p:cNvGraphicFramePr/>
          <p:nvPr/>
        </p:nvGraphicFramePr>
        <p:xfrm>
          <a:off x="2303463" y="1963738"/>
          <a:ext cx="2706687" cy="738187"/>
        </p:xfrm>
        <a:graphic>
          <a:graphicData uri="http://schemas.openxmlformats.org/presentationml/2006/ole">
            <mc:AlternateContent xmlns:mc="http://schemas.openxmlformats.org/markup-compatibility/2006">
              <mc:Choice xmlns:v="urn:schemas-microsoft-com:vml" Requires="v">
                <p:oleObj r:id="rId24" imgW="3352800" imgH="914400" progId="Equation.DSMT4">
                  <p:embed/>
                </p:oleObj>
              </mc:Choice>
              <mc:Fallback>
                <p:oleObj r:id="rId24" imgW="3352800" imgH="914400" progId="Equation.DSMT4">
                  <p:embed/>
                  <p:pic>
                    <p:nvPicPr>
                      <p:cNvPr id="0" name="图片 3162"/>
                      <p:cNvPicPr/>
                      <p:nvPr/>
                    </p:nvPicPr>
                    <p:blipFill>
                      <a:blip r:embed="rId25">
                        <a:lum bright="-100000"/>
                      </a:blip>
                      <a:stretch>
                        <a:fillRect/>
                      </a:stretch>
                    </p:blipFill>
                    <p:spPr>
                      <a:xfrm>
                        <a:off x="2303463" y="1963738"/>
                        <a:ext cx="2706687" cy="738187"/>
                      </a:xfrm>
                      <a:prstGeom prst="rect">
                        <a:avLst/>
                      </a:prstGeom>
                      <a:noFill/>
                      <a:ln w="38100">
                        <a:noFill/>
                        <a:miter/>
                      </a:ln>
                    </p:spPr>
                  </p:pic>
                </p:oleObj>
              </mc:Fallback>
            </mc:AlternateContent>
          </a:graphicData>
        </a:graphic>
      </p:graphicFrame>
      <p:sp>
        <p:nvSpPr>
          <p:cNvPr id="37908" name="文本框 4"/>
          <p:cNvSpPr txBox="1"/>
          <p:nvPr/>
        </p:nvSpPr>
        <p:spPr>
          <a:xfrm>
            <a:off x="6948488" y="476250"/>
            <a:ext cx="2105025" cy="460375"/>
          </a:xfrm>
          <a:prstGeom prst="rect">
            <a:avLst/>
          </a:prstGeom>
          <a:noFill/>
          <a:ln w="9525">
            <a:noFill/>
          </a:ln>
        </p:spPr>
        <p:txBody>
          <a:bodyPr wrap="square" anchor="t" anchorCtr="0">
            <a:spAutoFit/>
          </a:bodyPr>
          <a:lstStyle/>
          <a:p>
            <a:r>
              <a:rPr lang="zh-CN" altLang="en-US" sz="2400" b="1">
                <a:solidFill>
                  <a:srgbClr val="C00000"/>
                </a:solidFill>
                <a:latin typeface="Times New Roman" panose="02020603050405020304" pitchFamily="2" charset="0"/>
                <a:ea typeface="宋体" panose="02010600030101010101" pitchFamily="2" charset="-122"/>
              </a:rPr>
              <a:t>左边序列</a:t>
            </a:r>
          </a:p>
        </p:txBody>
      </p:sp>
      <mc:AlternateContent xmlns:mc="http://schemas.openxmlformats.org/markup-compatibility/2006" xmlns:p14="http://schemas.microsoft.com/office/powerpoint/2010/main">
        <mc:Choice Requires="p14">
          <p:contentPart p14:bwMode="auto" r:id="rId26">
            <p14:nvContentPartPr>
              <p14:cNvPr id="2" name="墨迹 1">
                <a:extLst>
                  <a:ext uri="{FF2B5EF4-FFF2-40B4-BE49-F238E27FC236}">
                    <a16:creationId xmlns:a16="http://schemas.microsoft.com/office/drawing/2014/main" id="{E1ADCDDA-AC29-104C-E51B-570133EC1316}"/>
                  </a:ext>
                </a:extLst>
              </p14:cNvPr>
              <p14:cNvContentPartPr/>
              <p14:nvPr/>
            </p14:nvContentPartPr>
            <p14:xfrm>
              <a:off x="2817025" y="904149"/>
              <a:ext cx="1690200" cy="10440"/>
            </p14:xfrm>
          </p:contentPart>
        </mc:Choice>
        <mc:Fallback xmlns="">
          <p:pic>
            <p:nvPicPr>
              <p:cNvPr id="2" name="墨迹 1">
                <a:extLst>
                  <a:ext uri="{FF2B5EF4-FFF2-40B4-BE49-F238E27FC236}">
                    <a16:creationId xmlns:a16="http://schemas.microsoft.com/office/drawing/2014/main" id="{E1ADCDDA-AC29-104C-E51B-570133EC1316}"/>
                  </a:ext>
                </a:extLst>
              </p:cNvPr>
              <p:cNvPicPr/>
              <p:nvPr/>
            </p:nvPicPr>
            <p:blipFill>
              <a:blip r:embed="rId27"/>
              <a:stretch>
                <a:fillRect/>
              </a:stretch>
            </p:blipFill>
            <p:spPr>
              <a:xfrm>
                <a:off x="2799025" y="886149"/>
                <a:ext cx="1725840" cy="46080"/>
              </a:xfrm>
              <a:prstGeom prst="rect">
                <a:avLst/>
              </a:prstGeom>
            </p:spPr>
          </p:pic>
        </mc:Fallback>
      </mc:AlternateContent>
    </p:spTree>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8913" name="对象 559105"/>
          <p:cNvGraphicFramePr/>
          <p:nvPr/>
        </p:nvGraphicFramePr>
        <p:xfrm>
          <a:off x="827088" y="692150"/>
          <a:ext cx="7948612" cy="501650"/>
        </p:xfrm>
        <a:graphic>
          <a:graphicData uri="http://schemas.openxmlformats.org/presentationml/2006/ole">
            <mc:AlternateContent xmlns:mc="http://schemas.openxmlformats.org/markup-compatibility/2006">
              <mc:Choice xmlns:v="urn:schemas-microsoft-com:vml" Requires="v">
                <p:oleObj r:id="rId2" imgW="7874000" imgH="495300" progId="Equation.DSMT4">
                  <p:embed/>
                </p:oleObj>
              </mc:Choice>
              <mc:Fallback>
                <p:oleObj r:id="rId2" imgW="7874000" imgH="495300" progId="Equation.DSMT4">
                  <p:embed/>
                  <p:pic>
                    <p:nvPicPr>
                      <p:cNvPr id="0" name="图片 3155"/>
                      <p:cNvPicPr/>
                      <p:nvPr/>
                    </p:nvPicPr>
                    <p:blipFill>
                      <a:blip r:embed="rId3">
                        <a:lum bright="-100000"/>
                      </a:blip>
                      <a:stretch>
                        <a:fillRect/>
                      </a:stretch>
                    </p:blipFill>
                    <p:spPr>
                      <a:xfrm>
                        <a:off x="827088" y="692150"/>
                        <a:ext cx="7948612" cy="501650"/>
                      </a:xfrm>
                      <a:prstGeom prst="rect">
                        <a:avLst/>
                      </a:prstGeom>
                      <a:noFill/>
                      <a:ln w="38100">
                        <a:noFill/>
                        <a:miter/>
                      </a:ln>
                    </p:spPr>
                  </p:pic>
                </p:oleObj>
              </mc:Fallback>
            </mc:AlternateContent>
          </a:graphicData>
        </a:graphic>
      </p:graphicFrame>
      <p:graphicFrame>
        <p:nvGraphicFramePr>
          <p:cNvPr id="38914" name="对象 559106"/>
          <p:cNvGraphicFramePr/>
          <p:nvPr/>
        </p:nvGraphicFramePr>
        <p:xfrm>
          <a:off x="1331913" y="1484313"/>
          <a:ext cx="7512050" cy="850900"/>
        </p:xfrm>
        <a:graphic>
          <a:graphicData uri="http://schemas.openxmlformats.org/presentationml/2006/ole">
            <mc:AlternateContent xmlns:mc="http://schemas.openxmlformats.org/markup-compatibility/2006">
              <mc:Choice xmlns:v="urn:schemas-microsoft-com:vml" Requires="v">
                <p:oleObj r:id="rId4" imgW="8077200" imgH="914400" progId="Equation.DSMT4">
                  <p:embed/>
                </p:oleObj>
              </mc:Choice>
              <mc:Fallback>
                <p:oleObj r:id="rId4" imgW="8077200" imgH="914400" progId="Equation.DSMT4">
                  <p:embed/>
                  <p:pic>
                    <p:nvPicPr>
                      <p:cNvPr id="0" name="图片 3149"/>
                      <p:cNvPicPr/>
                      <p:nvPr/>
                    </p:nvPicPr>
                    <p:blipFill>
                      <a:blip r:embed="rId5">
                        <a:lum bright="-100000"/>
                      </a:blip>
                      <a:stretch>
                        <a:fillRect/>
                      </a:stretch>
                    </p:blipFill>
                    <p:spPr>
                      <a:xfrm>
                        <a:off x="1331913" y="1484313"/>
                        <a:ext cx="7512050" cy="850900"/>
                      </a:xfrm>
                      <a:prstGeom prst="rect">
                        <a:avLst/>
                      </a:prstGeom>
                      <a:noFill/>
                      <a:ln w="38100">
                        <a:noFill/>
                        <a:miter/>
                      </a:ln>
                    </p:spPr>
                  </p:pic>
                </p:oleObj>
              </mc:Fallback>
            </mc:AlternateContent>
          </a:graphicData>
        </a:graphic>
      </p:graphicFrame>
      <p:graphicFrame>
        <p:nvGraphicFramePr>
          <p:cNvPr id="38915" name="对象 559107"/>
          <p:cNvGraphicFramePr/>
          <p:nvPr/>
        </p:nvGraphicFramePr>
        <p:xfrm>
          <a:off x="2603500" y="2565400"/>
          <a:ext cx="2544763" cy="825500"/>
        </p:xfrm>
        <a:graphic>
          <a:graphicData uri="http://schemas.openxmlformats.org/presentationml/2006/ole">
            <mc:AlternateContent xmlns:mc="http://schemas.openxmlformats.org/markup-compatibility/2006">
              <mc:Choice xmlns:v="urn:schemas-microsoft-com:vml" Requires="v">
                <p:oleObj r:id="rId6" imgW="2819400" imgH="914400" progId="Equation.DSMT4">
                  <p:embed/>
                </p:oleObj>
              </mc:Choice>
              <mc:Fallback>
                <p:oleObj r:id="rId6" imgW="2819400" imgH="914400" progId="Equation.DSMT4">
                  <p:embed/>
                  <p:pic>
                    <p:nvPicPr>
                      <p:cNvPr id="0" name="图片 3146"/>
                      <p:cNvPicPr/>
                      <p:nvPr/>
                    </p:nvPicPr>
                    <p:blipFill>
                      <a:blip r:embed="rId7">
                        <a:lum bright="-100000"/>
                      </a:blip>
                      <a:stretch>
                        <a:fillRect/>
                      </a:stretch>
                    </p:blipFill>
                    <p:spPr>
                      <a:xfrm>
                        <a:off x="2603500" y="2565400"/>
                        <a:ext cx="2544763" cy="825500"/>
                      </a:xfrm>
                      <a:prstGeom prst="rect">
                        <a:avLst/>
                      </a:prstGeom>
                      <a:noFill/>
                      <a:ln w="38100">
                        <a:noFill/>
                        <a:miter/>
                      </a:ln>
                    </p:spPr>
                  </p:pic>
                </p:oleObj>
              </mc:Fallback>
            </mc:AlternateContent>
          </a:graphicData>
        </a:graphic>
      </p:graphicFrame>
      <p:grpSp>
        <p:nvGrpSpPr>
          <p:cNvPr id="38916" name="组合 559108"/>
          <p:cNvGrpSpPr/>
          <p:nvPr/>
        </p:nvGrpSpPr>
        <p:grpSpPr>
          <a:xfrm>
            <a:off x="1908175" y="3500438"/>
            <a:ext cx="5411788" cy="868362"/>
            <a:chOff x="528" y="1920"/>
            <a:chExt cx="3664" cy="576"/>
          </a:xfrm>
        </p:grpSpPr>
        <p:graphicFrame>
          <p:nvGraphicFramePr>
            <p:cNvPr id="38917" name="对象 559109"/>
            <p:cNvGraphicFramePr/>
            <p:nvPr/>
          </p:nvGraphicFramePr>
          <p:xfrm>
            <a:off x="528" y="1920"/>
            <a:ext cx="1616" cy="576"/>
          </p:xfrm>
          <a:graphic>
            <a:graphicData uri="http://schemas.openxmlformats.org/presentationml/2006/ole">
              <mc:AlternateContent xmlns:mc="http://schemas.openxmlformats.org/markup-compatibility/2006">
                <mc:Choice xmlns:v="urn:schemas-microsoft-com:vml" Requires="v">
                  <p:oleObj r:id="rId8" imgW="2565400" imgH="914400" progId="Equation.DSMT4">
                    <p:embed/>
                  </p:oleObj>
                </mc:Choice>
                <mc:Fallback>
                  <p:oleObj r:id="rId8" imgW="2565400" imgH="914400" progId="Equation.DSMT4">
                    <p:embed/>
                    <p:pic>
                      <p:nvPicPr>
                        <p:cNvPr id="0" name="图片 3148"/>
                        <p:cNvPicPr/>
                        <p:nvPr/>
                      </p:nvPicPr>
                      <p:blipFill>
                        <a:blip r:embed="rId9">
                          <a:lum bright="-100000"/>
                        </a:blip>
                        <a:stretch>
                          <a:fillRect/>
                        </a:stretch>
                      </p:blipFill>
                      <p:spPr>
                        <a:xfrm>
                          <a:off x="528" y="1920"/>
                          <a:ext cx="1616" cy="576"/>
                        </a:xfrm>
                        <a:prstGeom prst="rect">
                          <a:avLst/>
                        </a:prstGeom>
                        <a:noFill/>
                        <a:ln w="38100">
                          <a:noFill/>
                          <a:miter/>
                        </a:ln>
                      </p:spPr>
                    </p:pic>
                  </p:oleObj>
                </mc:Fallback>
              </mc:AlternateContent>
            </a:graphicData>
          </a:graphic>
        </p:graphicFrame>
        <p:graphicFrame>
          <p:nvGraphicFramePr>
            <p:cNvPr id="38918" name="对象 559110"/>
            <p:cNvGraphicFramePr/>
            <p:nvPr/>
          </p:nvGraphicFramePr>
          <p:xfrm>
            <a:off x="2496" y="2064"/>
            <a:ext cx="1696" cy="304"/>
          </p:xfrm>
          <a:graphic>
            <a:graphicData uri="http://schemas.openxmlformats.org/presentationml/2006/ole">
              <mc:AlternateContent xmlns:mc="http://schemas.openxmlformats.org/markup-compatibility/2006">
                <mc:Choice xmlns:v="urn:schemas-microsoft-com:vml" Requires="v">
                  <p:oleObj r:id="rId10" imgW="2692400" imgH="482600" progId="Equation.DSMT4">
                    <p:embed/>
                  </p:oleObj>
                </mc:Choice>
                <mc:Fallback>
                  <p:oleObj r:id="rId10" imgW="2692400" imgH="482600" progId="Equation.DSMT4">
                    <p:embed/>
                    <p:pic>
                      <p:nvPicPr>
                        <p:cNvPr id="0" name="图片 3151"/>
                        <p:cNvPicPr/>
                        <p:nvPr/>
                      </p:nvPicPr>
                      <p:blipFill>
                        <a:blip r:embed="rId11">
                          <a:lum bright="-100000"/>
                        </a:blip>
                        <a:stretch>
                          <a:fillRect/>
                        </a:stretch>
                      </p:blipFill>
                      <p:spPr>
                        <a:xfrm>
                          <a:off x="2496" y="2064"/>
                          <a:ext cx="1696" cy="304"/>
                        </a:xfrm>
                        <a:prstGeom prst="rect">
                          <a:avLst/>
                        </a:prstGeom>
                        <a:noFill/>
                        <a:ln w="38100">
                          <a:noFill/>
                          <a:miter/>
                        </a:ln>
                      </p:spPr>
                    </p:pic>
                  </p:oleObj>
                </mc:Fallback>
              </mc:AlternateContent>
            </a:graphicData>
          </a:graphic>
        </p:graphicFrame>
      </p:grpSp>
      <p:grpSp>
        <p:nvGrpSpPr>
          <p:cNvPr id="38919" name="组合 559111"/>
          <p:cNvGrpSpPr/>
          <p:nvPr/>
        </p:nvGrpSpPr>
        <p:grpSpPr>
          <a:xfrm>
            <a:off x="1908175" y="4495800"/>
            <a:ext cx="5711825" cy="804863"/>
            <a:chOff x="432" y="2448"/>
            <a:chExt cx="3792" cy="576"/>
          </a:xfrm>
        </p:grpSpPr>
        <p:graphicFrame>
          <p:nvGraphicFramePr>
            <p:cNvPr id="38920" name="对象 559112"/>
            <p:cNvGraphicFramePr/>
            <p:nvPr/>
          </p:nvGraphicFramePr>
          <p:xfrm>
            <a:off x="432" y="2448"/>
            <a:ext cx="1864" cy="576"/>
          </p:xfrm>
          <a:graphic>
            <a:graphicData uri="http://schemas.openxmlformats.org/presentationml/2006/ole">
              <mc:AlternateContent xmlns:mc="http://schemas.openxmlformats.org/markup-compatibility/2006">
                <mc:Choice xmlns:v="urn:schemas-microsoft-com:vml" Requires="v">
                  <p:oleObj r:id="rId12" imgW="2959100" imgH="914400" progId="Equation.DSMT4">
                    <p:embed/>
                  </p:oleObj>
                </mc:Choice>
                <mc:Fallback>
                  <p:oleObj r:id="rId12" imgW="2959100" imgH="914400" progId="Equation.DSMT4">
                    <p:embed/>
                    <p:pic>
                      <p:nvPicPr>
                        <p:cNvPr id="0" name="图片 3152"/>
                        <p:cNvPicPr/>
                        <p:nvPr/>
                      </p:nvPicPr>
                      <p:blipFill>
                        <a:blip r:embed="rId13">
                          <a:lum bright="-100000"/>
                        </a:blip>
                        <a:stretch>
                          <a:fillRect/>
                        </a:stretch>
                      </p:blipFill>
                      <p:spPr>
                        <a:xfrm>
                          <a:off x="432" y="2448"/>
                          <a:ext cx="1864" cy="576"/>
                        </a:xfrm>
                        <a:prstGeom prst="rect">
                          <a:avLst/>
                        </a:prstGeom>
                        <a:noFill/>
                        <a:ln w="38100">
                          <a:noFill/>
                          <a:miter/>
                        </a:ln>
                      </p:spPr>
                    </p:pic>
                  </p:oleObj>
                </mc:Fallback>
              </mc:AlternateContent>
            </a:graphicData>
          </a:graphic>
        </p:graphicFrame>
        <p:graphicFrame>
          <p:nvGraphicFramePr>
            <p:cNvPr id="38921" name="对象 559113"/>
            <p:cNvGraphicFramePr/>
            <p:nvPr/>
          </p:nvGraphicFramePr>
          <p:xfrm>
            <a:off x="2568" y="2560"/>
            <a:ext cx="1656" cy="368"/>
          </p:xfrm>
          <a:graphic>
            <a:graphicData uri="http://schemas.openxmlformats.org/presentationml/2006/ole">
              <mc:AlternateContent xmlns:mc="http://schemas.openxmlformats.org/markup-compatibility/2006">
                <mc:Choice xmlns:v="urn:schemas-microsoft-com:vml" Requires="v">
                  <p:oleObj r:id="rId14" imgW="2628900" imgH="584200" progId="Equation.DSMT4">
                    <p:embed/>
                  </p:oleObj>
                </mc:Choice>
                <mc:Fallback>
                  <p:oleObj r:id="rId14" imgW="2628900" imgH="584200" progId="Equation.DSMT4">
                    <p:embed/>
                    <p:pic>
                      <p:nvPicPr>
                        <p:cNvPr id="0" name="图片 3153"/>
                        <p:cNvPicPr/>
                        <p:nvPr/>
                      </p:nvPicPr>
                      <p:blipFill>
                        <a:blip r:embed="rId15">
                          <a:lum bright="-100000"/>
                        </a:blip>
                        <a:stretch>
                          <a:fillRect/>
                        </a:stretch>
                      </p:blipFill>
                      <p:spPr>
                        <a:xfrm>
                          <a:off x="2568" y="2560"/>
                          <a:ext cx="1656" cy="368"/>
                        </a:xfrm>
                        <a:prstGeom prst="rect">
                          <a:avLst/>
                        </a:prstGeom>
                        <a:noFill/>
                        <a:ln w="38100">
                          <a:noFill/>
                          <a:miter/>
                        </a:ln>
                      </p:spPr>
                    </p:pic>
                  </p:oleObj>
                </mc:Fallback>
              </mc:AlternateContent>
            </a:graphicData>
          </a:graphic>
        </p:graphicFrame>
      </p:grpSp>
      <p:graphicFrame>
        <p:nvGraphicFramePr>
          <p:cNvPr id="38922" name="对象 559114"/>
          <p:cNvGraphicFramePr/>
          <p:nvPr/>
        </p:nvGraphicFramePr>
        <p:xfrm>
          <a:off x="1763713" y="5516563"/>
          <a:ext cx="5911850" cy="447675"/>
        </p:xfrm>
        <a:graphic>
          <a:graphicData uri="http://schemas.openxmlformats.org/presentationml/2006/ole">
            <mc:AlternateContent xmlns:mc="http://schemas.openxmlformats.org/markup-compatibility/2006">
              <mc:Choice xmlns:v="urn:schemas-microsoft-com:vml" Requires="v">
                <p:oleObj r:id="rId16" imgW="6362700" imgH="482600" progId="Equation.DSMT4">
                  <p:embed/>
                </p:oleObj>
              </mc:Choice>
              <mc:Fallback>
                <p:oleObj r:id="rId16" imgW="6362700" imgH="482600" progId="Equation.DSMT4">
                  <p:embed/>
                  <p:pic>
                    <p:nvPicPr>
                      <p:cNvPr id="0" name="图片 3159"/>
                      <p:cNvPicPr/>
                      <p:nvPr/>
                    </p:nvPicPr>
                    <p:blipFill>
                      <a:blip r:embed="rId17">
                        <a:lum bright="-100000"/>
                      </a:blip>
                      <a:stretch>
                        <a:fillRect/>
                      </a:stretch>
                    </p:blipFill>
                    <p:spPr>
                      <a:xfrm>
                        <a:off x="1763713" y="5516563"/>
                        <a:ext cx="5911850" cy="447675"/>
                      </a:xfrm>
                      <a:prstGeom prst="rect">
                        <a:avLst/>
                      </a:prstGeom>
                      <a:noFill/>
                      <a:ln w="38100">
                        <a:noFill/>
                        <a:miter/>
                      </a:ln>
                    </p:spPr>
                  </p:pic>
                </p:oleObj>
              </mc:Fallback>
            </mc:AlternateContent>
          </a:graphicData>
        </a:graphic>
      </p:graphicFrame>
      <p:grpSp>
        <p:nvGrpSpPr>
          <p:cNvPr id="8" name="组合 7">
            <a:extLst>
              <a:ext uri="{FF2B5EF4-FFF2-40B4-BE49-F238E27FC236}">
                <a16:creationId xmlns:a16="http://schemas.microsoft.com/office/drawing/2014/main" id="{66D16DA2-F4A5-0F70-F281-AA1323CB192F}"/>
              </a:ext>
            </a:extLst>
          </p:cNvPr>
          <p:cNvGrpSpPr/>
          <p:nvPr/>
        </p:nvGrpSpPr>
        <p:grpSpPr>
          <a:xfrm>
            <a:off x="5039785" y="3204909"/>
            <a:ext cx="973080" cy="280080"/>
            <a:chOff x="5039785" y="3204909"/>
            <a:chExt cx="973080" cy="280080"/>
          </a:xfrm>
        </p:grpSpPr>
        <mc:AlternateContent xmlns:mc="http://schemas.openxmlformats.org/markup-compatibility/2006" xmlns:p14="http://schemas.microsoft.com/office/powerpoint/2010/main">
          <mc:Choice Requires="p14">
            <p:contentPart p14:bwMode="auto" r:id="rId18">
              <p14:nvContentPartPr>
                <p14:cNvPr id="2" name="墨迹 1">
                  <a:extLst>
                    <a:ext uri="{FF2B5EF4-FFF2-40B4-BE49-F238E27FC236}">
                      <a16:creationId xmlns:a16="http://schemas.microsoft.com/office/drawing/2014/main" id="{09BF7995-7956-1C0D-92F1-A837D0038C88}"/>
                    </a:ext>
                  </a:extLst>
                </p14:cNvPr>
                <p14:cNvContentPartPr/>
                <p14:nvPr/>
              </p14:nvContentPartPr>
              <p14:xfrm>
                <a:off x="5039785" y="3295269"/>
                <a:ext cx="233280" cy="171720"/>
              </p14:xfrm>
            </p:contentPart>
          </mc:Choice>
          <mc:Fallback xmlns="">
            <p:pic>
              <p:nvPicPr>
                <p:cNvPr id="2" name="墨迹 1">
                  <a:extLst>
                    <a:ext uri="{FF2B5EF4-FFF2-40B4-BE49-F238E27FC236}">
                      <a16:creationId xmlns:a16="http://schemas.microsoft.com/office/drawing/2014/main" id="{09BF7995-7956-1C0D-92F1-A837D0038C88}"/>
                    </a:ext>
                  </a:extLst>
                </p:cNvPr>
                <p:cNvPicPr/>
                <p:nvPr/>
              </p:nvPicPr>
              <p:blipFill>
                <a:blip r:embed="rId19"/>
                <a:stretch>
                  <a:fillRect/>
                </a:stretch>
              </p:blipFill>
              <p:spPr>
                <a:xfrm>
                  <a:off x="5021785" y="3277629"/>
                  <a:ext cx="268920" cy="20736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3" name="墨迹 2">
                  <a:extLst>
                    <a:ext uri="{FF2B5EF4-FFF2-40B4-BE49-F238E27FC236}">
                      <a16:creationId xmlns:a16="http://schemas.microsoft.com/office/drawing/2014/main" id="{28011B8E-C6DF-202A-4A97-A2409C187560}"/>
                    </a:ext>
                  </a:extLst>
                </p14:cNvPr>
                <p14:cNvContentPartPr/>
                <p14:nvPr/>
              </p14:nvContentPartPr>
              <p14:xfrm>
                <a:off x="5292505" y="3222549"/>
                <a:ext cx="260280" cy="262440"/>
              </p14:xfrm>
            </p:contentPart>
          </mc:Choice>
          <mc:Fallback xmlns="">
            <p:pic>
              <p:nvPicPr>
                <p:cNvPr id="3" name="墨迹 2">
                  <a:extLst>
                    <a:ext uri="{FF2B5EF4-FFF2-40B4-BE49-F238E27FC236}">
                      <a16:creationId xmlns:a16="http://schemas.microsoft.com/office/drawing/2014/main" id="{28011B8E-C6DF-202A-4A97-A2409C187560}"/>
                    </a:ext>
                  </a:extLst>
                </p:cNvPr>
                <p:cNvPicPr/>
                <p:nvPr/>
              </p:nvPicPr>
              <p:blipFill>
                <a:blip r:embed="rId21"/>
                <a:stretch>
                  <a:fillRect/>
                </a:stretch>
              </p:blipFill>
              <p:spPr>
                <a:xfrm>
                  <a:off x="5274505" y="3204909"/>
                  <a:ext cx="295920" cy="29808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4" name="墨迹 3">
                  <a:extLst>
                    <a:ext uri="{FF2B5EF4-FFF2-40B4-BE49-F238E27FC236}">
                      <a16:creationId xmlns:a16="http://schemas.microsoft.com/office/drawing/2014/main" id="{A605B428-4F66-CD63-0FF5-3B32E6E133B0}"/>
                    </a:ext>
                  </a:extLst>
                </p14:cNvPr>
                <p14:cNvContentPartPr/>
                <p14:nvPr/>
              </p14:nvContentPartPr>
              <p14:xfrm>
                <a:off x="5412385" y="3339189"/>
                <a:ext cx="115920" cy="22680"/>
              </p14:xfrm>
            </p:contentPart>
          </mc:Choice>
          <mc:Fallback xmlns="">
            <p:pic>
              <p:nvPicPr>
                <p:cNvPr id="4" name="墨迹 3">
                  <a:extLst>
                    <a:ext uri="{FF2B5EF4-FFF2-40B4-BE49-F238E27FC236}">
                      <a16:creationId xmlns:a16="http://schemas.microsoft.com/office/drawing/2014/main" id="{A605B428-4F66-CD63-0FF5-3B32E6E133B0}"/>
                    </a:ext>
                  </a:extLst>
                </p:cNvPr>
                <p:cNvPicPr/>
                <p:nvPr/>
              </p:nvPicPr>
              <p:blipFill>
                <a:blip r:embed="rId23"/>
                <a:stretch>
                  <a:fillRect/>
                </a:stretch>
              </p:blipFill>
              <p:spPr>
                <a:xfrm>
                  <a:off x="5394745" y="3321549"/>
                  <a:ext cx="151560" cy="5832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5" name="墨迹 4">
                  <a:extLst>
                    <a:ext uri="{FF2B5EF4-FFF2-40B4-BE49-F238E27FC236}">
                      <a16:creationId xmlns:a16="http://schemas.microsoft.com/office/drawing/2014/main" id="{3D486E4B-B349-6B39-14A0-33A65C9F1CC5}"/>
                    </a:ext>
                  </a:extLst>
                </p14:cNvPr>
                <p14:cNvContentPartPr/>
                <p14:nvPr/>
              </p14:nvContentPartPr>
              <p14:xfrm>
                <a:off x="5615425" y="3288069"/>
                <a:ext cx="202680" cy="152640"/>
              </p14:xfrm>
            </p:contentPart>
          </mc:Choice>
          <mc:Fallback xmlns="">
            <p:pic>
              <p:nvPicPr>
                <p:cNvPr id="5" name="墨迹 4">
                  <a:extLst>
                    <a:ext uri="{FF2B5EF4-FFF2-40B4-BE49-F238E27FC236}">
                      <a16:creationId xmlns:a16="http://schemas.microsoft.com/office/drawing/2014/main" id="{3D486E4B-B349-6B39-14A0-33A65C9F1CC5}"/>
                    </a:ext>
                  </a:extLst>
                </p:cNvPr>
                <p:cNvPicPr/>
                <p:nvPr/>
              </p:nvPicPr>
              <p:blipFill>
                <a:blip r:embed="rId25"/>
                <a:stretch>
                  <a:fillRect/>
                </a:stretch>
              </p:blipFill>
              <p:spPr>
                <a:xfrm>
                  <a:off x="5597785" y="3270069"/>
                  <a:ext cx="238320" cy="18828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6" name="墨迹 5">
                  <a:extLst>
                    <a:ext uri="{FF2B5EF4-FFF2-40B4-BE49-F238E27FC236}">
                      <a16:creationId xmlns:a16="http://schemas.microsoft.com/office/drawing/2014/main" id="{3828BE39-7EE5-4862-289B-A76491C14F18}"/>
                    </a:ext>
                  </a:extLst>
                </p14:cNvPr>
                <p14:cNvContentPartPr/>
                <p14:nvPr/>
              </p14:nvContentPartPr>
              <p14:xfrm>
                <a:off x="5970025" y="3204909"/>
                <a:ext cx="42840" cy="218160"/>
              </p14:xfrm>
            </p:contentPart>
          </mc:Choice>
          <mc:Fallback xmlns="">
            <p:pic>
              <p:nvPicPr>
                <p:cNvPr id="6" name="墨迹 5">
                  <a:extLst>
                    <a:ext uri="{FF2B5EF4-FFF2-40B4-BE49-F238E27FC236}">
                      <a16:creationId xmlns:a16="http://schemas.microsoft.com/office/drawing/2014/main" id="{3828BE39-7EE5-4862-289B-A76491C14F18}"/>
                    </a:ext>
                  </a:extLst>
                </p:cNvPr>
                <p:cNvPicPr/>
                <p:nvPr/>
              </p:nvPicPr>
              <p:blipFill>
                <a:blip r:embed="rId27"/>
                <a:stretch>
                  <a:fillRect/>
                </a:stretch>
              </p:blipFill>
              <p:spPr>
                <a:xfrm>
                  <a:off x="5952025" y="3187269"/>
                  <a:ext cx="78480" cy="2538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28">
            <p14:nvContentPartPr>
              <p14:cNvPr id="7" name="墨迹 6">
                <a:extLst>
                  <a:ext uri="{FF2B5EF4-FFF2-40B4-BE49-F238E27FC236}">
                    <a16:creationId xmlns:a16="http://schemas.microsoft.com/office/drawing/2014/main" id="{5A49FE75-CC4E-7ACA-4E1E-9EE23E8EB6F0}"/>
                  </a:ext>
                </a:extLst>
              </p14:cNvPr>
              <p14:cNvContentPartPr/>
              <p14:nvPr/>
            </p14:nvContentPartPr>
            <p14:xfrm>
              <a:off x="6086665" y="4192389"/>
              <a:ext cx="1250280" cy="94320"/>
            </p14:xfrm>
          </p:contentPart>
        </mc:Choice>
        <mc:Fallback xmlns="">
          <p:pic>
            <p:nvPicPr>
              <p:cNvPr id="7" name="墨迹 6">
                <a:extLst>
                  <a:ext uri="{FF2B5EF4-FFF2-40B4-BE49-F238E27FC236}">
                    <a16:creationId xmlns:a16="http://schemas.microsoft.com/office/drawing/2014/main" id="{5A49FE75-CC4E-7ACA-4E1E-9EE23E8EB6F0}"/>
                  </a:ext>
                </a:extLst>
              </p:cNvPr>
              <p:cNvPicPr/>
              <p:nvPr/>
            </p:nvPicPr>
            <p:blipFill>
              <a:blip r:embed="rId29"/>
              <a:stretch>
                <a:fillRect/>
              </a:stretch>
            </p:blipFill>
            <p:spPr>
              <a:xfrm>
                <a:off x="6068665" y="4174749"/>
                <a:ext cx="1285920" cy="12996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9" name="墨迹 8">
                <a:extLst>
                  <a:ext uri="{FF2B5EF4-FFF2-40B4-BE49-F238E27FC236}">
                    <a16:creationId xmlns:a16="http://schemas.microsoft.com/office/drawing/2014/main" id="{22E6742D-326E-BF07-E5A8-DFF553B81673}"/>
                  </a:ext>
                </a:extLst>
              </p14:cNvPr>
              <p14:cNvContentPartPr/>
              <p14:nvPr/>
            </p14:nvContentPartPr>
            <p14:xfrm>
              <a:off x="6622345" y="5134869"/>
              <a:ext cx="1114920" cy="63360"/>
            </p14:xfrm>
          </p:contentPart>
        </mc:Choice>
        <mc:Fallback xmlns="">
          <p:pic>
            <p:nvPicPr>
              <p:cNvPr id="9" name="墨迹 8">
                <a:extLst>
                  <a:ext uri="{FF2B5EF4-FFF2-40B4-BE49-F238E27FC236}">
                    <a16:creationId xmlns:a16="http://schemas.microsoft.com/office/drawing/2014/main" id="{22E6742D-326E-BF07-E5A8-DFF553B81673}"/>
                  </a:ext>
                </a:extLst>
              </p:cNvPr>
              <p:cNvPicPr/>
              <p:nvPr/>
            </p:nvPicPr>
            <p:blipFill>
              <a:blip r:embed="rId31"/>
              <a:stretch>
                <a:fillRect/>
              </a:stretch>
            </p:blipFill>
            <p:spPr>
              <a:xfrm>
                <a:off x="6604705" y="5117229"/>
                <a:ext cx="1150560" cy="9900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13" name="墨迹 12">
                <a:extLst>
                  <a:ext uri="{FF2B5EF4-FFF2-40B4-BE49-F238E27FC236}">
                    <a16:creationId xmlns:a16="http://schemas.microsoft.com/office/drawing/2014/main" id="{1ADE7701-5DAB-04F5-1C36-BC6290C75D93}"/>
                  </a:ext>
                </a:extLst>
              </p14:cNvPr>
              <p14:cNvContentPartPr/>
              <p14:nvPr/>
            </p14:nvContentPartPr>
            <p14:xfrm>
              <a:off x="2272105" y="6076629"/>
              <a:ext cx="581760" cy="46800"/>
            </p14:xfrm>
          </p:contentPart>
        </mc:Choice>
        <mc:Fallback xmlns="">
          <p:pic>
            <p:nvPicPr>
              <p:cNvPr id="13" name="墨迹 12">
                <a:extLst>
                  <a:ext uri="{FF2B5EF4-FFF2-40B4-BE49-F238E27FC236}">
                    <a16:creationId xmlns:a16="http://schemas.microsoft.com/office/drawing/2014/main" id="{1ADE7701-5DAB-04F5-1C36-BC6290C75D93}"/>
                  </a:ext>
                </a:extLst>
              </p:cNvPr>
              <p:cNvPicPr/>
              <p:nvPr/>
            </p:nvPicPr>
            <p:blipFill>
              <a:blip r:embed="rId33"/>
              <a:stretch>
                <a:fillRect/>
              </a:stretch>
            </p:blipFill>
            <p:spPr>
              <a:xfrm>
                <a:off x="2254105" y="6058989"/>
                <a:ext cx="617400" cy="82440"/>
              </a:xfrm>
              <a:prstGeom prst="rect">
                <a:avLst/>
              </a:prstGeom>
            </p:spPr>
          </p:pic>
        </mc:Fallback>
      </mc:AlternateContent>
      <p:grpSp>
        <p:nvGrpSpPr>
          <p:cNvPr id="20" name="组合 19">
            <a:extLst>
              <a:ext uri="{FF2B5EF4-FFF2-40B4-BE49-F238E27FC236}">
                <a16:creationId xmlns:a16="http://schemas.microsoft.com/office/drawing/2014/main" id="{D486DD60-4837-538B-689E-7B5A1B8CC20A}"/>
              </a:ext>
            </a:extLst>
          </p:cNvPr>
          <p:cNvGrpSpPr/>
          <p:nvPr/>
        </p:nvGrpSpPr>
        <p:grpSpPr>
          <a:xfrm>
            <a:off x="3943945" y="1514709"/>
            <a:ext cx="3969360" cy="1121760"/>
            <a:chOff x="3943945" y="1514709"/>
            <a:chExt cx="3969360" cy="1121760"/>
          </a:xfrm>
        </p:grpSpPr>
        <mc:AlternateContent xmlns:mc="http://schemas.openxmlformats.org/markup-compatibility/2006" xmlns:p14="http://schemas.microsoft.com/office/powerpoint/2010/main">
          <mc:Choice Requires="p14">
            <p:contentPart p14:bwMode="auto" r:id="rId34">
              <p14:nvContentPartPr>
                <p14:cNvPr id="10" name="墨迹 9">
                  <a:extLst>
                    <a:ext uri="{FF2B5EF4-FFF2-40B4-BE49-F238E27FC236}">
                      <a16:creationId xmlns:a16="http://schemas.microsoft.com/office/drawing/2014/main" id="{01FA1764-BAAF-EBC3-E9B1-AC666C1D3973}"/>
                    </a:ext>
                  </a:extLst>
                </p14:cNvPr>
                <p14:cNvContentPartPr/>
                <p14:nvPr/>
              </p14:nvContentPartPr>
              <p14:xfrm>
                <a:off x="3943945" y="2410389"/>
                <a:ext cx="3221280" cy="83520"/>
              </p14:xfrm>
            </p:contentPart>
          </mc:Choice>
          <mc:Fallback xmlns="">
            <p:pic>
              <p:nvPicPr>
                <p:cNvPr id="10" name="墨迹 9">
                  <a:extLst>
                    <a:ext uri="{FF2B5EF4-FFF2-40B4-BE49-F238E27FC236}">
                      <a16:creationId xmlns:a16="http://schemas.microsoft.com/office/drawing/2014/main" id="{01FA1764-BAAF-EBC3-E9B1-AC666C1D3973}"/>
                    </a:ext>
                  </a:extLst>
                </p:cNvPr>
                <p:cNvPicPr/>
                <p:nvPr/>
              </p:nvPicPr>
              <p:blipFill>
                <a:blip r:embed="rId35"/>
                <a:stretch>
                  <a:fillRect/>
                </a:stretch>
              </p:blipFill>
              <p:spPr>
                <a:xfrm>
                  <a:off x="3925945" y="2392749"/>
                  <a:ext cx="3256920" cy="119160"/>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11" name="墨迹 10">
                  <a:extLst>
                    <a:ext uri="{FF2B5EF4-FFF2-40B4-BE49-F238E27FC236}">
                      <a16:creationId xmlns:a16="http://schemas.microsoft.com/office/drawing/2014/main" id="{53D80FA8-517D-0D50-773F-D00D4D0A4F17}"/>
                    </a:ext>
                  </a:extLst>
                </p14:cNvPr>
                <p14:cNvContentPartPr/>
                <p14:nvPr/>
              </p14:nvContentPartPr>
              <p14:xfrm>
                <a:off x="6982345" y="2392029"/>
                <a:ext cx="371880" cy="244440"/>
              </p14:xfrm>
            </p:contentPart>
          </mc:Choice>
          <mc:Fallback xmlns="">
            <p:pic>
              <p:nvPicPr>
                <p:cNvPr id="11" name="墨迹 10">
                  <a:extLst>
                    <a:ext uri="{FF2B5EF4-FFF2-40B4-BE49-F238E27FC236}">
                      <a16:creationId xmlns:a16="http://schemas.microsoft.com/office/drawing/2014/main" id="{53D80FA8-517D-0D50-773F-D00D4D0A4F17}"/>
                    </a:ext>
                  </a:extLst>
                </p:cNvPr>
                <p:cNvPicPr/>
                <p:nvPr/>
              </p:nvPicPr>
              <p:blipFill>
                <a:blip r:embed="rId37"/>
                <a:stretch>
                  <a:fillRect/>
                </a:stretch>
              </p:blipFill>
              <p:spPr>
                <a:xfrm>
                  <a:off x="6964705" y="2374029"/>
                  <a:ext cx="407520" cy="280080"/>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14" name="墨迹 13">
                  <a:extLst>
                    <a:ext uri="{FF2B5EF4-FFF2-40B4-BE49-F238E27FC236}">
                      <a16:creationId xmlns:a16="http://schemas.microsoft.com/office/drawing/2014/main" id="{0129D785-AA46-AF5C-AB92-0606CC346397}"/>
                    </a:ext>
                  </a:extLst>
                </p14:cNvPr>
                <p14:cNvContentPartPr/>
                <p14:nvPr/>
              </p14:nvContentPartPr>
              <p14:xfrm>
                <a:off x="4470265" y="1856349"/>
                <a:ext cx="1083240" cy="646200"/>
              </p14:xfrm>
            </p:contentPart>
          </mc:Choice>
          <mc:Fallback xmlns="">
            <p:pic>
              <p:nvPicPr>
                <p:cNvPr id="14" name="墨迹 13">
                  <a:extLst>
                    <a:ext uri="{FF2B5EF4-FFF2-40B4-BE49-F238E27FC236}">
                      <a16:creationId xmlns:a16="http://schemas.microsoft.com/office/drawing/2014/main" id="{0129D785-AA46-AF5C-AB92-0606CC346397}"/>
                    </a:ext>
                  </a:extLst>
                </p:cNvPr>
                <p:cNvPicPr/>
                <p:nvPr/>
              </p:nvPicPr>
              <p:blipFill>
                <a:blip r:embed="rId39"/>
                <a:stretch>
                  <a:fillRect/>
                </a:stretch>
              </p:blipFill>
              <p:spPr>
                <a:xfrm>
                  <a:off x="4452265" y="1838709"/>
                  <a:ext cx="1118880" cy="681840"/>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15" name="墨迹 14">
                  <a:extLst>
                    <a:ext uri="{FF2B5EF4-FFF2-40B4-BE49-F238E27FC236}">
                      <a16:creationId xmlns:a16="http://schemas.microsoft.com/office/drawing/2014/main" id="{89EBE1D0-651F-FDF2-28DF-BDF6E6D4DE26}"/>
                    </a:ext>
                  </a:extLst>
                </p14:cNvPr>
                <p14:cNvContentPartPr/>
                <p14:nvPr/>
              </p14:nvContentPartPr>
              <p14:xfrm>
                <a:off x="5383945" y="2438469"/>
                <a:ext cx="73800" cy="72000"/>
              </p14:xfrm>
            </p:contentPart>
          </mc:Choice>
          <mc:Fallback xmlns="">
            <p:pic>
              <p:nvPicPr>
                <p:cNvPr id="15" name="墨迹 14">
                  <a:extLst>
                    <a:ext uri="{FF2B5EF4-FFF2-40B4-BE49-F238E27FC236}">
                      <a16:creationId xmlns:a16="http://schemas.microsoft.com/office/drawing/2014/main" id="{89EBE1D0-651F-FDF2-28DF-BDF6E6D4DE26}"/>
                    </a:ext>
                  </a:extLst>
                </p:cNvPr>
                <p:cNvPicPr/>
                <p:nvPr/>
              </p:nvPicPr>
              <p:blipFill>
                <a:blip r:embed="rId41"/>
                <a:stretch>
                  <a:fillRect/>
                </a:stretch>
              </p:blipFill>
              <p:spPr>
                <a:xfrm>
                  <a:off x="5366305" y="2420469"/>
                  <a:ext cx="109440" cy="107640"/>
                </a:xfrm>
                <a:prstGeom prst="rect">
                  <a:avLst/>
                </a:prstGeom>
              </p:spPr>
            </p:pic>
          </mc:Fallback>
        </mc:AlternateContent>
        <mc:AlternateContent xmlns:mc="http://schemas.openxmlformats.org/markup-compatibility/2006" xmlns:p14="http://schemas.microsoft.com/office/powerpoint/2010/main">
          <mc:Choice Requires="p14">
            <p:contentPart p14:bwMode="auto" r:id="rId42">
              <p14:nvContentPartPr>
                <p14:cNvPr id="16" name="墨迹 15">
                  <a:extLst>
                    <a:ext uri="{FF2B5EF4-FFF2-40B4-BE49-F238E27FC236}">
                      <a16:creationId xmlns:a16="http://schemas.microsoft.com/office/drawing/2014/main" id="{6F6DA844-346C-634A-D372-47BE61EA7271}"/>
                    </a:ext>
                  </a:extLst>
                </p14:cNvPr>
                <p14:cNvContentPartPr/>
                <p14:nvPr/>
              </p14:nvContentPartPr>
              <p14:xfrm>
                <a:off x="6223825" y="1514709"/>
                <a:ext cx="177120" cy="963000"/>
              </p14:xfrm>
            </p:contentPart>
          </mc:Choice>
          <mc:Fallback xmlns="">
            <p:pic>
              <p:nvPicPr>
                <p:cNvPr id="16" name="墨迹 15">
                  <a:extLst>
                    <a:ext uri="{FF2B5EF4-FFF2-40B4-BE49-F238E27FC236}">
                      <a16:creationId xmlns:a16="http://schemas.microsoft.com/office/drawing/2014/main" id="{6F6DA844-346C-634A-D372-47BE61EA7271}"/>
                    </a:ext>
                  </a:extLst>
                </p:cNvPr>
                <p:cNvPicPr/>
                <p:nvPr/>
              </p:nvPicPr>
              <p:blipFill>
                <a:blip r:embed="rId43"/>
                <a:stretch>
                  <a:fillRect/>
                </a:stretch>
              </p:blipFill>
              <p:spPr>
                <a:xfrm>
                  <a:off x="6206185" y="1496709"/>
                  <a:ext cx="212760" cy="998640"/>
                </a:xfrm>
                <a:prstGeom prst="rect">
                  <a:avLst/>
                </a:prstGeom>
              </p:spPr>
            </p:pic>
          </mc:Fallback>
        </mc:AlternateContent>
        <mc:AlternateContent xmlns:mc="http://schemas.openxmlformats.org/markup-compatibility/2006" xmlns:p14="http://schemas.microsoft.com/office/powerpoint/2010/main">
          <mc:Choice Requires="p14">
            <p:contentPart p14:bwMode="auto" r:id="rId44">
              <p14:nvContentPartPr>
                <p14:cNvPr id="17" name="墨迹 16">
                  <a:extLst>
                    <a:ext uri="{FF2B5EF4-FFF2-40B4-BE49-F238E27FC236}">
                      <a16:creationId xmlns:a16="http://schemas.microsoft.com/office/drawing/2014/main" id="{7D656687-31B1-037E-4670-B21D67964564}"/>
                    </a:ext>
                  </a:extLst>
                </p14:cNvPr>
                <p14:cNvContentPartPr/>
                <p14:nvPr/>
              </p14:nvContentPartPr>
              <p14:xfrm>
                <a:off x="6326785" y="1615509"/>
                <a:ext cx="1586520" cy="112320"/>
              </p14:xfrm>
            </p:contentPart>
          </mc:Choice>
          <mc:Fallback xmlns="">
            <p:pic>
              <p:nvPicPr>
                <p:cNvPr id="17" name="墨迹 16">
                  <a:extLst>
                    <a:ext uri="{FF2B5EF4-FFF2-40B4-BE49-F238E27FC236}">
                      <a16:creationId xmlns:a16="http://schemas.microsoft.com/office/drawing/2014/main" id="{7D656687-31B1-037E-4670-B21D67964564}"/>
                    </a:ext>
                  </a:extLst>
                </p:cNvPr>
                <p:cNvPicPr/>
                <p:nvPr/>
              </p:nvPicPr>
              <p:blipFill>
                <a:blip r:embed="rId45"/>
                <a:stretch>
                  <a:fillRect/>
                </a:stretch>
              </p:blipFill>
              <p:spPr>
                <a:xfrm>
                  <a:off x="6308785" y="1597869"/>
                  <a:ext cx="1622160" cy="147960"/>
                </a:xfrm>
                <a:prstGeom prst="rect">
                  <a:avLst/>
                </a:prstGeom>
              </p:spPr>
            </p:pic>
          </mc:Fallback>
        </mc:AlternateContent>
        <mc:AlternateContent xmlns:mc="http://schemas.openxmlformats.org/markup-compatibility/2006" xmlns:p14="http://schemas.microsoft.com/office/powerpoint/2010/main">
          <mc:Choice Requires="p14">
            <p:contentPart p14:bwMode="auto" r:id="rId46">
              <p14:nvContentPartPr>
                <p14:cNvPr id="19" name="墨迹 18">
                  <a:extLst>
                    <a:ext uri="{FF2B5EF4-FFF2-40B4-BE49-F238E27FC236}">
                      <a16:creationId xmlns:a16="http://schemas.microsoft.com/office/drawing/2014/main" id="{A5CE20B8-E40B-CBDB-FCBC-4DB97EC7014F}"/>
                    </a:ext>
                  </a:extLst>
                </p14:cNvPr>
                <p14:cNvContentPartPr/>
                <p14:nvPr/>
              </p14:nvContentPartPr>
              <p14:xfrm>
                <a:off x="6191065" y="2438469"/>
                <a:ext cx="96840" cy="90720"/>
              </p14:xfrm>
            </p:contentPart>
          </mc:Choice>
          <mc:Fallback xmlns="">
            <p:pic>
              <p:nvPicPr>
                <p:cNvPr id="19" name="墨迹 18">
                  <a:extLst>
                    <a:ext uri="{FF2B5EF4-FFF2-40B4-BE49-F238E27FC236}">
                      <a16:creationId xmlns:a16="http://schemas.microsoft.com/office/drawing/2014/main" id="{A5CE20B8-E40B-CBDB-FCBC-4DB97EC7014F}"/>
                    </a:ext>
                  </a:extLst>
                </p:cNvPr>
                <p:cNvPicPr/>
                <p:nvPr/>
              </p:nvPicPr>
              <p:blipFill>
                <a:blip r:embed="rId47"/>
                <a:stretch>
                  <a:fillRect/>
                </a:stretch>
              </p:blipFill>
              <p:spPr>
                <a:xfrm>
                  <a:off x="6173425" y="2420469"/>
                  <a:ext cx="132480" cy="126360"/>
                </a:xfrm>
                <a:prstGeom prst="rect">
                  <a:avLst/>
                </a:prstGeom>
              </p:spPr>
            </p:pic>
          </mc:Fallback>
        </mc:AlternateContent>
      </p:grpSp>
    </p:spTree>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7" name="椭圆 560129"/>
          <p:cNvSpPr/>
          <p:nvPr/>
        </p:nvSpPr>
        <p:spPr>
          <a:xfrm>
            <a:off x="4938713" y="3162300"/>
            <a:ext cx="2214562" cy="2151063"/>
          </a:xfrm>
          <a:prstGeom prst="ellipse">
            <a:avLst/>
          </a:prstGeom>
          <a:pattFill prst="pct10">
            <a:fgClr>
              <a:schemeClr val="tx1"/>
            </a:fgClr>
            <a:bgClr>
              <a:schemeClr val="bg1"/>
            </a:bgClr>
          </a:pattFill>
          <a:ln w="25400" cap="sq" cmpd="sng">
            <a:solidFill>
              <a:schemeClr val="tx1"/>
            </a:solidFill>
            <a:prstDash val="solid"/>
            <a:round/>
            <a:headEnd type="none" w="sm" len="sm"/>
            <a:tailEnd type="none" w="sm" len="sm"/>
          </a:ln>
        </p:spPr>
        <p:txBody>
          <a:bodyPr anchor="t" anchorCtr="0"/>
          <a:lstStyle/>
          <a:p>
            <a:endParaRPr lang="zh-CN" altLang="en-US">
              <a:latin typeface="Arial" panose="020B0604020202020204" pitchFamily="34" charset="0"/>
              <a:ea typeface="宋体" panose="02010600030101010101" pitchFamily="2" charset="-122"/>
            </a:endParaRPr>
          </a:p>
        </p:txBody>
      </p:sp>
      <p:sp>
        <p:nvSpPr>
          <p:cNvPr id="39938" name="椭圆 560130"/>
          <p:cNvSpPr/>
          <p:nvPr/>
        </p:nvSpPr>
        <p:spPr>
          <a:xfrm>
            <a:off x="5454650" y="3606800"/>
            <a:ext cx="1181100" cy="1187450"/>
          </a:xfrm>
          <a:prstGeom prst="ellipse">
            <a:avLst/>
          </a:prstGeom>
          <a:solidFill>
            <a:schemeClr val="bg1"/>
          </a:solidFill>
          <a:ln w="25400" cap="sq" cmpd="sng">
            <a:solidFill>
              <a:schemeClr val="tx1"/>
            </a:solidFill>
            <a:prstDash val="solid"/>
            <a:round/>
            <a:headEnd type="none" w="sm" len="sm"/>
            <a:tailEnd type="none" w="sm" len="sm"/>
          </a:ln>
        </p:spPr>
        <p:txBody>
          <a:bodyPr anchor="t" anchorCtr="0"/>
          <a:lstStyle/>
          <a:p>
            <a:endParaRPr lang="zh-CN" altLang="en-US">
              <a:latin typeface="Arial" panose="020B0604020202020204" pitchFamily="34" charset="0"/>
              <a:ea typeface="宋体" panose="02010600030101010101" pitchFamily="2" charset="-122"/>
            </a:endParaRPr>
          </a:p>
        </p:txBody>
      </p:sp>
      <p:sp>
        <p:nvSpPr>
          <p:cNvPr id="39939" name="直接连接符 560131"/>
          <p:cNvSpPr/>
          <p:nvPr/>
        </p:nvSpPr>
        <p:spPr>
          <a:xfrm>
            <a:off x="4643438" y="4200525"/>
            <a:ext cx="3100387" cy="0"/>
          </a:xfrm>
          <a:prstGeom prst="line">
            <a:avLst/>
          </a:prstGeom>
          <a:ln w="25400" cap="sq" cmpd="sng">
            <a:solidFill>
              <a:schemeClr val="tx1"/>
            </a:solidFill>
            <a:prstDash val="solid"/>
            <a:round/>
            <a:headEnd type="none" w="sm" len="sm"/>
            <a:tailEnd type="triangle" w="med" len="lg"/>
          </a:ln>
        </p:spPr>
      </p:sp>
      <p:sp>
        <p:nvSpPr>
          <p:cNvPr id="39940" name="直接连接符 560132"/>
          <p:cNvSpPr/>
          <p:nvPr/>
        </p:nvSpPr>
        <p:spPr>
          <a:xfrm flipV="1">
            <a:off x="6045200" y="2495550"/>
            <a:ext cx="0" cy="3040063"/>
          </a:xfrm>
          <a:prstGeom prst="line">
            <a:avLst/>
          </a:prstGeom>
          <a:ln w="25400" cap="sq" cmpd="sng">
            <a:solidFill>
              <a:schemeClr val="tx1"/>
            </a:solidFill>
            <a:prstDash val="solid"/>
            <a:round/>
            <a:headEnd type="none" w="sm" len="sm"/>
            <a:tailEnd type="triangle" w="med" len="lg"/>
          </a:ln>
        </p:spPr>
      </p:sp>
      <p:graphicFrame>
        <p:nvGraphicFramePr>
          <p:cNvPr id="39941" name="对象 560133"/>
          <p:cNvGraphicFramePr/>
          <p:nvPr/>
        </p:nvGraphicFramePr>
        <p:xfrm>
          <a:off x="7448550" y="3830638"/>
          <a:ext cx="811213" cy="369887"/>
        </p:xfrm>
        <a:graphic>
          <a:graphicData uri="http://schemas.openxmlformats.org/presentationml/2006/ole">
            <mc:AlternateContent xmlns:mc="http://schemas.openxmlformats.org/markup-compatibility/2006">
              <mc:Choice xmlns:v="urn:schemas-microsoft-com:vml" Requires="v">
                <p:oleObj r:id="rId2" imgW="838200" imgH="381000" progId="Equation.DSMT4">
                  <p:embed/>
                </p:oleObj>
              </mc:Choice>
              <mc:Fallback>
                <p:oleObj r:id="rId2" imgW="838200" imgH="381000" progId="Equation.DSMT4">
                  <p:embed/>
                  <p:pic>
                    <p:nvPicPr>
                      <p:cNvPr id="0" name="图片 3157"/>
                      <p:cNvPicPr/>
                      <p:nvPr/>
                    </p:nvPicPr>
                    <p:blipFill>
                      <a:blip r:embed="rId3">
                        <a:lum bright="-100000"/>
                      </a:blip>
                      <a:stretch>
                        <a:fillRect/>
                      </a:stretch>
                    </p:blipFill>
                    <p:spPr>
                      <a:xfrm>
                        <a:off x="7448550" y="3830638"/>
                        <a:ext cx="811213" cy="369887"/>
                      </a:xfrm>
                      <a:prstGeom prst="rect">
                        <a:avLst/>
                      </a:prstGeom>
                      <a:noFill/>
                      <a:ln w="38100">
                        <a:noFill/>
                        <a:miter/>
                      </a:ln>
                    </p:spPr>
                  </p:pic>
                </p:oleObj>
              </mc:Fallback>
            </mc:AlternateContent>
          </a:graphicData>
        </a:graphic>
      </p:graphicFrame>
      <p:graphicFrame>
        <p:nvGraphicFramePr>
          <p:cNvPr id="39942" name="对象 560134"/>
          <p:cNvGraphicFramePr/>
          <p:nvPr/>
        </p:nvGraphicFramePr>
        <p:xfrm>
          <a:off x="6119813" y="2420938"/>
          <a:ext cx="1020762" cy="371475"/>
        </p:xfrm>
        <a:graphic>
          <a:graphicData uri="http://schemas.openxmlformats.org/presentationml/2006/ole">
            <mc:AlternateContent xmlns:mc="http://schemas.openxmlformats.org/markup-compatibility/2006">
              <mc:Choice xmlns:v="urn:schemas-microsoft-com:vml" Requires="v">
                <p:oleObj r:id="rId4" imgW="1054100" imgH="381000" progId="Equation.DSMT4">
                  <p:embed/>
                </p:oleObj>
              </mc:Choice>
              <mc:Fallback>
                <p:oleObj r:id="rId4" imgW="1054100" imgH="381000" progId="Equation.DSMT4">
                  <p:embed/>
                  <p:pic>
                    <p:nvPicPr>
                      <p:cNvPr id="0" name="图片 3154"/>
                      <p:cNvPicPr/>
                      <p:nvPr/>
                    </p:nvPicPr>
                    <p:blipFill>
                      <a:blip r:embed="rId5">
                        <a:lum bright="-100000"/>
                      </a:blip>
                      <a:stretch>
                        <a:fillRect/>
                      </a:stretch>
                    </p:blipFill>
                    <p:spPr>
                      <a:xfrm>
                        <a:off x="6119813" y="2420938"/>
                        <a:ext cx="1020762" cy="371475"/>
                      </a:xfrm>
                      <a:prstGeom prst="rect">
                        <a:avLst/>
                      </a:prstGeom>
                      <a:noFill/>
                      <a:ln w="38100">
                        <a:noFill/>
                        <a:miter/>
                      </a:ln>
                    </p:spPr>
                  </p:pic>
                </p:oleObj>
              </mc:Fallback>
            </mc:AlternateContent>
          </a:graphicData>
        </a:graphic>
      </p:graphicFrame>
      <p:graphicFrame>
        <p:nvGraphicFramePr>
          <p:cNvPr id="39943" name="对象 560135"/>
          <p:cNvGraphicFramePr/>
          <p:nvPr/>
        </p:nvGraphicFramePr>
        <p:xfrm>
          <a:off x="5824538" y="4275138"/>
          <a:ext cx="196850" cy="296862"/>
        </p:xfrm>
        <a:graphic>
          <a:graphicData uri="http://schemas.openxmlformats.org/presentationml/2006/ole">
            <mc:AlternateContent xmlns:mc="http://schemas.openxmlformats.org/markup-compatibility/2006">
              <mc:Choice xmlns:v="urn:schemas-microsoft-com:vml" Requires="v">
                <p:oleObj r:id="rId6" imgW="203200" imgH="304800" progId="Equation.DSMT4">
                  <p:embed/>
                </p:oleObj>
              </mc:Choice>
              <mc:Fallback>
                <p:oleObj r:id="rId6" imgW="203200" imgH="304800" progId="Equation.DSMT4">
                  <p:embed/>
                  <p:pic>
                    <p:nvPicPr>
                      <p:cNvPr id="0" name="图片 3145"/>
                      <p:cNvPicPr/>
                      <p:nvPr/>
                    </p:nvPicPr>
                    <p:blipFill>
                      <a:blip r:embed="rId7">
                        <a:lum bright="-100000"/>
                      </a:blip>
                      <a:stretch>
                        <a:fillRect/>
                      </a:stretch>
                    </p:blipFill>
                    <p:spPr>
                      <a:xfrm>
                        <a:off x="5824538" y="4275138"/>
                        <a:ext cx="196850" cy="296862"/>
                      </a:xfrm>
                      <a:prstGeom prst="rect">
                        <a:avLst/>
                      </a:prstGeom>
                      <a:noFill/>
                      <a:ln w="38100">
                        <a:noFill/>
                        <a:miter/>
                      </a:ln>
                    </p:spPr>
                  </p:pic>
                </p:oleObj>
              </mc:Fallback>
            </mc:AlternateContent>
          </a:graphicData>
        </a:graphic>
      </p:graphicFrame>
      <p:graphicFrame>
        <p:nvGraphicFramePr>
          <p:cNvPr id="39944" name="对象 560136"/>
          <p:cNvGraphicFramePr/>
          <p:nvPr/>
        </p:nvGraphicFramePr>
        <p:xfrm>
          <a:off x="6340475" y="3978275"/>
          <a:ext cx="222250" cy="222250"/>
        </p:xfrm>
        <a:graphic>
          <a:graphicData uri="http://schemas.openxmlformats.org/presentationml/2006/ole">
            <mc:AlternateContent xmlns:mc="http://schemas.openxmlformats.org/markup-compatibility/2006">
              <mc:Choice xmlns:v="urn:schemas-microsoft-com:vml" Requires="v">
                <p:oleObj r:id="rId8" imgW="228600" imgH="228600" progId="Equation.DSMT4">
                  <p:embed/>
                </p:oleObj>
              </mc:Choice>
              <mc:Fallback>
                <p:oleObj r:id="rId8" imgW="228600" imgH="228600" progId="Equation.DSMT4">
                  <p:embed/>
                  <p:pic>
                    <p:nvPicPr>
                      <p:cNvPr id="0" name="图片 3158"/>
                      <p:cNvPicPr/>
                      <p:nvPr/>
                    </p:nvPicPr>
                    <p:blipFill>
                      <a:blip r:embed="rId9">
                        <a:lum bright="-100000"/>
                      </a:blip>
                      <a:stretch>
                        <a:fillRect/>
                      </a:stretch>
                    </p:blipFill>
                    <p:spPr>
                      <a:xfrm>
                        <a:off x="6340475" y="3978275"/>
                        <a:ext cx="222250" cy="222250"/>
                      </a:xfrm>
                      <a:prstGeom prst="rect">
                        <a:avLst/>
                      </a:prstGeom>
                      <a:noFill/>
                      <a:ln w="38100">
                        <a:noFill/>
                        <a:miter/>
                      </a:ln>
                    </p:spPr>
                  </p:pic>
                </p:oleObj>
              </mc:Fallback>
            </mc:AlternateContent>
          </a:graphicData>
        </a:graphic>
      </p:graphicFrame>
      <p:sp>
        <p:nvSpPr>
          <p:cNvPr id="39945" name="椭圆 560137"/>
          <p:cNvSpPr/>
          <p:nvPr/>
        </p:nvSpPr>
        <p:spPr>
          <a:xfrm>
            <a:off x="5942013" y="4125913"/>
            <a:ext cx="177800" cy="125412"/>
          </a:xfrm>
          <a:prstGeom prst="ellipse">
            <a:avLst/>
          </a:prstGeom>
          <a:noFill/>
          <a:ln w="25400" cap="sq" cmpd="sng">
            <a:solidFill>
              <a:srgbClr val="FF9900"/>
            </a:solidFill>
            <a:prstDash val="solid"/>
            <a:round/>
            <a:headEnd type="none" w="sm" len="sm"/>
            <a:tailEnd type="none" w="sm" len="sm"/>
          </a:ln>
        </p:spPr>
        <p:txBody>
          <a:bodyPr anchor="t" anchorCtr="0"/>
          <a:lstStyle/>
          <a:p>
            <a:endParaRPr lang="zh-CN" altLang="en-US">
              <a:latin typeface="Arial" panose="020B0604020202020204" pitchFamily="34" charset="0"/>
              <a:ea typeface="宋体" panose="02010600030101010101" pitchFamily="2" charset="-122"/>
            </a:endParaRPr>
          </a:p>
        </p:txBody>
      </p:sp>
      <p:grpSp>
        <p:nvGrpSpPr>
          <p:cNvPr id="39946" name="组合 560138"/>
          <p:cNvGrpSpPr/>
          <p:nvPr/>
        </p:nvGrpSpPr>
        <p:grpSpPr>
          <a:xfrm>
            <a:off x="6562725" y="4106863"/>
            <a:ext cx="141288" cy="242887"/>
            <a:chOff x="4743" y="1344"/>
            <a:chExt cx="92" cy="157"/>
          </a:xfrm>
        </p:grpSpPr>
        <p:sp>
          <p:nvSpPr>
            <p:cNvPr id="39947" name="直接连接符 560139"/>
            <p:cNvSpPr/>
            <p:nvPr/>
          </p:nvSpPr>
          <p:spPr>
            <a:xfrm flipH="1">
              <a:off x="4743" y="1349"/>
              <a:ext cx="90" cy="133"/>
            </a:xfrm>
            <a:prstGeom prst="line">
              <a:avLst/>
            </a:prstGeom>
            <a:ln w="25400" cap="sq" cmpd="sng">
              <a:solidFill>
                <a:srgbClr val="FF9900"/>
              </a:solidFill>
              <a:prstDash val="solid"/>
              <a:round/>
              <a:headEnd type="none" w="sm" len="sm"/>
              <a:tailEnd type="none" w="sm" len="sm"/>
            </a:ln>
          </p:spPr>
        </p:sp>
        <p:sp>
          <p:nvSpPr>
            <p:cNvPr id="39948" name="直接连接符 560140"/>
            <p:cNvSpPr/>
            <p:nvPr/>
          </p:nvSpPr>
          <p:spPr>
            <a:xfrm>
              <a:off x="4752" y="1344"/>
              <a:ext cx="83" cy="157"/>
            </a:xfrm>
            <a:prstGeom prst="line">
              <a:avLst/>
            </a:prstGeom>
            <a:ln w="25400" cap="sq" cmpd="sng">
              <a:solidFill>
                <a:srgbClr val="FF9900"/>
              </a:solidFill>
              <a:prstDash val="solid"/>
              <a:round/>
              <a:headEnd type="none" w="sm" len="sm"/>
              <a:tailEnd type="none" w="sm" len="sm"/>
            </a:ln>
          </p:spPr>
        </p:sp>
      </p:grpSp>
      <p:grpSp>
        <p:nvGrpSpPr>
          <p:cNvPr id="39949" name="组合 560141"/>
          <p:cNvGrpSpPr/>
          <p:nvPr/>
        </p:nvGrpSpPr>
        <p:grpSpPr>
          <a:xfrm>
            <a:off x="7085013" y="4106863"/>
            <a:ext cx="141287" cy="242887"/>
            <a:chOff x="4743" y="1344"/>
            <a:chExt cx="92" cy="157"/>
          </a:xfrm>
        </p:grpSpPr>
        <p:sp>
          <p:nvSpPr>
            <p:cNvPr id="39950" name="直接连接符 560142"/>
            <p:cNvSpPr/>
            <p:nvPr/>
          </p:nvSpPr>
          <p:spPr>
            <a:xfrm flipH="1">
              <a:off x="4743" y="1349"/>
              <a:ext cx="90" cy="133"/>
            </a:xfrm>
            <a:prstGeom prst="line">
              <a:avLst/>
            </a:prstGeom>
            <a:ln w="25400" cap="sq" cmpd="sng">
              <a:solidFill>
                <a:srgbClr val="FF9900"/>
              </a:solidFill>
              <a:prstDash val="solid"/>
              <a:round/>
              <a:headEnd type="none" w="sm" len="sm"/>
              <a:tailEnd type="none" w="sm" len="sm"/>
            </a:ln>
          </p:spPr>
        </p:sp>
        <p:sp>
          <p:nvSpPr>
            <p:cNvPr id="39951" name="直接连接符 560143"/>
            <p:cNvSpPr/>
            <p:nvPr/>
          </p:nvSpPr>
          <p:spPr>
            <a:xfrm>
              <a:off x="4752" y="1344"/>
              <a:ext cx="83" cy="157"/>
            </a:xfrm>
            <a:prstGeom prst="line">
              <a:avLst/>
            </a:prstGeom>
            <a:ln w="25400" cap="sq" cmpd="sng">
              <a:solidFill>
                <a:srgbClr val="FF9900"/>
              </a:solidFill>
              <a:prstDash val="solid"/>
              <a:round/>
              <a:headEnd type="none" w="sm" len="sm"/>
              <a:tailEnd type="none" w="sm" len="sm"/>
            </a:ln>
          </p:spPr>
        </p:sp>
      </p:grpSp>
      <p:graphicFrame>
        <p:nvGraphicFramePr>
          <p:cNvPr id="39952" name="对象 560144"/>
          <p:cNvGraphicFramePr/>
          <p:nvPr/>
        </p:nvGraphicFramePr>
        <p:xfrm>
          <a:off x="7146925" y="4262438"/>
          <a:ext cx="528638" cy="309562"/>
        </p:xfrm>
        <a:graphic>
          <a:graphicData uri="http://schemas.openxmlformats.org/presentationml/2006/ole">
            <mc:AlternateContent xmlns:mc="http://schemas.openxmlformats.org/markup-compatibility/2006">
              <mc:Choice xmlns:v="urn:schemas-microsoft-com:vml" Requires="v">
                <p:oleObj r:id="rId10" imgW="545465" imgH="317500" progId="Equation.DSMT4">
                  <p:embed/>
                </p:oleObj>
              </mc:Choice>
              <mc:Fallback>
                <p:oleObj r:id="rId10" imgW="545465" imgH="317500" progId="Equation.DSMT4">
                  <p:embed/>
                  <p:pic>
                    <p:nvPicPr>
                      <p:cNvPr id="0" name="图片 3168"/>
                      <p:cNvPicPr/>
                      <p:nvPr/>
                    </p:nvPicPr>
                    <p:blipFill>
                      <a:blip r:embed="rId11">
                        <a:lum bright="-100000"/>
                      </a:blip>
                      <a:stretch>
                        <a:fillRect/>
                      </a:stretch>
                    </p:blipFill>
                    <p:spPr>
                      <a:xfrm>
                        <a:off x="7146925" y="4262438"/>
                        <a:ext cx="528638" cy="309562"/>
                      </a:xfrm>
                      <a:prstGeom prst="rect">
                        <a:avLst/>
                      </a:prstGeom>
                      <a:noFill/>
                      <a:ln w="38100">
                        <a:noFill/>
                        <a:miter/>
                      </a:ln>
                    </p:spPr>
                  </p:pic>
                </p:oleObj>
              </mc:Fallback>
            </mc:AlternateContent>
          </a:graphicData>
        </a:graphic>
      </p:graphicFrame>
      <p:graphicFrame>
        <p:nvGraphicFramePr>
          <p:cNvPr id="39953" name="对象 560145"/>
          <p:cNvGraphicFramePr/>
          <p:nvPr/>
        </p:nvGraphicFramePr>
        <p:xfrm>
          <a:off x="1258888" y="1062038"/>
          <a:ext cx="7291387" cy="927100"/>
        </p:xfrm>
        <a:graphic>
          <a:graphicData uri="http://schemas.openxmlformats.org/presentationml/2006/ole">
            <mc:AlternateContent xmlns:mc="http://schemas.openxmlformats.org/markup-compatibility/2006">
              <mc:Choice xmlns:v="urn:schemas-microsoft-com:vml" Requires="v">
                <p:oleObj r:id="rId12" imgW="7493000" imgH="952500" progId="Equation.DSMT4">
                  <p:embed/>
                </p:oleObj>
              </mc:Choice>
              <mc:Fallback>
                <p:oleObj r:id="rId12" imgW="7493000" imgH="952500" progId="Equation.DSMT4">
                  <p:embed/>
                  <p:pic>
                    <p:nvPicPr>
                      <p:cNvPr id="0" name="图片 3167"/>
                      <p:cNvPicPr/>
                      <p:nvPr/>
                    </p:nvPicPr>
                    <p:blipFill>
                      <a:blip r:embed="rId13">
                        <a:lum bright="-100000"/>
                      </a:blip>
                      <a:stretch>
                        <a:fillRect/>
                      </a:stretch>
                    </p:blipFill>
                    <p:spPr>
                      <a:xfrm>
                        <a:off x="1258888" y="1062038"/>
                        <a:ext cx="7291387" cy="927100"/>
                      </a:xfrm>
                      <a:prstGeom prst="rect">
                        <a:avLst/>
                      </a:prstGeom>
                      <a:noFill/>
                      <a:ln w="38100">
                        <a:noFill/>
                        <a:miter/>
                      </a:ln>
                    </p:spPr>
                  </p:pic>
                </p:oleObj>
              </mc:Fallback>
            </mc:AlternateContent>
          </a:graphicData>
        </a:graphic>
      </p:graphicFrame>
      <p:graphicFrame>
        <p:nvGraphicFramePr>
          <p:cNvPr id="39954" name="对象 560146"/>
          <p:cNvGraphicFramePr/>
          <p:nvPr/>
        </p:nvGraphicFramePr>
        <p:xfrm>
          <a:off x="1235075" y="3219450"/>
          <a:ext cx="2087563" cy="395288"/>
        </p:xfrm>
        <a:graphic>
          <a:graphicData uri="http://schemas.openxmlformats.org/presentationml/2006/ole">
            <mc:AlternateContent xmlns:mc="http://schemas.openxmlformats.org/markup-compatibility/2006">
              <mc:Choice xmlns:v="urn:schemas-microsoft-com:vml" Requires="v">
                <p:oleObj r:id="rId14" imgW="2145665" imgH="406400" progId="Equation.DSMT4">
                  <p:embed/>
                </p:oleObj>
              </mc:Choice>
              <mc:Fallback>
                <p:oleObj r:id="rId14" imgW="2145665" imgH="406400" progId="Equation.DSMT4">
                  <p:embed/>
                  <p:pic>
                    <p:nvPicPr>
                      <p:cNvPr id="0" name="图片 3166"/>
                      <p:cNvPicPr/>
                      <p:nvPr/>
                    </p:nvPicPr>
                    <p:blipFill>
                      <a:blip r:embed="rId15">
                        <a:lum bright="-100000"/>
                      </a:blip>
                      <a:stretch>
                        <a:fillRect/>
                      </a:stretch>
                    </p:blipFill>
                    <p:spPr>
                      <a:xfrm>
                        <a:off x="1235075" y="3219450"/>
                        <a:ext cx="2087563" cy="395288"/>
                      </a:xfrm>
                      <a:prstGeom prst="rect">
                        <a:avLst/>
                      </a:prstGeom>
                      <a:noFill/>
                      <a:ln w="38100">
                        <a:noFill/>
                        <a:miter/>
                      </a:ln>
                    </p:spPr>
                  </p:pic>
                </p:oleObj>
              </mc:Fallback>
            </mc:AlternateContent>
          </a:graphicData>
        </a:graphic>
      </p:graphicFrame>
      <p:graphicFrame>
        <p:nvGraphicFramePr>
          <p:cNvPr id="39955" name="对象 560147"/>
          <p:cNvGraphicFramePr/>
          <p:nvPr/>
        </p:nvGraphicFramePr>
        <p:xfrm>
          <a:off x="1236663" y="3981450"/>
          <a:ext cx="2263775" cy="420688"/>
        </p:xfrm>
        <a:graphic>
          <a:graphicData uri="http://schemas.openxmlformats.org/presentationml/2006/ole">
            <mc:AlternateContent xmlns:mc="http://schemas.openxmlformats.org/markup-compatibility/2006">
              <mc:Choice xmlns:v="urn:schemas-microsoft-com:vml" Requires="v">
                <p:oleObj r:id="rId16" imgW="2324100" imgH="431800" progId="Equation.DSMT4">
                  <p:embed/>
                </p:oleObj>
              </mc:Choice>
              <mc:Fallback>
                <p:oleObj r:id="rId16" imgW="2324100" imgH="431800" progId="Equation.DSMT4">
                  <p:embed/>
                  <p:pic>
                    <p:nvPicPr>
                      <p:cNvPr id="0" name="图片 3171"/>
                      <p:cNvPicPr/>
                      <p:nvPr/>
                    </p:nvPicPr>
                    <p:blipFill>
                      <a:blip r:embed="rId17">
                        <a:lum bright="-100000"/>
                      </a:blip>
                      <a:stretch>
                        <a:fillRect/>
                      </a:stretch>
                    </p:blipFill>
                    <p:spPr>
                      <a:xfrm>
                        <a:off x="1236663" y="3981450"/>
                        <a:ext cx="2263775" cy="420688"/>
                      </a:xfrm>
                      <a:prstGeom prst="rect">
                        <a:avLst/>
                      </a:prstGeom>
                      <a:noFill/>
                      <a:ln w="38100">
                        <a:noFill/>
                        <a:miter/>
                      </a:ln>
                    </p:spPr>
                  </p:pic>
                </p:oleObj>
              </mc:Fallback>
            </mc:AlternateContent>
          </a:graphicData>
        </a:graphic>
      </p:graphicFrame>
      <p:graphicFrame>
        <p:nvGraphicFramePr>
          <p:cNvPr id="39956" name="对象 560148"/>
          <p:cNvGraphicFramePr/>
          <p:nvPr/>
        </p:nvGraphicFramePr>
        <p:xfrm>
          <a:off x="1187450" y="2305050"/>
          <a:ext cx="2732088" cy="469900"/>
        </p:xfrm>
        <a:graphic>
          <a:graphicData uri="http://schemas.openxmlformats.org/presentationml/2006/ole">
            <mc:AlternateContent xmlns:mc="http://schemas.openxmlformats.org/markup-compatibility/2006">
              <mc:Choice xmlns:v="urn:schemas-microsoft-com:vml" Requires="v">
                <p:oleObj r:id="rId18" imgW="2806700" imgH="482600" progId="Equation.DSMT4">
                  <p:embed/>
                </p:oleObj>
              </mc:Choice>
              <mc:Fallback>
                <p:oleObj r:id="rId18" imgW="2806700" imgH="482600" progId="Equation.DSMT4">
                  <p:embed/>
                  <p:pic>
                    <p:nvPicPr>
                      <p:cNvPr id="0" name="图片 3169"/>
                      <p:cNvPicPr/>
                      <p:nvPr/>
                    </p:nvPicPr>
                    <p:blipFill>
                      <a:blip r:embed="rId19">
                        <a:lum bright="-100000"/>
                      </a:blip>
                      <a:stretch>
                        <a:fillRect/>
                      </a:stretch>
                    </p:blipFill>
                    <p:spPr>
                      <a:xfrm>
                        <a:off x="1187450" y="2305050"/>
                        <a:ext cx="2732088" cy="469900"/>
                      </a:xfrm>
                      <a:prstGeom prst="rect">
                        <a:avLst/>
                      </a:prstGeom>
                      <a:noFill/>
                      <a:ln w="38100">
                        <a:noFill/>
                        <a:miter/>
                      </a:ln>
                    </p:spPr>
                  </p:pic>
                </p:oleObj>
              </mc:Fallback>
            </mc:AlternateContent>
          </a:graphicData>
        </a:graphic>
      </p:graphicFrame>
      <mc:AlternateContent xmlns:mc="http://schemas.openxmlformats.org/markup-compatibility/2006" xmlns:p14="http://schemas.microsoft.com/office/powerpoint/2010/main">
        <mc:Choice Requires="p14">
          <p:contentPart p14:bwMode="auto" r:id="rId20">
            <p14:nvContentPartPr>
              <p14:cNvPr id="2" name="墨迹 1">
                <a:extLst>
                  <a:ext uri="{FF2B5EF4-FFF2-40B4-BE49-F238E27FC236}">
                    <a16:creationId xmlns:a16="http://schemas.microsoft.com/office/drawing/2014/main" id="{D957D8BF-887D-E40D-81B7-B9FB5E8E37E3}"/>
                  </a:ext>
                </a:extLst>
              </p14:cNvPr>
              <p14:cNvContentPartPr/>
              <p14:nvPr/>
            </p14:nvContentPartPr>
            <p14:xfrm>
              <a:off x="1255825" y="1819629"/>
              <a:ext cx="1468080" cy="64800"/>
            </p14:xfrm>
          </p:contentPart>
        </mc:Choice>
        <mc:Fallback xmlns="">
          <p:pic>
            <p:nvPicPr>
              <p:cNvPr id="2" name="墨迹 1">
                <a:extLst>
                  <a:ext uri="{FF2B5EF4-FFF2-40B4-BE49-F238E27FC236}">
                    <a16:creationId xmlns:a16="http://schemas.microsoft.com/office/drawing/2014/main" id="{D957D8BF-887D-E40D-81B7-B9FB5E8E37E3}"/>
                  </a:ext>
                </a:extLst>
              </p:cNvPr>
              <p:cNvPicPr/>
              <p:nvPr/>
            </p:nvPicPr>
            <p:blipFill>
              <a:blip r:embed="rId21"/>
              <a:stretch>
                <a:fillRect/>
              </a:stretch>
            </p:blipFill>
            <p:spPr>
              <a:xfrm>
                <a:off x="1237825" y="1801629"/>
                <a:ext cx="1503720" cy="10044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3" name="墨迹 2">
                <a:extLst>
                  <a:ext uri="{FF2B5EF4-FFF2-40B4-BE49-F238E27FC236}">
                    <a16:creationId xmlns:a16="http://schemas.microsoft.com/office/drawing/2014/main" id="{A37D0B32-725A-2D12-B6DE-29950E5FF731}"/>
                  </a:ext>
                </a:extLst>
              </p14:cNvPr>
              <p14:cNvContentPartPr/>
              <p14:nvPr/>
            </p14:nvContentPartPr>
            <p14:xfrm>
              <a:off x="2094625" y="2216349"/>
              <a:ext cx="1958040" cy="591840"/>
            </p14:xfrm>
          </p:contentPart>
        </mc:Choice>
        <mc:Fallback xmlns="">
          <p:pic>
            <p:nvPicPr>
              <p:cNvPr id="3" name="墨迹 2">
                <a:extLst>
                  <a:ext uri="{FF2B5EF4-FFF2-40B4-BE49-F238E27FC236}">
                    <a16:creationId xmlns:a16="http://schemas.microsoft.com/office/drawing/2014/main" id="{A37D0B32-725A-2D12-B6DE-29950E5FF731}"/>
                  </a:ext>
                </a:extLst>
              </p:cNvPr>
              <p:cNvPicPr/>
              <p:nvPr/>
            </p:nvPicPr>
            <p:blipFill>
              <a:blip r:embed="rId23"/>
              <a:stretch>
                <a:fillRect/>
              </a:stretch>
            </p:blipFill>
            <p:spPr>
              <a:xfrm>
                <a:off x="2076625" y="2198349"/>
                <a:ext cx="1993680" cy="62748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4" name="墨迹 3">
                <a:extLst>
                  <a:ext uri="{FF2B5EF4-FFF2-40B4-BE49-F238E27FC236}">
                    <a16:creationId xmlns:a16="http://schemas.microsoft.com/office/drawing/2014/main" id="{99ECC689-4DA7-F05B-AAB5-F7ED00E93615}"/>
                  </a:ext>
                </a:extLst>
              </p14:cNvPr>
              <p14:cNvContentPartPr/>
              <p14:nvPr/>
            </p14:nvContentPartPr>
            <p14:xfrm>
              <a:off x="2262745" y="3666789"/>
              <a:ext cx="942480" cy="46440"/>
            </p14:xfrm>
          </p:contentPart>
        </mc:Choice>
        <mc:Fallback xmlns="">
          <p:pic>
            <p:nvPicPr>
              <p:cNvPr id="4" name="墨迹 3">
                <a:extLst>
                  <a:ext uri="{FF2B5EF4-FFF2-40B4-BE49-F238E27FC236}">
                    <a16:creationId xmlns:a16="http://schemas.microsoft.com/office/drawing/2014/main" id="{99ECC689-4DA7-F05B-AAB5-F7ED00E93615}"/>
                  </a:ext>
                </a:extLst>
              </p:cNvPr>
              <p:cNvPicPr/>
              <p:nvPr/>
            </p:nvPicPr>
            <p:blipFill>
              <a:blip r:embed="rId25"/>
              <a:stretch>
                <a:fillRect/>
              </a:stretch>
            </p:blipFill>
            <p:spPr>
              <a:xfrm>
                <a:off x="2244745" y="3648789"/>
                <a:ext cx="978120" cy="8208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11" name="墨迹 10">
                <a:extLst>
                  <a:ext uri="{FF2B5EF4-FFF2-40B4-BE49-F238E27FC236}">
                    <a16:creationId xmlns:a16="http://schemas.microsoft.com/office/drawing/2014/main" id="{E06BB524-97F9-9C5D-DD52-8605079951D5}"/>
                  </a:ext>
                </a:extLst>
              </p14:cNvPr>
              <p14:cNvContentPartPr/>
              <p14:nvPr/>
            </p14:nvContentPartPr>
            <p14:xfrm>
              <a:off x="1403785" y="1671669"/>
              <a:ext cx="360" cy="360"/>
            </p14:xfrm>
          </p:contentPart>
        </mc:Choice>
        <mc:Fallback xmlns="">
          <p:pic>
            <p:nvPicPr>
              <p:cNvPr id="11" name="墨迹 10">
                <a:extLst>
                  <a:ext uri="{FF2B5EF4-FFF2-40B4-BE49-F238E27FC236}">
                    <a16:creationId xmlns:a16="http://schemas.microsoft.com/office/drawing/2014/main" id="{E06BB524-97F9-9C5D-DD52-8605079951D5}"/>
                  </a:ext>
                </a:extLst>
              </p:cNvPr>
              <p:cNvPicPr/>
              <p:nvPr/>
            </p:nvPicPr>
            <p:blipFill>
              <a:blip r:embed="rId27"/>
              <a:stretch>
                <a:fillRect/>
              </a:stretch>
            </p:blipFill>
            <p:spPr>
              <a:xfrm>
                <a:off x="1386145" y="1654029"/>
                <a:ext cx="36000" cy="36000"/>
              </a:xfrm>
              <a:prstGeom prst="rect">
                <a:avLst/>
              </a:prstGeom>
            </p:spPr>
          </p:pic>
        </mc:Fallback>
      </mc:AlternateContent>
    </p:spTree>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内容占位符 20481"/>
          <p:cNvSpPr>
            <a:spLocks noGrp="1"/>
          </p:cNvSpPr>
          <p:nvPr>
            <p:ph idx="1"/>
          </p:nvPr>
        </p:nvSpPr>
        <p:spPr>
          <a:xfrm>
            <a:off x="490538" y="285750"/>
            <a:ext cx="7608887" cy="5983288"/>
          </a:xfrm>
          <a:ln/>
        </p:spPr>
        <p:txBody>
          <a:bodyPr anchor="t" anchorCtr="0"/>
          <a:lstStyle/>
          <a:p>
            <a:pPr>
              <a:lnSpc>
                <a:spcPct val="120000"/>
              </a:lnSpc>
              <a:spcBef>
                <a:spcPct val="30000"/>
              </a:spcBef>
              <a:buClr>
                <a:srgbClr val="2D2D89"/>
              </a:buClr>
              <a:buFont typeface="Wingdings" panose="05000000000000000000" charset="0"/>
              <a:buChar char=""/>
            </a:pPr>
            <a:r>
              <a:rPr lang="zh-CN" altLang="en-US" sz="2400">
                <a:latin typeface="Times New Roman" panose="02020603050405020304" pitchFamily="2" charset="0"/>
                <a:ea typeface="宋体" panose="02010600030101010101" pitchFamily="2" charset="-122"/>
              </a:rPr>
              <a:t>给定</a:t>
            </a:r>
            <a:r>
              <a:rPr lang="en-US" altLang="zh-CN" sz="2400">
                <a:latin typeface="Times New Roman" panose="02020603050405020304" pitchFamily="2" charset="0"/>
                <a:ea typeface="宋体" panose="02010600030101010101" pitchFamily="2" charset="-122"/>
              </a:rPr>
              <a:t>z</a:t>
            </a:r>
            <a:r>
              <a:rPr lang="zh-CN" altLang="en-US" sz="2400">
                <a:latin typeface="Times New Roman" panose="02020603050405020304" pitchFamily="2" charset="0"/>
                <a:ea typeface="宋体" panose="02010600030101010101" pitchFamily="2" charset="-122"/>
              </a:rPr>
              <a:t>变换</a:t>
            </a:r>
            <a:r>
              <a:rPr lang="en-US" altLang="zh-CN" sz="2400">
                <a:latin typeface="Times New Roman" panose="02020603050405020304" pitchFamily="2" charset="0"/>
                <a:ea typeface="宋体" panose="02010600030101010101" pitchFamily="2" charset="-122"/>
              </a:rPr>
              <a:t>X(z)</a:t>
            </a:r>
            <a:r>
              <a:rPr lang="zh-CN" altLang="en-US" sz="2400">
                <a:latin typeface="Times New Roman" panose="02020603050405020304" pitchFamily="2" charset="0"/>
                <a:ea typeface="宋体" panose="02010600030101010101" pitchFamily="2" charset="-122"/>
              </a:rPr>
              <a:t>不能唯一地确定一个序列，只有同时给出</a:t>
            </a:r>
            <a:r>
              <a:rPr lang="zh-CN" altLang="en-US" sz="2400" b="1">
                <a:solidFill>
                  <a:srgbClr val="C00000"/>
                </a:solidFill>
                <a:latin typeface="Times New Roman" panose="02020603050405020304" pitchFamily="2" charset="0"/>
                <a:ea typeface="宋体" panose="02010600030101010101" pitchFamily="2" charset="-122"/>
              </a:rPr>
              <a:t>收敛域才能唯一确定</a:t>
            </a:r>
            <a:r>
              <a:rPr lang="zh-CN" altLang="en-US" sz="2400">
                <a:latin typeface="Times New Roman" panose="02020603050405020304" pitchFamily="2" charset="0"/>
                <a:ea typeface="宋体" panose="02010600030101010101" pitchFamily="2" charset="-122"/>
              </a:rPr>
              <a:t>。</a:t>
            </a:r>
          </a:p>
          <a:p>
            <a:pPr>
              <a:lnSpc>
                <a:spcPct val="120000"/>
              </a:lnSpc>
              <a:spcBef>
                <a:spcPct val="30000"/>
              </a:spcBef>
              <a:buClr>
                <a:srgbClr val="2D2D89"/>
              </a:buClr>
              <a:buFont typeface="Wingdings" panose="05000000000000000000" charset="0"/>
              <a:buChar char=""/>
            </a:pPr>
            <a:r>
              <a:rPr lang="en-US" altLang="zh-CN" sz="2400">
                <a:latin typeface="Times New Roman" panose="02020603050405020304" pitchFamily="2" charset="0"/>
                <a:ea typeface="宋体" panose="02010600030101010101" pitchFamily="2" charset="-122"/>
              </a:rPr>
              <a:t>X(z)</a:t>
            </a:r>
            <a:r>
              <a:rPr lang="zh-CN" altLang="en-US" sz="2400">
                <a:latin typeface="Times New Roman" panose="02020603050405020304" pitchFamily="2" charset="0"/>
                <a:ea typeface="宋体" panose="02010600030101010101" pitchFamily="2" charset="-122"/>
              </a:rPr>
              <a:t>在收敛域内解析，不能有极点，收敛域以极点为边界；且收敛域是连通的。故：</a:t>
            </a:r>
            <a:endParaRPr lang="zh-CN" altLang="en-US" sz="2400" b="1">
              <a:latin typeface="Times New Roman" panose="02020603050405020304" pitchFamily="2" charset="0"/>
              <a:ea typeface="宋体" panose="02010600030101010101" pitchFamily="2" charset="-122"/>
            </a:endParaRPr>
          </a:p>
          <a:p>
            <a:pPr lvl="1">
              <a:lnSpc>
                <a:spcPct val="150000"/>
              </a:lnSpc>
              <a:spcBef>
                <a:spcPct val="30000"/>
              </a:spcBef>
            </a:pPr>
            <a:r>
              <a:rPr lang="zh-CN" altLang="en-US" sz="2000" b="1">
                <a:solidFill>
                  <a:srgbClr val="C00000"/>
                </a:solidFill>
                <a:latin typeface="Times New Roman" panose="02020603050405020304" pitchFamily="2" charset="0"/>
                <a:ea typeface="宋体" panose="02010600030101010101" pitchFamily="2" charset="-122"/>
              </a:rPr>
              <a:t>右边序列</a:t>
            </a:r>
            <a:r>
              <a:rPr lang="zh-CN" altLang="en-US" sz="2000">
                <a:latin typeface="Times New Roman" panose="02020603050405020304" pitchFamily="2" charset="0"/>
                <a:ea typeface="宋体" panose="02010600030101010101" pitchFamily="2" charset="-122"/>
              </a:rPr>
              <a:t>的</a:t>
            </a:r>
            <a:r>
              <a:rPr lang="en-US" altLang="zh-CN" sz="2000">
                <a:latin typeface="Times New Roman" panose="02020603050405020304" pitchFamily="2" charset="0"/>
                <a:ea typeface="宋体" panose="02010600030101010101" pitchFamily="2" charset="-122"/>
              </a:rPr>
              <a:t>z</a:t>
            </a:r>
            <a:r>
              <a:rPr lang="zh-CN" altLang="en-US" sz="2000">
                <a:latin typeface="Times New Roman" panose="02020603050405020304" pitchFamily="2" charset="0"/>
                <a:ea typeface="宋体" panose="02010600030101010101" pitchFamily="2" charset="-122"/>
              </a:rPr>
              <a:t>变换收敛域一定在模值最</a:t>
            </a:r>
            <a:r>
              <a:rPr lang="zh-CN" altLang="en-US" sz="2000" b="1">
                <a:latin typeface="Times New Roman" panose="02020603050405020304" pitchFamily="2" charset="0"/>
                <a:ea typeface="宋体" panose="02010600030101010101" pitchFamily="2" charset="-122"/>
              </a:rPr>
              <a:t>大</a:t>
            </a:r>
            <a:r>
              <a:rPr lang="zh-CN" altLang="en-US" sz="2000">
                <a:latin typeface="Times New Roman" panose="02020603050405020304" pitchFamily="2" charset="0"/>
                <a:ea typeface="宋体" panose="02010600030101010101" pitchFamily="2" charset="-122"/>
              </a:rPr>
              <a:t>的有限极点所在</a:t>
            </a:r>
            <a:r>
              <a:rPr lang="zh-CN" altLang="en-US" sz="2000" b="1">
                <a:solidFill>
                  <a:srgbClr val="C00000"/>
                </a:solidFill>
                <a:latin typeface="Times New Roman" panose="02020603050405020304" pitchFamily="2" charset="0"/>
                <a:ea typeface="宋体" panose="02010600030101010101" pitchFamily="2" charset="-122"/>
              </a:rPr>
              <a:t>圆之外（不包括圆周）</a:t>
            </a:r>
          </a:p>
          <a:p>
            <a:pPr lvl="1">
              <a:lnSpc>
                <a:spcPct val="150000"/>
              </a:lnSpc>
              <a:spcBef>
                <a:spcPct val="30000"/>
              </a:spcBef>
            </a:pPr>
            <a:r>
              <a:rPr lang="zh-CN" altLang="en-US" sz="2000" b="1">
                <a:solidFill>
                  <a:srgbClr val="C00000"/>
                </a:solidFill>
                <a:latin typeface="Times New Roman" panose="02020603050405020304" pitchFamily="2" charset="0"/>
                <a:ea typeface="宋体" panose="02010600030101010101" pitchFamily="2" charset="-122"/>
              </a:rPr>
              <a:t>左边序列</a:t>
            </a:r>
            <a:r>
              <a:rPr lang="zh-CN" altLang="en-US" sz="2000">
                <a:latin typeface="Times New Roman" panose="02020603050405020304" pitchFamily="2" charset="0"/>
                <a:ea typeface="宋体" panose="02010600030101010101" pitchFamily="2" charset="-122"/>
              </a:rPr>
              <a:t>的</a:t>
            </a:r>
            <a:r>
              <a:rPr lang="en-US" altLang="zh-CN" sz="2000">
                <a:latin typeface="Times New Roman" panose="02020603050405020304" pitchFamily="2" charset="0"/>
                <a:ea typeface="宋体" panose="02010600030101010101" pitchFamily="2" charset="-122"/>
              </a:rPr>
              <a:t>z</a:t>
            </a:r>
            <a:r>
              <a:rPr lang="zh-CN" altLang="en-US" sz="2000">
                <a:latin typeface="Times New Roman" panose="02020603050405020304" pitchFamily="2" charset="0"/>
                <a:ea typeface="宋体" panose="02010600030101010101" pitchFamily="2" charset="-122"/>
              </a:rPr>
              <a:t>变换收敛域一定在模值最</a:t>
            </a:r>
            <a:r>
              <a:rPr lang="zh-CN" altLang="en-US" sz="2000" b="1">
                <a:latin typeface="Times New Roman" panose="02020603050405020304" pitchFamily="2" charset="0"/>
                <a:ea typeface="宋体" panose="02010600030101010101" pitchFamily="2" charset="-122"/>
              </a:rPr>
              <a:t>小</a:t>
            </a:r>
            <a:r>
              <a:rPr lang="zh-CN" altLang="en-US" sz="2000">
                <a:latin typeface="Times New Roman" panose="02020603050405020304" pitchFamily="2" charset="0"/>
                <a:ea typeface="宋体" panose="02010600030101010101" pitchFamily="2" charset="-122"/>
              </a:rPr>
              <a:t>的有限极点所在</a:t>
            </a:r>
            <a:r>
              <a:rPr lang="zh-CN" altLang="en-US" sz="2000" b="1">
                <a:solidFill>
                  <a:srgbClr val="C00000"/>
                </a:solidFill>
                <a:latin typeface="Times New Roman" panose="02020603050405020304" pitchFamily="2" charset="0"/>
                <a:ea typeface="宋体" panose="02010600030101010101" pitchFamily="2" charset="-122"/>
              </a:rPr>
              <a:t>圆之内（不包括圆周）</a:t>
            </a:r>
          </a:p>
          <a:p>
            <a:pPr lvl="1">
              <a:lnSpc>
                <a:spcPct val="150000"/>
              </a:lnSpc>
              <a:spcBef>
                <a:spcPct val="30000"/>
              </a:spcBef>
            </a:pPr>
            <a:r>
              <a:rPr lang="zh-CN" altLang="en-US" sz="2000" b="1">
                <a:solidFill>
                  <a:srgbClr val="C00000"/>
                </a:solidFill>
                <a:latin typeface="Times New Roman" panose="02020603050405020304" pitchFamily="2" charset="0"/>
                <a:ea typeface="宋体" panose="02010600030101010101" pitchFamily="2" charset="-122"/>
              </a:rPr>
              <a:t>双边序列</a:t>
            </a:r>
            <a:r>
              <a:rPr lang="zh-CN" altLang="en-US" sz="2000">
                <a:latin typeface="Times New Roman" panose="02020603050405020304" pitchFamily="2" charset="0"/>
                <a:ea typeface="宋体" panose="02010600030101010101" pitchFamily="2" charset="-122"/>
              </a:rPr>
              <a:t>的</a:t>
            </a:r>
            <a:r>
              <a:rPr lang="en-US" altLang="zh-CN" sz="2000">
                <a:latin typeface="Times New Roman" panose="02020603050405020304" pitchFamily="2" charset="0"/>
                <a:ea typeface="宋体" panose="02010600030101010101" pitchFamily="2" charset="-122"/>
              </a:rPr>
              <a:t>z</a:t>
            </a:r>
            <a:r>
              <a:rPr lang="zh-CN" altLang="en-US" sz="2000">
                <a:latin typeface="Times New Roman" panose="02020603050405020304" pitchFamily="2" charset="0"/>
                <a:ea typeface="宋体" panose="02010600030101010101" pitchFamily="2" charset="-122"/>
              </a:rPr>
              <a:t>变换收敛域是一个</a:t>
            </a:r>
            <a:r>
              <a:rPr lang="zh-CN" altLang="en-US" sz="2000" b="1">
                <a:solidFill>
                  <a:srgbClr val="C00000"/>
                </a:solidFill>
                <a:latin typeface="Times New Roman" panose="02020603050405020304" pitchFamily="2" charset="0"/>
                <a:ea typeface="宋体" panose="02010600030101010101" pitchFamily="2" charset="-122"/>
              </a:rPr>
              <a:t>环状区域的内部</a:t>
            </a:r>
            <a:r>
              <a:rPr lang="zh-CN" altLang="en-US" sz="2000" b="1">
                <a:solidFill>
                  <a:srgbClr val="C00000"/>
                </a:solidFill>
                <a:latin typeface="Times New Roman" panose="02020603050405020304" pitchFamily="2" charset="0"/>
                <a:ea typeface="宋体" panose="02010600030101010101" pitchFamily="2" charset="-122"/>
                <a:sym typeface="微软雅黑" panose="020B0503020204020204" pitchFamily="2" charset="-122"/>
              </a:rPr>
              <a:t>（不包括两个圆周）</a:t>
            </a:r>
            <a:r>
              <a:rPr lang="zh-CN" altLang="en-US" sz="2000" b="1">
                <a:latin typeface="Times New Roman" panose="02020603050405020304" pitchFamily="2" charset="0"/>
                <a:ea typeface="宋体" panose="02010600030101010101" pitchFamily="2" charset="-122"/>
                <a:sym typeface="微软雅黑" panose="020B0503020204020204" pitchFamily="2" charset="-122"/>
              </a:rPr>
              <a:t>，</a:t>
            </a:r>
            <a:r>
              <a:rPr lang="zh-CN" altLang="en-US" sz="2000">
                <a:latin typeface="Times New Roman" panose="02020603050405020304" pitchFamily="2" charset="0"/>
                <a:ea typeface="宋体" panose="02010600030101010101" pitchFamily="2" charset="-122"/>
                <a:sym typeface="微软雅黑" panose="020B0503020204020204" pitchFamily="2" charset="-122"/>
              </a:rPr>
              <a:t>环状区域的内边界取为此序列中n≥0的序列的</a:t>
            </a:r>
            <a:r>
              <a:rPr lang="zh-CN" altLang="en-US" sz="2000">
                <a:latin typeface="Times New Roman" panose="02020603050405020304" pitchFamily="2" charset="0"/>
                <a:ea typeface="宋体" panose="02010600030101010101" pitchFamily="2" charset="-122"/>
              </a:rPr>
              <a:t>模值最</a:t>
            </a:r>
            <a:r>
              <a:rPr lang="zh-CN" altLang="en-US" sz="2000" b="1">
                <a:latin typeface="Times New Roman" panose="02020603050405020304" pitchFamily="2" charset="0"/>
                <a:ea typeface="宋体" panose="02010600030101010101" pitchFamily="2" charset="-122"/>
              </a:rPr>
              <a:t>大</a:t>
            </a:r>
            <a:r>
              <a:rPr lang="zh-CN" altLang="en-US" sz="2000">
                <a:latin typeface="Times New Roman" panose="02020603050405020304" pitchFamily="2" charset="0"/>
                <a:ea typeface="宋体" panose="02010600030101010101" pitchFamily="2" charset="-122"/>
              </a:rPr>
              <a:t>的有限极点所在的圆，</a:t>
            </a:r>
            <a:r>
              <a:rPr lang="zh-CN" altLang="en-US" sz="2000">
                <a:latin typeface="Times New Roman" panose="02020603050405020304" pitchFamily="2" charset="0"/>
                <a:ea typeface="宋体" panose="02010600030101010101" pitchFamily="2" charset="-122"/>
                <a:sym typeface="微软雅黑" panose="020B0503020204020204" pitchFamily="2" charset="-122"/>
              </a:rPr>
              <a:t>环状区域的外边界取为此序列中n</a:t>
            </a:r>
            <a:r>
              <a:rPr lang="en-US" altLang="zh-CN" sz="2000">
                <a:latin typeface="Times New Roman" panose="02020603050405020304" pitchFamily="2" charset="0"/>
                <a:ea typeface="宋体" panose="02010600030101010101" pitchFamily="2" charset="-122"/>
                <a:sym typeface="微软雅黑" panose="020B0503020204020204" pitchFamily="2" charset="-122"/>
              </a:rPr>
              <a:t>&lt;</a:t>
            </a:r>
            <a:r>
              <a:rPr lang="zh-CN" altLang="en-US" sz="2000">
                <a:latin typeface="Times New Roman" panose="02020603050405020304" pitchFamily="2" charset="0"/>
                <a:ea typeface="宋体" panose="02010600030101010101" pitchFamily="2" charset="-122"/>
                <a:sym typeface="微软雅黑" panose="020B0503020204020204" pitchFamily="2" charset="-122"/>
              </a:rPr>
              <a:t>0的序列的模值</a:t>
            </a:r>
            <a:r>
              <a:rPr lang="zh-CN" altLang="en-US" sz="2000">
                <a:latin typeface="Times New Roman" panose="02020603050405020304" pitchFamily="2" charset="0"/>
                <a:ea typeface="宋体" panose="02010600030101010101" pitchFamily="2" charset="-122"/>
              </a:rPr>
              <a:t>最</a:t>
            </a:r>
            <a:r>
              <a:rPr lang="zh-CN" altLang="en-US" sz="2000" b="1">
                <a:latin typeface="Times New Roman" panose="02020603050405020304" pitchFamily="2" charset="0"/>
                <a:ea typeface="宋体" panose="02010600030101010101" pitchFamily="2" charset="-122"/>
              </a:rPr>
              <a:t>小</a:t>
            </a:r>
            <a:r>
              <a:rPr lang="zh-CN" altLang="en-US" sz="2000">
                <a:latin typeface="Times New Roman" panose="02020603050405020304" pitchFamily="2" charset="0"/>
                <a:ea typeface="宋体" panose="02010600030101010101" pitchFamily="2" charset="-122"/>
              </a:rPr>
              <a:t>的有限极点所在的圆</a:t>
            </a:r>
            <a:endParaRPr lang="en-US" altLang="zh-CN" sz="2000">
              <a:latin typeface="Times New Roman" panose="02020603050405020304" pitchFamily="2" charset="0"/>
              <a:ea typeface="宋体" panose="02010600030101010101" pitchFamily="2" charset="-122"/>
              <a:sym typeface="微软雅黑" panose="020B0503020204020204" pitchFamily="2" charset="-122"/>
            </a:endParaRPr>
          </a:p>
        </p:txBody>
      </p:sp>
      <p:grpSp>
        <p:nvGrpSpPr>
          <p:cNvPr id="4" name="组合 3">
            <a:extLst>
              <a:ext uri="{FF2B5EF4-FFF2-40B4-BE49-F238E27FC236}">
                <a16:creationId xmlns:a16="http://schemas.microsoft.com/office/drawing/2014/main" id="{25476903-1B83-0E96-0E2C-B93A9E0D339F}"/>
              </a:ext>
            </a:extLst>
          </p:cNvPr>
          <p:cNvGrpSpPr/>
          <p:nvPr/>
        </p:nvGrpSpPr>
        <p:grpSpPr>
          <a:xfrm>
            <a:off x="1394425" y="683109"/>
            <a:ext cx="6244920" cy="139320"/>
            <a:chOff x="1394425" y="683109"/>
            <a:chExt cx="6244920" cy="139320"/>
          </a:xfrm>
        </p:grpSpPr>
        <mc:AlternateContent xmlns:mc="http://schemas.openxmlformats.org/markup-compatibility/2006" xmlns:p14="http://schemas.microsoft.com/office/powerpoint/2010/main">
          <mc:Choice Requires="p14">
            <p:contentPart p14:bwMode="auto" r:id="rId2">
              <p14:nvContentPartPr>
                <p14:cNvPr id="2" name="墨迹 1">
                  <a:extLst>
                    <a:ext uri="{FF2B5EF4-FFF2-40B4-BE49-F238E27FC236}">
                      <a16:creationId xmlns:a16="http://schemas.microsoft.com/office/drawing/2014/main" id="{901163B8-8D3C-D150-786C-4FB7B094DBDB}"/>
                    </a:ext>
                  </a:extLst>
                </p14:cNvPr>
                <p14:cNvContentPartPr/>
                <p14:nvPr/>
              </p14:nvContentPartPr>
              <p14:xfrm>
                <a:off x="1394425" y="732429"/>
                <a:ext cx="4843800" cy="90000"/>
              </p14:xfrm>
            </p:contentPart>
          </mc:Choice>
          <mc:Fallback xmlns="">
            <p:pic>
              <p:nvPicPr>
                <p:cNvPr id="2" name="墨迹 1">
                  <a:extLst>
                    <a:ext uri="{FF2B5EF4-FFF2-40B4-BE49-F238E27FC236}">
                      <a16:creationId xmlns:a16="http://schemas.microsoft.com/office/drawing/2014/main" id="{901163B8-8D3C-D150-786C-4FB7B094DBDB}"/>
                    </a:ext>
                  </a:extLst>
                </p:cNvPr>
                <p:cNvPicPr/>
                <p:nvPr/>
              </p:nvPicPr>
              <p:blipFill>
                <a:blip r:embed="rId3"/>
                <a:stretch>
                  <a:fillRect/>
                </a:stretch>
              </p:blipFill>
              <p:spPr>
                <a:xfrm>
                  <a:off x="1376425" y="714789"/>
                  <a:ext cx="4879440" cy="12564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3" name="墨迹 2">
                  <a:extLst>
                    <a:ext uri="{FF2B5EF4-FFF2-40B4-BE49-F238E27FC236}">
                      <a16:creationId xmlns:a16="http://schemas.microsoft.com/office/drawing/2014/main" id="{8FB0D212-C534-115B-A480-7C0799B222D7}"/>
                    </a:ext>
                  </a:extLst>
                </p14:cNvPr>
                <p14:cNvContentPartPr/>
                <p14:nvPr/>
              </p14:nvContentPartPr>
              <p14:xfrm>
                <a:off x="6964345" y="683109"/>
                <a:ext cx="675000" cy="19080"/>
              </p14:xfrm>
            </p:contentPart>
          </mc:Choice>
          <mc:Fallback xmlns="">
            <p:pic>
              <p:nvPicPr>
                <p:cNvPr id="3" name="墨迹 2">
                  <a:extLst>
                    <a:ext uri="{FF2B5EF4-FFF2-40B4-BE49-F238E27FC236}">
                      <a16:creationId xmlns:a16="http://schemas.microsoft.com/office/drawing/2014/main" id="{8FB0D212-C534-115B-A480-7C0799B222D7}"/>
                    </a:ext>
                  </a:extLst>
                </p:cNvPr>
                <p:cNvPicPr/>
                <p:nvPr/>
              </p:nvPicPr>
              <p:blipFill>
                <a:blip r:embed="rId5"/>
                <a:stretch>
                  <a:fillRect/>
                </a:stretch>
              </p:blipFill>
              <p:spPr>
                <a:xfrm>
                  <a:off x="6946345" y="665469"/>
                  <a:ext cx="710640" cy="54720"/>
                </a:xfrm>
                <a:prstGeom prst="rect">
                  <a:avLst/>
                </a:prstGeom>
              </p:spPr>
            </p:pic>
          </mc:Fallback>
        </mc:AlternateContent>
      </p:grpSp>
      <p:grpSp>
        <p:nvGrpSpPr>
          <p:cNvPr id="7" name="组合 6">
            <a:extLst>
              <a:ext uri="{FF2B5EF4-FFF2-40B4-BE49-F238E27FC236}">
                <a16:creationId xmlns:a16="http://schemas.microsoft.com/office/drawing/2014/main" id="{A42B4753-C767-B091-205C-51FC0FBB7045}"/>
              </a:ext>
            </a:extLst>
          </p:cNvPr>
          <p:cNvGrpSpPr/>
          <p:nvPr/>
        </p:nvGrpSpPr>
        <p:grpSpPr>
          <a:xfrm>
            <a:off x="5172265" y="2668509"/>
            <a:ext cx="812520" cy="37800"/>
            <a:chOff x="5172265" y="2668509"/>
            <a:chExt cx="812520" cy="37800"/>
          </a:xfrm>
        </p:grpSpPr>
        <mc:AlternateContent xmlns:mc="http://schemas.openxmlformats.org/markup-compatibility/2006" xmlns:p14="http://schemas.microsoft.com/office/powerpoint/2010/main">
          <mc:Choice Requires="p14">
            <p:contentPart p14:bwMode="auto" r:id="rId6">
              <p14:nvContentPartPr>
                <p14:cNvPr id="5" name="墨迹 4">
                  <a:extLst>
                    <a:ext uri="{FF2B5EF4-FFF2-40B4-BE49-F238E27FC236}">
                      <a16:creationId xmlns:a16="http://schemas.microsoft.com/office/drawing/2014/main" id="{9F658CAC-2FE5-9E4D-1BC6-2D47FB9BC323}"/>
                    </a:ext>
                  </a:extLst>
                </p14:cNvPr>
                <p14:cNvContentPartPr/>
                <p14:nvPr/>
              </p14:nvContentPartPr>
              <p14:xfrm>
                <a:off x="5172265" y="2668509"/>
                <a:ext cx="412200" cy="37800"/>
              </p14:xfrm>
            </p:contentPart>
          </mc:Choice>
          <mc:Fallback xmlns="">
            <p:pic>
              <p:nvPicPr>
                <p:cNvPr id="5" name="墨迹 4">
                  <a:extLst>
                    <a:ext uri="{FF2B5EF4-FFF2-40B4-BE49-F238E27FC236}">
                      <a16:creationId xmlns:a16="http://schemas.microsoft.com/office/drawing/2014/main" id="{9F658CAC-2FE5-9E4D-1BC6-2D47FB9BC323}"/>
                    </a:ext>
                  </a:extLst>
                </p:cNvPr>
                <p:cNvPicPr/>
                <p:nvPr/>
              </p:nvPicPr>
              <p:blipFill>
                <a:blip r:embed="rId7"/>
                <a:stretch>
                  <a:fillRect/>
                </a:stretch>
              </p:blipFill>
              <p:spPr>
                <a:xfrm>
                  <a:off x="5154625" y="2650869"/>
                  <a:ext cx="447840" cy="7344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6" name="墨迹 5">
                  <a:extLst>
                    <a:ext uri="{FF2B5EF4-FFF2-40B4-BE49-F238E27FC236}">
                      <a16:creationId xmlns:a16="http://schemas.microsoft.com/office/drawing/2014/main" id="{08683DD0-BBEB-0C16-3CE6-6EBCDA5C3ECD}"/>
                    </a:ext>
                  </a:extLst>
                </p14:cNvPr>
                <p14:cNvContentPartPr/>
                <p14:nvPr/>
              </p14:nvContentPartPr>
              <p14:xfrm>
                <a:off x="5744665" y="2705949"/>
                <a:ext cx="240120" cy="360"/>
              </p14:xfrm>
            </p:contentPart>
          </mc:Choice>
          <mc:Fallback xmlns="">
            <p:pic>
              <p:nvPicPr>
                <p:cNvPr id="6" name="墨迹 5">
                  <a:extLst>
                    <a:ext uri="{FF2B5EF4-FFF2-40B4-BE49-F238E27FC236}">
                      <a16:creationId xmlns:a16="http://schemas.microsoft.com/office/drawing/2014/main" id="{08683DD0-BBEB-0C16-3CE6-6EBCDA5C3ECD}"/>
                    </a:ext>
                  </a:extLst>
                </p:cNvPr>
                <p:cNvPicPr/>
                <p:nvPr/>
              </p:nvPicPr>
              <p:blipFill>
                <a:blip r:embed="rId9"/>
                <a:stretch>
                  <a:fillRect/>
                </a:stretch>
              </p:blipFill>
              <p:spPr>
                <a:xfrm>
                  <a:off x="5727025" y="2688309"/>
                  <a:ext cx="275760" cy="36000"/>
                </a:xfrm>
                <a:prstGeom prst="rect">
                  <a:avLst/>
                </a:prstGeom>
              </p:spPr>
            </p:pic>
          </mc:Fallback>
        </mc:AlternateContent>
      </p:grpSp>
    </p:spTree>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1985" name="组合 562177"/>
          <p:cNvGrpSpPr/>
          <p:nvPr/>
        </p:nvGrpSpPr>
        <p:grpSpPr>
          <a:xfrm>
            <a:off x="5238750" y="3721100"/>
            <a:ext cx="2909888" cy="2432050"/>
            <a:chOff x="3360" y="2352"/>
            <a:chExt cx="2256" cy="1920"/>
          </a:xfrm>
        </p:grpSpPr>
        <p:sp>
          <p:nvSpPr>
            <p:cNvPr id="41986" name="椭圆 562178"/>
            <p:cNvSpPr/>
            <p:nvPr/>
          </p:nvSpPr>
          <p:spPr>
            <a:xfrm>
              <a:off x="3550" y="2541"/>
              <a:ext cx="1595" cy="1634"/>
            </a:xfrm>
            <a:prstGeom prst="ellipse">
              <a:avLst/>
            </a:prstGeom>
            <a:pattFill prst="pct10">
              <a:fgClr>
                <a:schemeClr val="tx1"/>
              </a:fgClr>
              <a:bgClr>
                <a:schemeClr val="bg1"/>
              </a:bgClr>
            </a:pattFill>
            <a:ln w="25400" cap="sq" cmpd="sng">
              <a:solidFill>
                <a:schemeClr val="tx1"/>
              </a:solidFill>
              <a:prstDash val="solid"/>
              <a:round/>
              <a:headEnd type="none" w="sm" len="sm"/>
              <a:tailEnd type="none" w="sm" len="sm"/>
            </a:ln>
          </p:spPr>
          <p:txBody>
            <a:bodyPr anchor="t" anchorCtr="0"/>
            <a:lstStyle/>
            <a:p>
              <a:endParaRPr lang="zh-CN" altLang="en-US">
                <a:latin typeface="Arial" panose="020B0604020202020204" pitchFamily="34" charset="0"/>
                <a:ea typeface="宋体" panose="02010600030101010101" pitchFamily="2" charset="-122"/>
              </a:endParaRPr>
            </a:p>
          </p:txBody>
        </p:sp>
        <p:sp>
          <p:nvSpPr>
            <p:cNvPr id="41987" name="椭圆 562179"/>
            <p:cNvSpPr/>
            <p:nvPr/>
          </p:nvSpPr>
          <p:spPr>
            <a:xfrm>
              <a:off x="3781" y="2761"/>
              <a:ext cx="1147" cy="1184"/>
            </a:xfrm>
            <a:prstGeom prst="ellipse">
              <a:avLst/>
            </a:prstGeom>
            <a:solidFill>
              <a:schemeClr val="bg1"/>
            </a:solidFill>
            <a:ln w="25400" cap="sq" cmpd="sng">
              <a:solidFill>
                <a:schemeClr val="tx1"/>
              </a:solidFill>
              <a:prstDash val="solid"/>
              <a:round/>
              <a:headEnd type="none" w="sm" len="sm"/>
              <a:tailEnd type="none" w="sm" len="sm"/>
            </a:ln>
          </p:spPr>
          <p:txBody>
            <a:bodyPr anchor="t" anchorCtr="0"/>
            <a:lstStyle/>
            <a:p>
              <a:endParaRPr lang="zh-CN" altLang="en-US">
                <a:latin typeface="Arial" panose="020B0604020202020204" pitchFamily="34" charset="0"/>
                <a:ea typeface="宋体" panose="02010600030101010101" pitchFamily="2" charset="-122"/>
              </a:endParaRPr>
            </a:p>
          </p:txBody>
        </p:sp>
        <p:sp>
          <p:nvSpPr>
            <p:cNvPr id="41988" name="椭圆 562180"/>
            <p:cNvSpPr/>
            <p:nvPr/>
          </p:nvSpPr>
          <p:spPr>
            <a:xfrm>
              <a:off x="4048" y="3006"/>
              <a:ext cx="612" cy="653"/>
            </a:xfrm>
            <a:prstGeom prst="ellipse">
              <a:avLst/>
            </a:prstGeom>
            <a:noFill/>
            <a:ln w="25400">
              <a:noFill/>
            </a:ln>
          </p:spPr>
          <p:txBody>
            <a:bodyPr anchor="t" anchorCtr="0"/>
            <a:lstStyle/>
            <a:p>
              <a:endParaRPr lang="zh-CN" altLang="en-US">
                <a:latin typeface="Arial" panose="020B0604020202020204" pitchFamily="34" charset="0"/>
                <a:ea typeface="宋体" panose="02010600030101010101" pitchFamily="2" charset="-122"/>
              </a:endParaRPr>
            </a:p>
          </p:txBody>
        </p:sp>
        <p:sp>
          <p:nvSpPr>
            <p:cNvPr id="41989" name="直接连接符 562181"/>
            <p:cNvSpPr/>
            <p:nvPr/>
          </p:nvSpPr>
          <p:spPr>
            <a:xfrm flipV="1">
              <a:off x="3360" y="3332"/>
              <a:ext cx="2180" cy="0"/>
            </a:xfrm>
            <a:prstGeom prst="line">
              <a:avLst/>
            </a:prstGeom>
            <a:ln w="25400" cap="sq" cmpd="sng">
              <a:solidFill>
                <a:schemeClr val="tx1"/>
              </a:solidFill>
              <a:prstDash val="solid"/>
              <a:round/>
              <a:headEnd type="none" w="sm" len="sm"/>
              <a:tailEnd type="triangle" w="med" len="lg"/>
            </a:ln>
          </p:spPr>
        </p:sp>
        <p:sp>
          <p:nvSpPr>
            <p:cNvPr id="41990" name="直接连接符 562182"/>
            <p:cNvSpPr/>
            <p:nvPr/>
          </p:nvSpPr>
          <p:spPr>
            <a:xfrm flipV="1">
              <a:off x="4354" y="2393"/>
              <a:ext cx="0" cy="1879"/>
            </a:xfrm>
            <a:prstGeom prst="line">
              <a:avLst/>
            </a:prstGeom>
            <a:ln w="25400" cap="sq" cmpd="sng">
              <a:solidFill>
                <a:schemeClr val="tx1"/>
              </a:solidFill>
              <a:prstDash val="solid"/>
              <a:round/>
              <a:headEnd type="none" w="sm" len="sm"/>
              <a:tailEnd type="triangle" w="med" len="lg"/>
            </a:ln>
          </p:spPr>
        </p:sp>
        <p:graphicFrame>
          <p:nvGraphicFramePr>
            <p:cNvPr id="41991" name="对象 562183"/>
            <p:cNvGraphicFramePr/>
            <p:nvPr/>
          </p:nvGraphicFramePr>
          <p:xfrm>
            <a:off x="5195" y="3128"/>
            <a:ext cx="421" cy="204"/>
          </p:xfrm>
          <a:graphic>
            <a:graphicData uri="http://schemas.openxmlformats.org/presentationml/2006/ole">
              <mc:AlternateContent xmlns:mc="http://schemas.openxmlformats.org/markup-compatibility/2006">
                <mc:Choice xmlns:v="urn:schemas-microsoft-com:vml" Requires="v">
                  <p:oleObj r:id="rId2" imgW="838200" imgH="381000" progId="Equation.DSMT4">
                    <p:embed/>
                  </p:oleObj>
                </mc:Choice>
                <mc:Fallback>
                  <p:oleObj r:id="rId2" imgW="838200" imgH="381000" progId="Equation.DSMT4">
                    <p:embed/>
                    <p:pic>
                      <p:nvPicPr>
                        <p:cNvPr id="0" name="图片 3173"/>
                        <p:cNvPicPr/>
                        <p:nvPr/>
                      </p:nvPicPr>
                      <p:blipFill>
                        <a:blip r:embed="rId3">
                          <a:lum bright="-100000"/>
                        </a:blip>
                        <a:stretch>
                          <a:fillRect/>
                        </a:stretch>
                      </p:blipFill>
                      <p:spPr>
                        <a:xfrm>
                          <a:off x="5195" y="3128"/>
                          <a:ext cx="421" cy="204"/>
                        </a:xfrm>
                        <a:prstGeom prst="rect">
                          <a:avLst/>
                        </a:prstGeom>
                        <a:noFill/>
                        <a:ln w="38100">
                          <a:noFill/>
                          <a:miter/>
                        </a:ln>
                      </p:spPr>
                    </p:pic>
                  </p:oleObj>
                </mc:Fallback>
              </mc:AlternateContent>
            </a:graphicData>
          </a:graphic>
        </p:graphicFrame>
        <p:graphicFrame>
          <p:nvGraphicFramePr>
            <p:cNvPr id="41992" name="对象 562184"/>
            <p:cNvGraphicFramePr/>
            <p:nvPr/>
          </p:nvGraphicFramePr>
          <p:xfrm>
            <a:off x="4392" y="2352"/>
            <a:ext cx="529" cy="204"/>
          </p:xfrm>
          <a:graphic>
            <a:graphicData uri="http://schemas.openxmlformats.org/presentationml/2006/ole">
              <mc:AlternateContent xmlns:mc="http://schemas.openxmlformats.org/markup-compatibility/2006">
                <mc:Choice xmlns:v="urn:schemas-microsoft-com:vml" Requires="v">
                  <p:oleObj r:id="rId4" imgW="1054100" imgH="381000" progId="Equation.DSMT4">
                    <p:embed/>
                  </p:oleObj>
                </mc:Choice>
                <mc:Fallback>
                  <p:oleObj r:id="rId4" imgW="1054100" imgH="381000" progId="Equation.DSMT4">
                    <p:embed/>
                    <p:pic>
                      <p:nvPicPr>
                        <p:cNvPr id="0" name="图片 3170"/>
                        <p:cNvPicPr/>
                        <p:nvPr/>
                      </p:nvPicPr>
                      <p:blipFill>
                        <a:blip r:embed="rId5">
                          <a:lum bright="-100000"/>
                        </a:blip>
                        <a:stretch>
                          <a:fillRect/>
                        </a:stretch>
                      </p:blipFill>
                      <p:spPr>
                        <a:xfrm>
                          <a:off x="4392" y="2352"/>
                          <a:ext cx="529" cy="204"/>
                        </a:xfrm>
                        <a:prstGeom prst="rect">
                          <a:avLst/>
                        </a:prstGeom>
                        <a:noFill/>
                        <a:ln w="38100">
                          <a:noFill/>
                          <a:miter/>
                        </a:ln>
                      </p:spPr>
                    </p:pic>
                  </p:oleObj>
                </mc:Fallback>
              </mc:AlternateContent>
            </a:graphicData>
          </a:graphic>
        </p:graphicFrame>
        <p:graphicFrame>
          <p:nvGraphicFramePr>
            <p:cNvPr id="41993" name="对象 562185"/>
            <p:cNvGraphicFramePr/>
            <p:nvPr/>
          </p:nvGraphicFramePr>
          <p:xfrm>
            <a:off x="4239" y="3373"/>
            <a:ext cx="102" cy="164"/>
          </p:xfrm>
          <a:graphic>
            <a:graphicData uri="http://schemas.openxmlformats.org/presentationml/2006/ole">
              <mc:AlternateContent xmlns:mc="http://schemas.openxmlformats.org/markup-compatibility/2006">
                <mc:Choice xmlns:v="urn:schemas-microsoft-com:vml" Requires="v">
                  <p:oleObj r:id="rId6" imgW="203200" imgH="304800" progId="Equation.DSMT4">
                    <p:embed/>
                  </p:oleObj>
                </mc:Choice>
                <mc:Fallback>
                  <p:oleObj r:id="rId6" imgW="203200" imgH="304800" progId="Equation.DSMT4">
                    <p:embed/>
                    <p:pic>
                      <p:nvPicPr>
                        <p:cNvPr id="0" name="图片 3174"/>
                        <p:cNvPicPr/>
                        <p:nvPr/>
                      </p:nvPicPr>
                      <p:blipFill>
                        <a:blip r:embed="rId7">
                          <a:lum bright="-100000"/>
                        </a:blip>
                        <a:stretch>
                          <a:fillRect/>
                        </a:stretch>
                      </p:blipFill>
                      <p:spPr>
                        <a:xfrm>
                          <a:off x="4239" y="3373"/>
                          <a:ext cx="102" cy="164"/>
                        </a:xfrm>
                        <a:prstGeom prst="rect">
                          <a:avLst/>
                        </a:prstGeom>
                        <a:noFill/>
                        <a:ln w="38100">
                          <a:noFill/>
                          <a:miter/>
                        </a:ln>
                      </p:spPr>
                    </p:pic>
                  </p:oleObj>
                </mc:Fallback>
              </mc:AlternateContent>
            </a:graphicData>
          </a:graphic>
        </p:graphicFrame>
        <p:graphicFrame>
          <p:nvGraphicFramePr>
            <p:cNvPr id="41994" name="对象 562186"/>
            <p:cNvGraphicFramePr/>
            <p:nvPr/>
          </p:nvGraphicFramePr>
          <p:xfrm>
            <a:off x="4560" y="2928"/>
            <a:ext cx="115" cy="123"/>
          </p:xfrm>
          <a:graphic>
            <a:graphicData uri="http://schemas.openxmlformats.org/presentationml/2006/ole">
              <mc:AlternateContent xmlns:mc="http://schemas.openxmlformats.org/markup-compatibility/2006">
                <mc:Choice xmlns:v="urn:schemas-microsoft-com:vml" Requires="v">
                  <p:oleObj r:id="rId8" imgW="228600" imgH="228600" progId="Equation.DSMT4">
                    <p:embed/>
                  </p:oleObj>
                </mc:Choice>
                <mc:Fallback>
                  <p:oleObj r:id="rId8" imgW="228600" imgH="228600" progId="Equation.DSMT4">
                    <p:embed/>
                    <p:pic>
                      <p:nvPicPr>
                        <p:cNvPr id="0" name="图片 3172"/>
                        <p:cNvPicPr/>
                        <p:nvPr/>
                      </p:nvPicPr>
                      <p:blipFill>
                        <a:blip r:embed="rId9">
                          <a:lum bright="-100000"/>
                        </a:blip>
                        <a:stretch>
                          <a:fillRect/>
                        </a:stretch>
                      </p:blipFill>
                      <p:spPr>
                        <a:xfrm>
                          <a:off x="4560" y="2928"/>
                          <a:ext cx="115" cy="123"/>
                        </a:xfrm>
                        <a:prstGeom prst="rect">
                          <a:avLst/>
                        </a:prstGeom>
                        <a:noFill/>
                        <a:ln w="38100">
                          <a:noFill/>
                          <a:miter/>
                        </a:ln>
                      </p:spPr>
                    </p:pic>
                  </p:oleObj>
                </mc:Fallback>
              </mc:AlternateContent>
            </a:graphicData>
          </a:graphic>
        </p:graphicFrame>
        <p:grpSp>
          <p:nvGrpSpPr>
            <p:cNvPr id="41995" name="组合 562187"/>
            <p:cNvGrpSpPr/>
            <p:nvPr/>
          </p:nvGrpSpPr>
          <p:grpSpPr>
            <a:xfrm>
              <a:off x="4469" y="2995"/>
              <a:ext cx="73" cy="133"/>
              <a:chOff x="4743" y="1344"/>
              <a:chExt cx="92" cy="157"/>
            </a:xfrm>
          </p:grpSpPr>
          <p:sp>
            <p:nvSpPr>
              <p:cNvPr id="41996" name="直接连接符 562188"/>
              <p:cNvSpPr/>
              <p:nvPr/>
            </p:nvSpPr>
            <p:spPr>
              <a:xfrm flipH="1">
                <a:off x="4743" y="1349"/>
                <a:ext cx="90" cy="133"/>
              </a:xfrm>
              <a:prstGeom prst="line">
                <a:avLst/>
              </a:prstGeom>
              <a:ln w="25400" cap="sq" cmpd="sng">
                <a:solidFill>
                  <a:srgbClr val="FF9900"/>
                </a:solidFill>
                <a:prstDash val="solid"/>
                <a:round/>
                <a:headEnd type="none" w="sm" len="sm"/>
                <a:tailEnd type="none" w="sm" len="sm"/>
              </a:ln>
            </p:spPr>
          </p:sp>
          <p:sp>
            <p:nvSpPr>
              <p:cNvPr id="41997" name="直接连接符 562189"/>
              <p:cNvSpPr/>
              <p:nvPr/>
            </p:nvSpPr>
            <p:spPr>
              <a:xfrm>
                <a:off x="4752" y="1344"/>
                <a:ext cx="83" cy="157"/>
              </a:xfrm>
              <a:prstGeom prst="line">
                <a:avLst/>
              </a:prstGeom>
              <a:ln w="25400" cap="sq" cmpd="sng">
                <a:solidFill>
                  <a:srgbClr val="FF9900"/>
                </a:solidFill>
                <a:prstDash val="solid"/>
                <a:round/>
                <a:headEnd type="none" w="sm" len="sm"/>
                <a:tailEnd type="none" w="sm" len="sm"/>
              </a:ln>
            </p:spPr>
          </p:sp>
        </p:grpSp>
        <p:grpSp>
          <p:nvGrpSpPr>
            <p:cNvPr id="41998" name="组合 562190"/>
            <p:cNvGrpSpPr/>
            <p:nvPr/>
          </p:nvGrpSpPr>
          <p:grpSpPr>
            <a:xfrm>
              <a:off x="4893" y="3281"/>
              <a:ext cx="73" cy="133"/>
              <a:chOff x="4743" y="1344"/>
              <a:chExt cx="92" cy="157"/>
            </a:xfrm>
          </p:grpSpPr>
          <p:sp>
            <p:nvSpPr>
              <p:cNvPr id="41999" name="直接连接符 562191"/>
              <p:cNvSpPr/>
              <p:nvPr/>
            </p:nvSpPr>
            <p:spPr>
              <a:xfrm flipH="1">
                <a:off x="4743" y="1349"/>
                <a:ext cx="90" cy="133"/>
              </a:xfrm>
              <a:prstGeom prst="line">
                <a:avLst/>
              </a:prstGeom>
              <a:ln w="25400" cap="sq" cmpd="sng">
                <a:solidFill>
                  <a:srgbClr val="FF9900"/>
                </a:solidFill>
                <a:prstDash val="solid"/>
                <a:round/>
                <a:headEnd type="none" w="sm" len="sm"/>
                <a:tailEnd type="none" w="sm" len="sm"/>
              </a:ln>
            </p:spPr>
          </p:sp>
          <p:sp>
            <p:nvSpPr>
              <p:cNvPr id="42000" name="直接连接符 562192"/>
              <p:cNvSpPr/>
              <p:nvPr/>
            </p:nvSpPr>
            <p:spPr>
              <a:xfrm>
                <a:off x="4752" y="1344"/>
                <a:ext cx="83" cy="157"/>
              </a:xfrm>
              <a:prstGeom prst="line">
                <a:avLst/>
              </a:prstGeom>
              <a:ln w="25400" cap="sq" cmpd="sng">
                <a:solidFill>
                  <a:srgbClr val="FF9900"/>
                </a:solidFill>
                <a:prstDash val="solid"/>
                <a:round/>
                <a:headEnd type="none" w="sm" len="sm"/>
                <a:tailEnd type="none" w="sm" len="sm"/>
              </a:ln>
            </p:spPr>
          </p:sp>
        </p:grpSp>
        <p:graphicFrame>
          <p:nvGraphicFramePr>
            <p:cNvPr id="42001" name="对象 562193"/>
            <p:cNvGraphicFramePr/>
            <p:nvPr/>
          </p:nvGraphicFramePr>
          <p:xfrm>
            <a:off x="4794" y="3162"/>
            <a:ext cx="102" cy="170"/>
          </p:xfrm>
          <a:graphic>
            <a:graphicData uri="http://schemas.openxmlformats.org/presentationml/2006/ole">
              <mc:AlternateContent xmlns:mc="http://schemas.openxmlformats.org/markup-compatibility/2006">
                <mc:Choice xmlns:v="urn:schemas-microsoft-com:vml" Requires="v">
                  <p:oleObj r:id="rId10" imgW="203200" imgH="317500" progId="Equation.DSMT4">
                    <p:embed/>
                  </p:oleObj>
                </mc:Choice>
                <mc:Fallback>
                  <p:oleObj r:id="rId10" imgW="203200" imgH="317500" progId="Equation.DSMT4">
                    <p:embed/>
                    <p:pic>
                      <p:nvPicPr>
                        <p:cNvPr id="0" name="图片 3164"/>
                        <p:cNvPicPr/>
                        <p:nvPr/>
                      </p:nvPicPr>
                      <p:blipFill>
                        <a:blip r:embed="rId11">
                          <a:lum bright="-100000"/>
                        </a:blip>
                        <a:stretch>
                          <a:fillRect/>
                        </a:stretch>
                      </p:blipFill>
                      <p:spPr>
                        <a:xfrm>
                          <a:off x="4794" y="3162"/>
                          <a:ext cx="102" cy="170"/>
                        </a:xfrm>
                        <a:prstGeom prst="rect">
                          <a:avLst/>
                        </a:prstGeom>
                        <a:noFill/>
                        <a:ln w="38100">
                          <a:noFill/>
                          <a:miter/>
                        </a:ln>
                      </p:spPr>
                    </p:pic>
                  </p:oleObj>
                </mc:Fallback>
              </mc:AlternateContent>
            </a:graphicData>
          </a:graphic>
        </p:graphicFrame>
        <p:grpSp>
          <p:nvGrpSpPr>
            <p:cNvPr id="42002" name="组合 562194"/>
            <p:cNvGrpSpPr/>
            <p:nvPr/>
          </p:nvGrpSpPr>
          <p:grpSpPr>
            <a:xfrm>
              <a:off x="5072" y="3553"/>
              <a:ext cx="73" cy="133"/>
              <a:chOff x="4743" y="1344"/>
              <a:chExt cx="92" cy="157"/>
            </a:xfrm>
          </p:grpSpPr>
          <p:sp>
            <p:nvSpPr>
              <p:cNvPr id="42003" name="直接连接符 562195"/>
              <p:cNvSpPr/>
              <p:nvPr/>
            </p:nvSpPr>
            <p:spPr>
              <a:xfrm flipH="1">
                <a:off x="4743" y="1349"/>
                <a:ext cx="90" cy="133"/>
              </a:xfrm>
              <a:prstGeom prst="line">
                <a:avLst/>
              </a:prstGeom>
              <a:ln w="25400" cap="sq" cmpd="sng">
                <a:solidFill>
                  <a:srgbClr val="FF9900"/>
                </a:solidFill>
                <a:prstDash val="solid"/>
                <a:round/>
                <a:headEnd type="none" w="sm" len="sm"/>
                <a:tailEnd type="none" w="sm" len="sm"/>
              </a:ln>
            </p:spPr>
          </p:sp>
          <p:sp>
            <p:nvSpPr>
              <p:cNvPr id="42004" name="直接连接符 562196"/>
              <p:cNvSpPr/>
              <p:nvPr/>
            </p:nvSpPr>
            <p:spPr>
              <a:xfrm>
                <a:off x="4752" y="1344"/>
                <a:ext cx="83" cy="157"/>
              </a:xfrm>
              <a:prstGeom prst="line">
                <a:avLst/>
              </a:prstGeom>
              <a:ln w="25400" cap="sq" cmpd="sng">
                <a:solidFill>
                  <a:srgbClr val="FF9900"/>
                </a:solidFill>
                <a:prstDash val="solid"/>
                <a:round/>
                <a:headEnd type="none" w="sm" len="sm"/>
                <a:tailEnd type="none" w="sm" len="sm"/>
              </a:ln>
            </p:spPr>
          </p:sp>
        </p:grpSp>
        <p:graphicFrame>
          <p:nvGraphicFramePr>
            <p:cNvPr id="42005" name="对象 562197"/>
            <p:cNvGraphicFramePr/>
            <p:nvPr/>
          </p:nvGraphicFramePr>
          <p:xfrm>
            <a:off x="5170" y="3578"/>
            <a:ext cx="102" cy="122"/>
          </p:xfrm>
          <a:graphic>
            <a:graphicData uri="http://schemas.openxmlformats.org/presentationml/2006/ole">
              <mc:AlternateContent xmlns:mc="http://schemas.openxmlformats.org/markup-compatibility/2006">
                <mc:Choice xmlns:v="urn:schemas-microsoft-com:vml" Requires="v">
                  <p:oleObj r:id="rId12" imgW="203200" imgH="228600" progId="Equation.DSMT4">
                    <p:embed/>
                  </p:oleObj>
                </mc:Choice>
                <mc:Fallback>
                  <p:oleObj r:id="rId12" imgW="203200" imgH="228600" progId="Equation.DSMT4">
                    <p:embed/>
                    <p:pic>
                      <p:nvPicPr>
                        <p:cNvPr id="0" name="图片 3163"/>
                        <p:cNvPicPr/>
                        <p:nvPr/>
                      </p:nvPicPr>
                      <p:blipFill>
                        <a:blip r:embed="rId13">
                          <a:lum bright="-100000"/>
                        </a:blip>
                        <a:stretch>
                          <a:fillRect/>
                        </a:stretch>
                      </p:blipFill>
                      <p:spPr>
                        <a:xfrm>
                          <a:off x="5170" y="3578"/>
                          <a:ext cx="102" cy="122"/>
                        </a:xfrm>
                        <a:prstGeom prst="rect">
                          <a:avLst/>
                        </a:prstGeom>
                        <a:noFill/>
                        <a:ln w="38100">
                          <a:noFill/>
                          <a:miter/>
                        </a:ln>
                      </p:spPr>
                    </p:pic>
                  </p:oleObj>
                </mc:Fallback>
              </mc:AlternateContent>
            </a:graphicData>
          </a:graphic>
        </p:graphicFrame>
      </p:grpSp>
      <p:grpSp>
        <p:nvGrpSpPr>
          <p:cNvPr id="42006" name="组合 562198"/>
          <p:cNvGrpSpPr/>
          <p:nvPr/>
        </p:nvGrpSpPr>
        <p:grpSpPr>
          <a:xfrm>
            <a:off x="5238750" y="1103313"/>
            <a:ext cx="2909888" cy="2309812"/>
            <a:chOff x="3360" y="240"/>
            <a:chExt cx="2256" cy="1824"/>
          </a:xfrm>
        </p:grpSpPr>
        <p:sp>
          <p:nvSpPr>
            <p:cNvPr id="42007" name="椭圆 562199"/>
            <p:cNvSpPr/>
            <p:nvPr/>
          </p:nvSpPr>
          <p:spPr>
            <a:xfrm>
              <a:off x="3781" y="628"/>
              <a:ext cx="1147" cy="1126"/>
            </a:xfrm>
            <a:prstGeom prst="ellipse">
              <a:avLst/>
            </a:prstGeom>
            <a:noFill/>
            <a:ln w="25400">
              <a:noFill/>
            </a:ln>
          </p:spPr>
          <p:txBody>
            <a:bodyPr anchor="t" anchorCtr="0"/>
            <a:lstStyle/>
            <a:p>
              <a:endParaRPr lang="zh-CN" altLang="en-US">
                <a:latin typeface="Arial" panose="020B0604020202020204" pitchFamily="34" charset="0"/>
                <a:ea typeface="宋体" panose="02010600030101010101" pitchFamily="2" charset="-122"/>
              </a:endParaRPr>
            </a:p>
          </p:txBody>
        </p:sp>
        <p:sp>
          <p:nvSpPr>
            <p:cNvPr id="42008" name="椭圆 562200"/>
            <p:cNvSpPr/>
            <p:nvPr/>
          </p:nvSpPr>
          <p:spPr>
            <a:xfrm>
              <a:off x="4048" y="861"/>
              <a:ext cx="612" cy="621"/>
            </a:xfrm>
            <a:prstGeom prst="ellipse">
              <a:avLst/>
            </a:prstGeom>
            <a:pattFill prst="pct10">
              <a:fgClr>
                <a:schemeClr val="tx1"/>
              </a:fgClr>
              <a:bgClr>
                <a:schemeClr val="bg1"/>
              </a:bgClr>
            </a:pattFill>
            <a:ln w="25400" cap="sq" cmpd="sng">
              <a:solidFill>
                <a:schemeClr val="tx1"/>
              </a:solidFill>
              <a:prstDash val="solid"/>
              <a:round/>
              <a:headEnd type="none" w="sm" len="sm"/>
              <a:tailEnd type="none" w="sm" len="sm"/>
            </a:ln>
          </p:spPr>
          <p:txBody>
            <a:bodyPr anchor="t" anchorCtr="0"/>
            <a:lstStyle/>
            <a:p>
              <a:endParaRPr lang="zh-CN" altLang="en-US">
                <a:latin typeface="Arial" panose="020B0604020202020204" pitchFamily="34" charset="0"/>
                <a:ea typeface="宋体" panose="02010600030101010101" pitchFamily="2" charset="-122"/>
              </a:endParaRPr>
            </a:p>
          </p:txBody>
        </p:sp>
        <p:sp>
          <p:nvSpPr>
            <p:cNvPr id="42009" name="直接连接符 562201"/>
            <p:cNvSpPr/>
            <p:nvPr/>
          </p:nvSpPr>
          <p:spPr>
            <a:xfrm flipV="1">
              <a:off x="3360" y="1171"/>
              <a:ext cx="2180" cy="0"/>
            </a:xfrm>
            <a:prstGeom prst="line">
              <a:avLst/>
            </a:prstGeom>
            <a:ln w="25400" cap="sq" cmpd="sng">
              <a:solidFill>
                <a:schemeClr val="tx1"/>
              </a:solidFill>
              <a:prstDash val="solid"/>
              <a:round/>
              <a:headEnd type="none" w="sm" len="sm"/>
              <a:tailEnd type="triangle" w="med" len="lg"/>
            </a:ln>
          </p:spPr>
        </p:sp>
        <p:sp>
          <p:nvSpPr>
            <p:cNvPr id="42010" name="直接连接符 562202"/>
            <p:cNvSpPr/>
            <p:nvPr/>
          </p:nvSpPr>
          <p:spPr>
            <a:xfrm flipV="1">
              <a:off x="4354" y="279"/>
              <a:ext cx="0" cy="1785"/>
            </a:xfrm>
            <a:prstGeom prst="line">
              <a:avLst/>
            </a:prstGeom>
            <a:ln w="25400" cap="sq" cmpd="sng">
              <a:solidFill>
                <a:schemeClr val="tx1"/>
              </a:solidFill>
              <a:prstDash val="solid"/>
              <a:round/>
              <a:headEnd type="none" w="sm" len="sm"/>
              <a:tailEnd type="triangle" w="med" len="lg"/>
            </a:ln>
          </p:spPr>
        </p:sp>
        <p:graphicFrame>
          <p:nvGraphicFramePr>
            <p:cNvPr id="42011" name="对象 562203"/>
            <p:cNvGraphicFramePr/>
            <p:nvPr/>
          </p:nvGraphicFramePr>
          <p:xfrm>
            <a:off x="5195" y="977"/>
            <a:ext cx="421" cy="194"/>
          </p:xfrm>
          <a:graphic>
            <a:graphicData uri="http://schemas.openxmlformats.org/presentationml/2006/ole">
              <mc:AlternateContent xmlns:mc="http://schemas.openxmlformats.org/markup-compatibility/2006">
                <mc:Choice xmlns:v="urn:schemas-microsoft-com:vml" Requires="v">
                  <p:oleObj r:id="rId2" imgW="838200" imgH="381000" progId="Equation.DSMT4">
                    <p:embed/>
                  </p:oleObj>
                </mc:Choice>
                <mc:Fallback>
                  <p:oleObj r:id="rId2" imgW="838200" imgH="381000" progId="Equation.DSMT4">
                    <p:embed/>
                    <p:pic>
                      <p:nvPicPr>
                        <p:cNvPr id="0" name="图片 3165"/>
                        <p:cNvPicPr/>
                        <p:nvPr/>
                      </p:nvPicPr>
                      <p:blipFill>
                        <a:blip r:embed="rId3">
                          <a:lum bright="-100000"/>
                        </a:blip>
                        <a:stretch>
                          <a:fillRect/>
                        </a:stretch>
                      </p:blipFill>
                      <p:spPr>
                        <a:xfrm>
                          <a:off x="5195" y="977"/>
                          <a:ext cx="421" cy="194"/>
                        </a:xfrm>
                        <a:prstGeom prst="rect">
                          <a:avLst/>
                        </a:prstGeom>
                        <a:noFill/>
                        <a:ln w="38100">
                          <a:noFill/>
                          <a:miter/>
                        </a:ln>
                      </p:spPr>
                    </p:pic>
                  </p:oleObj>
                </mc:Fallback>
              </mc:AlternateContent>
            </a:graphicData>
          </a:graphic>
        </p:graphicFrame>
        <p:graphicFrame>
          <p:nvGraphicFramePr>
            <p:cNvPr id="42012" name="对象 562204"/>
            <p:cNvGraphicFramePr/>
            <p:nvPr/>
          </p:nvGraphicFramePr>
          <p:xfrm>
            <a:off x="4392" y="240"/>
            <a:ext cx="529" cy="194"/>
          </p:xfrm>
          <a:graphic>
            <a:graphicData uri="http://schemas.openxmlformats.org/presentationml/2006/ole">
              <mc:AlternateContent xmlns:mc="http://schemas.openxmlformats.org/markup-compatibility/2006">
                <mc:Choice xmlns:v="urn:schemas-microsoft-com:vml" Requires="v">
                  <p:oleObj r:id="rId4" imgW="1054100" imgH="381000" progId="Equation.DSMT4">
                    <p:embed/>
                  </p:oleObj>
                </mc:Choice>
                <mc:Fallback>
                  <p:oleObj r:id="rId4" imgW="1054100" imgH="381000" progId="Equation.DSMT4">
                    <p:embed/>
                    <p:pic>
                      <p:nvPicPr>
                        <p:cNvPr id="0" name="图片 3141"/>
                        <p:cNvPicPr/>
                        <p:nvPr/>
                      </p:nvPicPr>
                      <p:blipFill>
                        <a:blip r:embed="rId5">
                          <a:lum bright="-100000"/>
                        </a:blip>
                        <a:stretch>
                          <a:fillRect/>
                        </a:stretch>
                      </p:blipFill>
                      <p:spPr>
                        <a:xfrm>
                          <a:off x="4392" y="240"/>
                          <a:ext cx="529" cy="194"/>
                        </a:xfrm>
                        <a:prstGeom prst="rect">
                          <a:avLst/>
                        </a:prstGeom>
                        <a:noFill/>
                        <a:ln w="38100">
                          <a:noFill/>
                          <a:miter/>
                        </a:ln>
                      </p:spPr>
                    </p:pic>
                  </p:oleObj>
                </mc:Fallback>
              </mc:AlternateContent>
            </a:graphicData>
          </a:graphic>
        </p:graphicFrame>
        <p:graphicFrame>
          <p:nvGraphicFramePr>
            <p:cNvPr id="42013" name="对象 562205"/>
            <p:cNvGraphicFramePr/>
            <p:nvPr/>
          </p:nvGraphicFramePr>
          <p:xfrm>
            <a:off x="4239" y="1210"/>
            <a:ext cx="102" cy="155"/>
          </p:xfrm>
          <a:graphic>
            <a:graphicData uri="http://schemas.openxmlformats.org/presentationml/2006/ole">
              <mc:AlternateContent xmlns:mc="http://schemas.openxmlformats.org/markup-compatibility/2006">
                <mc:Choice xmlns:v="urn:schemas-microsoft-com:vml" Requires="v">
                  <p:oleObj r:id="rId6" imgW="203200" imgH="304800" progId="Equation.DSMT4">
                    <p:embed/>
                  </p:oleObj>
                </mc:Choice>
                <mc:Fallback>
                  <p:oleObj r:id="rId6" imgW="203200" imgH="304800" progId="Equation.DSMT4">
                    <p:embed/>
                    <p:pic>
                      <p:nvPicPr>
                        <p:cNvPr id="0" name="图片 3263"/>
                        <p:cNvPicPr/>
                        <p:nvPr/>
                      </p:nvPicPr>
                      <p:blipFill>
                        <a:blip r:embed="rId7">
                          <a:lum bright="-100000"/>
                        </a:blip>
                        <a:stretch>
                          <a:fillRect/>
                        </a:stretch>
                      </p:blipFill>
                      <p:spPr>
                        <a:xfrm>
                          <a:off x="4239" y="1210"/>
                          <a:ext cx="102" cy="155"/>
                        </a:xfrm>
                        <a:prstGeom prst="rect">
                          <a:avLst/>
                        </a:prstGeom>
                        <a:noFill/>
                        <a:ln w="38100">
                          <a:noFill/>
                          <a:miter/>
                        </a:ln>
                      </p:spPr>
                    </p:pic>
                  </p:oleObj>
                </mc:Fallback>
              </mc:AlternateContent>
            </a:graphicData>
          </a:graphic>
        </p:graphicFrame>
        <p:graphicFrame>
          <p:nvGraphicFramePr>
            <p:cNvPr id="42014" name="对象 562206"/>
            <p:cNvGraphicFramePr/>
            <p:nvPr/>
          </p:nvGraphicFramePr>
          <p:xfrm>
            <a:off x="4560" y="816"/>
            <a:ext cx="115" cy="116"/>
          </p:xfrm>
          <a:graphic>
            <a:graphicData uri="http://schemas.openxmlformats.org/presentationml/2006/ole">
              <mc:AlternateContent xmlns:mc="http://schemas.openxmlformats.org/markup-compatibility/2006">
                <mc:Choice xmlns:v="urn:schemas-microsoft-com:vml" Requires="v">
                  <p:oleObj r:id="rId8" imgW="228600" imgH="228600" progId="Equation.DSMT4">
                    <p:embed/>
                  </p:oleObj>
                </mc:Choice>
                <mc:Fallback>
                  <p:oleObj r:id="rId8" imgW="228600" imgH="228600" progId="Equation.DSMT4">
                    <p:embed/>
                    <p:pic>
                      <p:nvPicPr>
                        <p:cNvPr id="0" name="图片 3261"/>
                        <p:cNvPicPr/>
                        <p:nvPr/>
                      </p:nvPicPr>
                      <p:blipFill>
                        <a:blip r:embed="rId9">
                          <a:lum bright="-100000"/>
                        </a:blip>
                        <a:stretch>
                          <a:fillRect/>
                        </a:stretch>
                      </p:blipFill>
                      <p:spPr>
                        <a:xfrm>
                          <a:off x="4560" y="816"/>
                          <a:ext cx="115" cy="116"/>
                        </a:xfrm>
                        <a:prstGeom prst="rect">
                          <a:avLst/>
                        </a:prstGeom>
                        <a:noFill/>
                        <a:ln w="38100">
                          <a:noFill/>
                          <a:miter/>
                        </a:ln>
                      </p:spPr>
                    </p:pic>
                  </p:oleObj>
                </mc:Fallback>
              </mc:AlternateContent>
            </a:graphicData>
          </a:graphic>
        </p:graphicFrame>
        <p:grpSp>
          <p:nvGrpSpPr>
            <p:cNvPr id="42015" name="组合 562207"/>
            <p:cNvGrpSpPr/>
            <p:nvPr/>
          </p:nvGrpSpPr>
          <p:grpSpPr>
            <a:xfrm>
              <a:off x="4469" y="850"/>
              <a:ext cx="73" cy="127"/>
              <a:chOff x="4743" y="1344"/>
              <a:chExt cx="92" cy="157"/>
            </a:xfrm>
          </p:grpSpPr>
          <p:sp>
            <p:nvSpPr>
              <p:cNvPr id="42016" name="直接连接符 562208"/>
              <p:cNvSpPr/>
              <p:nvPr/>
            </p:nvSpPr>
            <p:spPr>
              <a:xfrm flipH="1">
                <a:off x="4743" y="1349"/>
                <a:ext cx="90" cy="133"/>
              </a:xfrm>
              <a:prstGeom prst="line">
                <a:avLst/>
              </a:prstGeom>
              <a:ln w="25400" cap="sq" cmpd="sng">
                <a:solidFill>
                  <a:srgbClr val="FF9900"/>
                </a:solidFill>
                <a:prstDash val="solid"/>
                <a:round/>
                <a:headEnd type="none" w="sm" len="sm"/>
                <a:tailEnd type="none" w="sm" len="sm"/>
              </a:ln>
            </p:spPr>
          </p:sp>
          <p:sp>
            <p:nvSpPr>
              <p:cNvPr id="42017" name="直接连接符 562209"/>
              <p:cNvSpPr/>
              <p:nvPr/>
            </p:nvSpPr>
            <p:spPr>
              <a:xfrm>
                <a:off x="4752" y="1344"/>
                <a:ext cx="83" cy="157"/>
              </a:xfrm>
              <a:prstGeom prst="line">
                <a:avLst/>
              </a:prstGeom>
              <a:ln w="25400" cap="sq" cmpd="sng">
                <a:solidFill>
                  <a:srgbClr val="FF9900"/>
                </a:solidFill>
                <a:prstDash val="solid"/>
                <a:round/>
                <a:headEnd type="none" w="sm" len="sm"/>
                <a:tailEnd type="none" w="sm" len="sm"/>
              </a:ln>
            </p:spPr>
          </p:sp>
        </p:grpSp>
        <p:grpSp>
          <p:nvGrpSpPr>
            <p:cNvPr id="42018" name="组合 562210"/>
            <p:cNvGrpSpPr/>
            <p:nvPr/>
          </p:nvGrpSpPr>
          <p:grpSpPr>
            <a:xfrm>
              <a:off x="4893" y="1122"/>
              <a:ext cx="73" cy="127"/>
              <a:chOff x="4743" y="1344"/>
              <a:chExt cx="92" cy="157"/>
            </a:xfrm>
          </p:grpSpPr>
          <p:sp>
            <p:nvSpPr>
              <p:cNvPr id="42019" name="直接连接符 562211"/>
              <p:cNvSpPr/>
              <p:nvPr/>
            </p:nvSpPr>
            <p:spPr>
              <a:xfrm flipH="1">
                <a:off x="4743" y="1349"/>
                <a:ext cx="90" cy="133"/>
              </a:xfrm>
              <a:prstGeom prst="line">
                <a:avLst/>
              </a:prstGeom>
              <a:ln w="25400" cap="sq" cmpd="sng">
                <a:solidFill>
                  <a:srgbClr val="FF9900"/>
                </a:solidFill>
                <a:prstDash val="solid"/>
                <a:round/>
                <a:headEnd type="none" w="sm" len="sm"/>
                <a:tailEnd type="none" w="sm" len="sm"/>
              </a:ln>
            </p:spPr>
          </p:sp>
          <p:sp>
            <p:nvSpPr>
              <p:cNvPr id="42020" name="直接连接符 562212"/>
              <p:cNvSpPr/>
              <p:nvPr/>
            </p:nvSpPr>
            <p:spPr>
              <a:xfrm>
                <a:off x="4752" y="1344"/>
                <a:ext cx="83" cy="157"/>
              </a:xfrm>
              <a:prstGeom prst="line">
                <a:avLst/>
              </a:prstGeom>
              <a:ln w="25400" cap="sq" cmpd="sng">
                <a:solidFill>
                  <a:srgbClr val="FF9900"/>
                </a:solidFill>
                <a:prstDash val="solid"/>
                <a:round/>
                <a:headEnd type="none" w="sm" len="sm"/>
                <a:tailEnd type="none" w="sm" len="sm"/>
              </a:ln>
            </p:spPr>
          </p:sp>
        </p:grpSp>
        <p:graphicFrame>
          <p:nvGraphicFramePr>
            <p:cNvPr id="42021" name="对象 562213"/>
            <p:cNvGraphicFramePr/>
            <p:nvPr/>
          </p:nvGraphicFramePr>
          <p:xfrm>
            <a:off x="4986" y="1010"/>
            <a:ext cx="102" cy="161"/>
          </p:xfrm>
          <a:graphic>
            <a:graphicData uri="http://schemas.openxmlformats.org/presentationml/2006/ole">
              <mc:AlternateContent xmlns:mc="http://schemas.openxmlformats.org/markup-compatibility/2006">
                <mc:Choice xmlns:v="urn:schemas-microsoft-com:vml" Requires="v">
                  <p:oleObj r:id="rId10" imgW="203200" imgH="317500" progId="Equation.DSMT4">
                    <p:embed/>
                  </p:oleObj>
                </mc:Choice>
                <mc:Fallback>
                  <p:oleObj r:id="rId10" imgW="203200" imgH="317500" progId="Equation.DSMT4">
                    <p:embed/>
                    <p:pic>
                      <p:nvPicPr>
                        <p:cNvPr id="0" name="图片 3264"/>
                        <p:cNvPicPr/>
                        <p:nvPr/>
                      </p:nvPicPr>
                      <p:blipFill>
                        <a:blip r:embed="rId11">
                          <a:lum bright="-100000"/>
                        </a:blip>
                        <a:stretch>
                          <a:fillRect/>
                        </a:stretch>
                      </p:blipFill>
                      <p:spPr>
                        <a:xfrm>
                          <a:off x="4986" y="1010"/>
                          <a:ext cx="102" cy="161"/>
                        </a:xfrm>
                        <a:prstGeom prst="rect">
                          <a:avLst/>
                        </a:prstGeom>
                        <a:noFill/>
                        <a:ln w="38100">
                          <a:noFill/>
                          <a:miter/>
                        </a:ln>
                      </p:spPr>
                    </p:pic>
                  </p:oleObj>
                </mc:Fallback>
              </mc:AlternateContent>
            </a:graphicData>
          </a:graphic>
        </p:graphicFrame>
        <p:sp>
          <p:nvSpPr>
            <p:cNvPr id="42022" name="椭圆 562214"/>
            <p:cNvSpPr/>
            <p:nvPr/>
          </p:nvSpPr>
          <p:spPr>
            <a:xfrm>
              <a:off x="3551" y="434"/>
              <a:ext cx="1568" cy="1514"/>
            </a:xfrm>
            <a:prstGeom prst="ellipse">
              <a:avLst/>
            </a:prstGeom>
            <a:noFill/>
            <a:ln w="25400">
              <a:noFill/>
            </a:ln>
          </p:spPr>
          <p:txBody>
            <a:bodyPr anchor="t" anchorCtr="0"/>
            <a:lstStyle/>
            <a:p>
              <a:endParaRPr lang="zh-CN" altLang="en-US">
                <a:latin typeface="Arial" panose="020B0604020202020204" pitchFamily="34" charset="0"/>
                <a:ea typeface="宋体" panose="02010600030101010101" pitchFamily="2" charset="-122"/>
              </a:endParaRPr>
            </a:p>
          </p:txBody>
        </p:sp>
        <p:grpSp>
          <p:nvGrpSpPr>
            <p:cNvPr id="42023" name="组合 562215"/>
            <p:cNvGrpSpPr/>
            <p:nvPr/>
          </p:nvGrpSpPr>
          <p:grpSpPr>
            <a:xfrm>
              <a:off x="5034" y="1381"/>
              <a:ext cx="73" cy="127"/>
              <a:chOff x="4743" y="1344"/>
              <a:chExt cx="92" cy="157"/>
            </a:xfrm>
          </p:grpSpPr>
          <p:sp>
            <p:nvSpPr>
              <p:cNvPr id="42024" name="直接连接符 562216"/>
              <p:cNvSpPr/>
              <p:nvPr/>
            </p:nvSpPr>
            <p:spPr>
              <a:xfrm flipH="1">
                <a:off x="4743" y="1349"/>
                <a:ext cx="90" cy="133"/>
              </a:xfrm>
              <a:prstGeom prst="line">
                <a:avLst/>
              </a:prstGeom>
              <a:ln w="25400" cap="sq" cmpd="sng">
                <a:solidFill>
                  <a:srgbClr val="FF9900"/>
                </a:solidFill>
                <a:prstDash val="solid"/>
                <a:round/>
                <a:headEnd type="none" w="sm" len="sm"/>
                <a:tailEnd type="none" w="sm" len="sm"/>
              </a:ln>
            </p:spPr>
          </p:sp>
          <p:sp>
            <p:nvSpPr>
              <p:cNvPr id="42025" name="直接连接符 562217"/>
              <p:cNvSpPr/>
              <p:nvPr/>
            </p:nvSpPr>
            <p:spPr>
              <a:xfrm>
                <a:off x="4752" y="1344"/>
                <a:ext cx="83" cy="157"/>
              </a:xfrm>
              <a:prstGeom prst="line">
                <a:avLst/>
              </a:prstGeom>
              <a:ln w="25400" cap="sq" cmpd="sng">
                <a:solidFill>
                  <a:srgbClr val="FF9900"/>
                </a:solidFill>
                <a:prstDash val="solid"/>
                <a:round/>
                <a:headEnd type="none" w="sm" len="sm"/>
                <a:tailEnd type="none" w="sm" len="sm"/>
              </a:ln>
            </p:spPr>
          </p:sp>
        </p:grpSp>
        <p:graphicFrame>
          <p:nvGraphicFramePr>
            <p:cNvPr id="42026" name="对象 562218"/>
            <p:cNvGraphicFramePr/>
            <p:nvPr/>
          </p:nvGraphicFramePr>
          <p:xfrm>
            <a:off x="5132" y="1404"/>
            <a:ext cx="102" cy="117"/>
          </p:xfrm>
          <a:graphic>
            <a:graphicData uri="http://schemas.openxmlformats.org/presentationml/2006/ole">
              <mc:AlternateContent xmlns:mc="http://schemas.openxmlformats.org/markup-compatibility/2006">
                <mc:Choice xmlns:v="urn:schemas-microsoft-com:vml" Requires="v">
                  <p:oleObj r:id="rId12" imgW="203200" imgH="228600" progId="Equation.DSMT4">
                    <p:embed/>
                  </p:oleObj>
                </mc:Choice>
                <mc:Fallback>
                  <p:oleObj r:id="rId12" imgW="203200" imgH="228600" progId="Equation.DSMT4">
                    <p:embed/>
                    <p:pic>
                      <p:nvPicPr>
                        <p:cNvPr id="0" name="图片 3258"/>
                        <p:cNvPicPr/>
                        <p:nvPr/>
                      </p:nvPicPr>
                      <p:blipFill>
                        <a:blip r:embed="rId13">
                          <a:lum bright="-100000"/>
                        </a:blip>
                        <a:stretch>
                          <a:fillRect/>
                        </a:stretch>
                      </p:blipFill>
                      <p:spPr>
                        <a:xfrm>
                          <a:off x="5132" y="1404"/>
                          <a:ext cx="102" cy="117"/>
                        </a:xfrm>
                        <a:prstGeom prst="rect">
                          <a:avLst/>
                        </a:prstGeom>
                        <a:noFill/>
                        <a:ln w="38100">
                          <a:noFill/>
                          <a:miter/>
                        </a:ln>
                      </p:spPr>
                    </p:pic>
                  </p:oleObj>
                </mc:Fallback>
              </mc:AlternateContent>
            </a:graphicData>
          </a:graphic>
        </p:graphicFrame>
      </p:grpSp>
      <p:grpSp>
        <p:nvGrpSpPr>
          <p:cNvPr id="42027" name="组合 562219"/>
          <p:cNvGrpSpPr/>
          <p:nvPr/>
        </p:nvGrpSpPr>
        <p:grpSpPr>
          <a:xfrm>
            <a:off x="971550" y="3644900"/>
            <a:ext cx="3095625" cy="2492375"/>
            <a:chOff x="672" y="2304"/>
            <a:chExt cx="2400" cy="1968"/>
          </a:xfrm>
        </p:grpSpPr>
        <p:sp>
          <p:nvSpPr>
            <p:cNvPr id="42028" name="椭圆 562220"/>
            <p:cNvSpPr/>
            <p:nvPr/>
          </p:nvSpPr>
          <p:spPr>
            <a:xfrm>
              <a:off x="1119" y="2723"/>
              <a:ext cx="1221" cy="1214"/>
            </a:xfrm>
            <a:prstGeom prst="ellipse">
              <a:avLst/>
            </a:prstGeom>
            <a:pattFill prst="pct10">
              <a:fgClr>
                <a:schemeClr val="tx1"/>
              </a:fgClr>
              <a:bgClr>
                <a:schemeClr val="bg1"/>
              </a:bgClr>
            </a:pattFill>
            <a:ln w="25400" cap="sq" cmpd="sng">
              <a:solidFill>
                <a:schemeClr val="tx1"/>
              </a:solidFill>
              <a:prstDash val="solid"/>
              <a:round/>
              <a:headEnd type="none" w="sm" len="sm"/>
              <a:tailEnd type="none" w="sm" len="sm"/>
            </a:ln>
          </p:spPr>
          <p:txBody>
            <a:bodyPr anchor="t" anchorCtr="0"/>
            <a:lstStyle/>
            <a:p>
              <a:endParaRPr lang="zh-CN" altLang="en-US">
                <a:latin typeface="Arial" panose="020B0604020202020204" pitchFamily="34" charset="0"/>
                <a:ea typeface="宋体" panose="02010600030101010101" pitchFamily="2" charset="-122"/>
              </a:endParaRPr>
            </a:p>
          </p:txBody>
        </p:sp>
        <p:sp>
          <p:nvSpPr>
            <p:cNvPr id="42029" name="椭圆 562221"/>
            <p:cNvSpPr/>
            <p:nvPr/>
          </p:nvSpPr>
          <p:spPr>
            <a:xfrm>
              <a:off x="1404" y="2974"/>
              <a:ext cx="651" cy="670"/>
            </a:xfrm>
            <a:prstGeom prst="ellipse">
              <a:avLst/>
            </a:prstGeom>
            <a:solidFill>
              <a:schemeClr val="bg1"/>
            </a:solidFill>
            <a:ln w="25400" cap="sq" cmpd="sng">
              <a:solidFill>
                <a:schemeClr val="tx1"/>
              </a:solidFill>
              <a:prstDash val="solid"/>
              <a:round/>
              <a:headEnd type="none" w="sm" len="sm"/>
              <a:tailEnd type="none" w="sm" len="sm"/>
            </a:ln>
          </p:spPr>
          <p:txBody>
            <a:bodyPr anchor="t" anchorCtr="0"/>
            <a:lstStyle/>
            <a:p>
              <a:endParaRPr lang="zh-CN" altLang="en-US">
                <a:latin typeface="Arial" panose="020B0604020202020204" pitchFamily="34" charset="0"/>
                <a:ea typeface="宋体" panose="02010600030101010101" pitchFamily="2" charset="-122"/>
              </a:endParaRPr>
            </a:p>
          </p:txBody>
        </p:sp>
        <p:sp>
          <p:nvSpPr>
            <p:cNvPr id="42030" name="直接连接符 562222"/>
            <p:cNvSpPr/>
            <p:nvPr/>
          </p:nvSpPr>
          <p:spPr>
            <a:xfrm flipV="1">
              <a:off x="672" y="3309"/>
              <a:ext cx="2319" cy="0"/>
            </a:xfrm>
            <a:prstGeom prst="line">
              <a:avLst/>
            </a:prstGeom>
            <a:ln w="25400" cap="sq" cmpd="sng">
              <a:solidFill>
                <a:schemeClr val="tx1"/>
              </a:solidFill>
              <a:prstDash val="solid"/>
              <a:round/>
              <a:headEnd type="none" w="sm" len="sm"/>
              <a:tailEnd type="triangle" w="med" len="lg"/>
            </a:ln>
          </p:spPr>
        </p:sp>
        <p:sp>
          <p:nvSpPr>
            <p:cNvPr id="42031" name="直接连接符 562223"/>
            <p:cNvSpPr/>
            <p:nvPr/>
          </p:nvSpPr>
          <p:spPr>
            <a:xfrm flipV="1">
              <a:off x="1730" y="2346"/>
              <a:ext cx="0" cy="1926"/>
            </a:xfrm>
            <a:prstGeom prst="line">
              <a:avLst/>
            </a:prstGeom>
            <a:ln w="25400" cap="sq" cmpd="sng">
              <a:solidFill>
                <a:schemeClr val="tx1"/>
              </a:solidFill>
              <a:prstDash val="solid"/>
              <a:round/>
              <a:headEnd type="none" w="sm" len="sm"/>
              <a:tailEnd type="triangle" w="med" len="lg"/>
            </a:ln>
          </p:spPr>
        </p:sp>
        <p:graphicFrame>
          <p:nvGraphicFramePr>
            <p:cNvPr id="42032" name="对象 562224"/>
            <p:cNvGraphicFramePr/>
            <p:nvPr/>
          </p:nvGraphicFramePr>
          <p:xfrm>
            <a:off x="2625" y="3100"/>
            <a:ext cx="447" cy="209"/>
          </p:xfrm>
          <a:graphic>
            <a:graphicData uri="http://schemas.openxmlformats.org/presentationml/2006/ole">
              <mc:AlternateContent xmlns:mc="http://schemas.openxmlformats.org/markup-compatibility/2006">
                <mc:Choice xmlns:v="urn:schemas-microsoft-com:vml" Requires="v">
                  <p:oleObj r:id="rId2" imgW="838200" imgH="381000" progId="Equation.DSMT4">
                    <p:embed/>
                  </p:oleObj>
                </mc:Choice>
                <mc:Fallback>
                  <p:oleObj r:id="rId2" imgW="838200" imgH="381000" progId="Equation.DSMT4">
                    <p:embed/>
                    <p:pic>
                      <p:nvPicPr>
                        <p:cNvPr id="0" name="图片 3255"/>
                        <p:cNvPicPr/>
                        <p:nvPr/>
                      </p:nvPicPr>
                      <p:blipFill>
                        <a:blip r:embed="rId3">
                          <a:lum bright="-100000"/>
                        </a:blip>
                        <a:stretch>
                          <a:fillRect/>
                        </a:stretch>
                      </p:blipFill>
                      <p:spPr>
                        <a:xfrm>
                          <a:off x="2625" y="3100"/>
                          <a:ext cx="447" cy="209"/>
                        </a:xfrm>
                        <a:prstGeom prst="rect">
                          <a:avLst/>
                        </a:prstGeom>
                        <a:noFill/>
                        <a:ln w="38100">
                          <a:noFill/>
                          <a:miter/>
                        </a:ln>
                      </p:spPr>
                    </p:pic>
                  </p:oleObj>
                </mc:Fallback>
              </mc:AlternateContent>
            </a:graphicData>
          </a:graphic>
        </p:graphicFrame>
        <p:graphicFrame>
          <p:nvGraphicFramePr>
            <p:cNvPr id="42033" name="对象 562225"/>
            <p:cNvGraphicFramePr/>
            <p:nvPr/>
          </p:nvGraphicFramePr>
          <p:xfrm>
            <a:off x="1770" y="2304"/>
            <a:ext cx="563" cy="209"/>
          </p:xfrm>
          <a:graphic>
            <a:graphicData uri="http://schemas.openxmlformats.org/presentationml/2006/ole">
              <mc:AlternateContent xmlns:mc="http://schemas.openxmlformats.org/markup-compatibility/2006">
                <mc:Choice xmlns:v="urn:schemas-microsoft-com:vml" Requires="v">
                  <p:oleObj r:id="rId4" imgW="1054100" imgH="381000" progId="Equation.DSMT4">
                    <p:embed/>
                  </p:oleObj>
                </mc:Choice>
                <mc:Fallback>
                  <p:oleObj r:id="rId4" imgW="1054100" imgH="381000" progId="Equation.DSMT4">
                    <p:embed/>
                    <p:pic>
                      <p:nvPicPr>
                        <p:cNvPr id="0" name="图片 3256"/>
                        <p:cNvPicPr/>
                        <p:nvPr/>
                      </p:nvPicPr>
                      <p:blipFill>
                        <a:blip r:embed="rId5">
                          <a:lum bright="-100000"/>
                        </a:blip>
                        <a:stretch>
                          <a:fillRect/>
                        </a:stretch>
                      </p:blipFill>
                      <p:spPr>
                        <a:xfrm>
                          <a:off x="1770" y="2304"/>
                          <a:ext cx="563" cy="209"/>
                        </a:xfrm>
                        <a:prstGeom prst="rect">
                          <a:avLst/>
                        </a:prstGeom>
                        <a:noFill/>
                        <a:ln w="38100">
                          <a:noFill/>
                          <a:miter/>
                        </a:ln>
                      </p:spPr>
                    </p:pic>
                  </p:oleObj>
                </mc:Fallback>
              </mc:AlternateContent>
            </a:graphicData>
          </a:graphic>
        </p:graphicFrame>
        <p:graphicFrame>
          <p:nvGraphicFramePr>
            <p:cNvPr id="42034" name="对象 562226"/>
            <p:cNvGraphicFramePr/>
            <p:nvPr/>
          </p:nvGraphicFramePr>
          <p:xfrm>
            <a:off x="1608" y="3351"/>
            <a:ext cx="108" cy="167"/>
          </p:xfrm>
          <a:graphic>
            <a:graphicData uri="http://schemas.openxmlformats.org/presentationml/2006/ole">
              <mc:AlternateContent xmlns:mc="http://schemas.openxmlformats.org/markup-compatibility/2006">
                <mc:Choice xmlns:v="urn:schemas-microsoft-com:vml" Requires="v">
                  <p:oleObj r:id="rId6" imgW="203200" imgH="304800" progId="Equation.DSMT4">
                    <p:embed/>
                  </p:oleObj>
                </mc:Choice>
                <mc:Fallback>
                  <p:oleObj r:id="rId6" imgW="203200" imgH="304800" progId="Equation.DSMT4">
                    <p:embed/>
                    <p:pic>
                      <p:nvPicPr>
                        <p:cNvPr id="0" name="图片 3259"/>
                        <p:cNvPicPr/>
                        <p:nvPr/>
                      </p:nvPicPr>
                      <p:blipFill>
                        <a:blip r:embed="rId7">
                          <a:lum bright="-100000"/>
                        </a:blip>
                        <a:stretch>
                          <a:fillRect/>
                        </a:stretch>
                      </p:blipFill>
                      <p:spPr>
                        <a:xfrm>
                          <a:off x="1608" y="3351"/>
                          <a:ext cx="108" cy="167"/>
                        </a:xfrm>
                        <a:prstGeom prst="rect">
                          <a:avLst/>
                        </a:prstGeom>
                        <a:noFill/>
                        <a:ln w="38100">
                          <a:noFill/>
                          <a:miter/>
                        </a:ln>
                      </p:spPr>
                    </p:pic>
                  </p:oleObj>
                </mc:Fallback>
              </mc:AlternateContent>
            </a:graphicData>
          </a:graphic>
        </p:graphicFrame>
        <p:graphicFrame>
          <p:nvGraphicFramePr>
            <p:cNvPr id="42035" name="对象 562227"/>
            <p:cNvGraphicFramePr/>
            <p:nvPr/>
          </p:nvGraphicFramePr>
          <p:xfrm>
            <a:off x="1770" y="3043"/>
            <a:ext cx="122" cy="125"/>
          </p:xfrm>
          <a:graphic>
            <a:graphicData uri="http://schemas.openxmlformats.org/presentationml/2006/ole">
              <mc:AlternateContent xmlns:mc="http://schemas.openxmlformats.org/markup-compatibility/2006">
                <mc:Choice xmlns:v="urn:schemas-microsoft-com:vml" Requires="v">
                  <p:oleObj r:id="rId8" imgW="228600" imgH="228600" progId="Equation.DSMT4">
                    <p:embed/>
                  </p:oleObj>
                </mc:Choice>
                <mc:Fallback>
                  <p:oleObj r:id="rId8" imgW="228600" imgH="228600" progId="Equation.DSMT4">
                    <p:embed/>
                    <p:pic>
                      <p:nvPicPr>
                        <p:cNvPr id="0" name="图片 3262"/>
                        <p:cNvPicPr/>
                        <p:nvPr/>
                      </p:nvPicPr>
                      <p:blipFill>
                        <a:blip r:embed="rId9">
                          <a:lum bright="-100000"/>
                        </a:blip>
                        <a:stretch>
                          <a:fillRect/>
                        </a:stretch>
                      </p:blipFill>
                      <p:spPr>
                        <a:xfrm>
                          <a:off x="1770" y="3043"/>
                          <a:ext cx="122" cy="125"/>
                        </a:xfrm>
                        <a:prstGeom prst="rect">
                          <a:avLst/>
                        </a:prstGeom>
                        <a:noFill/>
                        <a:ln w="38100">
                          <a:noFill/>
                          <a:miter/>
                        </a:ln>
                      </p:spPr>
                    </p:pic>
                  </p:oleObj>
                </mc:Fallback>
              </mc:AlternateContent>
            </a:graphicData>
          </a:graphic>
        </p:graphicFrame>
        <p:grpSp>
          <p:nvGrpSpPr>
            <p:cNvPr id="42036" name="组合 562228"/>
            <p:cNvGrpSpPr/>
            <p:nvPr/>
          </p:nvGrpSpPr>
          <p:grpSpPr>
            <a:xfrm>
              <a:off x="1852" y="2963"/>
              <a:ext cx="78" cy="137"/>
              <a:chOff x="4743" y="1344"/>
              <a:chExt cx="92" cy="157"/>
            </a:xfrm>
          </p:grpSpPr>
          <p:sp>
            <p:nvSpPr>
              <p:cNvPr id="42037" name="直接连接符 562229"/>
              <p:cNvSpPr/>
              <p:nvPr/>
            </p:nvSpPr>
            <p:spPr>
              <a:xfrm flipH="1">
                <a:off x="4743" y="1349"/>
                <a:ext cx="90" cy="133"/>
              </a:xfrm>
              <a:prstGeom prst="line">
                <a:avLst/>
              </a:prstGeom>
              <a:ln w="25400" cap="sq" cmpd="sng">
                <a:solidFill>
                  <a:srgbClr val="FF9900"/>
                </a:solidFill>
                <a:prstDash val="solid"/>
                <a:round/>
                <a:headEnd type="none" w="sm" len="sm"/>
                <a:tailEnd type="none" w="sm" len="sm"/>
              </a:ln>
            </p:spPr>
          </p:sp>
          <p:sp>
            <p:nvSpPr>
              <p:cNvPr id="42038" name="直接连接符 562230"/>
              <p:cNvSpPr/>
              <p:nvPr/>
            </p:nvSpPr>
            <p:spPr>
              <a:xfrm>
                <a:off x="4752" y="1344"/>
                <a:ext cx="83" cy="157"/>
              </a:xfrm>
              <a:prstGeom prst="line">
                <a:avLst/>
              </a:prstGeom>
              <a:ln w="25400" cap="sq" cmpd="sng">
                <a:solidFill>
                  <a:srgbClr val="FF9900"/>
                </a:solidFill>
                <a:prstDash val="solid"/>
                <a:round/>
                <a:headEnd type="none" w="sm" len="sm"/>
                <a:tailEnd type="none" w="sm" len="sm"/>
              </a:ln>
            </p:spPr>
          </p:sp>
        </p:grpSp>
        <p:grpSp>
          <p:nvGrpSpPr>
            <p:cNvPr id="42039" name="组合 562231"/>
            <p:cNvGrpSpPr/>
            <p:nvPr/>
          </p:nvGrpSpPr>
          <p:grpSpPr>
            <a:xfrm>
              <a:off x="2303" y="3256"/>
              <a:ext cx="77" cy="137"/>
              <a:chOff x="4743" y="1344"/>
              <a:chExt cx="92" cy="157"/>
            </a:xfrm>
          </p:grpSpPr>
          <p:sp>
            <p:nvSpPr>
              <p:cNvPr id="42040" name="直接连接符 562232"/>
              <p:cNvSpPr/>
              <p:nvPr/>
            </p:nvSpPr>
            <p:spPr>
              <a:xfrm flipH="1">
                <a:off x="4743" y="1349"/>
                <a:ext cx="90" cy="133"/>
              </a:xfrm>
              <a:prstGeom prst="line">
                <a:avLst/>
              </a:prstGeom>
              <a:ln w="25400" cap="sq" cmpd="sng">
                <a:solidFill>
                  <a:srgbClr val="FF9900"/>
                </a:solidFill>
                <a:prstDash val="solid"/>
                <a:round/>
                <a:headEnd type="none" w="sm" len="sm"/>
                <a:tailEnd type="none" w="sm" len="sm"/>
              </a:ln>
            </p:spPr>
          </p:sp>
          <p:sp>
            <p:nvSpPr>
              <p:cNvPr id="42041" name="直接连接符 562233"/>
              <p:cNvSpPr/>
              <p:nvPr/>
            </p:nvSpPr>
            <p:spPr>
              <a:xfrm>
                <a:off x="4752" y="1344"/>
                <a:ext cx="83" cy="157"/>
              </a:xfrm>
              <a:prstGeom prst="line">
                <a:avLst/>
              </a:prstGeom>
              <a:ln w="25400" cap="sq" cmpd="sng">
                <a:solidFill>
                  <a:srgbClr val="FF9900"/>
                </a:solidFill>
                <a:prstDash val="solid"/>
                <a:round/>
                <a:headEnd type="none" w="sm" len="sm"/>
                <a:tailEnd type="none" w="sm" len="sm"/>
              </a:ln>
            </p:spPr>
          </p:sp>
        </p:grpSp>
        <p:graphicFrame>
          <p:nvGraphicFramePr>
            <p:cNvPr id="42042" name="对象 562234"/>
            <p:cNvGraphicFramePr/>
            <p:nvPr/>
          </p:nvGraphicFramePr>
          <p:xfrm>
            <a:off x="2380" y="3134"/>
            <a:ext cx="109" cy="175"/>
          </p:xfrm>
          <a:graphic>
            <a:graphicData uri="http://schemas.openxmlformats.org/presentationml/2006/ole">
              <mc:AlternateContent xmlns:mc="http://schemas.openxmlformats.org/markup-compatibility/2006">
                <mc:Choice xmlns:v="urn:schemas-microsoft-com:vml" Requires="v">
                  <p:oleObj r:id="rId10" imgW="203200" imgH="317500" progId="Equation.DSMT4">
                    <p:embed/>
                  </p:oleObj>
                </mc:Choice>
                <mc:Fallback>
                  <p:oleObj r:id="rId10" imgW="203200" imgH="317500" progId="Equation.DSMT4">
                    <p:embed/>
                    <p:pic>
                      <p:nvPicPr>
                        <p:cNvPr id="0" name="图片 3260"/>
                        <p:cNvPicPr/>
                        <p:nvPr/>
                      </p:nvPicPr>
                      <p:blipFill>
                        <a:blip r:embed="rId11">
                          <a:lum bright="-100000"/>
                        </a:blip>
                        <a:stretch>
                          <a:fillRect/>
                        </a:stretch>
                      </p:blipFill>
                      <p:spPr>
                        <a:xfrm>
                          <a:off x="2380" y="3134"/>
                          <a:ext cx="109" cy="175"/>
                        </a:xfrm>
                        <a:prstGeom prst="rect">
                          <a:avLst/>
                        </a:prstGeom>
                        <a:noFill/>
                        <a:ln w="38100">
                          <a:noFill/>
                          <a:miter/>
                        </a:ln>
                      </p:spPr>
                    </p:pic>
                  </p:oleObj>
                </mc:Fallback>
              </mc:AlternateContent>
            </a:graphicData>
          </a:graphic>
        </p:graphicFrame>
        <p:sp>
          <p:nvSpPr>
            <p:cNvPr id="42043" name="椭圆 562235"/>
            <p:cNvSpPr/>
            <p:nvPr/>
          </p:nvSpPr>
          <p:spPr>
            <a:xfrm>
              <a:off x="875" y="2513"/>
              <a:ext cx="1668" cy="1633"/>
            </a:xfrm>
            <a:prstGeom prst="ellipse">
              <a:avLst/>
            </a:prstGeom>
            <a:noFill/>
            <a:ln w="25400">
              <a:noFill/>
            </a:ln>
          </p:spPr>
          <p:txBody>
            <a:bodyPr anchor="t" anchorCtr="0"/>
            <a:lstStyle/>
            <a:p>
              <a:endParaRPr lang="zh-CN" altLang="en-US">
                <a:latin typeface="Arial" panose="020B0604020202020204" pitchFamily="34" charset="0"/>
                <a:ea typeface="宋体" panose="02010600030101010101" pitchFamily="2" charset="-122"/>
              </a:endParaRPr>
            </a:p>
          </p:txBody>
        </p:sp>
        <p:grpSp>
          <p:nvGrpSpPr>
            <p:cNvPr id="42044" name="组合 562236"/>
            <p:cNvGrpSpPr/>
            <p:nvPr/>
          </p:nvGrpSpPr>
          <p:grpSpPr>
            <a:xfrm>
              <a:off x="2453" y="3535"/>
              <a:ext cx="77" cy="137"/>
              <a:chOff x="4743" y="1344"/>
              <a:chExt cx="92" cy="157"/>
            </a:xfrm>
          </p:grpSpPr>
          <p:sp>
            <p:nvSpPr>
              <p:cNvPr id="42045" name="直接连接符 562237"/>
              <p:cNvSpPr/>
              <p:nvPr/>
            </p:nvSpPr>
            <p:spPr>
              <a:xfrm flipH="1">
                <a:off x="4743" y="1349"/>
                <a:ext cx="90" cy="133"/>
              </a:xfrm>
              <a:prstGeom prst="line">
                <a:avLst/>
              </a:prstGeom>
              <a:ln w="25400" cap="sq" cmpd="sng">
                <a:solidFill>
                  <a:srgbClr val="FF9900"/>
                </a:solidFill>
                <a:prstDash val="solid"/>
                <a:round/>
                <a:headEnd type="none" w="sm" len="sm"/>
                <a:tailEnd type="none" w="sm" len="sm"/>
              </a:ln>
            </p:spPr>
          </p:sp>
          <p:sp>
            <p:nvSpPr>
              <p:cNvPr id="42046" name="直接连接符 562238"/>
              <p:cNvSpPr/>
              <p:nvPr/>
            </p:nvSpPr>
            <p:spPr>
              <a:xfrm>
                <a:off x="4752" y="1344"/>
                <a:ext cx="83" cy="157"/>
              </a:xfrm>
              <a:prstGeom prst="line">
                <a:avLst/>
              </a:prstGeom>
              <a:ln w="25400" cap="sq" cmpd="sng">
                <a:solidFill>
                  <a:srgbClr val="FF9900"/>
                </a:solidFill>
                <a:prstDash val="solid"/>
                <a:round/>
                <a:headEnd type="none" w="sm" len="sm"/>
                <a:tailEnd type="none" w="sm" len="sm"/>
              </a:ln>
            </p:spPr>
          </p:sp>
        </p:grpSp>
        <p:graphicFrame>
          <p:nvGraphicFramePr>
            <p:cNvPr id="42047" name="对象 562239"/>
            <p:cNvGraphicFramePr/>
            <p:nvPr/>
          </p:nvGraphicFramePr>
          <p:xfrm>
            <a:off x="2557" y="3560"/>
            <a:ext cx="108" cy="126"/>
          </p:xfrm>
          <a:graphic>
            <a:graphicData uri="http://schemas.openxmlformats.org/presentationml/2006/ole">
              <mc:AlternateContent xmlns:mc="http://schemas.openxmlformats.org/markup-compatibility/2006">
                <mc:Choice xmlns:v="urn:schemas-microsoft-com:vml" Requires="v">
                  <p:oleObj r:id="rId12" imgW="203200" imgH="228600" progId="Equation.DSMT4">
                    <p:embed/>
                  </p:oleObj>
                </mc:Choice>
                <mc:Fallback>
                  <p:oleObj r:id="rId12" imgW="203200" imgH="228600" progId="Equation.DSMT4">
                    <p:embed/>
                    <p:pic>
                      <p:nvPicPr>
                        <p:cNvPr id="0" name="图片 3257"/>
                        <p:cNvPicPr/>
                        <p:nvPr/>
                      </p:nvPicPr>
                      <p:blipFill>
                        <a:blip r:embed="rId13">
                          <a:lum bright="-100000"/>
                        </a:blip>
                        <a:stretch>
                          <a:fillRect/>
                        </a:stretch>
                      </p:blipFill>
                      <p:spPr>
                        <a:xfrm>
                          <a:off x="2557" y="3560"/>
                          <a:ext cx="108" cy="126"/>
                        </a:xfrm>
                        <a:prstGeom prst="rect">
                          <a:avLst/>
                        </a:prstGeom>
                        <a:noFill/>
                        <a:ln w="38100">
                          <a:noFill/>
                          <a:miter/>
                        </a:ln>
                      </p:spPr>
                    </p:pic>
                  </p:oleObj>
                </mc:Fallback>
              </mc:AlternateContent>
            </a:graphicData>
          </a:graphic>
        </p:graphicFrame>
      </p:grpSp>
      <p:grpSp>
        <p:nvGrpSpPr>
          <p:cNvPr id="42048" name="组合 562240"/>
          <p:cNvGrpSpPr/>
          <p:nvPr/>
        </p:nvGrpSpPr>
        <p:grpSpPr>
          <a:xfrm>
            <a:off x="1047750" y="874713"/>
            <a:ext cx="2971800" cy="2554287"/>
            <a:chOff x="720" y="96"/>
            <a:chExt cx="2304" cy="2016"/>
          </a:xfrm>
        </p:grpSpPr>
        <p:sp>
          <p:nvSpPr>
            <p:cNvPr id="42049" name="椭圆 562241"/>
            <p:cNvSpPr/>
            <p:nvPr/>
          </p:nvSpPr>
          <p:spPr>
            <a:xfrm>
              <a:off x="858" y="344"/>
              <a:ext cx="1685" cy="1697"/>
            </a:xfrm>
            <a:prstGeom prst="ellipse">
              <a:avLst/>
            </a:prstGeom>
            <a:pattFill prst="pct10">
              <a:fgClr>
                <a:schemeClr val="tx1"/>
              </a:fgClr>
              <a:bgClr>
                <a:schemeClr val="bg1"/>
              </a:bgClr>
            </a:pattFill>
            <a:ln w="25400">
              <a:noFill/>
            </a:ln>
          </p:spPr>
          <p:txBody>
            <a:bodyPr anchor="t" anchorCtr="0"/>
            <a:lstStyle/>
            <a:p>
              <a:endParaRPr lang="zh-CN" altLang="en-US">
                <a:latin typeface="Arial" panose="020B0604020202020204" pitchFamily="34" charset="0"/>
                <a:ea typeface="宋体" panose="02010600030101010101" pitchFamily="2" charset="-122"/>
              </a:endParaRPr>
            </a:p>
          </p:txBody>
        </p:sp>
        <p:sp>
          <p:nvSpPr>
            <p:cNvPr id="42050" name="椭圆 562242"/>
            <p:cNvSpPr/>
            <p:nvPr/>
          </p:nvSpPr>
          <p:spPr>
            <a:xfrm>
              <a:off x="995" y="485"/>
              <a:ext cx="1410" cy="1379"/>
            </a:xfrm>
            <a:prstGeom prst="ellipse">
              <a:avLst/>
            </a:prstGeom>
            <a:solidFill>
              <a:schemeClr val="bg1"/>
            </a:solidFill>
            <a:ln w="25400" cap="sq" cmpd="sng">
              <a:solidFill>
                <a:schemeClr val="tx1"/>
              </a:solidFill>
              <a:prstDash val="solid"/>
              <a:round/>
              <a:headEnd type="none" w="sm" len="sm"/>
              <a:tailEnd type="none" w="sm" len="sm"/>
            </a:ln>
          </p:spPr>
          <p:txBody>
            <a:bodyPr anchor="t" anchorCtr="0"/>
            <a:lstStyle/>
            <a:p>
              <a:endParaRPr lang="zh-CN" altLang="en-US">
                <a:latin typeface="Arial" panose="020B0604020202020204" pitchFamily="34" charset="0"/>
                <a:ea typeface="宋体" panose="02010600030101010101" pitchFamily="2" charset="-122"/>
              </a:endParaRPr>
            </a:p>
          </p:txBody>
        </p:sp>
        <p:sp>
          <p:nvSpPr>
            <p:cNvPr id="42051" name="椭圆 562243"/>
            <p:cNvSpPr/>
            <p:nvPr/>
          </p:nvSpPr>
          <p:spPr>
            <a:xfrm>
              <a:off x="1442" y="874"/>
              <a:ext cx="550" cy="566"/>
            </a:xfrm>
            <a:prstGeom prst="ellipse">
              <a:avLst/>
            </a:prstGeom>
            <a:noFill/>
            <a:ln w="25400">
              <a:noFill/>
            </a:ln>
          </p:spPr>
          <p:txBody>
            <a:bodyPr anchor="t" anchorCtr="0"/>
            <a:lstStyle/>
            <a:p>
              <a:endParaRPr lang="zh-CN" altLang="en-US">
                <a:latin typeface="Arial" panose="020B0604020202020204" pitchFamily="34" charset="0"/>
                <a:ea typeface="宋体" panose="02010600030101010101" pitchFamily="2" charset="-122"/>
              </a:endParaRPr>
            </a:p>
          </p:txBody>
        </p:sp>
        <p:sp>
          <p:nvSpPr>
            <p:cNvPr id="42052" name="直接连接符 562244"/>
            <p:cNvSpPr/>
            <p:nvPr/>
          </p:nvSpPr>
          <p:spPr>
            <a:xfrm flipV="1">
              <a:off x="720" y="1157"/>
              <a:ext cx="2201" cy="0"/>
            </a:xfrm>
            <a:prstGeom prst="line">
              <a:avLst/>
            </a:prstGeom>
            <a:ln w="25400" cap="sq" cmpd="sng">
              <a:solidFill>
                <a:schemeClr val="tx1"/>
              </a:solidFill>
              <a:prstDash val="solid"/>
              <a:round/>
              <a:headEnd type="none" w="sm" len="sm"/>
              <a:tailEnd type="triangle" w="med" len="lg"/>
            </a:ln>
          </p:spPr>
        </p:sp>
        <p:sp>
          <p:nvSpPr>
            <p:cNvPr id="42053" name="直接连接符 562245"/>
            <p:cNvSpPr/>
            <p:nvPr/>
          </p:nvSpPr>
          <p:spPr>
            <a:xfrm flipV="1">
              <a:off x="1717" y="131"/>
              <a:ext cx="0" cy="1981"/>
            </a:xfrm>
            <a:prstGeom prst="line">
              <a:avLst/>
            </a:prstGeom>
            <a:ln w="25400" cap="sq" cmpd="sng">
              <a:solidFill>
                <a:schemeClr val="tx1"/>
              </a:solidFill>
              <a:prstDash val="solid"/>
              <a:round/>
              <a:headEnd type="none" w="sm" len="sm"/>
              <a:tailEnd type="triangle" w="med" len="lg"/>
            </a:ln>
          </p:spPr>
        </p:sp>
        <p:graphicFrame>
          <p:nvGraphicFramePr>
            <p:cNvPr id="42054" name="对象 562246"/>
            <p:cNvGraphicFramePr/>
            <p:nvPr/>
          </p:nvGraphicFramePr>
          <p:xfrm>
            <a:off x="2646" y="980"/>
            <a:ext cx="378" cy="177"/>
          </p:xfrm>
          <a:graphic>
            <a:graphicData uri="http://schemas.openxmlformats.org/presentationml/2006/ole">
              <mc:AlternateContent xmlns:mc="http://schemas.openxmlformats.org/markup-compatibility/2006">
                <mc:Choice xmlns:v="urn:schemas-microsoft-com:vml" Requires="v">
                  <p:oleObj r:id="rId2" imgW="838200" imgH="381000" progId="Equation.DSMT4">
                    <p:embed/>
                  </p:oleObj>
                </mc:Choice>
                <mc:Fallback>
                  <p:oleObj r:id="rId2" imgW="838200" imgH="381000" progId="Equation.DSMT4">
                    <p:embed/>
                    <p:pic>
                      <p:nvPicPr>
                        <p:cNvPr id="0" name="图片 3265"/>
                        <p:cNvPicPr/>
                        <p:nvPr/>
                      </p:nvPicPr>
                      <p:blipFill>
                        <a:blip r:embed="rId3">
                          <a:lum bright="-100000"/>
                        </a:blip>
                        <a:stretch>
                          <a:fillRect/>
                        </a:stretch>
                      </p:blipFill>
                      <p:spPr>
                        <a:xfrm>
                          <a:off x="2646" y="980"/>
                          <a:ext cx="378" cy="177"/>
                        </a:xfrm>
                        <a:prstGeom prst="rect">
                          <a:avLst/>
                        </a:prstGeom>
                        <a:noFill/>
                        <a:ln w="38100">
                          <a:noFill/>
                          <a:miter/>
                        </a:ln>
                      </p:spPr>
                    </p:pic>
                  </p:oleObj>
                </mc:Fallback>
              </mc:AlternateContent>
            </a:graphicData>
          </a:graphic>
        </p:graphicFrame>
        <p:graphicFrame>
          <p:nvGraphicFramePr>
            <p:cNvPr id="42055" name="对象 562247"/>
            <p:cNvGraphicFramePr/>
            <p:nvPr/>
          </p:nvGraphicFramePr>
          <p:xfrm>
            <a:off x="1752" y="96"/>
            <a:ext cx="475" cy="177"/>
          </p:xfrm>
          <a:graphic>
            <a:graphicData uri="http://schemas.openxmlformats.org/presentationml/2006/ole">
              <mc:AlternateContent xmlns:mc="http://schemas.openxmlformats.org/markup-compatibility/2006">
                <mc:Choice xmlns:v="urn:schemas-microsoft-com:vml" Requires="v">
                  <p:oleObj r:id="rId4" imgW="1054100" imgH="381000" progId="Equation.DSMT4">
                    <p:embed/>
                  </p:oleObj>
                </mc:Choice>
                <mc:Fallback>
                  <p:oleObj r:id="rId4" imgW="1054100" imgH="381000" progId="Equation.DSMT4">
                    <p:embed/>
                    <p:pic>
                      <p:nvPicPr>
                        <p:cNvPr id="0" name="图片 3266"/>
                        <p:cNvPicPr/>
                        <p:nvPr/>
                      </p:nvPicPr>
                      <p:blipFill>
                        <a:blip r:embed="rId5">
                          <a:lum bright="-100000"/>
                        </a:blip>
                        <a:stretch>
                          <a:fillRect/>
                        </a:stretch>
                      </p:blipFill>
                      <p:spPr>
                        <a:xfrm>
                          <a:off x="1752" y="96"/>
                          <a:ext cx="475" cy="177"/>
                        </a:xfrm>
                        <a:prstGeom prst="rect">
                          <a:avLst/>
                        </a:prstGeom>
                        <a:noFill/>
                        <a:ln w="38100">
                          <a:noFill/>
                          <a:miter/>
                        </a:ln>
                      </p:spPr>
                    </p:pic>
                  </p:oleObj>
                </mc:Fallback>
              </mc:AlternateContent>
            </a:graphicData>
          </a:graphic>
        </p:graphicFrame>
        <p:graphicFrame>
          <p:nvGraphicFramePr>
            <p:cNvPr id="42056" name="对象 562248"/>
            <p:cNvGraphicFramePr/>
            <p:nvPr/>
          </p:nvGraphicFramePr>
          <p:xfrm>
            <a:off x="1614" y="1192"/>
            <a:ext cx="92" cy="142"/>
          </p:xfrm>
          <a:graphic>
            <a:graphicData uri="http://schemas.openxmlformats.org/presentationml/2006/ole">
              <mc:AlternateContent xmlns:mc="http://schemas.openxmlformats.org/markup-compatibility/2006">
                <mc:Choice xmlns:v="urn:schemas-microsoft-com:vml" Requires="v">
                  <p:oleObj r:id="rId6" imgW="203200" imgH="304800" progId="Equation.DSMT4">
                    <p:embed/>
                  </p:oleObj>
                </mc:Choice>
                <mc:Fallback>
                  <p:oleObj r:id="rId6" imgW="203200" imgH="304800" progId="Equation.DSMT4">
                    <p:embed/>
                    <p:pic>
                      <p:nvPicPr>
                        <p:cNvPr id="0" name="图片 3204"/>
                        <p:cNvPicPr/>
                        <p:nvPr/>
                      </p:nvPicPr>
                      <p:blipFill>
                        <a:blip r:embed="rId7">
                          <a:lum bright="-100000"/>
                        </a:blip>
                        <a:stretch>
                          <a:fillRect/>
                        </a:stretch>
                      </p:blipFill>
                      <p:spPr>
                        <a:xfrm>
                          <a:off x="1614" y="1192"/>
                          <a:ext cx="92" cy="142"/>
                        </a:xfrm>
                        <a:prstGeom prst="rect">
                          <a:avLst/>
                        </a:prstGeom>
                        <a:noFill/>
                        <a:ln w="38100">
                          <a:noFill/>
                          <a:miter/>
                        </a:ln>
                      </p:spPr>
                    </p:pic>
                  </p:oleObj>
                </mc:Fallback>
              </mc:AlternateContent>
            </a:graphicData>
          </a:graphic>
        </p:graphicFrame>
        <p:graphicFrame>
          <p:nvGraphicFramePr>
            <p:cNvPr id="42057" name="对象 562249"/>
            <p:cNvGraphicFramePr/>
            <p:nvPr/>
          </p:nvGraphicFramePr>
          <p:xfrm>
            <a:off x="1913" y="805"/>
            <a:ext cx="103" cy="107"/>
          </p:xfrm>
          <a:graphic>
            <a:graphicData uri="http://schemas.openxmlformats.org/presentationml/2006/ole">
              <mc:AlternateContent xmlns:mc="http://schemas.openxmlformats.org/markup-compatibility/2006">
                <mc:Choice xmlns:v="urn:schemas-microsoft-com:vml" Requires="v">
                  <p:oleObj r:id="rId8" imgW="228600" imgH="228600" progId="Equation.DSMT4">
                    <p:embed/>
                  </p:oleObj>
                </mc:Choice>
                <mc:Fallback>
                  <p:oleObj r:id="rId8" imgW="228600" imgH="228600" progId="Equation.DSMT4">
                    <p:embed/>
                    <p:pic>
                      <p:nvPicPr>
                        <p:cNvPr id="0" name="图片 3202"/>
                        <p:cNvPicPr/>
                        <p:nvPr/>
                      </p:nvPicPr>
                      <p:blipFill>
                        <a:blip r:embed="rId9">
                          <a:lum bright="-100000"/>
                        </a:blip>
                        <a:stretch>
                          <a:fillRect/>
                        </a:stretch>
                      </p:blipFill>
                      <p:spPr>
                        <a:xfrm>
                          <a:off x="1913" y="805"/>
                          <a:ext cx="103" cy="107"/>
                        </a:xfrm>
                        <a:prstGeom prst="rect">
                          <a:avLst/>
                        </a:prstGeom>
                        <a:noFill/>
                        <a:ln w="38100">
                          <a:noFill/>
                          <a:miter/>
                        </a:ln>
                      </p:spPr>
                    </p:pic>
                  </p:oleObj>
                </mc:Fallback>
              </mc:AlternateContent>
            </a:graphicData>
          </a:graphic>
        </p:graphicFrame>
        <p:grpSp>
          <p:nvGrpSpPr>
            <p:cNvPr id="42058" name="组合 562250"/>
            <p:cNvGrpSpPr/>
            <p:nvPr/>
          </p:nvGrpSpPr>
          <p:grpSpPr>
            <a:xfrm>
              <a:off x="1820" y="865"/>
              <a:ext cx="66" cy="115"/>
              <a:chOff x="4743" y="1344"/>
              <a:chExt cx="92" cy="157"/>
            </a:xfrm>
          </p:grpSpPr>
          <p:sp>
            <p:nvSpPr>
              <p:cNvPr id="42059" name="直接连接符 562251"/>
              <p:cNvSpPr/>
              <p:nvPr/>
            </p:nvSpPr>
            <p:spPr>
              <a:xfrm flipH="1">
                <a:off x="4743" y="1349"/>
                <a:ext cx="90" cy="133"/>
              </a:xfrm>
              <a:prstGeom prst="line">
                <a:avLst/>
              </a:prstGeom>
              <a:ln w="25400" cap="sq" cmpd="sng">
                <a:solidFill>
                  <a:srgbClr val="FF9900"/>
                </a:solidFill>
                <a:prstDash val="solid"/>
                <a:round/>
                <a:headEnd type="none" w="sm" len="sm"/>
                <a:tailEnd type="none" w="sm" len="sm"/>
              </a:ln>
            </p:spPr>
          </p:sp>
          <p:sp>
            <p:nvSpPr>
              <p:cNvPr id="42060" name="直接连接符 562252"/>
              <p:cNvSpPr/>
              <p:nvPr/>
            </p:nvSpPr>
            <p:spPr>
              <a:xfrm>
                <a:off x="4752" y="1344"/>
                <a:ext cx="83" cy="157"/>
              </a:xfrm>
              <a:prstGeom prst="line">
                <a:avLst/>
              </a:prstGeom>
              <a:ln w="25400" cap="sq" cmpd="sng">
                <a:solidFill>
                  <a:srgbClr val="FF9900"/>
                </a:solidFill>
                <a:prstDash val="solid"/>
                <a:round/>
                <a:headEnd type="none" w="sm" len="sm"/>
                <a:tailEnd type="none" w="sm" len="sm"/>
              </a:ln>
            </p:spPr>
          </p:sp>
        </p:grpSp>
        <p:grpSp>
          <p:nvGrpSpPr>
            <p:cNvPr id="42061" name="组合 562253"/>
            <p:cNvGrpSpPr/>
            <p:nvPr/>
          </p:nvGrpSpPr>
          <p:grpSpPr>
            <a:xfrm>
              <a:off x="2202" y="1112"/>
              <a:ext cx="65" cy="116"/>
              <a:chOff x="4743" y="1344"/>
              <a:chExt cx="92" cy="157"/>
            </a:xfrm>
          </p:grpSpPr>
          <p:sp>
            <p:nvSpPr>
              <p:cNvPr id="42062" name="直接连接符 562254"/>
              <p:cNvSpPr/>
              <p:nvPr/>
            </p:nvSpPr>
            <p:spPr>
              <a:xfrm flipH="1">
                <a:off x="4743" y="1349"/>
                <a:ext cx="90" cy="133"/>
              </a:xfrm>
              <a:prstGeom prst="line">
                <a:avLst/>
              </a:prstGeom>
              <a:ln w="25400" cap="sq" cmpd="sng">
                <a:solidFill>
                  <a:srgbClr val="FF9900"/>
                </a:solidFill>
                <a:prstDash val="solid"/>
                <a:round/>
                <a:headEnd type="none" w="sm" len="sm"/>
                <a:tailEnd type="none" w="sm" len="sm"/>
              </a:ln>
            </p:spPr>
          </p:sp>
          <p:sp>
            <p:nvSpPr>
              <p:cNvPr id="42063" name="直接连接符 562255"/>
              <p:cNvSpPr/>
              <p:nvPr/>
            </p:nvSpPr>
            <p:spPr>
              <a:xfrm>
                <a:off x="4752" y="1344"/>
                <a:ext cx="83" cy="157"/>
              </a:xfrm>
              <a:prstGeom prst="line">
                <a:avLst/>
              </a:prstGeom>
              <a:ln w="25400" cap="sq" cmpd="sng">
                <a:solidFill>
                  <a:srgbClr val="FF9900"/>
                </a:solidFill>
                <a:prstDash val="solid"/>
                <a:round/>
                <a:headEnd type="none" w="sm" len="sm"/>
                <a:tailEnd type="none" w="sm" len="sm"/>
              </a:ln>
            </p:spPr>
          </p:sp>
        </p:grpSp>
        <p:graphicFrame>
          <p:nvGraphicFramePr>
            <p:cNvPr id="42064" name="对象 562256"/>
            <p:cNvGraphicFramePr/>
            <p:nvPr/>
          </p:nvGraphicFramePr>
          <p:xfrm>
            <a:off x="2116" y="1010"/>
            <a:ext cx="92" cy="147"/>
          </p:xfrm>
          <a:graphic>
            <a:graphicData uri="http://schemas.openxmlformats.org/presentationml/2006/ole">
              <mc:AlternateContent xmlns:mc="http://schemas.openxmlformats.org/markup-compatibility/2006">
                <mc:Choice xmlns:v="urn:schemas-microsoft-com:vml" Requires="v">
                  <p:oleObj r:id="rId10" imgW="203200" imgH="317500" progId="Equation.DSMT4">
                    <p:embed/>
                  </p:oleObj>
                </mc:Choice>
                <mc:Fallback>
                  <p:oleObj r:id="rId10" imgW="203200" imgH="317500" progId="Equation.DSMT4">
                    <p:embed/>
                    <p:pic>
                      <p:nvPicPr>
                        <p:cNvPr id="0" name="图片 3205"/>
                        <p:cNvPicPr/>
                        <p:nvPr/>
                      </p:nvPicPr>
                      <p:blipFill>
                        <a:blip r:embed="rId11">
                          <a:lum bright="-100000"/>
                        </a:blip>
                        <a:stretch>
                          <a:fillRect/>
                        </a:stretch>
                      </p:blipFill>
                      <p:spPr>
                        <a:xfrm>
                          <a:off x="2116" y="1010"/>
                          <a:ext cx="92" cy="147"/>
                        </a:xfrm>
                        <a:prstGeom prst="rect">
                          <a:avLst/>
                        </a:prstGeom>
                        <a:noFill/>
                        <a:ln w="38100">
                          <a:noFill/>
                          <a:miter/>
                        </a:ln>
                      </p:spPr>
                    </p:pic>
                  </p:oleObj>
                </mc:Fallback>
              </mc:AlternateContent>
            </a:graphicData>
          </a:graphic>
        </p:graphicFrame>
        <p:grpSp>
          <p:nvGrpSpPr>
            <p:cNvPr id="42065" name="组合 562257"/>
            <p:cNvGrpSpPr/>
            <p:nvPr/>
          </p:nvGrpSpPr>
          <p:grpSpPr>
            <a:xfrm>
              <a:off x="2328" y="1348"/>
              <a:ext cx="66" cy="116"/>
              <a:chOff x="4743" y="1344"/>
              <a:chExt cx="92" cy="157"/>
            </a:xfrm>
          </p:grpSpPr>
          <p:sp>
            <p:nvSpPr>
              <p:cNvPr id="42066" name="直接连接符 562258"/>
              <p:cNvSpPr/>
              <p:nvPr/>
            </p:nvSpPr>
            <p:spPr>
              <a:xfrm flipH="1">
                <a:off x="4743" y="1349"/>
                <a:ext cx="90" cy="133"/>
              </a:xfrm>
              <a:prstGeom prst="line">
                <a:avLst/>
              </a:prstGeom>
              <a:ln w="25400" cap="sq" cmpd="sng">
                <a:solidFill>
                  <a:srgbClr val="FF9900"/>
                </a:solidFill>
                <a:prstDash val="solid"/>
                <a:round/>
                <a:headEnd type="none" w="sm" len="sm"/>
                <a:tailEnd type="none" w="sm" len="sm"/>
              </a:ln>
            </p:spPr>
          </p:sp>
          <p:sp>
            <p:nvSpPr>
              <p:cNvPr id="42067" name="直接连接符 562259"/>
              <p:cNvSpPr/>
              <p:nvPr/>
            </p:nvSpPr>
            <p:spPr>
              <a:xfrm>
                <a:off x="4752" y="1344"/>
                <a:ext cx="83" cy="157"/>
              </a:xfrm>
              <a:prstGeom prst="line">
                <a:avLst/>
              </a:prstGeom>
              <a:ln w="25400" cap="sq" cmpd="sng">
                <a:solidFill>
                  <a:srgbClr val="FF9900"/>
                </a:solidFill>
                <a:prstDash val="solid"/>
                <a:round/>
                <a:headEnd type="none" w="sm" len="sm"/>
                <a:tailEnd type="none" w="sm" len="sm"/>
              </a:ln>
            </p:spPr>
          </p:sp>
        </p:grpSp>
        <p:graphicFrame>
          <p:nvGraphicFramePr>
            <p:cNvPr id="42068" name="对象 562260"/>
            <p:cNvGraphicFramePr/>
            <p:nvPr/>
          </p:nvGraphicFramePr>
          <p:xfrm>
            <a:off x="2208" y="1382"/>
            <a:ext cx="92" cy="106"/>
          </p:xfrm>
          <a:graphic>
            <a:graphicData uri="http://schemas.openxmlformats.org/presentationml/2006/ole">
              <mc:AlternateContent xmlns:mc="http://schemas.openxmlformats.org/markup-compatibility/2006">
                <mc:Choice xmlns:v="urn:schemas-microsoft-com:vml" Requires="v">
                  <p:oleObj r:id="rId12" imgW="203200" imgH="228600" progId="Equation.DSMT4">
                    <p:embed/>
                  </p:oleObj>
                </mc:Choice>
                <mc:Fallback>
                  <p:oleObj r:id="rId12" imgW="203200" imgH="228600" progId="Equation.DSMT4">
                    <p:embed/>
                    <p:pic>
                      <p:nvPicPr>
                        <p:cNvPr id="0" name="图片 3203"/>
                        <p:cNvPicPr/>
                        <p:nvPr/>
                      </p:nvPicPr>
                      <p:blipFill>
                        <a:blip r:embed="rId13">
                          <a:lum bright="-100000"/>
                        </a:blip>
                        <a:stretch>
                          <a:fillRect/>
                        </a:stretch>
                      </p:blipFill>
                      <p:spPr>
                        <a:xfrm>
                          <a:off x="2208" y="1382"/>
                          <a:ext cx="92" cy="106"/>
                        </a:xfrm>
                        <a:prstGeom prst="rect">
                          <a:avLst/>
                        </a:prstGeom>
                        <a:noFill/>
                        <a:ln w="38100">
                          <a:noFill/>
                          <a:miter/>
                        </a:ln>
                      </p:spPr>
                    </p:pic>
                  </p:oleObj>
                </mc:Fallback>
              </mc:AlternateContent>
            </a:graphicData>
          </a:graphic>
        </p:graphicFrame>
      </p:grpSp>
      <p:sp>
        <p:nvSpPr>
          <p:cNvPr id="42069" name="文本框 2"/>
          <p:cNvSpPr txBox="1"/>
          <p:nvPr/>
        </p:nvSpPr>
        <p:spPr>
          <a:xfrm>
            <a:off x="876300" y="735013"/>
            <a:ext cx="1103313" cy="368300"/>
          </a:xfrm>
          <a:prstGeom prst="rect">
            <a:avLst/>
          </a:prstGeom>
          <a:noFill/>
          <a:ln w="9525">
            <a:noFill/>
          </a:ln>
        </p:spPr>
        <p:txBody>
          <a:bodyPr wrap="none" anchor="t" anchorCtr="0">
            <a:spAutoFit/>
          </a:bodyPr>
          <a:lstStyle/>
          <a:p>
            <a:r>
              <a:rPr lang="zh-CN" altLang="en-US" b="1">
                <a:solidFill>
                  <a:srgbClr val="C00000"/>
                </a:solidFill>
                <a:latin typeface="Times New Roman" panose="02020603050405020304" pitchFamily="2" charset="0"/>
                <a:ea typeface="宋体" panose="02010600030101010101" pitchFamily="2" charset="-122"/>
              </a:rPr>
              <a:t>右边序列</a:t>
            </a:r>
            <a:endParaRPr lang="zh-CN" altLang="en-US">
              <a:latin typeface="Times New Roman" panose="02020603050405020304" pitchFamily="2" charset="0"/>
              <a:ea typeface="宋体" panose="02010600030101010101" pitchFamily="2" charset="-122"/>
            </a:endParaRPr>
          </a:p>
        </p:txBody>
      </p:sp>
      <p:sp>
        <p:nvSpPr>
          <p:cNvPr id="42070" name="文本框 3"/>
          <p:cNvSpPr txBox="1"/>
          <p:nvPr/>
        </p:nvSpPr>
        <p:spPr>
          <a:xfrm>
            <a:off x="5024438" y="635000"/>
            <a:ext cx="1101725" cy="368300"/>
          </a:xfrm>
          <a:prstGeom prst="rect">
            <a:avLst/>
          </a:prstGeom>
          <a:noFill/>
          <a:ln w="9525">
            <a:noFill/>
          </a:ln>
        </p:spPr>
        <p:txBody>
          <a:bodyPr wrap="none" anchor="t" anchorCtr="0">
            <a:spAutoFit/>
          </a:bodyPr>
          <a:lstStyle/>
          <a:p>
            <a:r>
              <a:rPr lang="zh-CN" altLang="en-US" b="1">
                <a:solidFill>
                  <a:srgbClr val="C00000"/>
                </a:solidFill>
                <a:latin typeface="Times New Roman" panose="02020603050405020304" pitchFamily="2" charset="0"/>
                <a:ea typeface="宋体" panose="02010600030101010101" pitchFamily="2" charset="-122"/>
              </a:rPr>
              <a:t>左边序列</a:t>
            </a:r>
            <a:endParaRPr lang="zh-CN" altLang="en-US">
              <a:latin typeface="Times New Roman" panose="02020603050405020304" pitchFamily="2" charset="0"/>
              <a:ea typeface="宋体" panose="02010600030101010101" pitchFamily="2" charset="-122"/>
            </a:endParaRPr>
          </a:p>
        </p:txBody>
      </p:sp>
      <p:sp>
        <p:nvSpPr>
          <p:cNvPr id="42071" name="文本框 4"/>
          <p:cNvSpPr txBox="1"/>
          <p:nvPr/>
        </p:nvSpPr>
        <p:spPr>
          <a:xfrm>
            <a:off x="812800" y="3698875"/>
            <a:ext cx="1103313" cy="368300"/>
          </a:xfrm>
          <a:prstGeom prst="rect">
            <a:avLst/>
          </a:prstGeom>
          <a:noFill/>
          <a:ln w="9525">
            <a:noFill/>
          </a:ln>
        </p:spPr>
        <p:txBody>
          <a:bodyPr wrap="none" anchor="t" anchorCtr="0">
            <a:spAutoFit/>
          </a:bodyPr>
          <a:lstStyle/>
          <a:p>
            <a:r>
              <a:rPr lang="zh-CN" altLang="en-US" b="1">
                <a:solidFill>
                  <a:srgbClr val="C00000"/>
                </a:solidFill>
                <a:latin typeface="Times New Roman" panose="02020603050405020304" pitchFamily="2" charset="0"/>
                <a:ea typeface="宋体" panose="02010600030101010101" pitchFamily="2" charset="-122"/>
              </a:rPr>
              <a:t>双边序列</a:t>
            </a:r>
            <a:endParaRPr lang="zh-CN" altLang="en-US">
              <a:latin typeface="Times New Roman" panose="02020603050405020304" pitchFamily="2" charset="0"/>
              <a:ea typeface="宋体" panose="02010600030101010101" pitchFamily="2" charset="-122"/>
            </a:endParaRPr>
          </a:p>
        </p:txBody>
      </p:sp>
      <p:sp>
        <p:nvSpPr>
          <p:cNvPr id="42072" name="文本框 5"/>
          <p:cNvSpPr txBox="1"/>
          <p:nvPr/>
        </p:nvSpPr>
        <p:spPr>
          <a:xfrm>
            <a:off x="5022850" y="3613150"/>
            <a:ext cx="1103313" cy="368300"/>
          </a:xfrm>
          <a:prstGeom prst="rect">
            <a:avLst/>
          </a:prstGeom>
          <a:noFill/>
          <a:ln w="9525">
            <a:noFill/>
          </a:ln>
        </p:spPr>
        <p:txBody>
          <a:bodyPr wrap="none" anchor="t" anchorCtr="0">
            <a:spAutoFit/>
          </a:bodyPr>
          <a:lstStyle/>
          <a:p>
            <a:r>
              <a:rPr lang="zh-CN" altLang="en-US" b="1">
                <a:solidFill>
                  <a:srgbClr val="C00000"/>
                </a:solidFill>
                <a:latin typeface="Times New Roman" panose="02020603050405020304" pitchFamily="2" charset="0"/>
                <a:ea typeface="宋体" panose="02010600030101010101" pitchFamily="2" charset="-122"/>
                <a:sym typeface="微软雅黑" panose="020B0503020204020204" pitchFamily="2" charset="-122"/>
              </a:rPr>
              <a:t>双边序列</a:t>
            </a:r>
            <a:endParaRPr lang="zh-CN" altLang="en-US">
              <a:latin typeface="Times New Roman" panose="02020603050405020304" pitchFamily="2" charset="0"/>
              <a:ea typeface="宋体" panose="02010600030101010101" pitchFamily="2" charset="-122"/>
            </a:endParaRPr>
          </a:p>
        </p:txBody>
      </p:sp>
      <p:sp>
        <p:nvSpPr>
          <p:cNvPr id="42073" name="文本框 1"/>
          <p:cNvSpPr txBox="1"/>
          <p:nvPr/>
        </p:nvSpPr>
        <p:spPr>
          <a:xfrm>
            <a:off x="3268663" y="5876925"/>
            <a:ext cx="2252662" cy="368300"/>
          </a:xfrm>
          <a:prstGeom prst="rect">
            <a:avLst/>
          </a:prstGeom>
          <a:noFill/>
          <a:ln w="9525">
            <a:noFill/>
          </a:ln>
        </p:spPr>
        <p:txBody>
          <a:bodyPr wrap="none" anchor="t" anchorCtr="0">
            <a:spAutoFit/>
          </a:bodyPr>
          <a:lstStyle/>
          <a:p>
            <a:r>
              <a:rPr lang="zh-CN" altLang="en-US" b="1">
                <a:solidFill>
                  <a:srgbClr val="C00000"/>
                </a:solidFill>
                <a:latin typeface="Times New Roman" panose="02020603050405020304" pitchFamily="2" charset="0"/>
                <a:ea typeface="宋体" panose="02010600030101010101" pitchFamily="2" charset="-122"/>
              </a:rPr>
              <a:t>两个不同的双边序列</a:t>
            </a:r>
            <a:endParaRPr lang="zh-CN" altLang="en-US">
              <a:latin typeface="Times New Roman" panose="02020603050405020304" pitchFamily="2" charset="0"/>
              <a:ea typeface="宋体" panose="02010600030101010101" pitchFamily="2" charset="-122"/>
            </a:endParaRPr>
          </a:p>
        </p:txBody>
      </p:sp>
    </p:spTree>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Rectangle 2"/>
          <p:cNvSpPr/>
          <p:nvPr/>
        </p:nvSpPr>
        <p:spPr>
          <a:xfrm>
            <a:off x="723900" y="333375"/>
            <a:ext cx="5348288" cy="669925"/>
          </a:xfrm>
          <a:prstGeom prst="rect">
            <a:avLst/>
          </a:prstGeom>
          <a:noFill/>
          <a:ln w="9525">
            <a:noFill/>
          </a:ln>
        </p:spPr>
        <p:txBody>
          <a:bodyPr anchor="b" anchorCtr="0"/>
          <a:lstStyle/>
          <a:p>
            <a:r>
              <a:rPr lang="en-US" altLang="zh-CN" sz="3600" dirty="0">
                <a:latin typeface="Times New Roman" panose="02020603050405020304" pitchFamily="2" charset="0"/>
                <a:ea typeface="宋体" panose="02010600030101010101" pitchFamily="2" charset="-122"/>
              </a:rPr>
              <a:t>2.1.4 z</a:t>
            </a:r>
            <a:r>
              <a:rPr lang="zh-CN" altLang="en-US" sz="3600" dirty="0">
                <a:latin typeface="Times New Roman" panose="02020603050405020304" pitchFamily="2" charset="0"/>
                <a:ea typeface="宋体" panose="02010600030101010101" pitchFamily="2" charset="-122"/>
              </a:rPr>
              <a:t>反变换</a:t>
            </a:r>
          </a:p>
        </p:txBody>
      </p:sp>
      <p:sp>
        <p:nvSpPr>
          <p:cNvPr id="43010" name="Rectangle 3"/>
          <p:cNvSpPr/>
          <p:nvPr/>
        </p:nvSpPr>
        <p:spPr>
          <a:xfrm>
            <a:off x="627063" y="1003300"/>
            <a:ext cx="7793037" cy="1292225"/>
          </a:xfrm>
          <a:prstGeom prst="rect">
            <a:avLst/>
          </a:prstGeom>
          <a:noFill/>
          <a:ln w="9525">
            <a:noFill/>
          </a:ln>
        </p:spPr>
        <p:txBody>
          <a:bodyPr wrap="square" lIns="90000" tIns="46800" rIns="90000" bIns="46800" anchor="t" anchorCtr="0">
            <a:spAutoFit/>
          </a:bodyPr>
          <a:lstStyle/>
          <a:p>
            <a:pPr>
              <a:lnSpc>
                <a:spcPct val="150000"/>
              </a:lnSpc>
              <a:buClr>
                <a:schemeClr val="hlink"/>
              </a:buClr>
              <a:buSzPct val="120000"/>
              <a:buFont typeface="Wingdings" panose="05000000000000000000" pitchFamily="2" charset="2"/>
              <a:buChar char="n"/>
            </a:pPr>
            <a:r>
              <a:rPr lang="zh-CN" altLang="en-US" sz="2800" dirty="0">
                <a:latin typeface="Times New Roman" panose="02020603050405020304" pitchFamily="2" charset="0"/>
                <a:ea typeface="宋体" panose="02010600030101010101" pitchFamily="2" charset="-122"/>
              </a:rPr>
              <a:t>逆</a:t>
            </a:r>
            <a:r>
              <a:rPr lang="en-US" altLang="zh-CN" sz="2800" i="1" dirty="0">
                <a:latin typeface="Times New Roman" panose="02020603050405020304" pitchFamily="2" charset="0"/>
                <a:ea typeface="宋体" panose="02010600030101010101" pitchFamily="2" charset="-122"/>
              </a:rPr>
              <a:t>z</a:t>
            </a:r>
            <a:r>
              <a:rPr lang="zh-CN" altLang="en-US" sz="2800" dirty="0">
                <a:latin typeface="Times New Roman" panose="02020603050405020304" pitchFamily="2" charset="0"/>
                <a:ea typeface="宋体" panose="02010600030101010101" pitchFamily="2" charset="-122"/>
              </a:rPr>
              <a:t>变换/</a:t>
            </a:r>
            <a:r>
              <a:rPr lang="en-US" altLang="zh-CN" sz="2800" i="1" dirty="0">
                <a:latin typeface="Times New Roman" panose="02020603050405020304" pitchFamily="2" charset="0"/>
                <a:ea typeface="宋体" panose="02010600030101010101" pitchFamily="2" charset="-122"/>
              </a:rPr>
              <a:t>z</a:t>
            </a:r>
            <a:r>
              <a:rPr lang="zh-CN" altLang="en-US" sz="2800" dirty="0">
                <a:latin typeface="Times New Roman" panose="02020603050405020304" pitchFamily="2" charset="0"/>
                <a:ea typeface="宋体" panose="02010600030101010101" pitchFamily="2" charset="-122"/>
                <a:sym typeface="Arial" panose="020B0604020202020204" pitchFamily="34" charset="0"/>
              </a:rPr>
              <a:t>反</a:t>
            </a:r>
            <a:r>
              <a:rPr lang="zh-CN" altLang="en-US" sz="2800" dirty="0">
                <a:latin typeface="Times New Roman" panose="02020603050405020304" pitchFamily="2" charset="0"/>
                <a:ea typeface="宋体" panose="02010600030101010101" pitchFamily="2" charset="-122"/>
              </a:rPr>
              <a:t>变换定义</a:t>
            </a:r>
          </a:p>
          <a:p>
            <a:pPr>
              <a:lnSpc>
                <a:spcPct val="150000"/>
              </a:lnSpc>
              <a:buClr>
                <a:schemeClr val="hlink"/>
              </a:buClr>
              <a:buSzPct val="120000"/>
              <a:buFont typeface="Wingdings" panose="05000000000000000000" pitchFamily="2" charset="2"/>
            </a:pPr>
            <a:r>
              <a:rPr lang="en-US" altLang="zh-CN" sz="2400" i="1" dirty="0">
                <a:latin typeface="Times New Roman" panose="02020603050405020304" pitchFamily="2" charset="0"/>
                <a:ea typeface="宋体" panose="02010600030101010101" pitchFamily="2" charset="-122"/>
              </a:rPr>
              <a:t>z</a:t>
            </a:r>
            <a:r>
              <a:rPr lang="zh-CN" altLang="en-US" sz="2400" dirty="0">
                <a:latin typeface="Times New Roman" panose="02020603050405020304" pitchFamily="2" charset="0"/>
                <a:ea typeface="宋体" panose="02010600030101010101" pitchFamily="2" charset="-122"/>
                <a:sym typeface="Arial" panose="020B0604020202020204" pitchFamily="34" charset="0"/>
              </a:rPr>
              <a:t>反</a:t>
            </a:r>
            <a:r>
              <a:rPr lang="zh-CN" altLang="en-US" sz="2400" dirty="0">
                <a:latin typeface="Times New Roman" panose="02020603050405020304" pitchFamily="2" charset="0"/>
                <a:ea typeface="宋体" panose="02010600030101010101" pitchFamily="2" charset="-122"/>
              </a:rPr>
              <a:t>变换：从</a:t>
            </a:r>
            <a:r>
              <a:rPr lang="zh-CN" altLang="en-US" sz="2400" dirty="0">
                <a:latin typeface="Times New Roman" panose="02020603050405020304" pitchFamily="2" charset="0"/>
                <a:ea typeface="宋体" panose="02010600030101010101" pitchFamily="2" charset="-122"/>
                <a:sym typeface="Arial" panose="020B0604020202020204" pitchFamily="34" charset="0"/>
              </a:rPr>
              <a:t>X(z)中</a:t>
            </a:r>
            <a:r>
              <a:rPr lang="zh-CN" altLang="en-US" sz="2400" dirty="0">
                <a:solidFill>
                  <a:srgbClr val="C00000"/>
                </a:solidFill>
                <a:latin typeface="Times New Roman" panose="02020603050405020304" pitchFamily="2" charset="0"/>
                <a:ea typeface="宋体" panose="02010600030101010101" pitchFamily="2" charset="-122"/>
                <a:sym typeface="Arial" panose="020B0604020202020204" pitchFamily="34" charset="0"/>
              </a:rPr>
              <a:t>还原</a:t>
            </a:r>
            <a:r>
              <a:rPr lang="zh-CN" altLang="en-US" sz="2400" dirty="0">
                <a:latin typeface="Times New Roman" panose="02020603050405020304" pitchFamily="2" charset="0"/>
                <a:ea typeface="宋体" panose="02010600030101010101" pitchFamily="2" charset="-122"/>
                <a:sym typeface="Arial" panose="020B0604020202020204" pitchFamily="34" charset="0"/>
              </a:rPr>
              <a:t>出原序列x(n)</a:t>
            </a:r>
            <a:endParaRPr lang="zh-CN" altLang="en-US" sz="2400" dirty="0">
              <a:solidFill>
                <a:srgbClr val="3366FF"/>
              </a:solidFill>
              <a:latin typeface="Times New Roman" panose="02020603050405020304" pitchFamily="2" charset="0"/>
              <a:ea typeface="宋体" panose="02010600030101010101" pitchFamily="2" charset="-122"/>
            </a:endParaRPr>
          </a:p>
        </p:txBody>
      </p:sp>
      <p:graphicFrame>
        <p:nvGraphicFramePr>
          <p:cNvPr id="43011" name="对象 81924"/>
          <p:cNvGraphicFramePr>
            <a:graphicFrameLocks noChangeAspect="1"/>
          </p:cNvGraphicFramePr>
          <p:nvPr/>
        </p:nvGraphicFramePr>
        <p:xfrm>
          <a:off x="835025" y="2819400"/>
          <a:ext cx="4225925" cy="1085850"/>
        </p:xfrm>
        <a:graphic>
          <a:graphicData uri="http://schemas.openxmlformats.org/presentationml/2006/ole">
            <mc:AlternateContent xmlns:mc="http://schemas.openxmlformats.org/markup-compatibility/2006">
              <mc:Choice xmlns:v="urn:schemas-microsoft-com:vml" Requires="v">
                <p:oleObj r:id="rId3" imgW="1473200" imgH="419100" progId="Equation.3">
                  <p:embed/>
                </p:oleObj>
              </mc:Choice>
              <mc:Fallback>
                <p:oleObj r:id="rId3" imgW="1473200" imgH="419100" progId="Equation.3">
                  <p:embed/>
                  <p:pic>
                    <p:nvPicPr>
                      <p:cNvPr id="0" name="图片 3201"/>
                      <p:cNvPicPr/>
                      <p:nvPr/>
                    </p:nvPicPr>
                    <p:blipFill>
                      <a:blip r:embed="rId4"/>
                      <a:stretch>
                        <a:fillRect/>
                      </a:stretch>
                    </p:blipFill>
                    <p:spPr>
                      <a:xfrm>
                        <a:off x="835025" y="2819400"/>
                        <a:ext cx="4225925" cy="1085850"/>
                      </a:xfrm>
                      <a:prstGeom prst="rect">
                        <a:avLst/>
                      </a:prstGeom>
                      <a:noFill/>
                      <a:ln w="25400" cap="flat" cmpd="sng">
                        <a:solidFill>
                          <a:srgbClr val="C00000"/>
                        </a:solidFill>
                        <a:prstDash val="solid"/>
                        <a:miter/>
                        <a:headEnd type="none" w="med" len="med"/>
                        <a:tailEnd type="none" w="med" len="med"/>
                      </a:ln>
                    </p:spPr>
                  </p:pic>
                </p:oleObj>
              </mc:Fallback>
            </mc:AlternateContent>
          </a:graphicData>
        </a:graphic>
      </p:graphicFrame>
      <p:grpSp>
        <p:nvGrpSpPr>
          <p:cNvPr id="43012" name="Group 26"/>
          <p:cNvGrpSpPr/>
          <p:nvPr/>
        </p:nvGrpSpPr>
        <p:grpSpPr>
          <a:xfrm>
            <a:off x="5292725" y="2428875"/>
            <a:ext cx="3940175" cy="2963863"/>
            <a:chOff x="0" y="0"/>
            <a:chExt cx="2482" cy="1867"/>
          </a:xfrm>
        </p:grpSpPr>
        <p:grpSp>
          <p:nvGrpSpPr>
            <p:cNvPr id="43013" name="Group 5"/>
            <p:cNvGrpSpPr/>
            <p:nvPr/>
          </p:nvGrpSpPr>
          <p:grpSpPr>
            <a:xfrm>
              <a:off x="0" y="0"/>
              <a:ext cx="2482" cy="1537"/>
              <a:chOff x="0" y="0"/>
              <a:chExt cx="2482" cy="1537"/>
            </a:xfrm>
          </p:grpSpPr>
          <p:grpSp>
            <p:nvGrpSpPr>
              <p:cNvPr id="43014" name="Group 6"/>
              <p:cNvGrpSpPr/>
              <p:nvPr/>
            </p:nvGrpSpPr>
            <p:grpSpPr>
              <a:xfrm>
                <a:off x="96" y="240"/>
                <a:ext cx="1904" cy="1297"/>
                <a:chOff x="0" y="0"/>
                <a:chExt cx="2620" cy="1700"/>
              </a:xfrm>
            </p:grpSpPr>
            <p:sp>
              <p:nvSpPr>
                <p:cNvPr id="43015" name="Line 7"/>
                <p:cNvSpPr/>
                <p:nvPr/>
              </p:nvSpPr>
              <p:spPr>
                <a:xfrm>
                  <a:off x="0" y="937"/>
                  <a:ext cx="2620" cy="20"/>
                </a:xfrm>
                <a:prstGeom prst="line">
                  <a:avLst/>
                </a:prstGeom>
                <a:ln w="9525" cap="flat" cmpd="sng">
                  <a:solidFill>
                    <a:srgbClr val="000000"/>
                  </a:solidFill>
                  <a:prstDash val="solid"/>
                  <a:round/>
                  <a:headEnd type="none" w="med" len="med"/>
                  <a:tailEnd type="triangle" w="sm" len="sm"/>
                </a:ln>
              </p:spPr>
              <p:txBody>
                <a:bodyPr anchor="t" anchorCtr="0"/>
                <a:lstStyle/>
                <a:p>
                  <a:endParaRPr lang="zh-CN" altLang="en-US">
                    <a:latin typeface="Times New Roman" panose="02020603050405020304" pitchFamily="2" charset="0"/>
                    <a:ea typeface="宋体" panose="02010600030101010101" pitchFamily="2" charset="-122"/>
                  </a:endParaRPr>
                </a:p>
              </p:txBody>
            </p:sp>
            <p:sp>
              <p:nvSpPr>
                <p:cNvPr id="43016" name="Line 8"/>
                <p:cNvSpPr/>
                <p:nvPr/>
              </p:nvSpPr>
              <p:spPr>
                <a:xfrm flipV="1">
                  <a:off x="1100" y="0"/>
                  <a:ext cx="0" cy="1700"/>
                </a:xfrm>
                <a:prstGeom prst="line">
                  <a:avLst/>
                </a:prstGeom>
                <a:ln w="9525" cap="flat" cmpd="sng">
                  <a:solidFill>
                    <a:srgbClr val="000000"/>
                  </a:solidFill>
                  <a:prstDash val="solid"/>
                  <a:round/>
                  <a:headEnd type="none" w="med" len="med"/>
                  <a:tailEnd type="triangle" w="sm" len="sm"/>
                </a:ln>
              </p:spPr>
              <p:txBody>
                <a:bodyPr anchor="t" anchorCtr="0"/>
                <a:lstStyle/>
                <a:p>
                  <a:endParaRPr lang="zh-CN" altLang="en-US">
                    <a:latin typeface="Times New Roman" panose="02020603050405020304" pitchFamily="2" charset="0"/>
                    <a:ea typeface="宋体" panose="02010600030101010101" pitchFamily="2" charset="-122"/>
                  </a:endParaRPr>
                </a:p>
              </p:txBody>
            </p:sp>
            <p:sp>
              <p:nvSpPr>
                <p:cNvPr id="43017" name="AutoShape 9"/>
                <p:cNvSpPr/>
                <p:nvPr/>
              </p:nvSpPr>
              <p:spPr>
                <a:xfrm>
                  <a:off x="380" y="240"/>
                  <a:ext cx="1440" cy="1400"/>
                </a:xfrm>
                <a:custGeom>
                  <a:avLst/>
                  <a:gdLst/>
                  <a:ahLst/>
                  <a:cxnLst>
                    <a:cxn ang="0">
                      <a:pos x="48" y="0"/>
                    </a:cxn>
                    <a:cxn ang="0">
                      <a:pos x="14" y="13"/>
                    </a:cxn>
                    <a:cxn ang="0">
                      <a:pos x="0" y="45"/>
                    </a:cxn>
                    <a:cxn ang="0">
                      <a:pos x="14" y="77"/>
                    </a:cxn>
                    <a:cxn ang="0">
                      <a:pos x="48" y="91"/>
                    </a:cxn>
                    <a:cxn ang="0">
                      <a:pos x="82" y="77"/>
                    </a:cxn>
                    <a:cxn ang="0">
                      <a:pos x="96" y="45"/>
                    </a:cxn>
                    <a:cxn ang="0">
                      <a:pos x="82" y="13"/>
                    </a:cxn>
                  </a:cxnLst>
                  <a:rect l="0" t="0" r="0" b="0"/>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5400" y="10800"/>
                      </a:moveTo>
                      <a:cubicBezTo>
                        <a:pt x="5400" y="13782"/>
                        <a:pt x="7818" y="16200"/>
                        <a:pt x="10800" y="16200"/>
                      </a:cubicBezTo>
                      <a:cubicBezTo>
                        <a:pt x="13782" y="16200"/>
                        <a:pt x="16200" y="13782"/>
                        <a:pt x="16200" y="10800"/>
                      </a:cubicBezTo>
                      <a:cubicBezTo>
                        <a:pt x="16200" y="7818"/>
                        <a:pt x="13782" y="5400"/>
                        <a:pt x="10800" y="5400"/>
                      </a:cubicBezTo>
                      <a:cubicBezTo>
                        <a:pt x="7818" y="5400"/>
                        <a:pt x="5400" y="7818"/>
                        <a:pt x="5400" y="10800"/>
                      </a:cubicBezTo>
                      <a:close/>
                    </a:path>
                  </a:pathLst>
                </a:custGeom>
                <a:solidFill>
                  <a:srgbClr val="808080"/>
                </a:solidFill>
                <a:ln w="9525" cap="flat" cmpd="sng">
                  <a:solidFill>
                    <a:srgbClr val="000000"/>
                  </a:solidFill>
                  <a:prstDash val="solid"/>
                  <a:miter/>
                  <a:headEnd type="none" w="med" len="med"/>
                  <a:tailEnd type="none" w="med" len="med"/>
                </a:ln>
              </p:spPr>
              <p:txBody>
                <a:bodyPr/>
                <a:lstStyle/>
                <a:p>
                  <a:endParaRPr lang="zh-CN" altLang="en-US"/>
                </a:p>
              </p:txBody>
            </p:sp>
          </p:grpSp>
          <p:sp>
            <p:nvSpPr>
              <p:cNvPr id="43018" name="Rectangle 10"/>
              <p:cNvSpPr/>
              <p:nvPr/>
            </p:nvSpPr>
            <p:spPr>
              <a:xfrm>
                <a:off x="0" y="0"/>
                <a:ext cx="2153" cy="523"/>
              </a:xfrm>
              <a:prstGeom prst="rect">
                <a:avLst/>
              </a:prstGeom>
              <a:noFill/>
              <a:ln w="9525">
                <a:noFill/>
              </a:ln>
            </p:spPr>
            <p:txBody>
              <a:bodyPr anchor="t" anchorCtr="0">
                <a:spAutoFit/>
              </a:bodyPr>
              <a:lstStyle/>
              <a:p>
                <a:pPr algn="just"/>
                <a:r>
                  <a:rPr lang="zh-CN" altLang="en-US" sz="2400" dirty="0">
                    <a:latin typeface="Times New Roman" panose="02020603050405020304" pitchFamily="2" charset="0"/>
                    <a:ea typeface="宋体" panose="02010600030101010101" pitchFamily="2" charset="-122"/>
                  </a:rPr>
                  <a:t>                     </a:t>
                </a:r>
                <a:r>
                  <a:rPr lang="en-US" altLang="zh-CN" sz="2400" dirty="0">
                    <a:solidFill>
                      <a:srgbClr val="000000"/>
                    </a:solidFill>
                    <a:latin typeface="Times New Roman" panose="02020603050405020304" pitchFamily="2" charset="0"/>
                    <a:ea typeface="宋体" panose="02010600030101010101" pitchFamily="2" charset="-122"/>
                  </a:rPr>
                  <a:t>jI</a:t>
                </a:r>
                <a:r>
                  <a:rPr lang="en-US" altLang="zh-CN" sz="2400" baseline="-30000" dirty="0">
                    <a:solidFill>
                      <a:srgbClr val="000000"/>
                    </a:solidFill>
                    <a:latin typeface="Times New Roman" panose="02020603050405020304" pitchFamily="2" charset="0"/>
                    <a:ea typeface="宋体" panose="02010600030101010101" pitchFamily="2" charset="-122"/>
                  </a:rPr>
                  <a:t>m</a:t>
                </a:r>
                <a:r>
                  <a:rPr lang="en-US" altLang="zh-CN" sz="2400" dirty="0">
                    <a:solidFill>
                      <a:srgbClr val="000000"/>
                    </a:solidFill>
                    <a:latin typeface="Times New Roman" panose="02020603050405020304" pitchFamily="2" charset="0"/>
                    <a:ea typeface="宋体" panose="02010600030101010101" pitchFamily="2" charset="-122"/>
                  </a:rPr>
                  <a:t>[z]</a:t>
                </a:r>
                <a:endParaRPr lang="en-US" altLang="zh-CN" sz="2400" dirty="0">
                  <a:latin typeface="Times New Roman" panose="02020603050405020304" pitchFamily="2" charset="0"/>
                  <a:ea typeface="宋体" panose="02010600030101010101" pitchFamily="2" charset="-122"/>
                </a:endParaRPr>
              </a:p>
              <a:p>
                <a:pPr eaLnBrk="0" hangingPunct="0"/>
                <a:endParaRPr lang="zh-CN" altLang="en-US" sz="2400" dirty="0">
                  <a:latin typeface="Times New Roman" panose="02020603050405020304" pitchFamily="2" charset="0"/>
                  <a:ea typeface="宋体" panose="02010600030101010101" pitchFamily="2" charset="-122"/>
                </a:endParaRPr>
              </a:p>
            </p:txBody>
          </p:sp>
          <p:sp>
            <p:nvSpPr>
              <p:cNvPr id="43019" name="Rectangle 11"/>
              <p:cNvSpPr/>
              <p:nvPr/>
            </p:nvSpPr>
            <p:spPr>
              <a:xfrm>
                <a:off x="1444" y="672"/>
                <a:ext cx="376" cy="290"/>
              </a:xfrm>
              <a:prstGeom prst="rect">
                <a:avLst/>
              </a:prstGeom>
              <a:noFill/>
              <a:ln w="9525">
                <a:noFill/>
              </a:ln>
            </p:spPr>
            <p:txBody>
              <a:bodyPr wrap="none" anchor="t" anchorCtr="0">
                <a:spAutoFit/>
              </a:bodyPr>
              <a:lstStyle/>
              <a:p>
                <a:pPr algn="r" fontAlgn="ctr"/>
                <a:r>
                  <a:rPr lang="en-US" altLang="zh-CN" sz="2400" dirty="0">
                    <a:latin typeface="Times New Roman" panose="02020603050405020304" pitchFamily="2" charset="0"/>
                    <a:ea typeface="宋体" panose="02010600030101010101" pitchFamily="2" charset="-122"/>
                  </a:rPr>
                  <a:t>R</a:t>
                </a:r>
                <a:r>
                  <a:rPr lang="en-US" altLang="zh-CN" sz="2400" baseline="-30000" dirty="0">
                    <a:latin typeface="Times New Roman" panose="02020603050405020304" pitchFamily="2" charset="0"/>
                    <a:ea typeface="宋体" panose="02010600030101010101" pitchFamily="2" charset="-122"/>
                  </a:rPr>
                  <a:t>x+</a:t>
                </a:r>
              </a:p>
            </p:txBody>
          </p:sp>
          <p:sp>
            <p:nvSpPr>
              <p:cNvPr id="43020" name="Rectangle 12"/>
              <p:cNvSpPr/>
              <p:nvPr/>
            </p:nvSpPr>
            <p:spPr>
              <a:xfrm>
                <a:off x="916" y="672"/>
                <a:ext cx="347" cy="290"/>
              </a:xfrm>
              <a:prstGeom prst="rect">
                <a:avLst/>
              </a:prstGeom>
              <a:noFill/>
              <a:ln w="9525">
                <a:noFill/>
              </a:ln>
            </p:spPr>
            <p:txBody>
              <a:bodyPr wrap="none" anchor="t" anchorCtr="0">
                <a:spAutoFit/>
              </a:bodyPr>
              <a:lstStyle/>
              <a:p>
                <a:pPr algn="r" fontAlgn="ctr"/>
                <a:r>
                  <a:rPr lang="en-US" altLang="zh-CN" sz="2400" dirty="0">
                    <a:latin typeface="Times New Roman" panose="02020603050405020304" pitchFamily="2" charset="0"/>
                    <a:ea typeface="宋体" panose="02010600030101010101" pitchFamily="2" charset="-122"/>
                  </a:rPr>
                  <a:t>R</a:t>
                </a:r>
                <a:r>
                  <a:rPr lang="en-US" altLang="zh-CN" sz="2400" baseline="-30000" dirty="0">
                    <a:latin typeface="Times New Roman" panose="02020603050405020304" pitchFamily="2" charset="0"/>
                    <a:ea typeface="宋体" panose="02010600030101010101" pitchFamily="2" charset="-122"/>
                  </a:rPr>
                  <a:t>x-</a:t>
                </a:r>
              </a:p>
            </p:txBody>
          </p:sp>
          <p:sp>
            <p:nvSpPr>
              <p:cNvPr id="43021" name="Rectangle 13"/>
              <p:cNvSpPr/>
              <p:nvPr/>
            </p:nvSpPr>
            <p:spPr>
              <a:xfrm>
                <a:off x="1970" y="672"/>
                <a:ext cx="512" cy="290"/>
              </a:xfrm>
              <a:prstGeom prst="rect">
                <a:avLst/>
              </a:prstGeom>
              <a:noFill/>
              <a:ln w="9525">
                <a:noFill/>
              </a:ln>
            </p:spPr>
            <p:txBody>
              <a:bodyPr wrap="none" anchor="t" anchorCtr="0">
                <a:spAutoFit/>
              </a:bodyPr>
              <a:lstStyle/>
              <a:p>
                <a:pPr algn="r" fontAlgn="ctr"/>
                <a:r>
                  <a:rPr lang="en-US" altLang="zh-CN" sz="2400" dirty="0">
                    <a:solidFill>
                      <a:srgbClr val="000000"/>
                    </a:solidFill>
                    <a:latin typeface="Times New Roman" panose="02020603050405020304" pitchFamily="2" charset="0"/>
                    <a:ea typeface="宋体" panose="02010600030101010101" pitchFamily="2" charset="-122"/>
                  </a:rPr>
                  <a:t>R</a:t>
                </a:r>
                <a:r>
                  <a:rPr lang="en-US" altLang="zh-CN" sz="2400" baseline="-30000" dirty="0">
                    <a:solidFill>
                      <a:srgbClr val="000000"/>
                    </a:solidFill>
                    <a:latin typeface="Times New Roman" panose="02020603050405020304" pitchFamily="2" charset="0"/>
                    <a:ea typeface="宋体" panose="02010600030101010101" pitchFamily="2" charset="-122"/>
                  </a:rPr>
                  <a:t>e</a:t>
                </a:r>
                <a:r>
                  <a:rPr lang="en-US" altLang="zh-CN" sz="2400" dirty="0">
                    <a:solidFill>
                      <a:srgbClr val="000000"/>
                    </a:solidFill>
                    <a:latin typeface="Times New Roman" panose="02020603050405020304" pitchFamily="2" charset="0"/>
                    <a:ea typeface="宋体" panose="02010600030101010101" pitchFamily="2" charset="-122"/>
                  </a:rPr>
                  <a:t>[z]</a:t>
                </a:r>
              </a:p>
            </p:txBody>
          </p:sp>
          <p:sp>
            <p:nvSpPr>
              <p:cNvPr id="43022" name="Rectangle 14"/>
              <p:cNvSpPr/>
              <p:nvPr/>
            </p:nvSpPr>
            <p:spPr>
              <a:xfrm>
                <a:off x="817" y="912"/>
                <a:ext cx="211" cy="290"/>
              </a:xfrm>
              <a:prstGeom prst="rect">
                <a:avLst/>
              </a:prstGeom>
              <a:noFill/>
              <a:ln w="9525">
                <a:noFill/>
              </a:ln>
            </p:spPr>
            <p:txBody>
              <a:bodyPr wrap="none" anchor="t" anchorCtr="0">
                <a:spAutoFit/>
              </a:bodyPr>
              <a:lstStyle/>
              <a:p>
                <a:pPr algn="r" fontAlgn="ctr"/>
                <a:r>
                  <a:rPr lang="en-US" altLang="zh-CN" sz="2400" dirty="0">
                    <a:latin typeface="Times New Roman" panose="02020603050405020304" pitchFamily="2" charset="0"/>
                    <a:ea typeface="宋体" panose="02010600030101010101" pitchFamily="2" charset="-122"/>
                  </a:rPr>
                  <a:t>0</a:t>
                </a:r>
              </a:p>
            </p:txBody>
          </p:sp>
        </p:grpSp>
        <p:sp>
          <p:nvSpPr>
            <p:cNvPr id="43023" name="Oval 17"/>
            <p:cNvSpPr/>
            <p:nvPr/>
          </p:nvSpPr>
          <p:spPr>
            <a:xfrm>
              <a:off x="491" y="518"/>
              <a:ext cx="807" cy="865"/>
            </a:xfrm>
            <a:prstGeom prst="ellipse">
              <a:avLst/>
            </a:prstGeom>
            <a:noFill/>
            <a:ln w="38100" cap="sq" cmpd="sng">
              <a:solidFill>
                <a:srgbClr val="FF0000"/>
              </a:solidFill>
              <a:prstDash val="solid"/>
              <a:round/>
              <a:headEnd type="none" w="med" len="med"/>
              <a:tailEnd type="none" w="med" len="med"/>
            </a:ln>
          </p:spPr>
          <p:txBody>
            <a:bodyPr wrap="none" lIns="90000" tIns="46800" rIns="90000" bIns="46800" anchor="ctr" anchorCtr="0">
              <a:spAutoFit/>
            </a:bodyPr>
            <a:lstStyle/>
            <a:p>
              <a:endParaRPr lang="zh-CN" altLang="en-US" dirty="0">
                <a:latin typeface="Times New Roman" panose="02020603050405020304" pitchFamily="2" charset="0"/>
                <a:ea typeface="宋体" panose="02010600030101010101" pitchFamily="2" charset="-122"/>
              </a:endParaRPr>
            </a:p>
          </p:txBody>
        </p:sp>
        <p:sp>
          <p:nvSpPr>
            <p:cNvPr id="43024" name="Line 20"/>
            <p:cNvSpPr/>
            <p:nvPr/>
          </p:nvSpPr>
          <p:spPr>
            <a:xfrm flipH="1">
              <a:off x="1270" y="1012"/>
              <a:ext cx="35" cy="230"/>
            </a:xfrm>
            <a:prstGeom prst="line">
              <a:avLst/>
            </a:prstGeom>
            <a:ln w="38100" cap="sq" cmpd="sng">
              <a:solidFill>
                <a:srgbClr val="FF0000"/>
              </a:solidFill>
              <a:prstDash val="solid"/>
              <a:round/>
              <a:headEnd type="none" w="med" len="med"/>
              <a:tailEnd type="none" w="med" len="med"/>
            </a:ln>
          </p:spPr>
          <p:txBody>
            <a:bodyPr anchor="t" anchorCtr="0"/>
            <a:lstStyle/>
            <a:p>
              <a:endParaRPr lang="zh-CN" altLang="en-US">
                <a:latin typeface="Times New Roman" panose="02020603050405020304" pitchFamily="2" charset="0"/>
                <a:ea typeface="宋体" panose="02010600030101010101" pitchFamily="2" charset="-122"/>
              </a:endParaRPr>
            </a:p>
          </p:txBody>
        </p:sp>
        <p:sp>
          <p:nvSpPr>
            <p:cNvPr id="43025" name="Line 23"/>
            <p:cNvSpPr/>
            <p:nvPr/>
          </p:nvSpPr>
          <p:spPr>
            <a:xfrm rot="-5400000" flipH="1" flipV="1">
              <a:off x="1107" y="964"/>
              <a:ext cx="188" cy="143"/>
            </a:xfrm>
            <a:prstGeom prst="line">
              <a:avLst/>
            </a:prstGeom>
            <a:ln w="38100" cap="sq" cmpd="sng">
              <a:solidFill>
                <a:srgbClr val="FF0000"/>
              </a:solidFill>
              <a:prstDash val="solid"/>
              <a:round/>
              <a:headEnd type="none" w="med" len="med"/>
              <a:tailEnd type="none" w="med" len="med"/>
            </a:ln>
          </p:spPr>
          <p:txBody>
            <a:bodyPr anchor="t" anchorCtr="0"/>
            <a:lstStyle/>
            <a:p>
              <a:endParaRPr lang="zh-CN" altLang="en-US">
                <a:latin typeface="Times New Roman" panose="02020603050405020304" pitchFamily="2" charset="0"/>
                <a:ea typeface="宋体" panose="02010600030101010101" pitchFamily="2" charset="-122"/>
              </a:endParaRPr>
            </a:p>
          </p:txBody>
        </p:sp>
        <p:sp>
          <p:nvSpPr>
            <p:cNvPr id="82964" name="Line 24"/>
            <p:cNvSpPr/>
            <p:nvPr/>
          </p:nvSpPr>
          <p:spPr>
            <a:xfrm>
              <a:off x="1155" y="1274"/>
              <a:ext cx="150" cy="444"/>
            </a:xfrm>
            <a:prstGeom prst="line">
              <a:avLst/>
            </a:prstGeom>
            <a:ln w="31750" cap="sq" cmpd="sng">
              <a:solidFill>
                <a:schemeClr val="accent6"/>
              </a:solidFill>
              <a:prstDash val="solid"/>
              <a:round/>
              <a:headEnd type="stealth" w="med" len="med"/>
              <a:tailEnd type="none" w="med" len="med"/>
            </a:ln>
          </p:spPr>
          <p:txBody>
            <a:bodyPr anchor="t"/>
            <a:lstStyle/>
            <a:p>
              <a:pPr fontAlgn="base"/>
              <a:endParaRPr lang="zh-CN" altLang="en-US" strike="noStrike" noProof="1">
                <a:latin typeface="Times New Roman" panose="02020603050405020304" pitchFamily="2" charset="0"/>
              </a:endParaRPr>
            </a:p>
          </p:txBody>
        </p:sp>
        <p:sp>
          <p:nvSpPr>
            <p:cNvPr id="43027" name="Text Box 25"/>
            <p:cNvSpPr txBox="1"/>
            <p:nvPr/>
          </p:nvSpPr>
          <p:spPr>
            <a:xfrm>
              <a:off x="1305" y="1537"/>
              <a:ext cx="352" cy="330"/>
            </a:xfrm>
            <a:prstGeom prst="rect">
              <a:avLst/>
            </a:prstGeom>
            <a:noFill/>
            <a:ln w="9525">
              <a:noFill/>
            </a:ln>
          </p:spPr>
          <p:txBody>
            <a:bodyPr lIns="90000" tIns="46800" rIns="90000" bIns="46800" anchor="t" anchorCtr="0">
              <a:spAutoFit/>
            </a:bodyPr>
            <a:lstStyle/>
            <a:p>
              <a:pPr>
                <a:spcBef>
                  <a:spcPct val="50000"/>
                </a:spcBef>
              </a:pPr>
              <a:r>
                <a:rPr lang="en-US" altLang="zh-CN" sz="2800" dirty="0">
                  <a:latin typeface="Times New Roman" panose="02020603050405020304" pitchFamily="2" charset="0"/>
                  <a:ea typeface="宋体" panose="02010600030101010101" pitchFamily="2" charset="-122"/>
                </a:rPr>
                <a:t>c</a:t>
              </a:r>
            </a:p>
          </p:txBody>
        </p:sp>
      </p:grpSp>
      <p:sp>
        <p:nvSpPr>
          <p:cNvPr id="43028" name="文本框 81942"/>
          <p:cNvSpPr txBox="1"/>
          <p:nvPr/>
        </p:nvSpPr>
        <p:spPr>
          <a:xfrm>
            <a:off x="723900" y="4757738"/>
            <a:ext cx="5040313" cy="830262"/>
          </a:xfrm>
          <a:prstGeom prst="rect">
            <a:avLst/>
          </a:prstGeom>
          <a:noFill/>
          <a:ln w="9525">
            <a:noFill/>
          </a:ln>
        </p:spPr>
        <p:txBody>
          <a:bodyPr wrap="square" anchor="t" anchorCtr="0">
            <a:spAutoFit/>
          </a:bodyPr>
          <a:lstStyle/>
          <a:p>
            <a:r>
              <a:rPr lang="zh-CN" altLang="en-US" sz="2400" dirty="0">
                <a:latin typeface="Times New Roman" panose="02020603050405020304" pitchFamily="2" charset="0"/>
                <a:ea typeface="宋体" panose="02010600030101010101" pitchFamily="2" charset="-122"/>
                <a:sym typeface="Arial" panose="020B0604020202020204" pitchFamily="34" charset="0"/>
              </a:rPr>
              <a:t>其中C是包围X(z)z</a:t>
            </a:r>
            <a:r>
              <a:rPr lang="zh-CN" altLang="en-US" sz="2400" baseline="30000" dirty="0">
                <a:latin typeface="Times New Roman" panose="02020603050405020304" pitchFamily="2" charset="0"/>
                <a:ea typeface="宋体" panose="02010600030101010101" pitchFamily="2" charset="-122"/>
                <a:sym typeface="Arial" panose="020B0604020202020204" pitchFamily="34" charset="0"/>
              </a:rPr>
              <a:t>n-1</a:t>
            </a:r>
            <a:r>
              <a:rPr lang="zh-CN" altLang="en-US" sz="2400" dirty="0">
                <a:latin typeface="Times New Roman" panose="02020603050405020304" pitchFamily="2" charset="0"/>
                <a:ea typeface="宋体" panose="02010600030101010101" pitchFamily="2" charset="-122"/>
                <a:sym typeface="Arial" panose="020B0604020202020204" pitchFamily="34" charset="0"/>
              </a:rPr>
              <a:t>所有极点的</a:t>
            </a:r>
            <a:r>
              <a:rPr lang="zh-CN" altLang="en-US" sz="2400" dirty="0">
                <a:solidFill>
                  <a:srgbClr val="C00000"/>
                </a:solidFill>
                <a:latin typeface="Times New Roman" panose="02020603050405020304" pitchFamily="2" charset="0"/>
                <a:ea typeface="宋体" panose="02010600030101010101" pitchFamily="2" charset="-122"/>
                <a:sym typeface="Arial" panose="020B0604020202020204" pitchFamily="34" charset="0"/>
              </a:rPr>
              <a:t>逆时针闭合</a:t>
            </a:r>
            <a:r>
              <a:rPr lang="zh-CN" altLang="en-US" sz="2400" dirty="0">
                <a:latin typeface="Times New Roman" panose="02020603050405020304" pitchFamily="2" charset="0"/>
                <a:ea typeface="宋体" panose="02010600030101010101" pitchFamily="2" charset="-122"/>
                <a:sym typeface="Arial" panose="020B0604020202020204" pitchFamily="34" charset="0"/>
              </a:rPr>
              <a:t>积分曲线，位于收敛环之内</a:t>
            </a:r>
          </a:p>
        </p:txBody>
      </p:sp>
      <p:sp>
        <p:nvSpPr>
          <p:cNvPr id="43029" name="文本框 81943"/>
          <p:cNvSpPr txBox="1"/>
          <p:nvPr/>
        </p:nvSpPr>
        <p:spPr>
          <a:xfrm>
            <a:off x="687388" y="5643563"/>
            <a:ext cx="4757737" cy="460375"/>
          </a:xfrm>
          <a:prstGeom prst="rect">
            <a:avLst/>
          </a:prstGeom>
          <a:noFill/>
          <a:ln w="9525">
            <a:noFill/>
          </a:ln>
        </p:spPr>
        <p:txBody>
          <a:bodyPr wrap="square" anchor="t" anchorCtr="0">
            <a:spAutoFit/>
          </a:bodyPr>
          <a:lstStyle/>
          <a:p>
            <a:r>
              <a:rPr lang="zh-CN" altLang="en-US" sz="2400" b="1" dirty="0">
                <a:solidFill>
                  <a:srgbClr val="C00000"/>
                </a:solidFill>
                <a:latin typeface="Times New Roman" panose="02020603050405020304" pitchFamily="2" charset="0"/>
                <a:ea typeface="宋体" panose="02010600030101010101" pitchFamily="2" charset="-122"/>
                <a:sym typeface="Arial" panose="020B0604020202020204" pitchFamily="34" charset="0"/>
              </a:rPr>
              <a:t>实质</a:t>
            </a:r>
            <a:r>
              <a:rPr lang="zh-CN" altLang="en-US" sz="2400" dirty="0">
                <a:latin typeface="Times New Roman" panose="02020603050405020304" pitchFamily="2" charset="0"/>
                <a:ea typeface="宋体" panose="02010600030101010101" pitchFamily="2" charset="-122"/>
                <a:sym typeface="Arial" panose="020B0604020202020204" pitchFamily="34" charset="0"/>
              </a:rPr>
              <a:t>：求X(z)幂级数展开式的系数</a:t>
            </a:r>
          </a:p>
        </p:txBody>
      </p:sp>
      <p:graphicFrame>
        <p:nvGraphicFramePr>
          <p:cNvPr id="43030" name="对象 563203"/>
          <p:cNvGraphicFramePr/>
          <p:nvPr/>
        </p:nvGraphicFramePr>
        <p:xfrm>
          <a:off x="893763" y="2351088"/>
          <a:ext cx="2417762" cy="411162"/>
        </p:xfrm>
        <a:graphic>
          <a:graphicData uri="http://schemas.openxmlformats.org/presentationml/2006/ole">
            <mc:AlternateContent xmlns:mc="http://schemas.openxmlformats.org/markup-compatibility/2006">
              <mc:Choice xmlns:v="urn:schemas-microsoft-com:vml" Requires="v">
                <p:oleObj r:id="rId5" imgW="2552700" imgH="381000" progId="Equation.DSMT4">
                  <p:embed/>
                </p:oleObj>
              </mc:Choice>
              <mc:Fallback>
                <p:oleObj r:id="rId5" imgW="2552700" imgH="381000" progId="Equation.DSMT4">
                  <p:embed/>
                  <p:pic>
                    <p:nvPicPr>
                      <p:cNvPr id="0" name="图片 3209"/>
                      <p:cNvPicPr/>
                      <p:nvPr/>
                    </p:nvPicPr>
                    <p:blipFill>
                      <a:blip r:embed="rId6">
                        <a:lum bright="-100000"/>
                      </a:blip>
                      <a:stretch>
                        <a:fillRect/>
                      </a:stretch>
                    </p:blipFill>
                    <p:spPr>
                      <a:xfrm>
                        <a:off x="893763" y="2351088"/>
                        <a:ext cx="2417762" cy="411162"/>
                      </a:xfrm>
                      <a:prstGeom prst="rect">
                        <a:avLst/>
                      </a:prstGeom>
                      <a:noFill/>
                      <a:ln w="38100">
                        <a:noFill/>
                        <a:miter/>
                      </a:ln>
                    </p:spPr>
                  </p:pic>
                </p:oleObj>
              </mc:Fallback>
            </mc:AlternateContent>
          </a:graphicData>
        </a:graphic>
      </p:graphicFrame>
      <p:graphicFrame>
        <p:nvGraphicFramePr>
          <p:cNvPr id="43031" name="Object 16"/>
          <p:cNvGraphicFramePr/>
          <p:nvPr/>
        </p:nvGraphicFramePr>
        <p:xfrm>
          <a:off x="795338" y="4049713"/>
          <a:ext cx="2514600" cy="574675"/>
        </p:xfrm>
        <a:graphic>
          <a:graphicData uri="http://schemas.openxmlformats.org/presentationml/2006/ole">
            <mc:AlternateContent xmlns:mc="http://schemas.openxmlformats.org/markup-compatibility/2006">
              <mc:Choice xmlns:v="urn:schemas-microsoft-com:vml" Requires="v">
                <p:oleObj r:id="rId7" imgW="876300" imgH="228600" progId="Equation.3">
                  <p:embed/>
                </p:oleObj>
              </mc:Choice>
              <mc:Fallback>
                <p:oleObj r:id="rId7" imgW="876300" imgH="228600" progId="Equation.3">
                  <p:embed/>
                  <p:pic>
                    <p:nvPicPr>
                      <p:cNvPr id="0" name="图片 3208"/>
                      <p:cNvPicPr/>
                      <p:nvPr/>
                    </p:nvPicPr>
                    <p:blipFill>
                      <a:blip r:embed="rId8"/>
                      <a:stretch>
                        <a:fillRect/>
                      </a:stretch>
                    </p:blipFill>
                    <p:spPr>
                      <a:xfrm>
                        <a:off x="795338" y="4049713"/>
                        <a:ext cx="2514600" cy="574675"/>
                      </a:xfrm>
                      <a:prstGeom prst="rect">
                        <a:avLst/>
                      </a:prstGeom>
                      <a:noFill/>
                      <a:ln w="38100">
                        <a:noFill/>
                        <a:miter/>
                      </a:ln>
                    </p:spPr>
                  </p:pic>
                </p:oleObj>
              </mc:Fallback>
            </mc:AlternateContent>
          </a:graphicData>
        </a:graphic>
      </p:graphicFrame>
      <p:grpSp>
        <p:nvGrpSpPr>
          <p:cNvPr id="6" name="组合 5">
            <a:extLst>
              <a:ext uri="{FF2B5EF4-FFF2-40B4-BE49-F238E27FC236}">
                <a16:creationId xmlns:a16="http://schemas.microsoft.com/office/drawing/2014/main" id="{105AC400-D6CE-93CD-9BA2-8C10B40B8A9F}"/>
              </a:ext>
            </a:extLst>
          </p:cNvPr>
          <p:cNvGrpSpPr/>
          <p:nvPr/>
        </p:nvGrpSpPr>
        <p:grpSpPr>
          <a:xfrm>
            <a:off x="1089505" y="1606509"/>
            <a:ext cx="2876760" cy="684360"/>
            <a:chOff x="1089505" y="1606509"/>
            <a:chExt cx="2876760" cy="684360"/>
          </a:xfrm>
        </p:grpSpPr>
        <mc:AlternateContent xmlns:mc="http://schemas.openxmlformats.org/markup-compatibility/2006" xmlns:p14="http://schemas.microsoft.com/office/powerpoint/2010/main">
          <mc:Choice Requires="p14">
            <p:contentPart p14:bwMode="auto" r:id="rId9">
              <p14:nvContentPartPr>
                <p14:cNvPr id="2" name="墨迹 1">
                  <a:extLst>
                    <a:ext uri="{FF2B5EF4-FFF2-40B4-BE49-F238E27FC236}">
                      <a16:creationId xmlns:a16="http://schemas.microsoft.com/office/drawing/2014/main" id="{FC004DE5-0FB5-D7AB-47F2-1A1095CDD1C0}"/>
                    </a:ext>
                  </a:extLst>
                </p14:cNvPr>
                <p14:cNvContentPartPr/>
                <p14:nvPr/>
              </p14:nvContentPartPr>
              <p14:xfrm>
                <a:off x="1089505" y="1643589"/>
                <a:ext cx="959760" cy="37800"/>
              </p14:xfrm>
            </p:contentPart>
          </mc:Choice>
          <mc:Fallback xmlns="">
            <p:pic>
              <p:nvPicPr>
                <p:cNvPr id="2" name="墨迹 1">
                  <a:extLst>
                    <a:ext uri="{FF2B5EF4-FFF2-40B4-BE49-F238E27FC236}">
                      <a16:creationId xmlns:a16="http://schemas.microsoft.com/office/drawing/2014/main" id="{FC004DE5-0FB5-D7AB-47F2-1A1095CDD1C0}"/>
                    </a:ext>
                  </a:extLst>
                </p:cNvPr>
                <p:cNvPicPr/>
                <p:nvPr/>
              </p:nvPicPr>
              <p:blipFill>
                <a:blip r:embed="rId10"/>
                <a:stretch>
                  <a:fillRect/>
                </a:stretch>
              </p:blipFill>
              <p:spPr>
                <a:xfrm>
                  <a:off x="1071865" y="1625589"/>
                  <a:ext cx="995400" cy="7344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3" name="墨迹 2">
                  <a:extLst>
                    <a:ext uri="{FF2B5EF4-FFF2-40B4-BE49-F238E27FC236}">
                      <a16:creationId xmlns:a16="http://schemas.microsoft.com/office/drawing/2014/main" id="{0673D524-3559-299A-800A-9A57B611CE59}"/>
                    </a:ext>
                  </a:extLst>
                </p14:cNvPr>
                <p14:cNvContentPartPr/>
                <p14:nvPr/>
              </p14:nvContentPartPr>
              <p14:xfrm>
                <a:off x="2364265" y="1606509"/>
                <a:ext cx="1273680" cy="28800"/>
              </p14:xfrm>
            </p:contentPart>
          </mc:Choice>
          <mc:Fallback xmlns="">
            <p:pic>
              <p:nvPicPr>
                <p:cNvPr id="3" name="墨迹 2">
                  <a:extLst>
                    <a:ext uri="{FF2B5EF4-FFF2-40B4-BE49-F238E27FC236}">
                      <a16:creationId xmlns:a16="http://schemas.microsoft.com/office/drawing/2014/main" id="{0673D524-3559-299A-800A-9A57B611CE59}"/>
                    </a:ext>
                  </a:extLst>
                </p:cNvPr>
                <p:cNvPicPr/>
                <p:nvPr/>
              </p:nvPicPr>
              <p:blipFill>
                <a:blip r:embed="rId12"/>
                <a:stretch>
                  <a:fillRect/>
                </a:stretch>
              </p:blipFill>
              <p:spPr>
                <a:xfrm>
                  <a:off x="2346265" y="1588509"/>
                  <a:ext cx="1309320" cy="6444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4" name="墨迹 3">
                  <a:extLst>
                    <a:ext uri="{FF2B5EF4-FFF2-40B4-BE49-F238E27FC236}">
                      <a16:creationId xmlns:a16="http://schemas.microsoft.com/office/drawing/2014/main" id="{BE1862AC-D5B1-6B43-BC6B-C1F030DC31F8}"/>
                    </a:ext>
                  </a:extLst>
                </p14:cNvPr>
                <p14:cNvContentPartPr/>
                <p14:nvPr/>
              </p14:nvContentPartPr>
              <p14:xfrm>
                <a:off x="3111265" y="1678869"/>
                <a:ext cx="855000" cy="612000"/>
              </p14:xfrm>
            </p:contentPart>
          </mc:Choice>
          <mc:Fallback xmlns="">
            <p:pic>
              <p:nvPicPr>
                <p:cNvPr id="4" name="墨迹 3">
                  <a:extLst>
                    <a:ext uri="{FF2B5EF4-FFF2-40B4-BE49-F238E27FC236}">
                      <a16:creationId xmlns:a16="http://schemas.microsoft.com/office/drawing/2014/main" id="{BE1862AC-D5B1-6B43-BC6B-C1F030DC31F8}"/>
                    </a:ext>
                  </a:extLst>
                </p:cNvPr>
                <p:cNvPicPr/>
                <p:nvPr/>
              </p:nvPicPr>
              <p:blipFill>
                <a:blip r:embed="rId14"/>
                <a:stretch>
                  <a:fillRect/>
                </a:stretch>
              </p:blipFill>
              <p:spPr>
                <a:xfrm>
                  <a:off x="3093265" y="1660869"/>
                  <a:ext cx="890640" cy="64764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5">
            <p14:nvContentPartPr>
              <p14:cNvPr id="5" name="墨迹 4">
                <a:extLst>
                  <a:ext uri="{FF2B5EF4-FFF2-40B4-BE49-F238E27FC236}">
                    <a16:creationId xmlns:a16="http://schemas.microsoft.com/office/drawing/2014/main" id="{96EF5157-D89B-5F9E-5AD7-C1FF32EEBD5E}"/>
                  </a:ext>
                </a:extLst>
              </p14:cNvPr>
              <p14:cNvContentPartPr/>
              <p14:nvPr/>
            </p14:nvContentPartPr>
            <p14:xfrm>
              <a:off x="5042665" y="2206989"/>
              <a:ext cx="579600" cy="19080"/>
            </p14:xfrm>
          </p:contentPart>
        </mc:Choice>
        <mc:Fallback xmlns="">
          <p:pic>
            <p:nvPicPr>
              <p:cNvPr id="5" name="墨迹 4">
                <a:extLst>
                  <a:ext uri="{FF2B5EF4-FFF2-40B4-BE49-F238E27FC236}">
                    <a16:creationId xmlns:a16="http://schemas.microsoft.com/office/drawing/2014/main" id="{96EF5157-D89B-5F9E-5AD7-C1FF32EEBD5E}"/>
                  </a:ext>
                </a:extLst>
              </p:cNvPr>
              <p:cNvPicPr/>
              <p:nvPr/>
            </p:nvPicPr>
            <p:blipFill>
              <a:blip r:embed="rId16"/>
              <a:stretch>
                <a:fillRect/>
              </a:stretch>
            </p:blipFill>
            <p:spPr>
              <a:xfrm>
                <a:off x="5025025" y="2188989"/>
                <a:ext cx="615240" cy="54720"/>
              </a:xfrm>
              <a:prstGeom prst="rect">
                <a:avLst/>
              </a:prstGeom>
            </p:spPr>
          </p:pic>
        </mc:Fallback>
      </mc:AlternateContent>
    </p:spTree>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7" name="Rectangle 3"/>
          <p:cNvSpPr/>
          <p:nvPr/>
        </p:nvSpPr>
        <p:spPr>
          <a:xfrm>
            <a:off x="611188" y="1401763"/>
            <a:ext cx="7793037" cy="1125537"/>
          </a:xfrm>
          <a:prstGeom prst="rect">
            <a:avLst/>
          </a:prstGeom>
          <a:noFill/>
          <a:ln w="9525">
            <a:noFill/>
          </a:ln>
        </p:spPr>
        <p:txBody>
          <a:bodyPr lIns="90000" tIns="46800" rIns="90000" bIns="46800" anchor="t" anchorCtr="0">
            <a:spAutoFit/>
          </a:bodyPr>
          <a:lstStyle/>
          <a:p>
            <a:pPr>
              <a:lnSpc>
                <a:spcPct val="140000"/>
              </a:lnSpc>
              <a:buClr>
                <a:schemeClr val="hlink"/>
              </a:buClr>
              <a:buSzPct val="120000"/>
              <a:buFont typeface="Wingdings" panose="05000000000000000000" pitchFamily="2" charset="2"/>
              <a:buChar char="n"/>
            </a:pPr>
            <a:r>
              <a:rPr lang="en-US" altLang="zh-CN" sz="2800" i="1" dirty="0">
                <a:latin typeface="宋体" panose="02010600030101010101" pitchFamily="2" charset="-122"/>
                <a:ea typeface="宋体" panose="02010600030101010101" pitchFamily="2" charset="-122"/>
              </a:rPr>
              <a:t>z</a:t>
            </a:r>
            <a:r>
              <a:rPr lang="zh-CN" altLang="en-US" sz="2800" dirty="0">
                <a:latin typeface="宋体" panose="02010600030101010101" pitchFamily="2" charset="-122"/>
                <a:ea typeface="宋体" panose="02010600030101010101" pitchFamily="2" charset="-122"/>
                <a:sym typeface="Arial" panose="020B0604020202020204" pitchFamily="34" charset="0"/>
              </a:rPr>
              <a:t>反</a:t>
            </a:r>
            <a:r>
              <a:rPr lang="zh-CN" altLang="en-US" sz="2800" dirty="0">
                <a:latin typeface="宋体" panose="02010600030101010101" pitchFamily="2" charset="-122"/>
                <a:ea typeface="宋体" panose="02010600030101010101" pitchFamily="2" charset="-122"/>
              </a:rPr>
              <a:t>变换的求解方法</a:t>
            </a:r>
            <a:endParaRPr lang="en-US" altLang="zh-CN" sz="2800" dirty="0">
              <a:latin typeface="宋体" panose="02010600030101010101" pitchFamily="2" charset="-122"/>
              <a:ea typeface="宋体" panose="02010600030101010101" pitchFamily="2" charset="-122"/>
            </a:endParaRPr>
          </a:p>
          <a:p>
            <a:endParaRPr lang="zh-CN" altLang="en-US" sz="2800" dirty="0">
              <a:solidFill>
                <a:srgbClr val="3366FF"/>
              </a:solidFill>
              <a:latin typeface="宋体" panose="02010600030101010101" pitchFamily="2" charset="-122"/>
              <a:ea typeface="宋体" panose="02010600030101010101" pitchFamily="2" charset="-122"/>
            </a:endParaRPr>
          </a:p>
        </p:txBody>
      </p:sp>
      <p:sp>
        <p:nvSpPr>
          <p:cNvPr id="45058" name="Rectangle 27"/>
          <p:cNvSpPr/>
          <p:nvPr/>
        </p:nvSpPr>
        <p:spPr>
          <a:xfrm>
            <a:off x="1008063" y="1809750"/>
            <a:ext cx="4572000" cy="2332038"/>
          </a:xfrm>
          <a:prstGeom prst="rect">
            <a:avLst/>
          </a:prstGeom>
          <a:noFill/>
          <a:ln w="9525">
            <a:noFill/>
          </a:ln>
        </p:spPr>
        <p:txBody>
          <a:bodyPr lIns="90000" tIns="46800" rIns="90000" bIns="46800" anchor="t" anchorCtr="0">
            <a:spAutoFit/>
          </a:bodyPr>
          <a:lstStyle/>
          <a:p>
            <a:pPr>
              <a:lnSpc>
                <a:spcPct val="130000"/>
              </a:lnSpc>
            </a:pPr>
            <a:endParaRPr lang="zh-CN" altLang="en-US" sz="2800" dirty="0">
              <a:solidFill>
                <a:srgbClr val="000000"/>
              </a:solidFill>
              <a:latin typeface="宋体" panose="02010600030101010101" pitchFamily="2" charset="-122"/>
              <a:ea typeface="宋体" panose="02010600030101010101" pitchFamily="2" charset="-122"/>
            </a:endParaRPr>
          </a:p>
          <a:p>
            <a:pPr>
              <a:lnSpc>
                <a:spcPct val="130000"/>
              </a:lnSpc>
              <a:buChar char="•"/>
            </a:pPr>
            <a:r>
              <a:rPr lang="en-US" altLang="zh-CN" sz="2800" dirty="0">
                <a:solidFill>
                  <a:srgbClr val="000000"/>
                </a:solidFill>
                <a:latin typeface="宋体" panose="02010600030101010101" pitchFamily="2" charset="-122"/>
                <a:ea typeface="宋体" panose="02010600030101010101" pitchFamily="2" charset="-122"/>
              </a:rPr>
              <a:t>  </a:t>
            </a:r>
            <a:r>
              <a:rPr lang="zh-CN" altLang="en-US" sz="2800">
                <a:solidFill>
                  <a:srgbClr val="C00000"/>
                </a:solidFill>
                <a:latin typeface="Times New Roman" panose="02020603050405020304" pitchFamily="2" charset="0"/>
                <a:ea typeface="宋体" panose="02010600030101010101" pitchFamily="2" charset="-122"/>
              </a:rPr>
              <a:t>围线积分法</a:t>
            </a:r>
            <a:r>
              <a:rPr lang="zh-CN" altLang="en-US" sz="2800" dirty="0">
                <a:solidFill>
                  <a:srgbClr val="C00000"/>
                </a:solidFill>
                <a:latin typeface="宋体" panose="02010600030101010101" pitchFamily="2" charset="-122"/>
                <a:ea typeface="宋体" panose="02010600030101010101" pitchFamily="2" charset="-122"/>
              </a:rPr>
              <a:t>(留数法)</a:t>
            </a:r>
          </a:p>
          <a:p>
            <a:pPr>
              <a:lnSpc>
                <a:spcPct val="130000"/>
              </a:lnSpc>
              <a:buChar char="•"/>
            </a:pPr>
            <a:r>
              <a:rPr lang="en-US" altLang="zh-CN" sz="2800" dirty="0">
                <a:solidFill>
                  <a:srgbClr val="000000"/>
                </a:solidFill>
                <a:latin typeface="宋体" panose="02010600030101010101" pitchFamily="2" charset="-122"/>
                <a:ea typeface="宋体" panose="02010600030101010101" pitchFamily="2" charset="-122"/>
              </a:rPr>
              <a:t>  </a:t>
            </a:r>
            <a:r>
              <a:rPr lang="zh-CN" altLang="en-US" sz="2800" dirty="0">
                <a:solidFill>
                  <a:srgbClr val="000000"/>
                </a:solidFill>
                <a:latin typeface="宋体" panose="02010600030101010101" pitchFamily="2" charset="-122"/>
                <a:ea typeface="宋体" panose="02010600030101010101" pitchFamily="2" charset="-122"/>
              </a:rPr>
              <a:t>部分分式法</a:t>
            </a:r>
          </a:p>
          <a:p>
            <a:pPr>
              <a:lnSpc>
                <a:spcPct val="130000"/>
              </a:lnSpc>
              <a:buChar char="•"/>
            </a:pPr>
            <a:r>
              <a:rPr lang="en-US" altLang="zh-CN" sz="2800" dirty="0">
                <a:solidFill>
                  <a:srgbClr val="000000"/>
                </a:solidFill>
                <a:latin typeface="宋体" panose="02010600030101010101" pitchFamily="2" charset="-122"/>
                <a:ea typeface="宋体" panose="02010600030101010101" pitchFamily="2" charset="-122"/>
              </a:rPr>
              <a:t>  </a:t>
            </a:r>
            <a:r>
              <a:rPr lang="zh-CN" altLang="en-US" sz="2800" dirty="0">
                <a:solidFill>
                  <a:srgbClr val="000000"/>
                </a:solidFill>
                <a:latin typeface="宋体" panose="02010600030101010101" pitchFamily="2" charset="-122"/>
                <a:ea typeface="宋体" panose="02010600030101010101" pitchFamily="2" charset="-122"/>
              </a:rPr>
              <a:t>长除法</a:t>
            </a:r>
          </a:p>
        </p:txBody>
      </p:sp>
      <p:sp>
        <p:nvSpPr>
          <p:cNvPr id="45059" name="文本框 83973"/>
          <p:cNvSpPr txBox="1"/>
          <p:nvPr/>
        </p:nvSpPr>
        <p:spPr>
          <a:xfrm>
            <a:off x="5581650" y="1563688"/>
            <a:ext cx="3203575" cy="1384300"/>
          </a:xfrm>
          <a:prstGeom prst="rect">
            <a:avLst/>
          </a:prstGeom>
          <a:noFill/>
          <a:ln w="9525">
            <a:noFill/>
          </a:ln>
        </p:spPr>
        <p:txBody>
          <a:bodyPr wrap="square" anchor="t" anchorCtr="0">
            <a:spAutoFit/>
          </a:bodyPr>
          <a:lstStyle/>
          <a:p>
            <a:r>
              <a:rPr lang="zh-CN" altLang="en-US" sz="2800" dirty="0">
                <a:solidFill>
                  <a:srgbClr val="C00000"/>
                </a:solidFill>
                <a:latin typeface="宋体" panose="02010600030101010101" pitchFamily="2" charset="-122"/>
                <a:ea typeface="宋体" panose="02010600030101010101" pitchFamily="2" charset="-122"/>
                <a:sym typeface="Arial" panose="020B0604020202020204" pitchFamily="34" charset="0"/>
              </a:rPr>
              <a:t>为什么求解z反变换？</a:t>
            </a:r>
          </a:p>
          <a:p>
            <a:r>
              <a:rPr lang="zh-CN" altLang="en-US" sz="2800" dirty="0">
                <a:latin typeface="宋体" panose="02010600030101010101" pitchFamily="2" charset="-122"/>
                <a:ea typeface="宋体" panose="02010600030101010101" pitchFamily="2" charset="-122"/>
                <a:sym typeface="Arial" panose="020B0604020202020204" pitchFamily="34" charset="0"/>
              </a:rPr>
              <a:t>简化系统分析！</a:t>
            </a:r>
          </a:p>
        </p:txBody>
      </p:sp>
      <mc:AlternateContent xmlns:mc="http://schemas.openxmlformats.org/markup-compatibility/2006" xmlns:p14="http://schemas.microsoft.com/office/powerpoint/2010/main">
        <mc:Choice Requires="p14">
          <p:contentPart p14:bwMode="auto" r:id="rId3">
            <p14:nvContentPartPr>
              <p14:cNvPr id="2" name="墨迹 1">
                <a:extLst>
                  <a:ext uri="{FF2B5EF4-FFF2-40B4-BE49-F238E27FC236}">
                    <a16:creationId xmlns:a16="http://schemas.microsoft.com/office/drawing/2014/main" id="{1DE4E2D9-05BB-FD5D-3F35-71A4D6E1C616}"/>
                  </a:ext>
                </a:extLst>
              </p14:cNvPr>
              <p14:cNvContentPartPr/>
              <p14:nvPr/>
            </p14:nvContentPartPr>
            <p14:xfrm>
              <a:off x="3565225" y="2899989"/>
              <a:ext cx="1145880" cy="74520"/>
            </p14:xfrm>
          </p:contentPart>
        </mc:Choice>
        <mc:Fallback xmlns="">
          <p:pic>
            <p:nvPicPr>
              <p:cNvPr id="2" name="墨迹 1">
                <a:extLst>
                  <a:ext uri="{FF2B5EF4-FFF2-40B4-BE49-F238E27FC236}">
                    <a16:creationId xmlns:a16="http://schemas.microsoft.com/office/drawing/2014/main" id="{1DE4E2D9-05BB-FD5D-3F35-71A4D6E1C616}"/>
                  </a:ext>
                </a:extLst>
              </p:cNvPr>
              <p:cNvPicPr/>
              <p:nvPr/>
            </p:nvPicPr>
            <p:blipFill>
              <a:blip r:embed="rId4"/>
              <a:stretch>
                <a:fillRect/>
              </a:stretch>
            </p:blipFill>
            <p:spPr>
              <a:xfrm>
                <a:off x="3547225" y="2881989"/>
                <a:ext cx="1181520" cy="11016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3" name="墨迹 2">
                <a:extLst>
                  <a:ext uri="{FF2B5EF4-FFF2-40B4-BE49-F238E27FC236}">
                    <a16:creationId xmlns:a16="http://schemas.microsoft.com/office/drawing/2014/main" id="{E9CD7D47-16E8-6C20-2EB1-C4345911B74B}"/>
                  </a:ext>
                </a:extLst>
              </p14:cNvPr>
              <p14:cNvContentPartPr/>
              <p14:nvPr/>
            </p14:nvContentPartPr>
            <p14:xfrm>
              <a:off x="2355265" y="3481389"/>
              <a:ext cx="950760" cy="37800"/>
            </p14:xfrm>
          </p:contentPart>
        </mc:Choice>
        <mc:Fallback xmlns="">
          <p:pic>
            <p:nvPicPr>
              <p:cNvPr id="3" name="墨迹 2">
                <a:extLst>
                  <a:ext uri="{FF2B5EF4-FFF2-40B4-BE49-F238E27FC236}">
                    <a16:creationId xmlns:a16="http://schemas.microsoft.com/office/drawing/2014/main" id="{E9CD7D47-16E8-6C20-2EB1-C4345911B74B}"/>
                  </a:ext>
                </a:extLst>
              </p:cNvPr>
              <p:cNvPicPr/>
              <p:nvPr/>
            </p:nvPicPr>
            <p:blipFill>
              <a:blip r:embed="rId6"/>
              <a:stretch>
                <a:fillRect/>
              </a:stretch>
            </p:blipFill>
            <p:spPr>
              <a:xfrm>
                <a:off x="2337265" y="3463389"/>
                <a:ext cx="986400" cy="7344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4" name="墨迹 3">
                <a:extLst>
                  <a:ext uri="{FF2B5EF4-FFF2-40B4-BE49-F238E27FC236}">
                    <a16:creationId xmlns:a16="http://schemas.microsoft.com/office/drawing/2014/main" id="{3EE03F73-2D64-55F3-EDC0-675243A5E514}"/>
                  </a:ext>
                </a:extLst>
              </p14:cNvPr>
              <p14:cNvContentPartPr/>
              <p14:nvPr/>
            </p14:nvContentPartPr>
            <p14:xfrm>
              <a:off x="1745425" y="4081509"/>
              <a:ext cx="887040" cy="38160"/>
            </p14:xfrm>
          </p:contentPart>
        </mc:Choice>
        <mc:Fallback xmlns="">
          <p:pic>
            <p:nvPicPr>
              <p:cNvPr id="4" name="墨迹 3">
                <a:extLst>
                  <a:ext uri="{FF2B5EF4-FFF2-40B4-BE49-F238E27FC236}">
                    <a16:creationId xmlns:a16="http://schemas.microsoft.com/office/drawing/2014/main" id="{3EE03F73-2D64-55F3-EDC0-675243A5E514}"/>
                  </a:ext>
                </a:extLst>
              </p:cNvPr>
              <p:cNvPicPr/>
              <p:nvPr/>
            </p:nvPicPr>
            <p:blipFill>
              <a:blip r:embed="rId8"/>
              <a:stretch>
                <a:fillRect/>
              </a:stretch>
            </p:blipFill>
            <p:spPr>
              <a:xfrm>
                <a:off x="1727785" y="4063509"/>
                <a:ext cx="922680" cy="73800"/>
              </a:xfrm>
              <a:prstGeom prst="rect">
                <a:avLst/>
              </a:prstGeom>
            </p:spPr>
          </p:pic>
        </mc:Fallback>
      </mc:AlternateContent>
    </p:spTree>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5" name="文本框 86020"/>
          <p:cNvSpPr txBox="1"/>
          <p:nvPr/>
        </p:nvSpPr>
        <p:spPr>
          <a:xfrm>
            <a:off x="539750" y="1955800"/>
            <a:ext cx="7956550" cy="2417763"/>
          </a:xfrm>
          <a:prstGeom prst="rect">
            <a:avLst/>
          </a:prstGeom>
          <a:noFill/>
          <a:ln w="9525">
            <a:noFill/>
          </a:ln>
        </p:spPr>
        <p:txBody>
          <a:bodyPr wrap="square" anchor="t" anchorCtr="0">
            <a:spAutoFit/>
          </a:bodyPr>
          <a:lstStyle/>
          <a:p>
            <a:pPr>
              <a:lnSpc>
                <a:spcPct val="130000"/>
              </a:lnSpc>
            </a:pPr>
            <a:r>
              <a:rPr lang="zh-CN" altLang="en-US" sz="2400" dirty="0">
                <a:solidFill>
                  <a:schemeClr val="hlink"/>
                </a:solidFill>
                <a:latin typeface="Times New Roman" panose="02020603050405020304" pitchFamily="2" charset="0"/>
                <a:ea typeface="黑体" panose="02010609060101010101" pitchFamily="2" charset="-122"/>
                <a:sym typeface="Arial" panose="020B0604020202020204" pitchFamily="34" charset="0"/>
              </a:rPr>
              <a:t>补充预备知识</a:t>
            </a:r>
          </a:p>
          <a:p>
            <a:pPr>
              <a:lnSpc>
                <a:spcPct val="150000"/>
              </a:lnSpc>
            </a:pPr>
            <a:r>
              <a:rPr lang="zh-CN" altLang="en-US" sz="2000" dirty="0">
                <a:solidFill>
                  <a:schemeClr val="hlink"/>
                </a:solidFill>
                <a:latin typeface="Times New Roman" panose="02020603050405020304" pitchFamily="2" charset="0"/>
                <a:ea typeface="黑体" panose="02010609060101010101" pitchFamily="2" charset="-122"/>
                <a:sym typeface="Arial" panose="020B0604020202020204" pitchFamily="34" charset="0"/>
              </a:rPr>
              <a:t>孤立奇点：</a:t>
            </a:r>
            <a:r>
              <a:rPr lang="zh-CN" altLang="en-US" sz="2000" dirty="0">
                <a:latin typeface="Times New Roman" panose="02020603050405020304" pitchFamily="2" charset="0"/>
                <a:ea typeface="黑体" panose="02010609060101010101" pitchFamily="2" charset="-122"/>
                <a:sym typeface="Arial" panose="020B0604020202020204" pitchFamily="34" charset="0"/>
              </a:rPr>
              <a:t>如果函数f(z)在z</a:t>
            </a:r>
            <a:r>
              <a:rPr lang="zh-CN" altLang="en-US" sz="2000" baseline="-25000" dirty="0">
                <a:latin typeface="Times New Roman" panose="02020603050405020304" pitchFamily="2" charset="0"/>
                <a:ea typeface="黑体" panose="02010609060101010101" pitchFamily="2" charset="-122"/>
                <a:sym typeface="Arial" panose="020B0604020202020204" pitchFamily="34" charset="0"/>
              </a:rPr>
              <a:t>0</a:t>
            </a:r>
            <a:r>
              <a:rPr lang="zh-CN" altLang="en-US" sz="2000" dirty="0">
                <a:latin typeface="Times New Roman" panose="02020603050405020304" pitchFamily="2" charset="0"/>
                <a:ea typeface="黑体" panose="02010609060101010101" pitchFamily="2" charset="-122"/>
                <a:sym typeface="Arial" panose="020B0604020202020204" pitchFamily="34" charset="0"/>
              </a:rPr>
              <a:t>点不解析，但f(z)在z</a:t>
            </a:r>
            <a:r>
              <a:rPr lang="zh-CN" altLang="en-US" sz="2000" baseline="-25000" dirty="0">
                <a:latin typeface="Times New Roman" panose="02020603050405020304" pitchFamily="2" charset="0"/>
                <a:ea typeface="黑体" panose="02010609060101010101" pitchFamily="2" charset="-122"/>
                <a:sym typeface="Arial" panose="020B0604020202020204" pitchFamily="34" charset="0"/>
              </a:rPr>
              <a:t>0</a:t>
            </a:r>
            <a:r>
              <a:rPr lang="zh-CN" altLang="en-US" sz="2000" dirty="0">
                <a:latin typeface="Times New Roman" panose="02020603050405020304" pitchFamily="2" charset="0"/>
                <a:ea typeface="黑体" panose="02010609060101010101" pitchFamily="2" charset="-122"/>
                <a:sym typeface="Arial" panose="020B0604020202020204" pitchFamily="34" charset="0"/>
              </a:rPr>
              <a:t>的某一去心邻域</a:t>
            </a:r>
          </a:p>
          <a:p>
            <a:pPr>
              <a:lnSpc>
                <a:spcPct val="150000"/>
              </a:lnSpc>
            </a:pPr>
            <a:r>
              <a:rPr lang="zh-CN" altLang="en-US" sz="2000" dirty="0">
                <a:latin typeface="Times New Roman" panose="02020603050405020304" pitchFamily="2" charset="0"/>
                <a:ea typeface="黑体" panose="02010609060101010101" pitchFamily="2" charset="-122"/>
                <a:sym typeface="Arial" panose="020B0604020202020204" pitchFamily="34" charset="0"/>
              </a:rPr>
              <a:t>                                                 内处处解析，则称</a:t>
            </a:r>
            <a:r>
              <a:rPr lang="zh-CN" altLang="en-US" sz="2000" dirty="0">
                <a:solidFill>
                  <a:srgbClr val="FF0000"/>
                </a:solidFill>
                <a:latin typeface="Times New Roman" panose="02020603050405020304" pitchFamily="2" charset="0"/>
                <a:ea typeface="黑体" panose="02010609060101010101" pitchFamily="2" charset="-122"/>
                <a:sym typeface="Arial" panose="020B0604020202020204" pitchFamily="34" charset="0"/>
              </a:rPr>
              <a:t>z</a:t>
            </a:r>
            <a:r>
              <a:rPr lang="zh-CN" altLang="en-US" sz="2000" baseline="-25000" dirty="0">
                <a:solidFill>
                  <a:srgbClr val="FF0000"/>
                </a:solidFill>
                <a:latin typeface="Times New Roman" panose="02020603050405020304" pitchFamily="2" charset="0"/>
                <a:ea typeface="黑体" panose="02010609060101010101" pitchFamily="2" charset="-122"/>
                <a:sym typeface="Arial" panose="020B0604020202020204" pitchFamily="34" charset="0"/>
              </a:rPr>
              <a:t>0</a:t>
            </a:r>
            <a:r>
              <a:rPr lang="zh-CN" altLang="en-US" sz="2000" dirty="0">
                <a:solidFill>
                  <a:srgbClr val="FF0000"/>
                </a:solidFill>
                <a:latin typeface="Times New Roman" panose="02020603050405020304" pitchFamily="2" charset="0"/>
                <a:ea typeface="黑体" panose="02010609060101010101" pitchFamily="2" charset="-122"/>
                <a:sym typeface="Arial" panose="020B0604020202020204" pitchFamily="34" charset="0"/>
              </a:rPr>
              <a:t>为f(z)的孤立奇点</a:t>
            </a:r>
            <a:endParaRPr lang="zh-CN" altLang="en-US" sz="2000" dirty="0">
              <a:latin typeface="Times New Roman" panose="02020603050405020304" pitchFamily="2" charset="0"/>
              <a:ea typeface="黑体" panose="02010609060101010101" pitchFamily="2" charset="-122"/>
              <a:sym typeface="Arial" panose="020B0604020202020204" pitchFamily="34" charset="0"/>
            </a:endParaRPr>
          </a:p>
          <a:p>
            <a:pPr>
              <a:lnSpc>
                <a:spcPct val="150000"/>
              </a:lnSpc>
            </a:pPr>
            <a:r>
              <a:rPr lang="zh-CN" altLang="en-US" sz="2000" dirty="0">
                <a:latin typeface="Times New Roman" panose="02020603050405020304" pitchFamily="2" charset="0"/>
                <a:ea typeface="黑体" panose="02010609060101010101" pitchFamily="2" charset="-122"/>
                <a:sym typeface="Arial" panose="020B0604020202020204" pitchFamily="34" charset="0"/>
              </a:rPr>
              <a:t>解析函数f(z)可以在</a:t>
            </a:r>
            <a:r>
              <a:rPr lang="zh-CN" altLang="en-US" sz="2000" dirty="0">
                <a:solidFill>
                  <a:srgbClr val="FF0000"/>
                </a:solidFill>
                <a:latin typeface="Times New Roman" panose="02020603050405020304" pitchFamily="2" charset="0"/>
                <a:ea typeface="黑体" panose="02010609060101010101" pitchFamily="2" charset="-122"/>
                <a:sym typeface="Arial" panose="020B0604020202020204" pitchFamily="34" charset="0"/>
              </a:rPr>
              <a:t>孤立奇点的附近</a:t>
            </a:r>
            <a:r>
              <a:rPr lang="zh-CN" altLang="en-US" sz="2000" dirty="0">
                <a:solidFill>
                  <a:schemeClr val="hlink"/>
                </a:solidFill>
                <a:latin typeface="Times New Roman" panose="02020603050405020304" pitchFamily="2" charset="0"/>
                <a:ea typeface="黑体" panose="02010609060101010101" pitchFamily="2" charset="-122"/>
                <a:sym typeface="Arial" panose="020B0604020202020204" pitchFamily="34" charset="0"/>
              </a:rPr>
              <a:t>展开成罗朗级数</a:t>
            </a:r>
            <a:r>
              <a:rPr lang="zh-CN" altLang="en-US" sz="2000" dirty="0">
                <a:latin typeface="Times New Roman" panose="02020603050405020304" pitchFamily="2" charset="0"/>
                <a:ea typeface="黑体" panose="02010609060101010101" pitchFamily="2" charset="-122"/>
                <a:sym typeface="Arial" panose="020B0604020202020204" pitchFamily="34" charset="0"/>
              </a:rPr>
              <a:t>：</a:t>
            </a:r>
          </a:p>
          <a:p>
            <a:pPr>
              <a:lnSpc>
                <a:spcPct val="150000"/>
              </a:lnSpc>
            </a:pPr>
            <a:endParaRPr lang="zh-CN" altLang="en-US" sz="2000" dirty="0">
              <a:latin typeface="Times New Roman" panose="02020603050405020304" pitchFamily="2" charset="0"/>
              <a:ea typeface="黑体" panose="02010609060101010101" pitchFamily="2" charset="-122"/>
              <a:sym typeface="Arial" panose="020B0604020202020204" pitchFamily="34" charset="0"/>
            </a:endParaRPr>
          </a:p>
        </p:txBody>
      </p:sp>
      <p:graphicFrame>
        <p:nvGraphicFramePr>
          <p:cNvPr id="47106" name="对象 86021">
            <a:hlinkClick r:id="" action="ppaction://ole?verb=0"/>
          </p:cNvPr>
          <p:cNvGraphicFramePr>
            <a:graphicFrameLocks noChangeAspect="1"/>
          </p:cNvGraphicFramePr>
          <p:nvPr/>
        </p:nvGraphicFramePr>
        <p:xfrm>
          <a:off x="1871663" y="3009900"/>
          <a:ext cx="1895475" cy="498475"/>
        </p:xfrm>
        <a:graphic>
          <a:graphicData uri="http://schemas.openxmlformats.org/presentationml/2006/ole">
            <mc:AlternateContent xmlns:mc="http://schemas.openxmlformats.org/markup-compatibility/2006">
              <mc:Choice xmlns:v="urn:schemas-microsoft-com:vml" Requires="v">
                <p:oleObj r:id="rId3" imgW="1022985" imgH="267970" progId="Equation.3">
                  <p:embed/>
                </p:oleObj>
              </mc:Choice>
              <mc:Fallback>
                <p:oleObj r:id="rId3" imgW="1022985" imgH="267970" progId="Equation.3">
                  <p:embed/>
                  <p:pic>
                    <p:nvPicPr>
                      <p:cNvPr id="0" name="图片 3207"/>
                      <p:cNvPicPr/>
                      <p:nvPr/>
                    </p:nvPicPr>
                    <p:blipFill>
                      <a:blip r:embed="rId4"/>
                      <a:stretch>
                        <a:fillRect/>
                      </a:stretch>
                    </p:blipFill>
                    <p:spPr>
                      <a:xfrm>
                        <a:off x="1871663" y="3009900"/>
                        <a:ext cx="1895475" cy="498475"/>
                      </a:xfrm>
                      <a:prstGeom prst="rect">
                        <a:avLst/>
                      </a:prstGeom>
                      <a:noFill/>
                      <a:ln w="38100">
                        <a:noFill/>
                        <a:miter/>
                      </a:ln>
                    </p:spPr>
                  </p:pic>
                </p:oleObj>
              </mc:Fallback>
            </mc:AlternateContent>
          </a:graphicData>
        </a:graphic>
      </p:graphicFrame>
      <p:graphicFrame>
        <p:nvGraphicFramePr>
          <p:cNvPr id="47107" name="对象 86022">
            <a:hlinkClick r:id="" action="ppaction://ole?verb=0"/>
          </p:cNvPr>
          <p:cNvGraphicFramePr>
            <a:graphicFrameLocks noChangeAspect="1"/>
          </p:cNvGraphicFramePr>
          <p:nvPr/>
        </p:nvGraphicFramePr>
        <p:xfrm>
          <a:off x="2522538" y="4046538"/>
          <a:ext cx="3308350" cy="1743075"/>
        </p:xfrm>
        <a:graphic>
          <a:graphicData uri="http://schemas.openxmlformats.org/presentationml/2006/ole">
            <mc:AlternateContent xmlns:mc="http://schemas.openxmlformats.org/markup-compatibility/2006">
              <mc:Choice xmlns:v="urn:schemas-microsoft-com:vml" Requires="v">
                <p:oleObj r:id="rId5" imgW="2145665" imgH="1130300" progId="Equation.3">
                  <p:embed/>
                </p:oleObj>
              </mc:Choice>
              <mc:Fallback>
                <p:oleObj r:id="rId5" imgW="2145665" imgH="1130300" progId="Equation.3">
                  <p:embed/>
                  <p:pic>
                    <p:nvPicPr>
                      <p:cNvPr id="0" name="图片 3210"/>
                      <p:cNvPicPr/>
                      <p:nvPr/>
                    </p:nvPicPr>
                    <p:blipFill>
                      <a:blip r:embed="rId6"/>
                      <a:stretch>
                        <a:fillRect/>
                      </a:stretch>
                    </p:blipFill>
                    <p:spPr>
                      <a:xfrm>
                        <a:off x="2522538" y="4046538"/>
                        <a:ext cx="3308350" cy="1743075"/>
                      </a:xfrm>
                      <a:prstGeom prst="rect">
                        <a:avLst/>
                      </a:prstGeom>
                      <a:noFill/>
                      <a:ln w="38100">
                        <a:noFill/>
                        <a:miter/>
                      </a:ln>
                    </p:spPr>
                  </p:pic>
                </p:oleObj>
              </mc:Fallback>
            </mc:AlternateContent>
          </a:graphicData>
        </a:graphic>
      </p:graphicFrame>
      <p:sp>
        <p:nvSpPr>
          <p:cNvPr id="47108" name="标题 24577"/>
          <p:cNvSpPr>
            <a:spLocks noGrp="1"/>
          </p:cNvSpPr>
          <p:nvPr/>
        </p:nvSpPr>
        <p:spPr>
          <a:xfrm>
            <a:off x="550863" y="677863"/>
            <a:ext cx="7623175" cy="762000"/>
          </a:xfrm>
          <a:prstGeom prst="rect">
            <a:avLst/>
          </a:prstGeom>
          <a:noFill/>
          <a:ln w="9525">
            <a:noFill/>
          </a:ln>
        </p:spPr>
        <p:txBody>
          <a:bodyPr anchor="ctr" anchorCtr="0"/>
          <a:lstStyle/>
          <a:p>
            <a:pPr algn="ctr"/>
            <a:r>
              <a:rPr lang="en-US" altLang="zh-CN" sz="3600">
                <a:solidFill>
                  <a:schemeClr val="tx2"/>
                </a:solidFill>
                <a:latin typeface="Times New Roman" panose="02020603050405020304" pitchFamily="2" charset="0"/>
                <a:ea typeface="宋体" panose="02010600030101010101" pitchFamily="2" charset="-122"/>
              </a:rPr>
              <a:t>1</a:t>
            </a:r>
            <a:r>
              <a:rPr lang="zh-CN" altLang="en-US" sz="3600">
                <a:solidFill>
                  <a:schemeClr val="tx2"/>
                </a:solidFill>
                <a:latin typeface="Times New Roman" panose="02020603050405020304" pitchFamily="2" charset="0"/>
                <a:ea typeface="宋体" panose="02010600030101010101" pitchFamily="2" charset="-122"/>
              </a:rPr>
              <a:t>、</a:t>
            </a:r>
            <a:r>
              <a:rPr lang="zh-CN" altLang="en-US" sz="3600" u="sng">
                <a:solidFill>
                  <a:schemeClr val="tx2"/>
                </a:solidFill>
                <a:latin typeface="Times New Roman" panose="02020603050405020304" pitchFamily="2" charset="0"/>
                <a:ea typeface="宋体" panose="02010600030101010101" pitchFamily="2" charset="-122"/>
              </a:rPr>
              <a:t>围数积分法求解（留数法）</a:t>
            </a:r>
          </a:p>
        </p:txBody>
      </p:sp>
      <mc:AlternateContent xmlns:mc="http://schemas.openxmlformats.org/markup-compatibility/2006" xmlns:p14="http://schemas.microsoft.com/office/powerpoint/2010/main">
        <mc:Choice Requires="p14">
          <p:contentPart p14:bwMode="auto" r:id="rId7">
            <p14:nvContentPartPr>
              <p14:cNvPr id="10" name="墨迹 9">
                <a:extLst>
                  <a:ext uri="{FF2B5EF4-FFF2-40B4-BE49-F238E27FC236}">
                    <a16:creationId xmlns:a16="http://schemas.microsoft.com/office/drawing/2014/main" id="{8B3043CB-B62D-3BDE-5108-C1D3A5300857}"/>
                  </a:ext>
                </a:extLst>
              </p14:cNvPr>
              <p14:cNvContentPartPr/>
              <p14:nvPr/>
            </p14:nvContentPartPr>
            <p14:xfrm>
              <a:off x="2853865" y="1690389"/>
              <a:ext cx="360" cy="360"/>
            </p14:xfrm>
          </p:contentPart>
        </mc:Choice>
        <mc:Fallback xmlns="">
          <p:pic>
            <p:nvPicPr>
              <p:cNvPr id="10" name="墨迹 9">
                <a:extLst>
                  <a:ext uri="{FF2B5EF4-FFF2-40B4-BE49-F238E27FC236}">
                    <a16:creationId xmlns:a16="http://schemas.microsoft.com/office/drawing/2014/main" id="{8B3043CB-B62D-3BDE-5108-C1D3A5300857}"/>
                  </a:ext>
                </a:extLst>
              </p:cNvPr>
              <p:cNvPicPr/>
              <p:nvPr/>
            </p:nvPicPr>
            <p:blipFill>
              <a:blip r:embed="rId8"/>
              <a:stretch>
                <a:fillRect/>
              </a:stretch>
            </p:blipFill>
            <p:spPr>
              <a:xfrm>
                <a:off x="2836225" y="1672389"/>
                <a:ext cx="36000" cy="3600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13" name="墨迹 12">
                <a:extLst>
                  <a:ext uri="{FF2B5EF4-FFF2-40B4-BE49-F238E27FC236}">
                    <a16:creationId xmlns:a16="http://schemas.microsoft.com/office/drawing/2014/main" id="{659EEB7D-C95C-BF96-1E38-04000CFE26FD}"/>
                  </a:ext>
                </a:extLst>
              </p14:cNvPr>
              <p14:cNvContentPartPr/>
              <p14:nvPr/>
            </p14:nvContentPartPr>
            <p14:xfrm>
              <a:off x="2853865" y="1690389"/>
              <a:ext cx="360" cy="360"/>
            </p14:xfrm>
          </p:contentPart>
        </mc:Choice>
        <mc:Fallback xmlns="">
          <p:pic>
            <p:nvPicPr>
              <p:cNvPr id="13" name="墨迹 12">
                <a:extLst>
                  <a:ext uri="{FF2B5EF4-FFF2-40B4-BE49-F238E27FC236}">
                    <a16:creationId xmlns:a16="http://schemas.microsoft.com/office/drawing/2014/main" id="{659EEB7D-C95C-BF96-1E38-04000CFE26FD}"/>
                  </a:ext>
                </a:extLst>
              </p:cNvPr>
              <p:cNvPicPr/>
              <p:nvPr/>
            </p:nvPicPr>
            <p:blipFill>
              <a:blip r:embed="rId8"/>
              <a:stretch>
                <a:fillRect/>
              </a:stretch>
            </p:blipFill>
            <p:spPr>
              <a:xfrm>
                <a:off x="2836225" y="1672389"/>
                <a:ext cx="36000" cy="36000"/>
              </a:xfrm>
              <a:prstGeom prst="rect">
                <a:avLst/>
              </a:prstGeom>
            </p:spPr>
          </p:pic>
        </mc:Fallback>
      </mc:AlternateContent>
      <p:grpSp>
        <p:nvGrpSpPr>
          <p:cNvPr id="17" name="组合 16">
            <a:extLst>
              <a:ext uri="{FF2B5EF4-FFF2-40B4-BE49-F238E27FC236}">
                <a16:creationId xmlns:a16="http://schemas.microsoft.com/office/drawing/2014/main" id="{EEA2774C-6B52-582E-F2C9-E7B34CA57393}"/>
              </a:ext>
            </a:extLst>
          </p:cNvPr>
          <p:cNvGrpSpPr/>
          <p:nvPr/>
        </p:nvGrpSpPr>
        <p:grpSpPr>
          <a:xfrm>
            <a:off x="3065185" y="1662309"/>
            <a:ext cx="434880" cy="337320"/>
            <a:chOff x="3065185" y="1662309"/>
            <a:chExt cx="434880" cy="337320"/>
          </a:xfrm>
        </p:grpSpPr>
        <mc:AlternateContent xmlns:mc="http://schemas.openxmlformats.org/markup-compatibility/2006" xmlns:p14="http://schemas.microsoft.com/office/powerpoint/2010/main">
          <mc:Choice Requires="p14">
            <p:contentPart p14:bwMode="auto" r:id="rId10">
              <p14:nvContentPartPr>
                <p14:cNvPr id="14" name="墨迹 13">
                  <a:extLst>
                    <a:ext uri="{FF2B5EF4-FFF2-40B4-BE49-F238E27FC236}">
                      <a16:creationId xmlns:a16="http://schemas.microsoft.com/office/drawing/2014/main" id="{7476FC7D-EB7A-176D-7B72-7DB5BEC68E5E}"/>
                    </a:ext>
                  </a:extLst>
                </p14:cNvPr>
                <p14:cNvContentPartPr/>
                <p14:nvPr/>
              </p14:nvContentPartPr>
              <p14:xfrm>
                <a:off x="3130705" y="1754829"/>
                <a:ext cx="159840" cy="219240"/>
              </p14:xfrm>
            </p:contentPart>
          </mc:Choice>
          <mc:Fallback xmlns="">
            <p:pic>
              <p:nvPicPr>
                <p:cNvPr id="14" name="墨迹 13">
                  <a:extLst>
                    <a:ext uri="{FF2B5EF4-FFF2-40B4-BE49-F238E27FC236}">
                      <a16:creationId xmlns:a16="http://schemas.microsoft.com/office/drawing/2014/main" id="{7476FC7D-EB7A-176D-7B72-7DB5BEC68E5E}"/>
                    </a:ext>
                  </a:extLst>
                </p:cNvPr>
                <p:cNvPicPr/>
                <p:nvPr/>
              </p:nvPicPr>
              <p:blipFill>
                <a:blip r:embed="rId11"/>
                <a:stretch>
                  <a:fillRect/>
                </a:stretch>
              </p:blipFill>
              <p:spPr>
                <a:xfrm>
                  <a:off x="3113065" y="1736829"/>
                  <a:ext cx="195480" cy="25488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15" name="墨迹 14">
                  <a:extLst>
                    <a:ext uri="{FF2B5EF4-FFF2-40B4-BE49-F238E27FC236}">
                      <a16:creationId xmlns:a16="http://schemas.microsoft.com/office/drawing/2014/main" id="{A6B69CE2-2894-2794-FD3A-90B487507EF4}"/>
                    </a:ext>
                  </a:extLst>
                </p14:cNvPr>
                <p14:cNvContentPartPr/>
                <p14:nvPr/>
              </p14:nvContentPartPr>
              <p14:xfrm>
                <a:off x="3065185" y="1736469"/>
                <a:ext cx="213840" cy="263160"/>
              </p14:xfrm>
            </p:contentPart>
          </mc:Choice>
          <mc:Fallback xmlns="">
            <p:pic>
              <p:nvPicPr>
                <p:cNvPr id="15" name="墨迹 14">
                  <a:extLst>
                    <a:ext uri="{FF2B5EF4-FFF2-40B4-BE49-F238E27FC236}">
                      <a16:creationId xmlns:a16="http://schemas.microsoft.com/office/drawing/2014/main" id="{A6B69CE2-2894-2794-FD3A-90B487507EF4}"/>
                    </a:ext>
                  </a:extLst>
                </p:cNvPr>
                <p:cNvPicPr/>
                <p:nvPr/>
              </p:nvPicPr>
              <p:blipFill>
                <a:blip r:embed="rId13"/>
                <a:stretch>
                  <a:fillRect/>
                </a:stretch>
              </p:blipFill>
              <p:spPr>
                <a:xfrm>
                  <a:off x="3047545" y="1718469"/>
                  <a:ext cx="249480" cy="29880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16" name="墨迹 15">
                  <a:extLst>
                    <a:ext uri="{FF2B5EF4-FFF2-40B4-BE49-F238E27FC236}">
                      <a16:creationId xmlns:a16="http://schemas.microsoft.com/office/drawing/2014/main" id="{FB2915B9-01A3-6FD8-9C8A-6A178356F8D4}"/>
                    </a:ext>
                  </a:extLst>
                </p14:cNvPr>
                <p14:cNvContentPartPr/>
                <p14:nvPr/>
              </p14:nvContentPartPr>
              <p14:xfrm>
                <a:off x="3394585" y="1662309"/>
                <a:ext cx="105480" cy="176400"/>
              </p14:xfrm>
            </p:contentPart>
          </mc:Choice>
          <mc:Fallback xmlns="">
            <p:pic>
              <p:nvPicPr>
                <p:cNvPr id="16" name="墨迹 15">
                  <a:extLst>
                    <a:ext uri="{FF2B5EF4-FFF2-40B4-BE49-F238E27FC236}">
                      <a16:creationId xmlns:a16="http://schemas.microsoft.com/office/drawing/2014/main" id="{FB2915B9-01A3-6FD8-9C8A-6A178356F8D4}"/>
                    </a:ext>
                  </a:extLst>
                </p:cNvPr>
                <p:cNvPicPr/>
                <p:nvPr/>
              </p:nvPicPr>
              <p:blipFill>
                <a:blip r:embed="rId15"/>
                <a:stretch>
                  <a:fillRect/>
                </a:stretch>
              </p:blipFill>
              <p:spPr>
                <a:xfrm>
                  <a:off x="3376585" y="1644309"/>
                  <a:ext cx="141120" cy="212040"/>
                </a:xfrm>
                <a:prstGeom prst="rect">
                  <a:avLst/>
                </a:prstGeom>
              </p:spPr>
            </p:pic>
          </mc:Fallback>
        </mc:AlternateContent>
      </p:grpSp>
      <p:grpSp>
        <p:nvGrpSpPr>
          <p:cNvPr id="44" name="组合 43">
            <a:extLst>
              <a:ext uri="{FF2B5EF4-FFF2-40B4-BE49-F238E27FC236}">
                <a16:creationId xmlns:a16="http://schemas.microsoft.com/office/drawing/2014/main" id="{577D8083-F0CD-819C-A8B1-F437580B463D}"/>
              </a:ext>
            </a:extLst>
          </p:cNvPr>
          <p:cNvGrpSpPr/>
          <p:nvPr/>
        </p:nvGrpSpPr>
        <p:grpSpPr>
          <a:xfrm>
            <a:off x="4488625" y="3814265"/>
            <a:ext cx="4148640" cy="1201320"/>
            <a:chOff x="4488625" y="3814265"/>
            <a:chExt cx="4148640" cy="1201320"/>
          </a:xfrm>
        </p:grpSpPr>
        <mc:AlternateContent xmlns:mc="http://schemas.openxmlformats.org/markup-compatibility/2006" xmlns:p14="http://schemas.microsoft.com/office/powerpoint/2010/main">
          <mc:Choice Requires="p14">
            <p:contentPart p14:bwMode="auto" r:id="rId16">
              <p14:nvContentPartPr>
                <p14:cNvPr id="2" name="墨迹 1">
                  <a:extLst>
                    <a:ext uri="{FF2B5EF4-FFF2-40B4-BE49-F238E27FC236}">
                      <a16:creationId xmlns:a16="http://schemas.microsoft.com/office/drawing/2014/main" id="{DEB96018-BFAA-04F9-CFFD-79EA7AFEFE37}"/>
                    </a:ext>
                  </a:extLst>
                </p14:cNvPr>
                <p14:cNvContentPartPr/>
                <p14:nvPr/>
              </p14:nvContentPartPr>
              <p14:xfrm>
                <a:off x="5801185" y="4561265"/>
                <a:ext cx="245160" cy="308160"/>
              </p14:xfrm>
            </p:contentPart>
          </mc:Choice>
          <mc:Fallback xmlns="">
            <p:pic>
              <p:nvPicPr>
                <p:cNvPr id="2" name="墨迹 1">
                  <a:extLst>
                    <a:ext uri="{FF2B5EF4-FFF2-40B4-BE49-F238E27FC236}">
                      <a16:creationId xmlns:a16="http://schemas.microsoft.com/office/drawing/2014/main" id="{DEB96018-BFAA-04F9-CFFD-79EA7AFEFE37}"/>
                    </a:ext>
                  </a:extLst>
                </p:cNvPr>
                <p:cNvPicPr/>
                <p:nvPr/>
              </p:nvPicPr>
              <p:blipFill>
                <a:blip r:embed="rId17"/>
                <a:stretch>
                  <a:fillRect/>
                </a:stretch>
              </p:blipFill>
              <p:spPr>
                <a:xfrm>
                  <a:off x="5783185" y="4543625"/>
                  <a:ext cx="280800" cy="34380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3" name="墨迹 2">
                  <a:extLst>
                    <a:ext uri="{FF2B5EF4-FFF2-40B4-BE49-F238E27FC236}">
                      <a16:creationId xmlns:a16="http://schemas.microsoft.com/office/drawing/2014/main" id="{415320F7-231D-A9B9-09C8-CF3AFE69363E}"/>
                    </a:ext>
                  </a:extLst>
                </p14:cNvPr>
                <p14:cNvContentPartPr/>
                <p14:nvPr/>
              </p14:nvContentPartPr>
              <p14:xfrm>
                <a:off x="5827825" y="4719665"/>
                <a:ext cx="101160" cy="360"/>
              </p14:xfrm>
            </p:contentPart>
          </mc:Choice>
          <mc:Fallback xmlns="">
            <p:pic>
              <p:nvPicPr>
                <p:cNvPr id="3" name="墨迹 2">
                  <a:extLst>
                    <a:ext uri="{FF2B5EF4-FFF2-40B4-BE49-F238E27FC236}">
                      <a16:creationId xmlns:a16="http://schemas.microsoft.com/office/drawing/2014/main" id="{415320F7-231D-A9B9-09C8-CF3AFE69363E}"/>
                    </a:ext>
                  </a:extLst>
                </p:cNvPr>
                <p:cNvPicPr/>
                <p:nvPr/>
              </p:nvPicPr>
              <p:blipFill>
                <a:blip r:embed="rId19"/>
                <a:stretch>
                  <a:fillRect/>
                </a:stretch>
              </p:blipFill>
              <p:spPr>
                <a:xfrm>
                  <a:off x="5810185" y="4701665"/>
                  <a:ext cx="136800" cy="3600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4" name="墨迹 3">
                  <a:extLst>
                    <a:ext uri="{FF2B5EF4-FFF2-40B4-BE49-F238E27FC236}">
                      <a16:creationId xmlns:a16="http://schemas.microsoft.com/office/drawing/2014/main" id="{84BA21CE-4439-464B-9BA0-D07DAC2664AD}"/>
                    </a:ext>
                  </a:extLst>
                </p14:cNvPr>
                <p14:cNvContentPartPr/>
                <p14:nvPr/>
              </p14:nvContentPartPr>
              <p14:xfrm>
                <a:off x="6234265" y="4710305"/>
                <a:ext cx="101160" cy="360"/>
              </p14:xfrm>
            </p:contentPart>
          </mc:Choice>
          <mc:Fallback xmlns="">
            <p:pic>
              <p:nvPicPr>
                <p:cNvPr id="4" name="墨迹 3">
                  <a:extLst>
                    <a:ext uri="{FF2B5EF4-FFF2-40B4-BE49-F238E27FC236}">
                      <a16:creationId xmlns:a16="http://schemas.microsoft.com/office/drawing/2014/main" id="{84BA21CE-4439-464B-9BA0-D07DAC2664AD}"/>
                    </a:ext>
                  </a:extLst>
                </p:cNvPr>
                <p:cNvPicPr/>
                <p:nvPr/>
              </p:nvPicPr>
              <p:blipFill>
                <a:blip r:embed="rId19"/>
                <a:stretch>
                  <a:fillRect/>
                </a:stretch>
              </p:blipFill>
              <p:spPr>
                <a:xfrm>
                  <a:off x="6216265" y="4692305"/>
                  <a:ext cx="136800" cy="36000"/>
                </a:xfrm>
                <a:prstGeom prst="rect">
                  <a:avLst/>
                </a:prstGeom>
              </p:spPr>
            </p:pic>
          </mc:Fallback>
        </mc:AlternateContent>
        <mc:AlternateContent xmlns:mc="http://schemas.openxmlformats.org/markup-compatibility/2006" xmlns:p14="http://schemas.microsoft.com/office/powerpoint/2010/main">
          <mc:Choice Requires="p14">
            <p:contentPart p14:bwMode="auto" r:id="rId21">
              <p14:nvContentPartPr>
                <p14:cNvPr id="5" name="墨迹 4">
                  <a:extLst>
                    <a:ext uri="{FF2B5EF4-FFF2-40B4-BE49-F238E27FC236}">
                      <a16:creationId xmlns:a16="http://schemas.microsoft.com/office/drawing/2014/main" id="{D1A7A4E4-0D1F-6050-DD0A-A537FBEE2406}"/>
                    </a:ext>
                  </a:extLst>
                </p14:cNvPr>
                <p14:cNvContentPartPr/>
                <p14:nvPr/>
              </p14:nvContentPartPr>
              <p14:xfrm>
                <a:off x="6445945" y="4635425"/>
                <a:ext cx="288360" cy="289800"/>
              </p14:xfrm>
            </p:contentPart>
          </mc:Choice>
          <mc:Fallback xmlns="">
            <p:pic>
              <p:nvPicPr>
                <p:cNvPr id="5" name="墨迹 4">
                  <a:extLst>
                    <a:ext uri="{FF2B5EF4-FFF2-40B4-BE49-F238E27FC236}">
                      <a16:creationId xmlns:a16="http://schemas.microsoft.com/office/drawing/2014/main" id="{D1A7A4E4-0D1F-6050-DD0A-A537FBEE2406}"/>
                    </a:ext>
                  </a:extLst>
                </p:cNvPr>
                <p:cNvPicPr/>
                <p:nvPr/>
              </p:nvPicPr>
              <p:blipFill>
                <a:blip r:embed="rId22"/>
                <a:stretch>
                  <a:fillRect/>
                </a:stretch>
              </p:blipFill>
              <p:spPr>
                <a:xfrm>
                  <a:off x="6427945" y="4617425"/>
                  <a:ext cx="324000" cy="325440"/>
                </a:xfrm>
                <a:prstGeom prst="rect">
                  <a:avLst/>
                </a:prstGeom>
              </p:spPr>
            </p:pic>
          </mc:Fallback>
        </mc:AlternateContent>
        <mc:AlternateContent xmlns:mc="http://schemas.openxmlformats.org/markup-compatibility/2006" xmlns:p14="http://schemas.microsoft.com/office/powerpoint/2010/main">
          <mc:Choice Requires="p14">
            <p:contentPart p14:bwMode="auto" r:id="rId23">
              <p14:nvContentPartPr>
                <p14:cNvPr id="6" name="墨迹 5">
                  <a:extLst>
                    <a:ext uri="{FF2B5EF4-FFF2-40B4-BE49-F238E27FC236}">
                      <a16:creationId xmlns:a16="http://schemas.microsoft.com/office/drawing/2014/main" id="{563A065A-C742-91C8-D352-480FCBEED19A}"/>
                    </a:ext>
                  </a:extLst>
                </p14:cNvPr>
                <p14:cNvContentPartPr/>
                <p14:nvPr/>
              </p14:nvContentPartPr>
              <p14:xfrm>
                <a:off x="6345145" y="4710305"/>
                <a:ext cx="354960" cy="19440"/>
              </p14:xfrm>
            </p:contentPart>
          </mc:Choice>
          <mc:Fallback xmlns="">
            <p:pic>
              <p:nvPicPr>
                <p:cNvPr id="6" name="墨迹 5">
                  <a:extLst>
                    <a:ext uri="{FF2B5EF4-FFF2-40B4-BE49-F238E27FC236}">
                      <a16:creationId xmlns:a16="http://schemas.microsoft.com/office/drawing/2014/main" id="{563A065A-C742-91C8-D352-480FCBEED19A}"/>
                    </a:ext>
                  </a:extLst>
                </p:cNvPr>
                <p:cNvPicPr/>
                <p:nvPr/>
              </p:nvPicPr>
              <p:blipFill>
                <a:blip r:embed="rId24"/>
                <a:stretch>
                  <a:fillRect/>
                </a:stretch>
              </p:blipFill>
              <p:spPr>
                <a:xfrm>
                  <a:off x="6327505" y="4692305"/>
                  <a:ext cx="390600" cy="55080"/>
                </a:xfrm>
                <a:prstGeom prst="rect">
                  <a:avLst/>
                </a:prstGeom>
              </p:spPr>
            </p:pic>
          </mc:Fallback>
        </mc:AlternateContent>
        <mc:AlternateContent xmlns:mc="http://schemas.openxmlformats.org/markup-compatibility/2006" xmlns:p14="http://schemas.microsoft.com/office/powerpoint/2010/main">
          <mc:Choice Requires="p14">
            <p:contentPart p14:bwMode="auto" r:id="rId25">
              <p14:nvContentPartPr>
                <p14:cNvPr id="7" name="墨迹 6">
                  <a:extLst>
                    <a:ext uri="{FF2B5EF4-FFF2-40B4-BE49-F238E27FC236}">
                      <a16:creationId xmlns:a16="http://schemas.microsoft.com/office/drawing/2014/main" id="{8647CC11-BE79-EA72-32C3-AC5BFA10611F}"/>
                    </a:ext>
                  </a:extLst>
                </p14:cNvPr>
                <p14:cNvContentPartPr/>
                <p14:nvPr/>
              </p14:nvContentPartPr>
              <p14:xfrm>
                <a:off x="6824665" y="4726145"/>
                <a:ext cx="121680" cy="93600"/>
              </p14:xfrm>
            </p:contentPart>
          </mc:Choice>
          <mc:Fallback xmlns="">
            <p:pic>
              <p:nvPicPr>
                <p:cNvPr id="7" name="墨迹 6">
                  <a:extLst>
                    <a:ext uri="{FF2B5EF4-FFF2-40B4-BE49-F238E27FC236}">
                      <a16:creationId xmlns:a16="http://schemas.microsoft.com/office/drawing/2014/main" id="{8647CC11-BE79-EA72-32C3-AC5BFA10611F}"/>
                    </a:ext>
                  </a:extLst>
                </p:cNvPr>
                <p:cNvPicPr/>
                <p:nvPr/>
              </p:nvPicPr>
              <p:blipFill>
                <a:blip r:embed="rId26"/>
                <a:stretch>
                  <a:fillRect/>
                </a:stretch>
              </p:blipFill>
              <p:spPr>
                <a:xfrm>
                  <a:off x="6807025" y="4708505"/>
                  <a:ext cx="157320" cy="129240"/>
                </a:xfrm>
                <a:prstGeom prst="rect">
                  <a:avLst/>
                </a:prstGeom>
              </p:spPr>
            </p:pic>
          </mc:Fallback>
        </mc:AlternateContent>
        <mc:AlternateContent xmlns:mc="http://schemas.openxmlformats.org/markup-compatibility/2006" xmlns:p14="http://schemas.microsoft.com/office/powerpoint/2010/main">
          <mc:Choice Requires="p14">
            <p:contentPart p14:bwMode="auto" r:id="rId27">
              <p14:nvContentPartPr>
                <p14:cNvPr id="9" name="墨迹 8">
                  <a:extLst>
                    <a:ext uri="{FF2B5EF4-FFF2-40B4-BE49-F238E27FC236}">
                      <a16:creationId xmlns:a16="http://schemas.microsoft.com/office/drawing/2014/main" id="{018E1BC8-C032-A8DF-3920-31A84D07513B}"/>
                    </a:ext>
                  </a:extLst>
                </p14:cNvPr>
                <p14:cNvContentPartPr/>
                <p14:nvPr/>
              </p14:nvContentPartPr>
              <p14:xfrm>
                <a:off x="5808745" y="4470185"/>
                <a:ext cx="84240" cy="444600"/>
              </p14:xfrm>
            </p:contentPart>
          </mc:Choice>
          <mc:Fallback xmlns="">
            <p:pic>
              <p:nvPicPr>
                <p:cNvPr id="9" name="墨迹 8">
                  <a:extLst>
                    <a:ext uri="{FF2B5EF4-FFF2-40B4-BE49-F238E27FC236}">
                      <a16:creationId xmlns:a16="http://schemas.microsoft.com/office/drawing/2014/main" id="{018E1BC8-C032-A8DF-3920-31A84D07513B}"/>
                    </a:ext>
                  </a:extLst>
                </p:cNvPr>
                <p:cNvPicPr/>
                <p:nvPr/>
              </p:nvPicPr>
              <p:blipFill>
                <a:blip r:embed="rId28"/>
                <a:stretch>
                  <a:fillRect/>
                </a:stretch>
              </p:blipFill>
              <p:spPr>
                <a:xfrm>
                  <a:off x="5790745" y="4452185"/>
                  <a:ext cx="119880" cy="480240"/>
                </a:xfrm>
                <a:prstGeom prst="rect">
                  <a:avLst/>
                </a:prstGeom>
              </p:spPr>
            </p:pic>
          </mc:Fallback>
        </mc:AlternateContent>
        <mc:AlternateContent xmlns:mc="http://schemas.openxmlformats.org/markup-compatibility/2006" xmlns:p14="http://schemas.microsoft.com/office/powerpoint/2010/main">
          <mc:Choice Requires="p14">
            <p:contentPart p14:bwMode="auto" r:id="rId29">
              <p14:nvContentPartPr>
                <p14:cNvPr id="11" name="墨迹 10">
                  <a:extLst>
                    <a:ext uri="{FF2B5EF4-FFF2-40B4-BE49-F238E27FC236}">
                      <a16:creationId xmlns:a16="http://schemas.microsoft.com/office/drawing/2014/main" id="{3B4F883A-1EAB-366A-8C65-411A8AD7940C}"/>
                    </a:ext>
                  </a:extLst>
                </p14:cNvPr>
                <p14:cNvContentPartPr/>
                <p14:nvPr/>
              </p14:nvContentPartPr>
              <p14:xfrm>
                <a:off x="7006825" y="4479545"/>
                <a:ext cx="41040" cy="462240"/>
              </p14:xfrm>
            </p:contentPart>
          </mc:Choice>
          <mc:Fallback xmlns="">
            <p:pic>
              <p:nvPicPr>
                <p:cNvPr id="11" name="墨迹 10">
                  <a:extLst>
                    <a:ext uri="{FF2B5EF4-FFF2-40B4-BE49-F238E27FC236}">
                      <a16:creationId xmlns:a16="http://schemas.microsoft.com/office/drawing/2014/main" id="{3B4F883A-1EAB-366A-8C65-411A8AD7940C}"/>
                    </a:ext>
                  </a:extLst>
                </p:cNvPr>
                <p:cNvPicPr/>
                <p:nvPr/>
              </p:nvPicPr>
              <p:blipFill>
                <a:blip r:embed="rId30"/>
                <a:stretch>
                  <a:fillRect/>
                </a:stretch>
              </p:blipFill>
              <p:spPr>
                <a:xfrm>
                  <a:off x="6988825" y="4461545"/>
                  <a:ext cx="76680" cy="497880"/>
                </a:xfrm>
                <a:prstGeom prst="rect">
                  <a:avLst/>
                </a:prstGeom>
              </p:spPr>
            </p:pic>
          </mc:Fallback>
        </mc:AlternateContent>
        <mc:AlternateContent xmlns:mc="http://schemas.openxmlformats.org/markup-compatibility/2006" xmlns:p14="http://schemas.microsoft.com/office/powerpoint/2010/main">
          <mc:Choice Requires="p14">
            <p:contentPart p14:bwMode="auto" r:id="rId31">
              <p14:nvContentPartPr>
                <p14:cNvPr id="12" name="墨迹 11">
                  <a:extLst>
                    <a:ext uri="{FF2B5EF4-FFF2-40B4-BE49-F238E27FC236}">
                      <a16:creationId xmlns:a16="http://schemas.microsoft.com/office/drawing/2014/main" id="{DF5E9C89-93FB-89BE-6354-399598E9C523}"/>
                    </a:ext>
                  </a:extLst>
                </p14:cNvPr>
                <p14:cNvContentPartPr/>
                <p14:nvPr/>
              </p14:nvContentPartPr>
              <p14:xfrm>
                <a:off x="7167385" y="4470185"/>
                <a:ext cx="112320" cy="191160"/>
              </p14:xfrm>
            </p:contentPart>
          </mc:Choice>
          <mc:Fallback xmlns="">
            <p:pic>
              <p:nvPicPr>
                <p:cNvPr id="12" name="墨迹 11">
                  <a:extLst>
                    <a:ext uri="{FF2B5EF4-FFF2-40B4-BE49-F238E27FC236}">
                      <a16:creationId xmlns:a16="http://schemas.microsoft.com/office/drawing/2014/main" id="{DF5E9C89-93FB-89BE-6354-399598E9C523}"/>
                    </a:ext>
                  </a:extLst>
                </p:cNvPr>
                <p:cNvPicPr/>
                <p:nvPr/>
              </p:nvPicPr>
              <p:blipFill>
                <a:blip r:embed="rId32"/>
                <a:stretch>
                  <a:fillRect/>
                </a:stretch>
              </p:blipFill>
              <p:spPr>
                <a:xfrm>
                  <a:off x="7149385" y="4452185"/>
                  <a:ext cx="147960" cy="226800"/>
                </a:xfrm>
                <a:prstGeom prst="rect">
                  <a:avLst/>
                </a:prstGeom>
              </p:spPr>
            </p:pic>
          </mc:Fallback>
        </mc:AlternateContent>
        <mc:AlternateContent xmlns:mc="http://schemas.openxmlformats.org/markup-compatibility/2006" xmlns:p14="http://schemas.microsoft.com/office/powerpoint/2010/main">
          <mc:Choice Requires="p14">
            <p:contentPart p14:bwMode="auto" r:id="rId33">
              <p14:nvContentPartPr>
                <p14:cNvPr id="18" name="墨迹 17">
                  <a:extLst>
                    <a:ext uri="{FF2B5EF4-FFF2-40B4-BE49-F238E27FC236}">
                      <a16:creationId xmlns:a16="http://schemas.microsoft.com/office/drawing/2014/main" id="{F6DB2690-5042-D12A-BF09-5C4CDA983115}"/>
                    </a:ext>
                  </a:extLst>
                </p14:cNvPr>
                <p14:cNvContentPartPr/>
                <p14:nvPr/>
              </p14:nvContentPartPr>
              <p14:xfrm>
                <a:off x="7323985" y="4573145"/>
                <a:ext cx="108720" cy="35640"/>
              </p14:xfrm>
            </p:contentPart>
          </mc:Choice>
          <mc:Fallback xmlns="">
            <p:pic>
              <p:nvPicPr>
                <p:cNvPr id="18" name="墨迹 17">
                  <a:extLst>
                    <a:ext uri="{FF2B5EF4-FFF2-40B4-BE49-F238E27FC236}">
                      <a16:creationId xmlns:a16="http://schemas.microsoft.com/office/drawing/2014/main" id="{F6DB2690-5042-D12A-BF09-5C4CDA983115}"/>
                    </a:ext>
                  </a:extLst>
                </p:cNvPr>
                <p:cNvPicPr/>
                <p:nvPr/>
              </p:nvPicPr>
              <p:blipFill>
                <a:blip r:embed="rId34"/>
                <a:stretch>
                  <a:fillRect/>
                </a:stretch>
              </p:blipFill>
              <p:spPr>
                <a:xfrm>
                  <a:off x="7306345" y="4555505"/>
                  <a:ext cx="144360" cy="71280"/>
                </a:xfrm>
                <a:prstGeom prst="rect">
                  <a:avLst/>
                </a:prstGeom>
              </p:spPr>
            </p:pic>
          </mc:Fallback>
        </mc:AlternateContent>
        <mc:AlternateContent xmlns:mc="http://schemas.openxmlformats.org/markup-compatibility/2006" xmlns:p14="http://schemas.microsoft.com/office/powerpoint/2010/main">
          <mc:Choice Requires="p14">
            <p:contentPart p14:bwMode="auto" r:id="rId35">
              <p14:nvContentPartPr>
                <p14:cNvPr id="19" name="墨迹 18">
                  <a:extLst>
                    <a:ext uri="{FF2B5EF4-FFF2-40B4-BE49-F238E27FC236}">
                      <a16:creationId xmlns:a16="http://schemas.microsoft.com/office/drawing/2014/main" id="{03086C45-74DF-6CE2-687B-A9854261BAAC}"/>
                    </a:ext>
                  </a:extLst>
                </p14:cNvPr>
                <p14:cNvContentPartPr/>
                <p14:nvPr/>
              </p14:nvContentPartPr>
              <p14:xfrm>
                <a:off x="7380145" y="4479545"/>
                <a:ext cx="13680" cy="188280"/>
              </p14:xfrm>
            </p:contentPart>
          </mc:Choice>
          <mc:Fallback xmlns="">
            <p:pic>
              <p:nvPicPr>
                <p:cNvPr id="19" name="墨迹 18">
                  <a:extLst>
                    <a:ext uri="{FF2B5EF4-FFF2-40B4-BE49-F238E27FC236}">
                      <a16:creationId xmlns:a16="http://schemas.microsoft.com/office/drawing/2014/main" id="{03086C45-74DF-6CE2-687B-A9854261BAAC}"/>
                    </a:ext>
                  </a:extLst>
                </p:cNvPr>
                <p:cNvPicPr/>
                <p:nvPr/>
              </p:nvPicPr>
              <p:blipFill>
                <a:blip r:embed="rId36"/>
                <a:stretch>
                  <a:fillRect/>
                </a:stretch>
              </p:blipFill>
              <p:spPr>
                <a:xfrm>
                  <a:off x="7362145" y="4461545"/>
                  <a:ext cx="49320" cy="223920"/>
                </a:xfrm>
                <a:prstGeom prst="rect">
                  <a:avLst/>
                </a:prstGeom>
              </p:spPr>
            </p:pic>
          </mc:Fallback>
        </mc:AlternateContent>
        <mc:AlternateContent xmlns:mc="http://schemas.openxmlformats.org/markup-compatibility/2006" xmlns:p14="http://schemas.microsoft.com/office/powerpoint/2010/main">
          <mc:Choice Requires="p14">
            <p:contentPart p14:bwMode="auto" r:id="rId37">
              <p14:nvContentPartPr>
                <p14:cNvPr id="20" name="墨迹 19">
                  <a:extLst>
                    <a:ext uri="{FF2B5EF4-FFF2-40B4-BE49-F238E27FC236}">
                      <a16:creationId xmlns:a16="http://schemas.microsoft.com/office/drawing/2014/main" id="{208382F5-F53E-DC52-987D-ABABC8220B61}"/>
                    </a:ext>
                  </a:extLst>
                </p14:cNvPr>
                <p14:cNvContentPartPr/>
                <p14:nvPr/>
              </p14:nvContentPartPr>
              <p14:xfrm>
                <a:off x="7569505" y="4488545"/>
                <a:ext cx="13680" cy="231120"/>
              </p14:xfrm>
            </p:contentPart>
          </mc:Choice>
          <mc:Fallback xmlns="">
            <p:pic>
              <p:nvPicPr>
                <p:cNvPr id="20" name="墨迹 19">
                  <a:extLst>
                    <a:ext uri="{FF2B5EF4-FFF2-40B4-BE49-F238E27FC236}">
                      <a16:creationId xmlns:a16="http://schemas.microsoft.com/office/drawing/2014/main" id="{208382F5-F53E-DC52-987D-ABABC8220B61}"/>
                    </a:ext>
                  </a:extLst>
                </p:cNvPr>
                <p:cNvPicPr/>
                <p:nvPr/>
              </p:nvPicPr>
              <p:blipFill>
                <a:blip r:embed="rId38"/>
                <a:stretch>
                  <a:fillRect/>
                </a:stretch>
              </p:blipFill>
              <p:spPr>
                <a:xfrm>
                  <a:off x="7551865" y="4470905"/>
                  <a:ext cx="49320" cy="266760"/>
                </a:xfrm>
                <a:prstGeom prst="rect">
                  <a:avLst/>
                </a:prstGeom>
              </p:spPr>
            </p:pic>
          </mc:Fallback>
        </mc:AlternateContent>
        <mc:AlternateContent xmlns:mc="http://schemas.openxmlformats.org/markup-compatibility/2006" xmlns:p14="http://schemas.microsoft.com/office/powerpoint/2010/main">
          <mc:Choice Requires="p14">
            <p:contentPart p14:bwMode="auto" r:id="rId39">
              <p14:nvContentPartPr>
                <p14:cNvPr id="21" name="墨迹 20">
                  <a:extLst>
                    <a:ext uri="{FF2B5EF4-FFF2-40B4-BE49-F238E27FC236}">
                      <a16:creationId xmlns:a16="http://schemas.microsoft.com/office/drawing/2014/main" id="{BEC2BB27-45B9-C96F-3EAE-AD1B5EF5EC4B}"/>
                    </a:ext>
                  </a:extLst>
                </p14:cNvPr>
                <p14:cNvContentPartPr/>
                <p14:nvPr/>
              </p14:nvContentPartPr>
              <p14:xfrm>
                <a:off x="5550625" y="4349585"/>
                <a:ext cx="2061720" cy="47160"/>
              </p14:xfrm>
            </p:contentPart>
          </mc:Choice>
          <mc:Fallback xmlns="">
            <p:pic>
              <p:nvPicPr>
                <p:cNvPr id="21" name="墨迹 20">
                  <a:extLst>
                    <a:ext uri="{FF2B5EF4-FFF2-40B4-BE49-F238E27FC236}">
                      <a16:creationId xmlns:a16="http://schemas.microsoft.com/office/drawing/2014/main" id="{BEC2BB27-45B9-C96F-3EAE-AD1B5EF5EC4B}"/>
                    </a:ext>
                  </a:extLst>
                </p:cNvPr>
                <p:cNvPicPr/>
                <p:nvPr/>
              </p:nvPicPr>
              <p:blipFill>
                <a:blip r:embed="rId40"/>
                <a:stretch>
                  <a:fillRect/>
                </a:stretch>
              </p:blipFill>
              <p:spPr>
                <a:xfrm>
                  <a:off x="5532985" y="4331945"/>
                  <a:ext cx="2097360" cy="82800"/>
                </a:xfrm>
                <a:prstGeom prst="rect">
                  <a:avLst/>
                </a:prstGeom>
              </p:spPr>
            </p:pic>
          </mc:Fallback>
        </mc:AlternateContent>
        <mc:AlternateContent xmlns:mc="http://schemas.openxmlformats.org/markup-compatibility/2006" xmlns:p14="http://schemas.microsoft.com/office/powerpoint/2010/main">
          <mc:Choice Requires="p14">
            <p:contentPart p14:bwMode="auto" r:id="rId41">
              <p14:nvContentPartPr>
                <p14:cNvPr id="22" name="墨迹 21">
                  <a:extLst>
                    <a:ext uri="{FF2B5EF4-FFF2-40B4-BE49-F238E27FC236}">
                      <a16:creationId xmlns:a16="http://schemas.microsoft.com/office/drawing/2014/main" id="{90F722BB-6B45-DF54-372A-043E872A519F}"/>
                    </a:ext>
                  </a:extLst>
                </p14:cNvPr>
                <p14:cNvContentPartPr/>
                <p14:nvPr/>
              </p14:nvContentPartPr>
              <p14:xfrm>
                <a:off x="6050665" y="3814265"/>
                <a:ext cx="331920" cy="447120"/>
              </p14:xfrm>
            </p:contentPart>
          </mc:Choice>
          <mc:Fallback xmlns="">
            <p:pic>
              <p:nvPicPr>
                <p:cNvPr id="22" name="墨迹 21">
                  <a:extLst>
                    <a:ext uri="{FF2B5EF4-FFF2-40B4-BE49-F238E27FC236}">
                      <a16:creationId xmlns:a16="http://schemas.microsoft.com/office/drawing/2014/main" id="{90F722BB-6B45-DF54-372A-043E872A519F}"/>
                    </a:ext>
                  </a:extLst>
                </p:cNvPr>
                <p:cNvPicPr/>
                <p:nvPr/>
              </p:nvPicPr>
              <p:blipFill>
                <a:blip r:embed="rId42"/>
                <a:stretch>
                  <a:fillRect/>
                </a:stretch>
              </p:blipFill>
              <p:spPr>
                <a:xfrm>
                  <a:off x="6033025" y="3796625"/>
                  <a:ext cx="367560" cy="482760"/>
                </a:xfrm>
                <a:prstGeom prst="rect">
                  <a:avLst/>
                </a:prstGeom>
              </p:spPr>
            </p:pic>
          </mc:Fallback>
        </mc:AlternateContent>
        <mc:AlternateContent xmlns:mc="http://schemas.openxmlformats.org/markup-compatibility/2006" xmlns:p14="http://schemas.microsoft.com/office/powerpoint/2010/main">
          <mc:Choice Requires="p14">
            <p:contentPart p14:bwMode="auto" r:id="rId43">
              <p14:nvContentPartPr>
                <p14:cNvPr id="23" name="墨迹 22">
                  <a:extLst>
                    <a:ext uri="{FF2B5EF4-FFF2-40B4-BE49-F238E27FC236}">
                      <a16:creationId xmlns:a16="http://schemas.microsoft.com/office/drawing/2014/main" id="{BFD6F2A9-3FA5-FC68-3010-7584CA95F8DD}"/>
                    </a:ext>
                  </a:extLst>
                </p14:cNvPr>
                <p14:cNvContentPartPr/>
                <p14:nvPr/>
              </p14:nvContentPartPr>
              <p14:xfrm>
                <a:off x="6021865" y="4048985"/>
                <a:ext cx="511920" cy="15120"/>
              </p14:xfrm>
            </p:contentPart>
          </mc:Choice>
          <mc:Fallback xmlns="">
            <p:pic>
              <p:nvPicPr>
                <p:cNvPr id="23" name="墨迹 22">
                  <a:extLst>
                    <a:ext uri="{FF2B5EF4-FFF2-40B4-BE49-F238E27FC236}">
                      <a16:creationId xmlns:a16="http://schemas.microsoft.com/office/drawing/2014/main" id="{BFD6F2A9-3FA5-FC68-3010-7584CA95F8DD}"/>
                    </a:ext>
                  </a:extLst>
                </p:cNvPr>
                <p:cNvPicPr/>
                <p:nvPr/>
              </p:nvPicPr>
              <p:blipFill>
                <a:blip r:embed="rId44"/>
                <a:stretch>
                  <a:fillRect/>
                </a:stretch>
              </p:blipFill>
              <p:spPr>
                <a:xfrm>
                  <a:off x="6004225" y="4031345"/>
                  <a:ext cx="547560" cy="50760"/>
                </a:xfrm>
                <a:prstGeom prst="rect">
                  <a:avLst/>
                </a:prstGeom>
              </p:spPr>
            </p:pic>
          </mc:Fallback>
        </mc:AlternateContent>
        <mc:AlternateContent xmlns:mc="http://schemas.openxmlformats.org/markup-compatibility/2006" xmlns:p14="http://schemas.microsoft.com/office/powerpoint/2010/main">
          <mc:Choice Requires="p14">
            <p:contentPart p14:bwMode="auto" r:id="rId45">
              <p14:nvContentPartPr>
                <p14:cNvPr id="24" name="墨迹 23">
                  <a:extLst>
                    <a:ext uri="{FF2B5EF4-FFF2-40B4-BE49-F238E27FC236}">
                      <a16:creationId xmlns:a16="http://schemas.microsoft.com/office/drawing/2014/main" id="{5FC3DC08-14A3-666D-85E9-A684FFC31F72}"/>
                    </a:ext>
                  </a:extLst>
                </p14:cNvPr>
                <p14:cNvContentPartPr/>
                <p14:nvPr/>
              </p14:nvContentPartPr>
              <p14:xfrm>
                <a:off x="6547825" y="3943505"/>
                <a:ext cx="83880" cy="433800"/>
              </p14:xfrm>
            </p:contentPart>
          </mc:Choice>
          <mc:Fallback xmlns="">
            <p:pic>
              <p:nvPicPr>
                <p:cNvPr id="24" name="墨迹 23">
                  <a:extLst>
                    <a:ext uri="{FF2B5EF4-FFF2-40B4-BE49-F238E27FC236}">
                      <a16:creationId xmlns:a16="http://schemas.microsoft.com/office/drawing/2014/main" id="{5FC3DC08-14A3-666D-85E9-A684FFC31F72}"/>
                    </a:ext>
                  </a:extLst>
                </p:cNvPr>
                <p:cNvPicPr/>
                <p:nvPr/>
              </p:nvPicPr>
              <p:blipFill>
                <a:blip r:embed="rId46"/>
                <a:stretch>
                  <a:fillRect/>
                </a:stretch>
              </p:blipFill>
              <p:spPr>
                <a:xfrm>
                  <a:off x="6529825" y="3925865"/>
                  <a:ext cx="119520" cy="469440"/>
                </a:xfrm>
                <a:prstGeom prst="rect">
                  <a:avLst/>
                </a:prstGeom>
              </p:spPr>
            </p:pic>
          </mc:Fallback>
        </mc:AlternateContent>
        <mc:AlternateContent xmlns:mc="http://schemas.openxmlformats.org/markup-compatibility/2006" xmlns:p14="http://schemas.microsoft.com/office/powerpoint/2010/main">
          <mc:Choice Requires="p14">
            <p:contentPart p14:bwMode="auto" r:id="rId47">
              <p14:nvContentPartPr>
                <p14:cNvPr id="25" name="墨迹 24">
                  <a:extLst>
                    <a:ext uri="{FF2B5EF4-FFF2-40B4-BE49-F238E27FC236}">
                      <a16:creationId xmlns:a16="http://schemas.microsoft.com/office/drawing/2014/main" id="{FFD1148F-5C2B-A227-331E-136CCF4D547F}"/>
                    </a:ext>
                  </a:extLst>
                </p14:cNvPr>
                <p14:cNvContentPartPr/>
                <p14:nvPr/>
              </p14:nvContentPartPr>
              <p14:xfrm>
                <a:off x="6641065" y="4090385"/>
                <a:ext cx="397440" cy="225000"/>
              </p14:xfrm>
            </p:contentPart>
          </mc:Choice>
          <mc:Fallback xmlns="">
            <p:pic>
              <p:nvPicPr>
                <p:cNvPr id="25" name="墨迹 24">
                  <a:extLst>
                    <a:ext uri="{FF2B5EF4-FFF2-40B4-BE49-F238E27FC236}">
                      <a16:creationId xmlns:a16="http://schemas.microsoft.com/office/drawing/2014/main" id="{FFD1148F-5C2B-A227-331E-136CCF4D547F}"/>
                    </a:ext>
                  </a:extLst>
                </p:cNvPr>
                <p:cNvPicPr/>
                <p:nvPr/>
              </p:nvPicPr>
              <p:blipFill>
                <a:blip r:embed="rId48"/>
                <a:stretch>
                  <a:fillRect/>
                </a:stretch>
              </p:blipFill>
              <p:spPr>
                <a:xfrm>
                  <a:off x="6623065" y="4072745"/>
                  <a:ext cx="433080" cy="260640"/>
                </a:xfrm>
                <a:prstGeom prst="rect">
                  <a:avLst/>
                </a:prstGeom>
              </p:spPr>
            </p:pic>
          </mc:Fallback>
        </mc:AlternateContent>
        <mc:AlternateContent xmlns:mc="http://schemas.openxmlformats.org/markup-compatibility/2006" xmlns:p14="http://schemas.microsoft.com/office/powerpoint/2010/main">
          <mc:Choice Requires="p14">
            <p:contentPart p14:bwMode="auto" r:id="rId49">
              <p14:nvContentPartPr>
                <p14:cNvPr id="26" name="墨迹 25">
                  <a:extLst>
                    <a:ext uri="{FF2B5EF4-FFF2-40B4-BE49-F238E27FC236}">
                      <a16:creationId xmlns:a16="http://schemas.microsoft.com/office/drawing/2014/main" id="{DC42212E-DAE5-3D9B-6317-C0933C779110}"/>
                    </a:ext>
                  </a:extLst>
                </p14:cNvPr>
                <p14:cNvContentPartPr/>
                <p14:nvPr/>
              </p14:nvContentPartPr>
              <p14:xfrm>
                <a:off x="6631345" y="4135385"/>
                <a:ext cx="376200" cy="58320"/>
              </p14:xfrm>
            </p:contentPart>
          </mc:Choice>
          <mc:Fallback xmlns="">
            <p:pic>
              <p:nvPicPr>
                <p:cNvPr id="26" name="墨迹 25">
                  <a:extLst>
                    <a:ext uri="{FF2B5EF4-FFF2-40B4-BE49-F238E27FC236}">
                      <a16:creationId xmlns:a16="http://schemas.microsoft.com/office/drawing/2014/main" id="{DC42212E-DAE5-3D9B-6317-C0933C779110}"/>
                    </a:ext>
                  </a:extLst>
                </p:cNvPr>
                <p:cNvPicPr/>
                <p:nvPr/>
              </p:nvPicPr>
              <p:blipFill>
                <a:blip r:embed="rId50"/>
                <a:stretch>
                  <a:fillRect/>
                </a:stretch>
              </p:blipFill>
              <p:spPr>
                <a:xfrm>
                  <a:off x="6613705" y="4117745"/>
                  <a:ext cx="411840" cy="93960"/>
                </a:xfrm>
                <a:prstGeom prst="rect">
                  <a:avLst/>
                </a:prstGeom>
              </p:spPr>
            </p:pic>
          </mc:Fallback>
        </mc:AlternateContent>
        <mc:AlternateContent xmlns:mc="http://schemas.openxmlformats.org/markup-compatibility/2006" xmlns:p14="http://schemas.microsoft.com/office/powerpoint/2010/main">
          <mc:Choice Requires="p14">
            <p:contentPart p14:bwMode="auto" r:id="rId51">
              <p14:nvContentPartPr>
                <p14:cNvPr id="27" name="墨迹 26">
                  <a:extLst>
                    <a:ext uri="{FF2B5EF4-FFF2-40B4-BE49-F238E27FC236}">
                      <a16:creationId xmlns:a16="http://schemas.microsoft.com/office/drawing/2014/main" id="{CF6F4B9D-8DCE-AC5E-5F8D-004AE202FEB3}"/>
                    </a:ext>
                  </a:extLst>
                </p14:cNvPr>
                <p14:cNvContentPartPr/>
                <p14:nvPr/>
              </p14:nvContentPartPr>
              <p14:xfrm>
                <a:off x="7120945" y="3953225"/>
                <a:ext cx="114480" cy="553320"/>
              </p14:xfrm>
            </p:contentPart>
          </mc:Choice>
          <mc:Fallback xmlns="">
            <p:pic>
              <p:nvPicPr>
                <p:cNvPr id="27" name="墨迹 26">
                  <a:extLst>
                    <a:ext uri="{FF2B5EF4-FFF2-40B4-BE49-F238E27FC236}">
                      <a16:creationId xmlns:a16="http://schemas.microsoft.com/office/drawing/2014/main" id="{CF6F4B9D-8DCE-AC5E-5F8D-004AE202FEB3}"/>
                    </a:ext>
                  </a:extLst>
                </p:cNvPr>
                <p:cNvPicPr/>
                <p:nvPr/>
              </p:nvPicPr>
              <p:blipFill>
                <a:blip r:embed="rId52"/>
                <a:stretch>
                  <a:fillRect/>
                </a:stretch>
              </p:blipFill>
              <p:spPr>
                <a:xfrm>
                  <a:off x="7102945" y="3935225"/>
                  <a:ext cx="150120" cy="588960"/>
                </a:xfrm>
                <a:prstGeom prst="rect">
                  <a:avLst/>
                </a:prstGeom>
              </p:spPr>
            </p:pic>
          </mc:Fallback>
        </mc:AlternateContent>
        <mc:AlternateContent xmlns:mc="http://schemas.openxmlformats.org/markup-compatibility/2006" xmlns:p14="http://schemas.microsoft.com/office/powerpoint/2010/main">
          <mc:Choice Requires="p14">
            <p:contentPart p14:bwMode="auto" r:id="rId53">
              <p14:nvContentPartPr>
                <p14:cNvPr id="28" name="墨迹 27">
                  <a:extLst>
                    <a:ext uri="{FF2B5EF4-FFF2-40B4-BE49-F238E27FC236}">
                      <a16:creationId xmlns:a16="http://schemas.microsoft.com/office/drawing/2014/main" id="{A0841A92-1655-979B-A3C8-979ED4B06284}"/>
                    </a:ext>
                  </a:extLst>
                </p14:cNvPr>
                <p14:cNvContentPartPr/>
                <p14:nvPr/>
              </p14:nvContentPartPr>
              <p14:xfrm>
                <a:off x="7840225" y="4257425"/>
                <a:ext cx="158760" cy="204480"/>
              </p14:xfrm>
            </p:contentPart>
          </mc:Choice>
          <mc:Fallback xmlns="">
            <p:pic>
              <p:nvPicPr>
                <p:cNvPr id="28" name="墨迹 27">
                  <a:extLst>
                    <a:ext uri="{FF2B5EF4-FFF2-40B4-BE49-F238E27FC236}">
                      <a16:creationId xmlns:a16="http://schemas.microsoft.com/office/drawing/2014/main" id="{A0841A92-1655-979B-A3C8-979ED4B06284}"/>
                    </a:ext>
                  </a:extLst>
                </p:cNvPr>
                <p:cNvPicPr/>
                <p:nvPr/>
              </p:nvPicPr>
              <p:blipFill>
                <a:blip r:embed="rId54"/>
                <a:stretch>
                  <a:fillRect/>
                </a:stretch>
              </p:blipFill>
              <p:spPr>
                <a:xfrm>
                  <a:off x="7822225" y="4239425"/>
                  <a:ext cx="194400" cy="240120"/>
                </a:xfrm>
                <a:prstGeom prst="rect">
                  <a:avLst/>
                </a:prstGeom>
              </p:spPr>
            </p:pic>
          </mc:Fallback>
        </mc:AlternateContent>
        <mc:AlternateContent xmlns:mc="http://schemas.openxmlformats.org/markup-compatibility/2006" xmlns:p14="http://schemas.microsoft.com/office/powerpoint/2010/main">
          <mc:Choice Requires="p14">
            <p:contentPart p14:bwMode="auto" r:id="rId55">
              <p14:nvContentPartPr>
                <p14:cNvPr id="29" name="墨迹 28">
                  <a:extLst>
                    <a:ext uri="{FF2B5EF4-FFF2-40B4-BE49-F238E27FC236}">
                      <a16:creationId xmlns:a16="http://schemas.microsoft.com/office/drawing/2014/main" id="{AE64C735-5951-A6FC-23D5-3F5FFCCDFCC1}"/>
                    </a:ext>
                  </a:extLst>
                </p14:cNvPr>
                <p14:cNvContentPartPr/>
                <p14:nvPr/>
              </p14:nvContentPartPr>
              <p14:xfrm>
                <a:off x="8044345" y="4036025"/>
                <a:ext cx="10080" cy="434160"/>
              </p14:xfrm>
            </p:contentPart>
          </mc:Choice>
          <mc:Fallback xmlns="">
            <p:pic>
              <p:nvPicPr>
                <p:cNvPr id="29" name="墨迹 28">
                  <a:extLst>
                    <a:ext uri="{FF2B5EF4-FFF2-40B4-BE49-F238E27FC236}">
                      <a16:creationId xmlns:a16="http://schemas.microsoft.com/office/drawing/2014/main" id="{AE64C735-5951-A6FC-23D5-3F5FFCCDFCC1}"/>
                    </a:ext>
                  </a:extLst>
                </p:cNvPr>
                <p:cNvPicPr/>
                <p:nvPr/>
              </p:nvPicPr>
              <p:blipFill>
                <a:blip r:embed="rId56"/>
                <a:stretch>
                  <a:fillRect/>
                </a:stretch>
              </p:blipFill>
              <p:spPr>
                <a:xfrm>
                  <a:off x="8026345" y="4018385"/>
                  <a:ext cx="45720" cy="469800"/>
                </a:xfrm>
                <a:prstGeom prst="rect">
                  <a:avLst/>
                </a:prstGeom>
              </p:spPr>
            </p:pic>
          </mc:Fallback>
        </mc:AlternateContent>
        <mc:AlternateContent xmlns:mc="http://schemas.openxmlformats.org/markup-compatibility/2006" xmlns:p14="http://schemas.microsoft.com/office/powerpoint/2010/main">
          <mc:Choice Requires="p14">
            <p:contentPart p14:bwMode="auto" r:id="rId57">
              <p14:nvContentPartPr>
                <p14:cNvPr id="30" name="墨迹 29">
                  <a:extLst>
                    <a:ext uri="{FF2B5EF4-FFF2-40B4-BE49-F238E27FC236}">
                      <a16:creationId xmlns:a16="http://schemas.microsoft.com/office/drawing/2014/main" id="{9825D35B-BCFF-0F5B-FC4B-36F266D01F4E}"/>
                    </a:ext>
                  </a:extLst>
                </p14:cNvPr>
                <p14:cNvContentPartPr/>
                <p14:nvPr/>
              </p14:nvContentPartPr>
              <p14:xfrm>
                <a:off x="8164225" y="4146545"/>
                <a:ext cx="289800" cy="317160"/>
              </p14:xfrm>
            </p:contentPart>
          </mc:Choice>
          <mc:Fallback xmlns="">
            <p:pic>
              <p:nvPicPr>
                <p:cNvPr id="30" name="墨迹 29">
                  <a:extLst>
                    <a:ext uri="{FF2B5EF4-FFF2-40B4-BE49-F238E27FC236}">
                      <a16:creationId xmlns:a16="http://schemas.microsoft.com/office/drawing/2014/main" id="{9825D35B-BCFF-0F5B-FC4B-36F266D01F4E}"/>
                    </a:ext>
                  </a:extLst>
                </p:cNvPr>
                <p:cNvPicPr/>
                <p:nvPr/>
              </p:nvPicPr>
              <p:blipFill>
                <a:blip r:embed="rId58"/>
                <a:stretch>
                  <a:fillRect/>
                </a:stretch>
              </p:blipFill>
              <p:spPr>
                <a:xfrm>
                  <a:off x="8146585" y="4128545"/>
                  <a:ext cx="325440" cy="352800"/>
                </a:xfrm>
                <a:prstGeom prst="rect">
                  <a:avLst/>
                </a:prstGeom>
              </p:spPr>
            </p:pic>
          </mc:Fallback>
        </mc:AlternateContent>
        <mc:AlternateContent xmlns:mc="http://schemas.openxmlformats.org/markup-compatibility/2006" xmlns:p14="http://schemas.microsoft.com/office/powerpoint/2010/main">
          <mc:Choice Requires="p14">
            <p:contentPart p14:bwMode="auto" r:id="rId59">
              <p14:nvContentPartPr>
                <p14:cNvPr id="31" name="墨迹 30">
                  <a:extLst>
                    <a:ext uri="{FF2B5EF4-FFF2-40B4-BE49-F238E27FC236}">
                      <a16:creationId xmlns:a16="http://schemas.microsoft.com/office/drawing/2014/main" id="{E47B5473-161A-7551-815C-EC82ECFFA443}"/>
                    </a:ext>
                  </a:extLst>
                </p14:cNvPr>
                <p14:cNvContentPartPr/>
                <p14:nvPr/>
              </p14:nvContentPartPr>
              <p14:xfrm>
                <a:off x="8164585" y="4267505"/>
                <a:ext cx="472680" cy="37080"/>
              </p14:xfrm>
            </p:contentPart>
          </mc:Choice>
          <mc:Fallback xmlns="">
            <p:pic>
              <p:nvPicPr>
                <p:cNvPr id="31" name="墨迹 30">
                  <a:extLst>
                    <a:ext uri="{FF2B5EF4-FFF2-40B4-BE49-F238E27FC236}">
                      <a16:creationId xmlns:a16="http://schemas.microsoft.com/office/drawing/2014/main" id="{E47B5473-161A-7551-815C-EC82ECFFA443}"/>
                    </a:ext>
                  </a:extLst>
                </p:cNvPr>
                <p:cNvPicPr/>
                <p:nvPr/>
              </p:nvPicPr>
              <p:blipFill>
                <a:blip r:embed="rId60"/>
                <a:stretch>
                  <a:fillRect/>
                </a:stretch>
              </p:blipFill>
              <p:spPr>
                <a:xfrm>
                  <a:off x="8146945" y="4249505"/>
                  <a:ext cx="508320" cy="72720"/>
                </a:xfrm>
                <a:prstGeom prst="rect">
                  <a:avLst/>
                </a:prstGeom>
              </p:spPr>
            </p:pic>
          </mc:Fallback>
        </mc:AlternateContent>
        <mc:AlternateContent xmlns:mc="http://schemas.openxmlformats.org/markup-compatibility/2006" xmlns:p14="http://schemas.microsoft.com/office/powerpoint/2010/main">
          <mc:Choice Requires="p14">
            <p:contentPart p14:bwMode="auto" r:id="rId61">
              <p14:nvContentPartPr>
                <p14:cNvPr id="33" name="墨迹 32">
                  <a:extLst>
                    <a:ext uri="{FF2B5EF4-FFF2-40B4-BE49-F238E27FC236}">
                      <a16:creationId xmlns:a16="http://schemas.microsoft.com/office/drawing/2014/main" id="{EF9DB63C-A232-D368-2D04-773A601B2EBF}"/>
                    </a:ext>
                  </a:extLst>
                </p14:cNvPr>
                <p14:cNvContentPartPr/>
                <p14:nvPr/>
              </p14:nvContentPartPr>
              <p14:xfrm>
                <a:off x="4969945" y="3841985"/>
                <a:ext cx="627480" cy="1173600"/>
              </p14:xfrm>
            </p:contentPart>
          </mc:Choice>
          <mc:Fallback xmlns="">
            <p:pic>
              <p:nvPicPr>
                <p:cNvPr id="33" name="墨迹 32">
                  <a:extLst>
                    <a:ext uri="{FF2B5EF4-FFF2-40B4-BE49-F238E27FC236}">
                      <a16:creationId xmlns:a16="http://schemas.microsoft.com/office/drawing/2014/main" id="{EF9DB63C-A232-D368-2D04-773A601B2EBF}"/>
                    </a:ext>
                  </a:extLst>
                </p:cNvPr>
                <p:cNvPicPr/>
                <p:nvPr/>
              </p:nvPicPr>
              <p:blipFill>
                <a:blip r:embed="rId62"/>
                <a:stretch>
                  <a:fillRect/>
                </a:stretch>
              </p:blipFill>
              <p:spPr>
                <a:xfrm>
                  <a:off x="4951945" y="3824345"/>
                  <a:ext cx="663120" cy="1209240"/>
                </a:xfrm>
                <a:prstGeom prst="rect">
                  <a:avLst/>
                </a:prstGeom>
              </p:spPr>
            </p:pic>
          </mc:Fallback>
        </mc:AlternateContent>
        <mc:AlternateContent xmlns:mc="http://schemas.openxmlformats.org/markup-compatibility/2006" xmlns:p14="http://schemas.microsoft.com/office/powerpoint/2010/main">
          <mc:Choice Requires="p14">
            <p:contentPart p14:bwMode="auto" r:id="rId63">
              <p14:nvContentPartPr>
                <p14:cNvPr id="34" name="墨迹 33">
                  <a:extLst>
                    <a:ext uri="{FF2B5EF4-FFF2-40B4-BE49-F238E27FC236}">
                      <a16:creationId xmlns:a16="http://schemas.microsoft.com/office/drawing/2014/main" id="{94370644-212A-0A78-8DBF-66925B410BDA}"/>
                    </a:ext>
                  </a:extLst>
                </p14:cNvPr>
                <p14:cNvContentPartPr/>
                <p14:nvPr/>
              </p14:nvContentPartPr>
              <p14:xfrm>
                <a:off x="5282785" y="4264625"/>
                <a:ext cx="249120" cy="244080"/>
              </p14:xfrm>
            </p:contentPart>
          </mc:Choice>
          <mc:Fallback xmlns="">
            <p:pic>
              <p:nvPicPr>
                <p:cNvPr id="34" name="墨迹 33">
                  <a:extLst>
                    <a:ext uri="{FF2B5EF4-FFF2-40B4-BE49-F238E27FC236}">
                      <a16:creationId xmlns:a16="http://schemas.microsoft.com/office/drawing/2014/main" id="{94370644-212A-0A78-8DBF-66925B410BDA}"/>
                    </a:ext>
                  </a:extLst>
                </p:cNvPr>
                <p:cNvPicPr/>
                <p:nvPr/>
              </p:nvPicPr>
              <p:blipFill>
                <a:blip r:embed="rId64"/>
                <a:stretch>
                  <a:fillRect/>
                </a:stretch>
              </p:blipFill>
              <p:spPr>
                <a:xfrm>
                  <a:off x="5265145" y="4246985"/>
                  <a:ext cx="284760" cy="279720"/>
                </a:xfrm>
                <a:prstGeom prst="rect">
                  <a:avLst/>
                </a:prstGeom>
              </p:spPr>
            </p:pic>
          </mc:Fallback>
        </mc:AlternateContent>
        <mc:AlternateContent xmlns:mc="http://schemas.openxmlformats.org/markup-compatibility/2006" xmlns:p14="http://schemas.microsoft.com/office/powerpoint/2010/main">
          <mc:Choice Requires="p14">
            <p:contentPart p14:bwMode="auto" r:id="rId65">
              <p14:nvContentPartPr>
                <p14:cNvPr id="35" name="墨迹 34">
                  <a:extLst>
                    <a:ext uri="{FF2B5EF4-FFF2-40B4-BE49-F238E27FC236}">
                      <a16:creationId xmlns:a16="http://schemas.microsoft.com/office/drawing/2014/main" id="{24A64DF0-B58E-89BA-BB63-4A0B8334D4DB}"/>
                    </a:ext>
                  </a:extLst>
                </p14:cNvPr>
                <p14:cNvContentPartPr/>
                <p14:nvPr/>
              </p14:nvContentPartPr>
              <p14:xfrm>
                <a:off x="5532625" y="4756745"/>
                <a:ext cx="64800" cy="186480"/>
              </p14:xfrm>
            </p:contentPart>
          </mc:Choice>
          <mc:Fallback xmlns="">
            <p:pic>
              <p:nvPicPr>
                <p:cNvPr id="35" name="墨迹 34">
                  <a:extLst>
                    <a:ext uri="{FF2B5EF4-FFF2-40B4-BE49-F238E27FC236}">
                      <a16:creationId xmlns:a16="http://schemas.microsoft.com/office/drawing/2014/main" id="{24A64DF0-B58E-89BA-BB63-4A0B8334D4DB}"/>
                    </a:ext>
                  </a:extLst>
                </p:cNvPr>
                <p:cNvPicPr/>
                <p:nvPr/>
              </p:nvPicPr>
              <p:blipFill>
                <a:blip r:embed="rId66"/>
                <a:stretch>
                  <a:fillRect/>
                </a:stretch>
              </p:blipFill>
              <p:spPr>
                <a:xfrm>
                  <a:off x="5514625" y="4738745"/>
                  <a:ext cx="100440" cy="222120"/>
                </a:xfrm>
                <a:prstGeom prst="rect">
                  <a:avLst/>
                </a:prstGeom>
              </p:spPr>
            </p:pic>
          </mc:Fallback>
        </mc:AlternateContent>
        <mc:AlternateContent xmlns:mc="http://schemas.openxmlformats.org/markup-compatibility/2006" xmlns:p14="http://schemas.microsoft.com/office/powerpoint/2010/main">
          <mc:Choice Requires="p14">
            <p:contentPart p14:bwMode="auto" r:id="rId67">
              <p14:nvContentPartPr>
                <p14:cNvPr id="36" name="墨迹 35">
                  <a:extLst>
                    <a:ext uri="{FF2B5EF4-FFF2-40B4-BE49-F238E27FC236}">
                      <a16:creationId xmlns:a16="http://schemas.microsoft.com/office/drawing/2014/main" id="{0A6C2FD7-3CDF-E0D7-81F3-5F43A1B9798E}"/>
                    </a:ext>
                  </a:extLst>
                </p14:cNvPr>
                <p14:cNvContentPartPr/>
                <p14:nvPr/>
              </p14:nvContentPartPr>
              <p14:xfrm>
                <a:off x="4488625" y="4396385"/>
                <a:ext cx="315000" cy="241560"/>
              </p14:xfrm>
            </p:contentPart>
          </mc:Choice>
          <mc:Fallback xmlns="">
            <p:pic>
              <p:nvPicPr>
                <p:cNvPr id="36" name="墨迹 35">
                  <a:extLst>
                    <a:ext uri="{FF2B5EF4-FFF2-40B4-BE49-F238E27FC236}">
                      <a16:creationId xmlns:a16="http://schemas.microsoft.com/office/drawing/2014/main" id="{0A6C2FD7-3CDF-E0D7-81F3-5F43A1B9798E}"/>
                    </a:ext>
                  </a:extLst>
                </p:cNvPr>
                <p:cNvPicPr/>
                <p:nvPr/>
              </p:nvPicPr>
              <p:blipFill>
                <a:blip r:embed="rId68"/>
                <a:stretch>
                  <a:fillRect/>
                </a:stretch>
              </p:blipFill>
              <p:spPr>
                <a:xfrm>
                  <a:off x="4470985" y="4378745"/>
                  <a:ext cx="350640" cy="277200"/>
                </a:xfrm>
                <a:prstGeom prst="rect">
                  <a:avLst/>
                </a:prstGeom>
              </p:spPr>
            </p:pic>
          </mc:Fallback>
        </mc:AlternateContent>
        <mc:AlternateContent xmlns:mc="http://schemas.openxmlformats.org/markup-compatibility/2006" xmlns:p14="http://schemas.microsoft.com/office/powerpoint/2010/main">
          <mc:Choice Requires="p14">
            <p:contentPart p14:bwMode="auto" r:id="rId69">
              <p14:nvContentPartPr>
                <p14:cNvPr id="37" name="墨迹 36">
                  <a:extLst>
                    <a:ext uri="{FF2B5EF4-FFF2-40B4-BE49-F238E27FC236}">
                      <a16:creationId xmlns:a16="http://schemas.microsoft.com/office/drawing/2014/main" id="{B405300B-60E3-C64C-5507-8749A36AF044}"/>
                    </a:ext>
                  </a:extLst>
                </p14:cNvPr>
                <p14:cNvContentPartPr/>
                <p14:nvPr/>
              </p14:nvContentPartPr>
              <p14:xfrm>
                <a:off x="4784185" y="4433465"/>
                <a:ext cx="156960" cy="64800"/>
              </p14:xfrm>
            </p:contentPart>
          </mc:Choice>
          <mc:Fallback xmlns="">
            <p:pic>
              <p:nvPicPr>
                <p:cNvPr id="37" name="墨迹 36">
                  <a:extLst>
                    <a:ext uri="{FF2B5EF4-FFF2-40B4-BE49-F238E27FC236}">
                      <a16:creationId xmlns:a16="http://schemas.microsoft.com/office/drawing/2014/main" id="{B405300B-60E3-C64C-5507-8749A36AF044}"/>
                    </a:ext>
                  </a:extLst>
                </p:cNvPr>
                <p:cNvPicPr/>
                <p:nvPr/>
              </p:nvPicPr>
              <p:blipFill>
                <a:blip r:embed="rId70"/>
                <a:stretch>
                  <a:fillRect/>
                </a:stretch>
              </p:blipFill>
              <p:spPr>
                <a:xfrm>
                  <a:off x="4766185" y="4415825"/>
                  <a:ext cx="192600" cy="100440"/>
                </a:xfrm>
                <a:prstGeom prst="rect">
                  <a:avLst/>
                </a:prstGeom>
              </p:spPr>
            </p:pic>
          </mc:Fallback>
        </mc:AlternateContent>
        <mc:AlternateContent xmlns:mc="http://schemas.openxmlformats.org/markup-compatibility/2006" xmlns:p14="http://schemas.microsoft.com/office/powerpoint/2010/main">
          <mc:Choice Requires="p14">
            <p:contentPart p14:bwMode="auto" r:id="rId71">
              <p14:nvContentPartPr>
                <p14:cNvPr id="38" name="墨迹 37">
                  <a:extLst>
                    <a:ext uri="{FF2B5EF4-FFF2-40B4-BE49-F238E27FC236}">
                      <a16:creationId xmlns:a16="http://schemas.microsoft.com/office/drawing/2014/main" id="{BBFF6896-B9D5-BC88-4E0D-6F49A463B292}"/>
                    </a:ext>
                  </a:extLst>
                </p14:cNvPr>
                <p14:cNvContentPartPr/>
                <p14:nvPr/>
              </p14:nvContentPartPr>
              <p14:xfrm>
                <a:off x="4797145" y="4451825"/>
                <a:ext cx="79920" cy="186840"/>
              </p14:xfrm>
            </p:contentPart>
          </mc:Choice>
          <mc:Fallback xmlns="">
            <p:pic>
              <p:nvPicPr>
                <p:cNvPr id="38" name="墨迹 37">
                  <a:extLst>
                    <a:ext uri="{FF2B5EF4-FFF2-40B4-BE49-F238E27FC236}">
                      <a16:creationId xmlns:a16="http://schemas.microsoft.com/office/drawing/2014/main" id="{BBFF6896-B9D5-BC88-4E0D-6F49A463B292}"/>
                    </a:ext>
                  </a:extLst>
                </p:cNvPr>
                <p:cNvPicPr/>
                <p:nvPr/>
              </p:nvPicPr>
              <p:blipFill>
                <a:blip r:embed="rId72"/>
                <a:stretch>
                  <a:fillRect/>
                </a:stretch>
              </p:blipFill>
              <p:spPr>
                <a:xfrm>
                  <a:off x="4779145" y="4434185"/>
                  <a:ext cx="115560" cy="222480"/>
                </a:xfrm>
                <a:prstGeom prst="rect">
                  <a:avLst/>
                </a:prstGeom>
              </p:spPr>
            </p:pic>
          </mc:Fallback>
        </mc:AlternateContent>
        <mc:AlternateContent xmlns:mc="http://schemas.openxmlformats.org/markup-compatibility/2006" xmlns:p14="http://schemas.microsoft.com/office/powerpoint/2010/main">
          <mc:Choice Requires="p14">
            <p:contentPart p14:bwMode="auto" r:id="rId73">
              <p14:nvContentPartPr>
                <p14:cNvPr id="39" name="墨迹 38">
                  <a:extLst>
                    <a:ext uri="{FF2B5EF4-FFF2-40B4-BE49-F238E27FC236}">
                      <a16:creationId xmlns:a16="http://schemas.microsoft.com/office/drawing/2014/main" id="{169E1D2F-0D9C-983C-2386-7F5B80866361}"/>
                    </a:ext>
                  </a:extLst>
                </p14:cNvPr>
                <p14:cNvContentPartPr/>
                <p14:nvPr/>
              </p14:nvContentPartPr>
              <p14:xfrm>
                <a:off x="4894705" y="4516625"/>
                <a:ext cx="195480" cy="131400"/>
              </p14:xfrm>
            </p:contentPart>
          </mc:Choice>
          <mc:Fallback xmlns="">
            <p:pic>
              <p:nvPicPr>
                <p:cNvPr id="39" name="墨迹 38">
                  <a:extLst>
                    <a:ext uri="{FF2B5EF4-FFF2-40B4-BE49-F238E27FC236}">
                      <a16:creationId xmlns:a16="http://schemas.microsoft.com/office/drawing/2014/main" id="{169E1D2F-0D9C-983C-2386-7F5B80866361}"/>
                    </a:ext>
                  </a:extLst>
                </p:cNvPr>
                <p:cNvPicPr/>
                <p:nvPr/>
              </p:nvPicPr>
              <p:blipFill>
                <a:blip r:embed="rId74"/>
                <a:stretch>
                  <a:fillRect/>
                </a:stretch>
              </p:blipFill>
              <p:spPr>
                <a:xfrm>
                  <a:off x="4876705" y="4498625"/>
                  <a:ext cx="231120" cy="167040"/>
                </a:xfrm>
                <a:prstGeom prst="rect">
                  <a:avLst/>
                </a:prstGeom>
              </p:spPr>
            </p:pic>
          </mc:Fallback>
        </mc:AlternateContent>
        <mc:AlternateContent xmlns:mc="http://schemas.openxmlformats.org/markup-compatibility/2006" xmlns:p14="http://schemas.microsoft.com/office/powerpoint/2010/main">
          <mc:Choice Requires="p14">
            <p:contentPart p14:bwMode="auto" r:id="rId75">
              <p14:nvContentPartPr>
                <p14:cNvPr id="40" name="墨迹 39">
                  <a:extLst>
                    <a:ext uri="{FF2B5EF4-FFF2-40B4-BE49-F238E27FC236}">
                      <a16:creationId xmlns:a16="http://schemas.microsoft.com/office/drawing/2014/main" id="{BDB86490-A5F1-4AAB-D6FB-441B4D4EF5DB}"/>
                    </a:ext>
                  </a:extLst>
                </p14:cNvPr>
                <p14:cNvContentPartPr/>
                <p14:nvPr/>
              </p14:nvContentPartPr>
              <p14:xfrm>
                <a:off x="4933225" y="4451825"/>
                <a:ext cx="194040" cy="450000"/>
              </p14:xfrm>
            </p:contentPart>
          </mc:Choice>
          <mc:Fallback xmlns="">
            <p:pic>
              <p:nvPicPr>
                <p:cNvPr id="40" name="墨迹 39">
                  <a:extLst>
                    <a:ext uri="{FF2B5EF4-FFF2-40B4-BE49-F238E27FC236}">
                      <a16:creationId xmlns:a16="http://schemas.microsoft.com/office/drawing/2014/main" id="{BDB86490-A5F1-4AAB-D6FB-441B4D4EF5DB}"/>
                    </a:ext>
                  </a:extLst>
                </p:cNvPr>
                <p:cNvPicPr/>
                <p:nvPr/>
              </p:nvPicPr>
              <p:blipFill>
                <a:blip r:embed="rId76"/>
                <a:stretch>
                  <a:fillRect/>
                </a:stretch>
              </p:blipFill>
              <p:spPr>
                <a:xfrm>
                  <a:off x="4915585" y="4434185"/>
                  <a:ext cx="229680" cy="485640"/>
                </a:xfrm>
                <a:prstGeom prst="rect">
                  <a:avLst/>
                </a:prstGeom>
              </p:spPr>
            </p:pic>
          </mc:Fallback>
        </mc:AlternateContent>
        <mc:AlternateContent xmlns:mc="http://schemas.openxmlformats.org/markup-compatibility/2006" xmlns:p14="http://schemas.microsoft.com/office/powerpoint/2010/main">
          <mc:Choice Requires="p14">
            <p:contentPart p14:bwMode="auto" r:id="rId77">
              <p14:nvContentPartPr>
                <p14:cNvPr id="41" name="墨迹 40">
                  <a:extLst>
                    <a:ext uri="{FF2B5EF4-FFF2-40B4-BE49-F238E27FC236}">
                      <a16:creationId xmlns:a16="http://schemas.microsoft.com/office/drawing/2014/main" id="{A08090EF-FB01-DD05-BCFA-D09EE104F3B6}"/>
                    </a:ext>
                  </a:extLst>
                </p14:cNvPr>
                <p14:cNvContentPartPr/>
                <p14:nvPr/>
              </p14:nvContentPartPr>
              <p14:xfrm>
                <a:off x="5107465" y="4359305"/>
                <a:ext cx="10080" cy="91800"/>
              </p14:xfrm>
            </p:contentPart>
          </mc:Choice>
          <mc:Fallback xmlns="">
            <p:pic>
              <p:nvPicPr>
                <p:cNvPr id="41" name="墨迹 40">
                  <a:extLst>
                    <a:ext uri="{FF2B5EF4-FFF2-40B4-BE49-F238E27FC236}">
                      <a16:creationId xmlns:a16="http://schemas.microsoft.com/office/drawing/2014/main" id="{A08090EF-FB01-DD05-BCFA-D09EE104F3B6}"/>
                    </a:ext>
                  </a:extLst>
                </p:cNvPr>
                <p:cNvPicPr/>
                <p:nvPr/>
              </p:nvPicPr>
              <p:blipFill>
                <a:blip r:embed="rId78"/>
                <a:stretch>
                  <a:fillRect/>
                </a:stretch>
              </p:blipFill>
              <p:spPr>
                <a:xfrm>
                  <a:off x="5089465" y="4341665"/>
                  <a:ext cx="45720" cy="127440"/>
                </a:xfrm>
                <a:prstGeom prst="rect">
                  <a:avLst/>
                </a:prstGeom>
              </p:spPr>
            </p:pic>
          </mc:Fallback>
        </mc:AlternateContent>
        <mc:AlternateContent xmlns:mc="http://schemas.openxmlformats.org/markup-compatibility/2006" xmlns:p14="http://schemas.microsoft.com/office/powerpoint/2010/main">
          <mc:Choice Requires="p14">
            <p:contentPart p14:bwMode="auto" r:id="rId79">
              <p14:nvContentPartPr>
                <p14:cNvPr id="42" name="墨迹 41">
                  <a:extLst>
                    <a:ext uri="{FF2B5EF4-FFF2-40B4-BE49-F238E27FC236}">
                      <a16:creationId xmlns:a16="http://schemas.microsoft.com/office/drawing/2014/main" id="{2126116F-49B8-13D9-8EC0-3557FCBFF80D}"/>
                    </a:ext>
                  </a:extLst>
                </p14:cNvPr>
                <p14:cNvContentPartPr/>
                <p14:nvPr/>
              </p14:nvContentPartPr>
              <p14:xfrm>
                <a:off x="4497985" y="4133945"/>
                <a:ext cx="744120" cy="114840"/>
              </p14:xfrm>
            </p:contentPart>
          </mc:Choice>
          <mc:Fallback xmlns="">
            <p:pic>
              <p:nvPicPr>
                <p:cNvPr id="42" name="墨迹 41">
                  <a:extLst>
                    <a:ext uri="{FF2B5EF4-FFF2-40B4-BE49-F238E27FC236}">
                      <a16:creationId xmlns:a16="http://schemas.microsoft.com/office/drawing/2014/main" id="{2126116F-49B8-13D9-8EC0-3557FCBFF80D}"/>
                    </a:ext>
                  </a:extLst>
                </p:cNvPr>
                <p:cNvPicPr/>
                <p:nvPr/>
              </p:nvPicPr>
              <p:blipFill>
                <a:blip r:embed="rId80"/>
                <a:stretch>
                  <a:fillRect/>
                </a:stretch>
              </p:blipFill>
              <p:spPr>
                <a:xfrm>
                  <a:off x="4479985" y="4115945"/>
                  <a:ext cx="779760" cy="150480"/>
                </a:xfrm>
                <a:prstGeom prst="rect">
                  <a:avLst/>
                </a:prstGeom>
              </p:spPr>
            </p:pic>
          </mc:Fallback>
        </mc:AlternateContent>
        <mc:AlternateContent xmlns:mc="http://schemas.openxmlformats.org/markup-compatibility/2006" xmlns:p14="http://schemas.microsoft.com/office/powerpoint/2010/main">
          <mc:Choice Requires="p14">
            <p:contentPart p14:bwMode="auto" r:id="rId81">
              <p14:nvContentPartPr>
                <p14:cNvPr id="43" name="墨迹 42">
                  <a:extLst>
                    <a:ext uri="{FF2B5EF4-FFF2-40B4-BE49-F238E27FC236}">
                      <a16:creationId xmlns:a16="http://schemas.microsoft.com/office/drawing/2014/main" id="{481C51A4-544F-35DC-B784-0A6CD92D92DD}"/>
                    </a:ext>
                  </a:extLst>
                </p14:cNvPr>
                <p14:cNvContentPartPr/>
                <p14:nvPr/>
              </p14:nvContentPartPr>
              <p14:xfrm>
                <a:off x="4946545" y="3841985"/>
                <a:ext cx="23040" cy="129240"/>
              </p14:xfrm>
            </p:contentPart>
          </mc:Choice>
          <mc:Fallback xmlns="">
            <p:pic>
              <p:nvPicPr>
                <p:cNvPr id="43" name="墨迹 42">
                  <a:extLst>
                    <a:ext uri="{FF2B5EF4-FFF2-40B4-BE49-F238E27FC236}">
                      <a16:creationId xmlns:a16="http://schemas.microsoft.com/office/drawing/2014/main" id="{481C51A4-544F-35DC-B784-0A6CD92D92DD}"/>
                    </a:ext>
                  </a:extLst>
                </p:cNvPr>
                <p:cNvPicPr/>
                <p:nvPr/>
              </p:nvPicPr>
              <p:blipFill>
                <a:blip r:embed="rId82"/>
                <a:stretch>
                  <a:fillRect/>
                </a:stretch>
              </p:blipFill>
              <p:spPr>
                <a:xfrm>
                  <a:off x="4928545" y="3824345"/>
                  <a:ext cx="58680" cy="164880"/>
                </a:xfrm>
                <a:prstGeom prst="rect">
                  <a:avLst/>
                </a:prstGeom>
              </p:spPr>
            </p:pic>
          </mc:Fallback>
        </mc:AlternateContent>
      </p:grpSp>
    </p:spTree>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文本框 88068"/>
          <p:cNvSpPr txBox="1"/>
          <p:nvPr/>
        </p:nvSpPr>
        <p:spPr>
          <a:xfrm>
            <a:off x="611188" y="1238250"/>
            <a:ext cx="7956550" cy="1493838"/>
          </a:xfrm>
          <a:prstGeom prst="rect">
            <a:avLst/>
          </a:prstGeom>
          <a:noFill/>
          <a:ln w="9525">
            <a:noFill/>
          </a:ln>
        </p:spPr>
        <p:txBody>
          <a:bodyPr wrap="square" anchor="t" anchorCtr="0">
            <a:spAutoFit/>
          </a:bodyPr>
          <a:lstStyle/>
          <a:p>
            <a:pPr>
              <a:lnSpc>
                <a:spcPct val="130000"/>
              </a:lnSpc>
            </a:pPr>
            <a:endParaRPr lang="zh-CN" altLang="en-US" sz="2400" dirty="0">
              <a:solidFill>
                <a:schemeClr val="hlink"/>
              </a:solidFill>
              <a:latin typeface="Times New Roman" panose="02020603050405020304" pitchFamily="2" charset="0"/>
              <a:ea typeface="黑体" panose="02010609060101010101" pitchFamily="2" charset="-122"/>
              <a:sym typeface="Arial" panose="020B0604020202020204" pitchFamily="34" charset="0"/>
            </a:endParaRPr>
          </a:p>
          <a:p>
            <a:pPr>
              <a:lnSpc>
                <a:spcPct val="150000"/>
              </a:lnSpc>
            </a:pPr>
            <a:r>
              <a:rPr lang="zh-CN" altLang="en-US" sz="2000" dirty="0">
                <a:latin typeface="Times New Roman" panose="02020603050405020304" pitchFamily="2" charset="0"/>
                <a:ea typeface="黑体" panose="02010609060101010101" pitchFamily="2" charset="-122"/>
                <a:sym typeface="Arial" panose="020B0604020202020204" pitchFamily="34" charset="0"/>
              </a:rPr>
              <a:t>根据函数f(z)在其</a:t>
            </a:r>
            <a:r>
              <a:rPr lang="zh-CN" altLang="en-US" sz="2000" dirty="0">
                <a:solidFill>
                  <a:srgbClr val="C00000"/>
                </a:solidFill>
                <a:latin typeface="Times New Roman" panose="02020603050405020304" pitchFamily="2" charset="0"/>
                <a:ea typeface="黑体" panose="02010609060101010101" pitchFamily="2" charset="-122"/>
                <a:sym typeface="Arial" panose="020B0604020202020204" pitchFamily="34" charset="0"/>
              </a:rPr>
              <a:t>孤立奇点z</a:t>
            </a:r>
            <a:r>
              <a:rPr lang="zh-CN" altLang="en-US" sz="2000" baseline="-25000" dirty="0">
                <a:solidFill>
                  <a:srgbClr val="C00000"/>
                </a:solidFill>
                <a:latin typeface="Times New Roman" panose="02020603050405020304" pitchFamily="2" charset="0"/>
                <a:ea typeface="黑体" panose="02010609060101010101" pitchFamily="2" charset="-122"/>
                <a:sym typeface="Arial" panose="020B0604020202020204" pitchFamily="34" charset="0"/>
              </a:rPr>
              <a:t>0</a:t>
            </a:r>
            <a:r>
              <a:rPr lang="zh-CN" altLang="en-US" sz="2000" dirty="0">
                <a:latin typeface="Times New Roman" panose="02020603050405020304" pitchFamily="2" charset="0"/>
                <a:ea typeface="黑体" panose="02010609060101010101" pitchFamily="2" charset="-122"/>
                <a:sym typeface="Arial" panose="020B0604020202020204" pitchFamily="34" charset="0"/>
              </a:rPr>
              <a:t>的去心邻域的罗朗级数</a:t>
            </a:r>
            <a:r>
              <a:rPr lang="zh-CN" altLang="en-US" sz="2000" dirty="0">
                <a:solidFill>
                  <a:schemeClr val="hlink"/>
                </a:solidFill>
                <a:latin typeface="Times New Roman" panose="02020603050405020304" pitchFamily="2" charset="0"/>
                <a:ea typeface="黑体" panose="02010609060101010101" pitchFamily="2" charset="-122"/>
                <a:sym typeface="Arial" panose="020B0604020202020204" pitchFamily="34" charset="0"/>
              </a:rPr>
              <a:t>对奇点分类：</a:t>
            </a:r>
          </a:p>
          <a:p>
            <a:pPr>
              <a:lnSpc>
                <a:spcPct val="150000"/>
              </a:lnSpc>
            </a:pPr>
            <a:r>
              <a:rPr lang="zh-CN" altLang="en-US" sz="2000" dirty="0">
                <a:latin typeface="Times New Roman" panose="02020603050405020304" pitchFamily="2" charset="0"/>
                <a:ea typeface="黑体" panose="02010609060101010101" pitchFamily="2" charset="-122"/>
                <a:sym typeface="Arial" panose="020B0604020202020204" pitchFamily="34" charset="0"/>
              </a:rPr>
              <a:t>                                                 </a:t>
            </a:r>
          </a:p>
        </p:txBody>
      </p:sp>
      <p:graphicFrame>
        <p:nvGraphicFramePr>
          <p:cNvPr id="49154" name="对象 88069">
            <a:hlinkClick r:id="" action="ppaction://ole?verb=0"/>
          </p:cNvPr>
          <p:cNvGraphicFramePr>
            <a:graphicFrameLocks noChangeAspect="1"/>
          </p:cNvGraphicFramePr>
          <p:nvPr/>
        </p:nvGraphicFramePr>
        <p:xfrm>
          <a:off x="144463" y="2498725"/>
          <a:ext cx="8874125" cy="438150"/>
        </p:xfrm>
        <a:graphic>
          <a:graphicData uri="http://schemas.openxmlformats.org/presentationml/2006/ole">
            <mc:AlternateContent xmlns:mc="http://schemas.openxmlformats.org/markup-compatibility/2006">
              <mc:Choice xmlns:v="urn:schemas-microsoft-com:vml" Requires="v">
                <p:oleObj r:id="rId3" imgW="5156200" imgH="254000" progId="Equation.3">
                  <p:embed/>
                </p:oleObj>
              </mc:Choice>
              <mc:Fallback>
                <p:oleObj r:id="rId3" imgW="5156200" imgH="254000" progId="Equation.3">
                  <p:embed/>
                  <p:pic>
                    <p:nvPicPr>
                      <p:cNvPr id="0" name="图片 3206"/>
                      <p:cNvPicPr/>
                      <p:nvPr/>
                    </p:nvPicPr>
                    <p:blipFill>
                      <a:blip r:embed="rId4"/>
                      <a:stretch>
                        <a:fillRect/>
                      </a:stretch>
                    </p:blipFill>
                    <p:spPr>
                      <a:xfrm>
                        <a:off x="144463" y="2498725"/>
                        <a:ext cx="8874125" cy="438150"/>
                      </a:xfrm>
                      <a:prstGeom prst="rect">
                        <a:avLst/>
                      </a:prstGeom>
                      <a:noFill/>
                      <a:ln w="38100">
                        <a:noFill/>
                        <a:miter/>
                      </a:ln>
                    </p:spPr>
                  </p:pic>
                </p:oleObj>
              </mc:Fallback>
            </mc:AlternateContent>
          </a:graphicData>
        </a:graphic>
      </p:graphicFrame>
      <p:sp>
        <p:nvSpPr>
          <p:cNvPr id="49155" name="直接连接符 88070"/>
          <p:cNvSpPr/>
          <p:nvPr/>
        </p:nvSpPr>
        <p:spPr>
          <a:xfrm>
            <a:off x="6588125" y="2505075"/>
            <a:ext cx="1588" cy="1038225"/>
          </a:xfrm>
          <a:prstGeom prst="line">
            <a:avLst/>
          </a:prstGeom>
          <a:ln w="25400" cap="flat" cmpd="sng">
            <a:solidFill>
              <a:schemeClr val="hlink"/>
            </a:solidFill>
            <a:prstDash val="sysDot"/>
            <a:round/>
            <a:headEnd type="none" w="med" len="med"/>
            <a:tailEnd type="none" w="med" len="med"/>
          </a:ln>
        </p:spPr>
        <p:txBody>
          <a:bodyPr anchor="t" anchorCtr="0"/>
          <a:lstStyle/>
          <a:p>
            <a:endParaRPr lang="zh-CN" altLang="en-US">
              <a:latin typeface="Times New Roman" panose="02020603050405020304" pitchFamily="2" charset="0"/>
              <a:ea typeface="宋体" panose="02010600030101010101" pitchFamily="2" charset="-122"/>
            </a:endParaRPr>
          </a:p>
        </p:txBody>
      </p:sp>
      <p:sp>
        <p:nvSpPr>
          <p:cNvPr id="49156" name="箭头 1284"/>
          <p:cNvSpPr/>
          <p:nvPr/>
        </p:nvSpPr>
        <p:spPr>
          <a:xfrm flipV="1">
            <a:off x="6589713" y="3543300"/>
            <a:ext cx="646112" cy="0"/>
          </a:xfrm>
          <a:prstGeom prst="line">
            <a:avLst/>
          </a:prstGeom>
          <a:ln w="25400" cap="flat" cmpd="sng">
            <a:solidFill>
              <a:schemeClr val="hlink"/>
            </a:solidFill>
            <a:prstDash val="sysDot"/>
            <a:round/>
            <a:headEnd type="none" w="med" len="med"/>
            <a:tailEnd type="triangle" w="med" len="med"/>
          </a:ln>
        </p:spPr>
        <p:txBody>
          <a:bodyPr anchor="t" anchorCtr="0"/>
          <a:lstStyle/>
          <a:p>
            <a:endParaRPr lang="zh-CN" altLang="en-US">
              <a:latin typeface="Times New Roman" panose="02020603050405020304" pitchFamily="2" charset="0"/>
              <a:ea typeface="宋体" panose="02010600030101010101" pitchFamily="2" charset="-122"/>
            </a:endParaRPr>
          </a:p>
        </p:txBody>
      </p:sp>
      <p:sp>
        <p:nvSpPr>
          <p:cNvPr id="49157" name="直接连接符 88072"/>
          <p:cNvSpPr/>
          <p:nvPr/>
        </p:nvSpPr>
        <p:spPr>
          <a:xfrm flipH="1">
            <a:off x="2198688" y="2435225"/>
            <a:ext cx="0" cy="1135063"/>
          </a:xfrm>
          <a:prstGeom prst="line">
            <a:avLst/>
          </a:prstGeom>
          <a:ln w="25400" cap="flat" cmpd="sng">
            <a:solidFill>
              <a:schemeClr val="hlink"/>
            </a:solidFill>
            <a:prstDash val="sysDot"/>
            <a:round/>
            <a:headEnd type="none" w="med" len="med"/>
            <a:tailEnd type="none" w="med" len="med"/>
          </a:ln>
        </p:spPr>
        <p:txBody>
          <a:bodyPr anchor="t" anchorCtr="0"/>
          <a:lstStyle/>
          <a:p>
            <a:endParaRPr lang="zh-CN" altLang="en-US">
              <a:latin typeface="Times New Roman" panose="02020603050405020304" pitchFamily="2" charset="0"/>
              <a:ea typeface="宋体" panose="02010600030101010101" pitchFamily="2" charset="-122"/>
            </a:endParaRPr>
          </a:p>
        </p:txBody>
      </p:sp>
      <p:sp>
        <p:nvSpPr>
          <p:cNvPr id="49158" name="箭头 1284"/>
          <p:cNvSpPr/>
          <p:nvPr/>
        </p:nvSpPr>
        <p:spPr>
          <a:xfrm>
            <a:off x="2200275" y="3562350"/>
            <a:ext cx="642938" cy="6350"/>
          </a:xfrm>
          <a:prstGeom prst="line">
            <a:avLst/>
          </a:prstGeom>
          <a:ln w="25400" cap="flat" cmpd="sng">
            <a:solidFill>
              <a:schemeClr val="hlink"/>
            </a:solidFill>
            <a:prstDash val="sysDot"/>
            <a:round/>
            <a:headEnd type="none" w="med" len="med"/>
            <a:tailEnd type="triangle" w="med" len="med"/>
          </a:ln>
        </p:spPr>
        <p:txBody>
          <a:bodyPr anchor="t" anchorCtr="0"/>
          <a:lstStyle/>
          <a:p>
            <a:endParaRPr lang="zh-CN" altLang="en-US">
              <a:latin typeface="Times New Roman" panose="02020603050405020304" pitchFamily="2" charset="0"/>
              <a:ea typeface="宋体" panose="02010600030101010101" pitchFamily="2" charset="-122"/>
            </a:endParaRPr>
          </a:p>
        </p:txBody>
      </p:sp>
      <p:sp>
        <p:nvSpPr>
          <p:cNvPr id="49159" name="直接连接符 88074"/>
          <p:cNvSpPr/>
          <p:nvPr/>
        </p:nvSpPr>
        <p:spPr>
          <a:xfrm flipH="1">
            <a:off x="1009650" y="2454275"/>
            <a:ext cx="0" cy="1135063"/>
          </a:xfrm>
          <a:prstGeom prst="line">
            <a:avLst/>
          </a:prstGeom>
          <a:ln w="25400" cap="flat" cmpd="sng">
            <a:solidFill>
              <a:schemeClr val="hlink"/>
            </a:solidFill>
            <a:prstDash val="sysDot"/>
            <a:round/>
            <a:headEnd type="none" w="med" len="med"/>
            <a:tailEnd type="none" w="med" len="med"/>
          </a:ln>
        </p:spPr>
        <p:txBody>
          <a:bodyPr anchor="t" anchorCtr="0"/>
          <a:lstStyle/>
          <a:p>
            <a:endParaRPr lang="zh-CN" altLang="en-US">
              <a:latin typeface="Times New Roman" panose="02020603050405020304" pitchFamily="2" charset="0"/>
              <a:ea typeface="宋体" panose="02010600030101010101" pitchFamily="2" charset="-122"/>
            </a:endParaRPr>
          </a:p>
        </p:txBody>
      </p:sp>
      <p:sp>
        <p:nvSpPr>
          <p:cNvPr id="49160" name="箭头 1284"/>
          <p:cNvSpPr/>
          <p:nvPr/>
        </p:nvSpPr>
        <p:spPr>
          <a:xfrm flipV="1">
            <a:off x="1009650" y="3570288"/>
            <a:ext cx="646113" cy="14287"/>
          </a:xfrm>
          <a:prstGeom prst="line">
            <a:avLst/>
          </a:prstGeom>
          <a:ln w="25400" cap="flat" cmpd="sng">
            <a:solidFill>
              <a:schemeClr val="hlink"/>
            </a:solidFill>
            <a:prstDash val="sysDot"/>
            <a:round/>
            <a:headEnd type="none" w="med" len="med"/>
            <a:tailEnd type="triangle" w="med" len="med"/>
          </a:ln>
        </p:spPr>
        <p:txBody>
          <a:bodyPr anchor="t" anchorCtr="0"/>
          <a:lstStyle/>
          <a:p>
            <a:endParaRPr lang="zh-CN" altLang="en-US">
              <a:latin typeface="Times New Roman" panose="02020603050405020304" pitchFamily="2" charset="0"/>
              <a:ea typeface="宋体" panose="02010600030101010101" pitchFamily="2" charset="-122"/>
            </a:endParaRPr>
          </a:p>
        </p:txBody>
      </p:sp>
      <p:sp>
        <p:nvSpPr>
          <p:cNvPr id="49161" name="文本框 88076"/>
          <p:cNvSpPr txBox="1"/>
          <p:nvPr/>
        </p:nvSpPr>
        <p:spPr>
          <a:xfrm>
            <a:off x="6678613" y="3067050"/>
            <a:ext cx="1355725" cy="396875"/>
          </a:xfrm>
          <a:prstGeom prst="rect">
            <a:avLst/>
          </a:prstGeom>
          <a:noFill/>
          <a:ln w="9525">
            <a:noFill/>
          </a:ln>
        </p:spPr>
        <p:txBody>
          <a:bodyPr anchor="t" anchorCtr="0">
            <a:spAutoFit/>
          </a:bodyPr>
          <a:lstStyle/>
          <a:p>
            <a:r>
              <a:rPr lang="zh-CN" altLang="en-US" sz="2000" dirty="0">
                <a:solidFill>
                  <a:schemeClr val="hlink"/>
                </a:solidFill>
                <a:latin typeface="Times New Roman" panose="02020603050405020304" pitchFamily="2" charset="0"/>
                <a:ea typeface="黑体" panose="02010609060101010101" pitchFamily="2" charset="-122"/>
                <a:sym typeface="Arial" panose="020B0604020202020204" pitchFamily="34" charset="0"/>
              </a:rPr>
              <a:t>可去奇点</a:t>
            </a:r>
          </a:p>
        </p:txBody>
      </p:sp>
      <p:sp>
        <p:nvSpPr>
          <p:cNvPr id="49162" name="文本框 88077"/>
          <p:cNvSpPr txBox="1"/>
          <p:nvPr/>
        </p:nvSpPr>
        <p:spPr>
          <a:xfrm>
            <a:off x="2273300" y="3067050"/>
            <a:ext cx="1141413" cy="669925"/>
          </a:xfrm>
          <a:prstGeom prst="rect">
            <a:avLst/>
          </a:prstGeom>
          <a:noFill/>
          <a:ln w="9525">
            <a:noFill/>
          </a:ln>
        </p:spPr>
        <p:txBody>
          <a:bodyPr wrap="none" anchor="t" anchorCtr="0">
            <a:spAutoFit/>
          </a:bodyPr>
          <a:lstStyle/>
          <a:p>
            <a:r>
              <a:rPr lang="zh-CN" altLang="en-US" sz="2000" dirty="0">
                <a:solidFill>
                  <a:schemeClr val="hlink"/>
                </a:solidFill>
                <a:latin typeface="Times New Roman" panose="02020603050405020304" pitchFamily="2" charset="0"/>
                <a:ea typeface="黑体" panose="02010609060101010101" pitchFamily="2" charset="-122"/>
                <a:sym typeface="Arial" panose="020B0604020202020204" pitchFamily="34" charset="0"/>
              </a:rPr>
              <a:t>m阶奇点</a:t>
            </a:r>
          </a:p>
          <a:p>
            <a:endParaRPr lang="zh-CN" altLang="en-US" dirty="0">
              <a:latin typeface="Times New Roman" panose="02020603050405020304" pitchFamily="2" charset="0"/>
              <a:ea typeface="宋体" panose="02010600030101010101" pitchFamily="2" charset="-122"/>
            </a:endParaRPr>
          </a:p>
        </p:txBody>
      </p:sp>
      <p:sp>
        <p:nvSpPr>
          <p:cNvPr id="49163" name="文本框 88078"/>
          <p:cNvSpPr txBox="1"/>
          <p:nvPr/>
        </p:nvSpPr>
        <p:spPr>
          <a:xfrm>
            <a:off x="958850" y="3041650"/>
            <a:ext cx="1198563" cy="671513"/>
          </a:xfrm>
          <a:prstGeom prst="rect">
            <a:avLst/>
          </a:prstGeom>
          <a:noFill/>
          <a:ln w="9525">
            <a:noFill/>
          </a:ln>
        </p:spPr>
        <p:txBody>
          <a:bodyPr wrap="none" anchor="t" anchorCtr="0">
            <a:spAutoFit/>
          </a:bodyPr>
          <a:lstStyle/>
          <a:p>
            <a:r>
              <a:rPr lang="zh-CN" altLang="en-US" sz="2000" dirty="0">
                <a:solidFill>
                  <a:schemeClr val="hlink"/>
                </a:solidFill>
                <a:latin typeface="Times New Roman" panose="02020603050405020304" pitchFamily="2" charset="0"/>
                <a:ea typeface="黑体" panose="02010609060101010101" pitchFamily="2" charset="-122"/>
                <a:sym typeface="Arial" panose="020B0604020202020204" pitchFamily="34" charset="0"/>
              </a:rPr>
              <a:t>本性奇点</a:t>
            </a:r>
          </a:p>
          <a:p>
            <a:endParaRPr lang="zh-CN" altLang="en-US" dirty="0">
              <a:latin typeface="Times New Roman" panose="02020603050405020304" pitchFamily="2" charset="0"/>
              <a:ea typeface="宋体" panose="02010600030101010101" pitchFamily="2" charset="-122"/>
            </a:endParaRPr>
          </a:p>
        </p:txBody>
      </p:sp>
      <p:sp>
        <p:nvSpPr>
          <p:cNvPr id="49164" name="文本框 88079"/>
          <p:cNvSpPr txBox="1"/>
          <p:nvPr/>
        </p:nvSpPr>
        <p:spPr>
          <a:xfrm>
            <a:off x="682625" y="3702050"/>
            <a:ext cx="4683125" cy="1277938"/>
          </a:xfrm>
          <a:prstGeom prst="rect">
            <a:avLst/>
          </a:prstGeom>
          <a:noFill/>
          <a:ln w="9525">
            <a:noFill/>
          </a:ln>
        </p:spPr>
        <p:txBody>
          <a:bodyPr wrap="square" anchor="t" anchorCtr="0">
            <a:spAutoFit/>
          </a:bodyPr>
          <a:lstStyle/>
          <a:p>
            <a:pPr>
              <a:lnSpc>
                <a:spcPct val="130000"/>
              </a:lnSpc>
              <a:buFont typeface="Wingdings" panose="05000000000000000000" pitchFamily="2" charset="2"/>
              <a:buChar char="n"/>
            </a:pPr>
            <a:r>
              <a:rPr lang="zh-CN" altLang="en-US" sz="2000" dirty="0">
                <a:solidFill>
                  <a:schemeClr val="hlink"/>
                </a:solidFill>
                <a:latin typeface="Times New Roman" panose="02020603050405020304" pitchFamily="2" charset="0"/>
                <a:ea typeface="黑体" panose="02010609060101010101" pitchFamily="2" charset="-122"/>
                <a:sym typeface="Arial" panose="020B0604020202020204" pitchFamily="34" charset="0"/>
              </a:rPr>
              <a:t>可去奇点</a:t>
            </a:r>
            <a:r>
              <a:rPr lang="zh-CN" altLang="en-US" sz="2000" dirty="0">
                <a:latin typeface="Times New Roman" panose="02020603050405020304" pitchFamily="2" charset="0"/>
                <a:ea typeface="黑体" panose="02010609060101010101" pitchFamily="2" charset="-122"/>
                <a:sym typeface="Arial" panose="020B0604020202020204" pitchFamily="34" charset="0"/>
              </a:rPr>
              <a:t>——</a:t>
            </a:r>
            <a:r>
              <a:rPr lang="zh-CN" altLang="en-US" sz="2000" dirty="0">
                <a:solidFill>
                  <a:schemeClr val="hlink"/>
                </a:solidFill>
                <a:latin typeface="Times New Roman" panose="02020603050405020304" pitchFamily="2" charset="0"/>
                <a:ea typeface="黑体" panose="02010609060101010101" pitchFamily="2" charset="-122"/>
                <a:sym typeface="Arial" panose="020B0604020202020204" pitchFamily="34" charset="0"/>
              </a:rPr>
              <a:t>不含</a:t>
            </a:r>
            <a:r>
              <a:rPr lang="zh-CN" altLang="en-US" sz="2000" dirty="0">
                <a:latin typeface="Times New Roman" panose="02020603050405020304" pitchFamily="2" charset="0"/>
                <a:ea typeface="黑体" panose="02010609060101010101" pitchFamily="2" charset="-122"/>
                <a:sym typeface="Arial" panose="020B0604020202020204" pitchFamily="34" charset="0"/>
              </a:rPr>
              <a:t>负幂次项</a:t>
            </a:r>
          </a:p>
          <a:p>
            <a:pPr>
              <a:lnSpc>
                <a:spcPct val="130000"/>
              </a:lnSpc>
              <a:buFont typeface="Wingdings" panose="05000000000000000000" pitchFamily="2" charset="2"/>
              <a:buChar char="n"/>
            </a:pPr>
            <a:r>
              <a:rPr lang="zh-CN" altLang="en-US" sz="2000" dirty="0">
                <a:solidFill>
                  <a:schemeClr val="hlink"/>
                </a:solidFill>
                <a:latin typeface="Times New Roman" panose="02020603050405020304" pitchFamily="2" charset="0"/>
                <a:ea typeface="黑体" panose="02010609060101010101" pitchFamily="2" charset="-122"/>
                <a:sym typeface="Arial" panose="020B0604020202020204" pitchFamily="34" charset="0"/>
              </a:rPr>
              <a:t>m阶极点</a:t>
            </a:r>
            <a:r>
              <a:rPr lang="zh-CN" altLang="en-US" sz="2000" dirty="0">
                <a:latin typeface="Times New Roman" panose="02020603050405020304" pitchFamily="2" charset="0"/>
                <a:ea typeface="黑体" panose="02010609060101010101" pitchFamily="2" charset="-122"/>
                <a:sym typeface="Arial" panose="020B0604020202020204" pitchFamily="34" charset="0"/>
              </a:rPr>
              <a:t>——</a:t>
            </a:r>
            <a:r>
              <a:rPr lang="zh-CN" altLang="en-US" sz="2000" dirty="0">
                <a:solidFill>
                  <a:schemeClr val="hlink"/>
                </a:solidFill>
                <a:latin typeface="Times New Roman" panose="02020603050405020304" pitchFamily="2" charset="0"/>
                <a:ea typeface="黑体" panose="02010609060101010101" pitchFamily="2" charset="-122"/>
                <a:sym typeface="Arial" panose="020B0604020202020204" pitchFamily="34" charset="0"/>
              </a:rPr>
              <a:t>含有限个</a:t>
            </a:r>
            <a:r>
              <a:rPr lang="zh-CN" altLang="en-US" sz="2000" dirty="0">
                <a:latin typeface="Times New Roman" panose="02020603050405020304" pitchFamily="2" charset="0"/>
                <a:ea typeface="黑体" panose="02010609060101010101" pitchFamily="2" charset="-122"/>
                <a:sym typeface="Arial" panose="020B0604020202020204" pitchFamily="34" charset="0"/>
              </a:rPr>
              <a:t>负幂次项</a:t>
            </a:r>
          </a:p>
          <a:p>
            <a:pPr>
              <a:lnSpc>
                <a:spcPct val="130000"/>
              </a:lnSpc>
              <a:buFont typeface="Wingdings" panose="05000000000000000000" pitchFamily="2" charset="2"/>
              <a:buChar char="n"/>
            </a:pPr>
            <a:r>
              <a:rPr lang="zh-CN" altLang="en-US" sz="2000" dirty="0">
                <a:solidFill>
                  <a:schemeClr val="hlink"/>
                </a:solidFill>
                <a:latin typeface="Times New Roman" panose="02020603050405020304" pitchFamily="2" charset="0"/>
                <a:ea typeface="黑体" panose="02010609060101010101" pitchFamily="2" charset="-122"/>
                <a:sym typeface="Arial" panose="020B0604020202020204" pitchFamily="34" charset="0"/>
              </a:rPr>
              <a:t>本性奇点</a:t>
            </a:r>
            <a:r>
              <a:rPr lang="zh-CN" altLang="en-US" sz="2000" dirty="0">
                <a:latin typeface="Times New Roman" panose="02020603050405020304" pitchFamily="2" charset="0"/>
                <a:ea typeface="黑体" panose="02010609060101010101" pitchFamily="2" charset="-122"/>
                <a:sym typeface="Arial" panose="020B0604020202020204" pitchFamily="34" charset="0"/>
              </a:rPr>
              <a:t>——</a:t>
            </a:r>
            <a:r>
              <a:rPr lang="zh-CN" altLang="en-US" sz="2000" dirty="0">
                <a:solidFill>
                  <a:schemeClr val="hlink"/>
                </a:solidFill>
                <a:latin typeface="Times New Roman" panose="02020603050405020304" pitchFamily="2" charset="0"/>
                <a:ea typeface="黑体" panose="02010609060101010101" pitchFamily="2" charset="-122"/>
                <a:sym typeface="Arial" panose="020B0604020202020204" pitchFamily="34" charset="0"/>
              </a:rPr>
              <a:t>含无限个</a:t>
            </a:r>
            <a:r>
              <a:rPr lang="zh-CN" altLang="en-US" sz="2000" dirty="0">
                <a:latin typeface="Times New Roman" panose="02020603050405020304" pitchFamily="2" charset="0"/>
                <a:ea typeface="黑体" panose="02010609060101010101" pitchFamily="2" charset="-122"/>
                <a:sym typeface="Arial" panose="020B0604020202020204" pitchFamily="34" charset="0"/>
              </a:rPr>
              <a:t>负幂次项</a:t>
            </a:r>
          </a:p>
        </p:txBody>
      </p:sp>
    </p:spTree>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1" name="文本框 90117"/>
          <p:cNvSpPr txBox="1"/>
          <p:nvPr/>
        </p:nvSpPr>
        <p:spPr>
          <a:xfrm>
            <a:off x="622300" y="657225"/>
            <a:ext cx="4683125" cy="1050925"/>
          </a:xfrm>
          <a:prstGeom prst="rect">
            <a:avLst/>
          </a:prstGeom>
          <a:noFill/>
          <a:ln w="9525">
            <a:noFill/>
          </a:ln>
        </p:spPr>
        <p:txBody>
          <a:bodyPr wrap="square" anchor="t" anchorCtr="0">
            <a:spAutoFit/>
          </a:bodyPr>
          <a:lstStyle/>
          <a:p>
            <a:pPr>
              <a:lnSpc>
                <a:spcPct val="130000"/>
              </a:lnSpc>
              <a:buFont typeface="Wingdings" panose="05000000000000000000" pitchFamily="2" charset="2"/>
            </a:pPr>
            <a:endParaRPr lang="zh-CN" altLang="en-US" sz="2400" dirty="0">
              <a:latin typeface="Times New Roman" panose="02020603050405020304" pitchFamily="2" charset="0"/>
              <a:ea typeface="黑体" panose="02010609060101010101" pitchFamily="2" charset="-122"/>
              <a:sym typeface="Arial" panose="020B0604020202020204" pitchFamily="34" charset="0"/>
            </a:endParaRPr>
          </a:p>
          <a:p>
            <a:pPr>
              <a:lnSpc>
                <a:spcPct val="130000"/>
              </a:lnSpc>
              <a:buFont typeface="Wingdings" panose="05000000000000000000" pitchFamily="2" charset="2"/>
              <a:buChar char="n"/>
            </a:pPr>
            <a:r>
              <a:rPr lang="zh-CN" altLang="en-US" sz="2400" dirty="0">
                <a:solidFill>
                  <a:schemeClr val="hlink"/>
                </a:solidFill>
                <a:latin typeface="Times New Roman" panose="02020603050405020304" pitchFamily="2" charset="0"/>
                <a:ea typeface="黑体" panose="02010609060101010101" pitchFamily="2" charset="-122"/>
                <a:sym typeface="Arial" panose="020B0604020202020204" pitchFamily="34" charset="0"/>
              </a:rPr>
              <a:t>m阶极点</a:t>
            </a:r>
            <a:r>
              <a:rPr lang="zh-CN" altLang="en-US" sz="2400" dirty="0">
                <a:latin typeface="Times New Roman" panose="02020603050405020304" pitchFamily="2" charset="0"/>
                <a:ea typeface="黑体" panose="02010609060101010101" pitchFamily="2" charset="-122"/>
                <a:sym typeface="Arial" panose="020B0604020202020204" pitchFamily="34" charset="0"/>
              </a:rPr>
              <a:t>——</a:t>
            </a:r>
            <a:r>
              <a:rPr lang="zh-CN" altLang="en-US" sz="2400" dirty="0">
                <a:solidFill>
                  <a:schemeClr val="hlink"/>
                </a:solidFill>
                <a:latin typeface="Times New Roman" panose="02020603050405020304" pitchFamily="2" charset="0"/>
                <a:ea typeface="黑体" panose="02010609060101010101" pitchFamily="2" charset="-122"/>
                <a:sym typeface="Arial" panose="020B0604020202020204" pitchFamily="34" charset="0"/>
              </a:rPr>
              <a:t>含有限个</a:t>
            </a:r>
            <a:r>
              <a:rPr lang="zh-CN" altLang="en-US" sz="2400" dirty="0">
                <a:latin typeface="Times New Roman" panose="02020603050405020304" pitchFamily="2" charset="0"/>
                <a:ea typeface="黑体" panose="02010609060101010101" pitchFamily="2" charset="-122"/>
                <a:sym typeface="Arial" panose="020B0604020202020204" pitchFamily="34" charset="0"/>
              </a:rPr>
              <a:t>负幂次项</a:t>
            </a:r>
          </a:p>
        </p:txBody>
      </p:sp>
      <p:graphicFrame>
        <p:nvGraphicFramePr>
          <p:cNvPr id="51202" name="对象 90118">
            <a:hlinkClick r:id="" action="ppaction://ole?verb=0"/>
          </p:cNvPr>
          <p:cNvGraphicFramePr>
            <a:graphicFrameLocks noChangeAspect="1"/>
          </p:cNvGraphicFramePr>
          <p:nvPr/>
        </p:nvGraphicFramePr>
        <p:xfrm>
          <a:off x="622300" y="1876425"/>
          <a:ext cx="8245475" cy="2549525"/>
        </p:xfrm>
        <a:graphic>
          <a:graphicData uri="http://schemas.openxmlformats.org/presentationml/2006/ole">
            <mc:AlternateContent xmlns:mc="http://schemas.openxmlformats.org/markup-compatibility/2006">
              <mc:Choice xmlns:v="urn:schemas-microsoft-com:vml" Requires="v">
                <p:oleObj r:id="rId3" imgW="4559300" imgH="1409700" progId="Equation.3">
                  <p:embed/>
                </p:oleObj>
              </mc:Choice>
              <mc:Fallback>
                <p:oleObj r:id="rId3" imgW="4559300" imgH="1409700" progId="Equation.3">
                  <p:embed/>
                  <p:pic>
                    <p:nvPicPr>
                      <p:cNvPr id="0" name="图片 3214"/>
                      <p:cNvPicPr/>
                      <p:nvPr/>
                    </p:nvPicPr>
                    <p:blipFill>
                      <a:blip r:embed="rId4"/>
                      <a:stretch>
                        <a:fillRect/>
                      </a:stretch>
                    </p:blipFill>
                    <p:spPr>
                      <a:xfrm>
                        <a:off x="622300" y="1876425"/>
                        <a:ext cx="8245475" cy="2549525"/>
                      </a:xfrm>
                      <a:prstGeom prst="rect">
                        <a:avLst/>
                      </a:prstGeom>
                      <a:noFill/>
                      <a:ln w="38100">
                        <a:noFill/>
                        <a:miter/>
                      </a:ln>
                    </p:spPr>
                  </p:pic>
                </p:oleObj>
              </mc:Fallback>
            </mc:AlternateContent>
          </a:graphicData>
        </a:graphic>
      </p:graphicFrame>
      <p:graphicFrame>
        <p:nvGraphicFramePr>
          <p:cNvPr id="51203" name="对象 90119">
            <a:hlinkClick r:id="" action="ppaction://ole?verb=0"/>
          </p:cNvPr>
          <p:cNvGraphicFramePr>
            <a:graphicFrameLocks noChangeAspect="1"/>
          </p:cNvGraphicFramePr>
          <p:nvPr/>
        </p:nvGraphicFramePr>
        <p:xfrm>
          <a:off x="239713" y="4594225"/>
          <a:ext cx="8442325" cy="400050"/>
        </p:xfrm>
        <a:graphic>
          <a:graphicData uri="http://schemas.openxmlformats.org/presentationml/2006/ole">
            <mc:AlternateContent xmlns:mc="http://schemas.openxmlformats.org/markup-compatibility/2006">
              <mc:Choice xmlns:v="urn:schemas-microsoft-com:vml" Requires="v">
                <p:oleObj r:id="rId5" imgW="5651500" imgH="266700" progId="Equation.3">
                  <p:embed/>
                </p:oleObj>
              </mc:Choice>
              <mc:Fallback>
                <p:oleObj r:id="rId5" imgW="5651500" imgH="266700" progId="Equation.3">
                  <p:embed/>
                  <p:pic>
                    <p:nvPicPr>
                      <p:cNvPr id="0" name="图片 3211"/>
                      <p:cNvPicPr/>
                      <p:nvPr/>
                    </p:nvPicPr>
                    <p:blipFill>
                      <a:blip r:embed="rId6"/>
                      <a:stretch>
                        <a:fillRect/>
                      </a:stretch>
                    </p:blipFill>
                    <p:spPr>
                      <a:xfrm>
                        <a:off x="239713" y="4594225"/>
                        <a:ext cx="8442325" cy="400050"/>
                      </a:xfrm>
                      <a:prstGeom prst="rect">
                        <a:avLst/>
                      </a:prstGeom>
                      <a:noFill/>
                      <a:ln w="38100">
                        <a:noFill/>
                        <a:miter/>
                      </a:ln>
                    </p:spPr>
                  </p:pic>
                </p:oleObj>
              </mc:Fallback>
            </mc:AlternateContent>
          </a:graphicData>
        </a:graphic>
      </p:graphicFrame>
      <p:sp>
        <p:nvSpPr>
          <p:cNvPr id="51204" name="左右箭头 90120"/>
          <p:cNvSpPr/>
          <p:nvPr/>
        </p:nvSpPr>
        <p:spPr>
          <a:xfrm>
            <a:off x="5616575" y="4594225"/>
            <a:ext cx="720725" cy="368300"/>
          </a:xfrm>
          <a:prstGeom prst="leftRightArrow">
            <a:avLst>
              <a:gd name="adj1" fmla="val 50000"/>
              <a:gd name="adj2" fmla="val 38793"/>
            </a:avLst>
          </a:prstGeom>
          <a:solidFill>
            <a:schemeClr val="accent1"/>
          </a:solidFill>
          <a:ln w="12700" cap="sq" cmpd="sng">
            <a:solidFill>
              <a:schemeClr val="tx1"/>
            </a:solidFill>
            <a:prstDash val="solid"/>
            <a:miter/>
            <a:headEnd type="none" w="med" len="med"/>
            <a:tailEnd type="none" w="med" len="med"/>
          </a:ln>
        </p:spPr>
        <p:txBody>
          <a:bodyPr anchor="t" anchorCtr="0"/>
          <a:lstStyle/>
          <a:p>
            <a:endParaRPr lang="zh-CN" altLang="en-US">
              <a:latin typeface="Times New Roman" panose="02020603050405020304" pitchFamily="2" charset="0"/>
              <a:ea typeface="宋体" panose="02010600030101010101" pitchFamily="2" charset="-122"/>
            </a:endParaRPr>
          </a:p>
        </p:txBody>
      </p:sp>
      <p:sp>
        <p:nvSpPr>
          <p:cNvPr id="51205" name="文本框 90121"/>
          <p:cNvSpPr txBox="1"/>
          <p:nvPr/>
        </p:nvSpPr>
        <p:spPr>
          <a:xfrm>
            <a:off x="5419725" y="4244975"/>
            <a:ext cx="1231900" cy="395288"/>
          </a:xfrm>
          <a:prstGeom prst="rect">
            <a:avLst/>
          </a:prstGeom>
          <a:noFill/>
          <a:ln w="9525">
            <a:noFill/>
          </a:ln>
        </p:spPr>
        <p:txBody>
          <a:bodyPr anchor="t" anchorCtr="0">
            <a:spAutoFit/>
          </a:bodyPr>
          <a:lstStyle/>
          <a:p>
            <a:r>
              <a:rPr lang="zh-CN" altLang="en-US" sz="2000" dirty="0">
                <a:solidFill>
                  <a:schemeClr val="hlink"/>
                </a:solidFill>
                <a:latin typeface="Times New Roman" panose="02020603050405020304" pitchFamily="2" charset="0"/>
                <a:ea typeface="黑体" panose="02010609060101010101" pitchFamily="2" charset="-122"/>
                <a:sym typeface="Arial" panose="020B0604020202020204" pitchFamily="34" charset="0"/>
              </a:rPr>
              <a:t>充要条件</a:t>
            </a:r>
          </a:p>
        </p:txBody>
      </p:sp>
    </p:spTree>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9" name="灯片编号占位符 3"/>
          <p:cNvSpPr txBox="1">
            <a:spLocks noGrp="1"/>
          </p:cNvSpPr>
          <p:nvPr/>
        </p:nvSpPr>
        <p:spPr>
          <a:xfrm>
            <a:off x="7042150" y="6243638"/>
            <a:ext cx="1905000" cy="457200"/>
          </a:xfrm>
          <a:prstGeom prst="rect">
            <a:avLst/>
          </a:prstGeom>
          <a:noFill/>
          <a:ln w="9525">
            <a:noFill/>
          </a:ln>
        </p:spPr>
        <p:txBody>
          <a:bodyPr anchor="b" anchorCtr="0"/>
          <a:lstStyle/>
          <a:p>
            <a:pPr algn="r"/>
            <a:fld id="{9A0DB2DC-4C9A-4742-B13C-FB6460FD3503}" type="slidenum">
              <a:rPr lang="zh-CN" altLang="en-US" sz="1400" dirty="0">
                <a:latin typeface="Tahoma" panose="020B0604030504040204" pitchFamily="2" charset="0"/>
                <a:ea typeface="宋体" panose="02010600030101010101" pitchFamily="2" charset="-122"/>
              </a:rPr>
              <a:t>36</a:t>
            </a:fld>
            <a:endParaRPr lang="zh-CN" altLang="en-US" sz="1400" dirty="0">
              <a:latin typeface="Tahoma" panose="020B0604030504040204" pitchFamily="2" charset="0"/>
              <a:ea typeface="宋体" panose="02010600030101010101" pitchFamily="2" charset="-122"/>
            </a:endParaRPr>
          </a:p>
        </p:txBody>
      </p:sp>
      <p:sp>
        <p:nvSpPr>
          <p:cNvPr id="53250" name="文本框 92164"/>
          <p:cNvSpPr txBox="1"/>
          <p:nvPr/>
        </p:nvSpPr>
        <p:spPr>
          <a:xfrm>
            <a:off x="611188" y="2243138"/>
            <a:ext cx="7956550" cy="1014412"/>
          </a:xfrm>
          <a:prstGeom prst="rect">
            <a:avLst/>
          </a:prstGeom>
          <a:noFill/>
          <a:ln w="9525">
            <a:noFill/>
          </a:ln>
        </p:spPr>
        <p:txBody>
          <a:bodyPr wrap="square" anchor="t" anchorCtr="0">
            <a:spAutoFit/>
          </a:bodyPr>
          <a:lstStyle/>
          <a:p>
            <a:pPr>
              <a:lnSpc>
                <a:spcPct val="150000"/>
              </a:lnSpc>
            </a:pPr>
            <a:r>
              <a:rPr lang="zh-CN" altLang="en-US" sz="2000" dirty="0">
                <a:solidFill>
                  <a:schemeClr val="hlink"/>
                </a:solidFill>
                <a:latin typeface="Times New Roman" panose="02020603050405020304" pitchFamily="2" charset="0"/>
                <a:ea typeface="黑体" panose="02010609060101010101" pitchFamily="2" charset="-122"/>
                <a:sym typeface="Arial" panose="020B0604020202020204" pitchFamily="34" charset="0"/>
              </a:rPr>
              <a:t>留数：</a:t>
            </a:r>
            <a:r>
              <a:rPr lang="zh-CN" altLang="en-US" sz="2000" dirty="0">
                <a:latin typeface="Times New Roman" panose="02020603050405020304" pitchFamily="2" charset="0"/>
                <a:ea typeface="黑体" panose="02010609060101010101" pitchFamily="2" charset="-122"/>
                <a:sym typeface="Arial" panose="020B0604020202020204" pitchFamily="34" charset="0"/>
              </a:rPr>
              <a:t>又称残数，是解析函数f(z)沿着一条简单</a:t>
            </a:r>
            <a:r>
              <a:rPr lang="zh-CN" altLang="en-US" sz="2000" dirty="0">
                <a:solidFill>
                  <a:schemeClr val="hlink"/>
                </a:solidFill>
                <a:latin typeface="Times New Roman" panose="02020603050405020304" pitchFamily="2" charset="0"/>
                <a:ea typeface="黑体" panose="02010609060101010101" pitchFamily="2" charset="-122"/>
                <a:sym typeface="Arial" panose="020B0604020202020204" pitchFamily="34" charset="0"/>
              </a:rPr>
              <a:t>正向闭曲线</a:t>
            </a:r>
            <a:r>
              <a:rPr lang="zh-CN" altLang="en-US" sz="2000" dirty="0">
                <a:latin typeface="Times New Roman" panose="02020603050405020304" pitchFamily="2" charset="0"/>
                <a:ea typeface="黑体" panose="02010609060101010101" pitchFamily="2" charset="-122"/>
                <a:sym typeface="Arial" panose="020B0604020202020204" pitchFamily="34" charset="0"/>
              </a:rPr>
              <a:t>的积分值。                                                 </a:t>
            </a:r>
          </a:p>
          <a:p>
            <a:pPr>
              <a:lnSpc>
                <a:spcPct val="150000"/>
              </a:lnSpc>
            </a:pPr>
            <a:r>
              <a:rPr lang="zh-CN" altLang="en-US" sz="2000" dirty="0">
                <a:latin typeface="Times New Roman" panose="02020603050405020304" pitchFamily="2" charset="0"/>
                <a:ea typeface="黑体" panose="02010609060101010101" pitchFamily="2" charset="-122"/>
                <a:sym typeface="Arial" panose="020B0604020202020204" pitchFamily="34" charset="0"/>
              </a:rPr>
              <a:t>对于解析函数</a:t>
            </a:r>
            <a:r>
              <a:rPr lang="zh-CN" altLang="en-US" sz="2000" dirty="0">
                <a:solidFill>
                  <a:schemeClr val="hlink"/>
                </a:solidFill>
                <a:latin typeface="Times New Roman" panose="02020603050405020304" pitchFamily="2" charset="0"/>
                <a:ea typeface="黑体" panose="02010609060101010101" pitchFamily="2" charset="-122"/>
                <a:sym typeface="Arial" panose="020B0604020202020204" pitchFamily="34" charset="0"/>
              </a:rPr>
              <a:t>f(z)展开后罗朗级数</a:t>
            </a:r>
            <a:r>
              <a:rPr lang="zh-CN" altLang="en-US" sz="2000" dirty="0">
                <a:latin typeface="Times New Roman" panose="02020603050405020304" pitchFamily="2" charset="0"/>
                <a:ea typeface="黑体" panose="02010609060101010101" pitchFamily="2" charset="-122"/>
                <a:sym typeface="Arial" panose="020B0604020202020204" pitchFamily="34" charset="0"/>
              </a:rPr>
              <a:t>两边进行积分：</a:t>
            </a:r>
          </a:p>
        </p:txBody>
      </p:sp>
      <p:graphicFrame>
        <p:nvGraphicFramePr>
          <p:cNvPr id="53251" name="对象 92165">
            <a:hlinkClick r:id="" action="ppaction://ole?verb=0"/>
          </p:cNvPr>
          <p:cNvGraphicFramePr>
            <a:graphicFrameLocks noChangeAspect="1"/>
          </p:cNvGraphicFramePr>
          <p:nvPr/>
        </p:nvGraphicFramePr>
        <p:xfrm>
          <a:off x="900113" y="3573463"/>
          <a:ext cx="6951662" cy="1689100"/>
        </p:xfrm>
        <a:graphic>
          <a:graphicData uri="http://schemas.openxmlformats.org/presentationml/2006/ole">
            <mc:AlternateContent xmlns:mc="http://schemas.openxmlformats.org/markup-compatibility/2006">
              <mc:Choice xmlns:v="urn:schemas-microsoft-com:vml" Requires="v">
                <p:oleObj r:id="rId3" imgW="4038600" imgH="977900" progId="Equation.3">
                  <p:embed/>
                </p:oleObj>
              </mc:Choice>
              <mc:Fallback>
                <p:oleObj r:id="rId3" imgW="4038600" imgH="977900" progId="Equation.3">
                  <p:embed/>
                  <p:pic>
                    <p:nvPicPr>
                      <p:cNvPr id="0" name="图片 3212"/>
                      <p:cNvPicPr/>
                      <p:nvPr/>
                    </p:nvPicPr>
                    <p:blipFill>
                      <a:blip r:embed="rId4"/>
                      <a:stretch>
                        <a:fillRect/>
                      </a:stretch>
                    </p:blipFill>
                    <p:spPr>
                      <a:xfrm>
                        <a:off x="900113" y="3573463"/>
                        <a:ext cx="6951662" cy="1689100"/>
                      </a:xfrm>
                      <a:prstGeom prst="rect">
                        <a:avLst/>
                      </a:prstGeom>
                      <a:noFill/>
                      <a:ln w="38100">
                        <a:noFill/>
                        <a:miter/>
                      </a:ln>
                    </p:spPr>
                  </p:pic>
                </p:oleObj>
              </mc:Fallback>
            </mc:AlternateContent>
          </a:graphicData>
        </a:graphic>
      </p:graphicFrame>
      <p:sp>
        <p:nvSpPr>
          <p:cNvPr id="53252" name="直接连接符 92166"/>
          <p:cNvSpPr/>
          <p:nvPr/>
        </p:nvSpPr>
        <p:spPr>
          <a:xfrm flipV="1">
            <a:off x="2227263" y="4219575"/>
            <a:ext cx="3384550" cy="1588"/>
          </a:xfrm>
          <a:prstGeom prst="line">
            <a:avLst/>
          </a:prstGeom>
          <a:ln w="38100" cap="flat" cmpd="sng">
            <a:solidFill>
              <a:schemeClr val="hlink"/>
            </a:solidFill>
            <a:prstDash val="solid"/>
            <a:round/>
            <a:headEnd type="none" w="med" len="med"/>
            <a:tailEnd type="none" w="med" len="med"/>
          </a:ln>
        </p:spPr>
        <p:txBody>
          <a:bodyPr anchor="t" anchorCtr="0"/>
          <a:lstStyle/>
          <a:p>
            <a:endParaRPr lang="zh-CN" altLang="en-US">
              <a:latin typeface="Times New Roman" panose="02020603050405020304" pitchFamily="2" charset="0"/>
              <a:ea typeface="宋体" panose="02010600030101010101" pitchFamily="2" charset="-122"/>
            </a:endParaRPr>
          </a:p>
        </p:txBody>
      </p:sp>
      <p:sp>
        <p:nvSpPr>
          <p:cNvPr id="53253" name="文本框 92167"/>
          <p:cNvSpPr txBox="1"/>
          <p:nvPr/>
        </p:nvSpPr>
        <p:spPr>
          <a:xfrm>
            <a:off x="2946400" y="4184650"/>
            <a:ext cx="2279650" cy="366713"/>
          </a:xfrm>
          <a:prstGeom prst="rect">
            <a:avLst/>
          </a:prstGeom>
          <a:noFill/>
          <a:ln w="9525">
            <a:noFill/>
          </a:ln>
        </p:spPr>
        <p:txBody>
          <a:bodyPr wrap="square" anchor="t" anchorCtr="0">
            <a:spAutoFit/>
          </a:bodyPr>
          <a:lstStyle/>
          <a:p>
            <a:r>
              <a:rPr lang="zh-CN" altLang="en-US" dirty="0">
                <a:solidFill>
                  <a:schemeClr val="hlink"/>
                </a:solidFill>
                <a:latin typeface="Times New Roman" panose="02020603050405020304" pitchFamily="2" charset="0"/>
                <a:ea typeface="黑体" panose="02010609060101010101" pitchFamily="2" charset="-122"/>
                <a:sym typeface="Arial" panose="020B0604020202020204" pitchFamily="34" charset="0"/>
              </a:rPr>
              <a:t>0</a:t>
            </a:r>
            <a:r>
              <a:rPr lang="zh-CN" altLang="en-US" dirty="0">
                <a:latin typeface="Times New Roman" panose="02020603050405020304" pitchFamily="2" charset="0"/>
                <a:ea typeface="黑体" panose="02010609060101010101" pitchFamily="2" charset="-122"/>
                <a:sym typeface="Arial" panose="020B0604020202020204" pitchFamily="34" charset="0"/>
              </a:rPr>
              <a:t>（高阶求导公式）</a:t>
            </a:r>
          </a:p>
        </p:txBody>
      </p:sp>
      <p:sp>
        <p:nvSpPr>
          <p:cNvPr id="53254" name="直接连接符 92168"/>
          <p:cNvSpPr/>
          <p:nvPr/>
        </p:nvSpPr>
        <p:spPr>
          <a:xfrm>
            <a:off x="2333625" y="5262563"/>
            <a:ext cx="5207000" cy="0"/>
          </a:xfrm>
          <a:prstGeom prst="line">
            <a:avLst/>
          </a:prstGeom>
          <a:ln w="38100" cap="flat" cmpd="sng">
            <a:solidFill>
              <a:schemeClr val="hlink"/>
            </a:solidFill>
            <a:prstDash val="solid"/>
            <a:round/>
            <a:headEnd type="none" w="med" len="med"/>
            <a:tailEnd type="none" w="med" len="med"/>
          </a:ln>
        </p:spPr>
        <p:txBody>
          <a:bodyPr anchor="t" anchorCtr="0"/>
          <a:lstStyle/>
          <a:p>
            <a:endParaRPr lang="zh-CN" altLang="en-US">
              <a:latin typeface="Times New Roman" panose="02020603050405020304" pitchFamily="2" charset="0"/>
              <a:ea typeface="宋体" panose="02010600030101010101" pitchFamily="2" charset="-122"/>
            </a:endParaRPr>
          </a:p>
        </p:txBody>
      </p:sp>
      <p:sp>
        <p:nvSpPr>
          <p:cNvPr id="53255" name="直接连接符 92169"/>
          <p:cNvSpPr/>
          <p:nvPr/>
        </p:nvSpPr>
        <p:spPr>
          <a:xfrm>
            <a:off x="5899150" y="4221163"/>
            <a:ext cx="1920875" cy="0"/>
          </a:xfrm>
          <a:prstGeom prst="line">
            <a:avLst/>
          </a:prstGeom>
          <a:ln w="38100" cap="flat" cmpd="sng">
            <a:solidFill>
              <a:schemeClr val="hlink"/>
            </a:solidFill>
            <a:prstDash val="solid"/>
            <a:round/>
            <a:headEnd type="none" w="med" len="med"/>
            <a:tailEnd type="none" w="med" len="med"/>
          </a:ln>
        </p:spPr>
        <p:txBody>
          <a:bodyPr anchor="t" anchorCtr="0"/>
          <a:lstStyle/>
          <a:p>
            <a:endParaRPr lang="zh-CN" altLang="en-US">
              <a:latin typeface="Times New Roman" panose="02020603050405020304" pitchFamily="2" charset="0"/>
              <a:ea typeface="宋体" panose="02010600030101010101" pitchFamily="2" charset="-122"/>
            </a:endParaRPr>
          </a:p>
        </p:txBody>
      </p:sp>
      <p:graphicFrame>
        <p:nvGraphicFramePr>
          <p:cNvPr id="53256" name="对象 92170">
            <a:hlinkClick r:id="" action="ppaction://ole?verb=0"/>
          </p:cNvPr>
          <p:cNvGraphicFramePr>
            <a:graphicFrameLocks noChangeAspect="1"/>
          </p:cNvGraphicFramePr>
          <p:nvPr/>
        </p:nvGraphicFramePr>
        <p:xfrm>
          <a:off x="6540500" y="4213225"/>
          <a:ext cx="330200" cy="279400"/>
        </p:xfrm>
        <a:graphic>
          <a:graphicData uri="http://schemas.openxmlformats.org/presentationml/2006/ole">
            <mc:AlternateContent xmlns:mc="http://schemas.openxmlformats.org/markup-compatibility/2006">
              <mc:Choice xmlns:v="urn:schemas-microsoft-com:vml" Requires="v">
                <p:oleObj r:id="rId5" imgW="241300" imgH="203200" progId="Equation.3">
                  <p:embed/>
                </p:oleObj>
              </mc:Choice>
              <mc:Fallback>
                <p:oleObj r:id="rId5" imgW="241300" imgH="203200" progId="Equation.3">
                  <p:embed/>
                  <p:pic>
                    <p:nvPicPr>
                      <p:cNvPr id="0" name="图片 3216"/>
                      <p:cNvPicPr/>
                      <p:nvPr/>
                    </p:nvPicPr>
                    <p:blipFill>
                      <a:blip r:embed="rId6"/>
                      <a:stretch>
                        <a:fillRect/>
                      </a:stretch>
                    </p:blipFill>
                    <p:spPr>
                      <a:xfrm>
                        <a:off x="6540500" y="4213225"/>
                        <a:ext cx="330200" cy="279400"/>
                      </a:xfrm>
                      <a:prstGeom prst="rect">
                        <a:avLst/>
                      </a:prstGeom>
                      <a:noFill/>
                      <a:ln w="38100">
                        <a:noFill/>
                        <a:miter/>
                      </a:ln>
                    </p:spPr>
                  </p:pic>
                </p:oleObj>
              </mc:Fallback>
            </mc:AlternateContent>
          </a:graphicData>
        </a:graphic>
      </p:graphicFrame>
      <p:sp>
        <p:nvSpPr>
          <p:cNvPr id="53257" name="文本框 92171"/>
          <p:cNvSpPr txBox="1"/>
          <p:nvPr/>
        </p:nvSpPr>
        <p:spPr>
          <a:xfrm>
            <a:off x="3794125" y="5273675"/>
            <a:ext cx="2125663" cy="365125"/>
          </a:xfrm>
          <a:prstGeom prst="rect">
            <a:avLst/>
          </a:prstGeom>
          <a:noFill/>
          <a:ln w="9525">
            <a:noFill/>
          </a:ln>
        </p:spPr>
        <p:txBody>
          <a:bodyPr wrap="none" anchor="t" anchorCtr="0">
            <a:spAutoFit/>
          </a:bodyPr>
          <a:lstStyle/>
          <a:p>
            <a:r>
              <a:rPr lang="zh-CN" altLang="en-US" dirty="0">
                <a:solidFill>
                  <a:schemeClr val="hlink"/>
                </a:solidFill>
                <a:latin typeface="Times New Roman" panose="02020603050405020304" pitchFamily="2" charset="0"/>
                <a:ea typeface="黑体" panose="02010609060101010101" pitchFamily="2" charset="-122"/>
                <a:sym typeface="Arial" panose="020B0604020202020204" pitchFamily="34" charset="0"/>
              </a:rPr>
              <a:t>0</a:t>
            </a:r>
            <a:r>
              <a:rPr lang="zh-CN" altLang="en-US" dirty="0">
                <a:latin typeface="Times New Roman" panose="02020603050405020304" pitchFamily="2" charset="0"/>
                <a:ea typeface="黑体" panose="02010609060101010101" pitchFamily="2" charset="-122"/>
                <a:sym typeface="Arial" panose="020B0604020202020204" pitchFamily="34" charset="0"/>
              </a:rPr>
              <a:t>（柯西积分定理）</a:t>
            </a:r>
            <a:endParaRPr lang="zh-CN" altLang="en-US" dirty="0">
              <a:latin typeface="Times New Roman" panose="02020603050405020304" pitchFamily="2" charset="0"/>
              <a:ea typeface="宋体" panose="02010600030101010101" pitchFamily="2" charset="-122"/>
            </a:endParaRPr>
          </a:p>
        </p:txBody>
      </p:sp>
    </p:spTree>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7" name="文本框 94212"/>
          <p:cNvSpPr txBox="1"/>
          <p:nvPr/>
        </p:nvSpPr>
        <p:spPr>
          <a:xfrm>
            <a:off x="539750" y="630238"/>
            <a:ext cx="7956550" cy="1493837"/>
          </a:xfrm>
          <a:prstGeom prst="rect">
            <a:avLst/>
          </a:prstGeom>
          <a:noFill/>
          <a:ln w="9525">
            <a:noFill/>
          </a:ln>
        </p:spPr>
        <p:txBody>
          <a:bodyPr wrap="square" anchor="t" anchorCtr="0">
            <a:spAutoFit/>
          </a:bodyPr>
          <a:lstStyle/>
          <a:p>
            <a:pPr>
              <a:lnSpc>
                <a:spcPct val="130000"/>
              </a:lnSpc>
            </a:pPr>
            <a:endParaRPr lang="zh-CN" altLang="en-US" sz="2400" dirty="0">
              <a:solidFill>
                <a:schemeClr val="hlink"/>
              </a:solidFill>
              <a:latin typeface="Times New Roman" panose="02020603050405020304" pitchFamily="2" charset="0"/>
              <a:ea typeface="黑体" panose="02010609060101010101" pitchFamily="2" charset="-122"/>
              <a:sym typeface="Arial" panose="020B0604020202020204" pitchFamily="34" charset="0"/>
            </a:endParaRPr>
          </a:p>
          <a:p>
            <a:pPr>
              <a:lnSpc>
                <a:spcPct val="150000"/>
              </a:lnSpc>
            </a:pPr>
            <a:r>
              <a:rPr lang="zh-CN" altLang="en-US" sz="2000" dirty="0">
                <a:solidFill>
                  <a:schemeClr val="hlink"/>
                </a:solidFill>
                <a:latin typeface="Times New Roman" panose="02020603050405020304" pitchFamily="2" charset="0"/>
                <a:ea typeface="黑体" panose="02010609060101010101" pitchFamily="2" charset="-122"/>
                <a:sym typeface="Arial" panose="020B0604020202020204" pitchFamily="34" charset="0"/>
              </a:rPr>
              <a:t>柯西积分定理：</a:t>
            </a:r>
            <a:r>
              <a:rPr lang="zh-CN" altLang="en-US" sz="2000" dirty="0">
                <a:latin typeface="Times New Roman" panose="02020603050405020304" pitchFamily="2" charset="0"/>
                <a:ea typeface="黑体" panose="02010609060101010101" pitchFamily="2" charset="-122"/>
                <a:sym typeface="Arial" panose="020B0604020202020204" pitchFamily="34" charset="0"/>
              </a:rPr>
              <a:t>如果函数f(z)在</a:t>
            </a:r>
            <a:r>
              <a:rPr lang="zh-CN" altLang="en-US" sz="2000" dirty="0">
                <a:solidFill>
                  <a:schemeClr val="hlink"/>
                </a:solidFill>
                <a:latin typeface="Times New Roman" panose="02020603050405020304" pitchFamily="2" charset="0"/>
                <a:ea typeface="黑体" panose="02010609060101010101" pitchFamily="2" charset="-122"/>
                <a:sym typeface="Arial" panose="020B0604020202020204" pitchFamily="34" charset="0"/>
              </a:rPr>
              <a:t>单连通域</a:t>
            </a:r>
            <a:r>
              <a:rPr lang="zh-CN" altLang="en-US" sz="2000" dirty="0">
                <a:latin typeface="Times New Roman" panose="02020603050405020304" pitchFamily="2" charset="0"/>
                <a:ea typeface="黑体" panose="02010609060101010101" pitchFamily="2" charset="-122"/>
                <a:sym typeface="Arial" panose="020B0604020202020204" pitchFamily="34" charset="0"/>
              </a:rPr>
              <a:t>内处处解析，那么f(z)沿D内任何一条封闭曲线C的积分为零。</a:t>
            </a:r>
          </a:p>
        </p:txBody>
      </p:sp>
      <p:graphicFrame>
        <p:nvGraphicFramePr>
          <p:cNvPr id="55298" name="对象 94213">
            <a:hlinkClick r:id="" action="ppaction://ole?verb=0"/>
          </p:cNvPr>
          <p:cNvGraphicFramePr>
            <a:graphicFrameLocks noChangeAspect="1"/>
          </p:cNvGraphicFramePr>
          <p:nvPr/>
        </p:nvGraphicFramePr>
        <p:xfrm>
          <a:off x="1911350" y="2063750"/>
          <a:ext cx="1619250" cy="674688"/>
        </p:xfrm>
        <a:graphic>
          <a:graphicData uri="http://schemas.openxmlformats.org/presentationml/2006/ole">
            <mc:AlternateContent xmlns:mc="http://schemas.openxmlformats.org/markup-compatibility/2006">
              <mc:Choice xmlns:v="urn:schemas-microsoft-com:vml" Requires="v">
                <p:oleObj r:id="rId3" imgW="920115" imgH="382905" progId="Equation.3">
                  <p:embed/>
                </p:oleObj>
              </mc:Choice>
              <mc:Fallback>
                <p:oleObj r:id="rId3" imgW="920115" imgH="382905" progId="Equation.3">
                  <p:embed/>
                  <p:pic>
                    <p:nvPicPr>
                      <p:cNvPr id="0" name="图片 3217"/>
                      <p:cNvPicPr/>
                      <p:nvPr/>
                    </p:nvPicPr>
                    <p:blipFill>
                      <a:blip r:embed="rId4"/>
                      <a:stretch>
                        <a:fillRect/>
                      </a:stretch>
                    </p:blipFill>
                    <p:spPr>
                      <a:xfrm>
                        <a:off x="1911350" y="2063750"/>
                        <a:ext cx="1619250" cy="674688"/>
                      </a:xfrm>
                      <a:prstGeom prst="rect">
                        <a:avLst/>
                      </a:prstGeom>
                      <a:noFill/>
                      <a:ln w="38100">
                        <a:noFill/>
                        <a:miter/>
                      </a:ln>
                    </p:spPr>
                  </p:pic>
                </p:oleObj>
              </mc:Fallback>
            </mc:AlternateContent>
          </a:graphicData>
        </a:graphic>
      </p:graphicFrame>
      <p:sp>
        <p:nvSpPr>
          <p:cNvPr id="55299" name="文本框 94214"/>
          <p:cNvSpPr txBox="1"/>
          <p:nvPr/>
        </p:nvSpPr>
        <p:spPr>
          <a:xfrm>
            <a:off x="558800" y="2490788"/>
            <a:ext cx="8316913" cy="1735137"/>
          </a:xfrm>
          <a:prstGeom prst="rect">
            <a:avLst/>
          </a:prstGeom>
          <a:noFill/>
          <a:ln w="9525">
            <a:noFill/>
          </a:ln>
        </p:spPr>
        <p:txBody>
          <a:bodyPr wrap="square" anchor="t" anchorCtr="0">
            <a:spAutoFit/>
          </a:bodyPr>
          <a:lstStyle/>
          <a:p>
            <a:pPr>
              <a:lnSpc>
                <a:spcPct val="180000"/>
              </a:lnSpc>
            </a:pPr>
            <a:r>
              <a:rPr lang="zh-CN" altLang="en-US" sz="2000" dirty="0">
                <a:latin typeface="Times New Roman" panose="02020603050405020304" pitchFamily="2" charset="0"/>
                <a:ea typeface="黑体" panose="02010609060101010101" pitchFamily="2" charset="-122"/>
                <a:sym typeface="Arial" panose="020B0604020202020204" pitchFamily="34" charset="0"/>
              </a:rPr>
              <a:t>柯西积分定理是</a:t>
            </a:r>
            <a:r>
              <a:rPr lang="zh-CN" altLang="en-US" sz="2000" dirty="0">
                <a:solidFill>
                  <a:schemeClr val="hlink"/>
                </a:solidFill>
                <a:latin typeface="Times New Roman" panose="02020603050405020304" pitchFamily="2" charset="0"/>
                <a:ea typeface="黑体" panose="02010609060101010101" pitchFamily="2" charset="-122"/>
                <a:sym typeface="Arial" panose="020B0604020202020204" pitchFamily="34" charset="0"/>
              </a:rPr>
              <a:t>不含奇点</a:t>
            </a:r>
            <a:r>
              <a:rPr lang="zh-CN" altLang="en-US" sz="2000" dirty="0">
                <a:latin typeface="Times New Roman" panose="02020603050405020304" pitchFamily="2" charset="0"/>
                <a:ea typeface="黑体" panose="02010609060101010101" pitchFamily="2" charset="-122"/>
                <a:sym typeface="Arial" panose="020B0604020202020204" pitchFamily="34" charset="0"/>
              </a:rPr>
              <a:t>的情况，积分为</a:t>
            </a:r>
            <a:r>
              <a:rPr lang="zh-CN" altLang="en-US" sz="2000" dirty="0">
                <a:solidFill>
                  <a:schemeClr val="hlink"/>
                </a:solidFill>
                <a:latin typeface="Times New Roman" panose="02020603050405020304" pitchFamily="2" charset="0"/>
                <a:ea typeface="黑体" panose="02010609060101010101" pitchFamily="2" charset="-122"/>
                <a:sym typeface="Arial" panose="020B0604020202020204" pitchFamily="34" charset="0"/>
              </a:rPr>
              <a:t>0</a:t>
            </a:r>
          </a:p>
          <a:p>
            <a:pPr>
              <a:lnSpc>
                <a:spcPct val="180000"/>
              </a:lnSpc>
            </a:pPr>
            <a:r>
              <a:rPr lang="zh-CN" altLang="en-US" sz="2000" dirty="0">
                <a:latin typeface="Times New Roman" panose="02020603050405020304" pitchFamily="2" charset="0"/>
                <a:ea typeface="黑体" panose="02010609060101010101" pitchFamily="2" charset="-122"/>
                <a:sym typeface="Arial" panose="020B0604020202020204" pitchFamily="34" charset="0"/>
              </a:rPr>
              <a:t>另外，                             在除去z</a:t>
            </a:r>
            <a:r>
              <a:rPr lang="zh-CN" altLang="en-US" sz="2000" baseline="-25000" dirty="0">
                <a:latin typeface="Times New Roman" panose="02020603050405020304" pitchFamily="2" charset="0"/>
                <a:ea typeface="黑体" panose="02010609060101010101" pitchFamily="2" charset="-122"/>
                <a:sym typeface="Arial" panose="020B0604020202020204" pitchFamily="34" charset="0"/>
              </a:rPr>
              <a:t>0</a:t>
            </a:r>
            <a:r>
              <a:rPr lang="zh-CN" altLang="en-US" sz="2000" dirty="0">
                <a:latin typeface="Times New Roman" panose="02020603050405020304" pitchFamily="2" charset="0"/>
                <a:ea typeface="黑体" panose="02010609060101010101" pitchFamily="2" charset="-122"/>
                <a:sym typeface="Arial" panose="020B0604020202020204" pitchFamily="34" charset="0"/>
              </a:rPr>
              <a:t>的C的内部函数处处解析，但此区域</a:t>
            </a:r>
          </a:p>
          <a:p>
            <a:pPr>
              <a:lnSpc>
                <a:spcPct val="180000"/>
              </a:lnSpc>
            </a:pPr>
            <a:r>
              <a:rPr lang="zh-CN" altLang="en-US" sz="2000" dirty="0">
                <a:latin typeface="Times New Roman" panose="02020603050405020304" pitchFamily="2" charset="0"/>
                <a:ea typeface="黑体" panose="02010609060101010101" pitchFamily="2" charset="-122"/>
                <a:sym typeface="Arial" panose="020B0604020202020204" pitchFamily="34" charset="0"/>
              </a:rPr>
              <a:t>已不是单连通域。此时</a:t>
            </a:r>
          </a:p>
        </p:txBody>
      </p:sp>
      <p:graphicFrame>
        <p:nvGraphicFramePr>
          <p:cNvPr id="55300" name="对象 94215">
            <a:hlinkClick r:id="" action="ppaction://ole?verb=0"/>
          </p:cNvPr>
          <p:cNvGraphicFramePr>
            <a:graphicFrameLocks noChangeAspect="1"/>
          </p:cNvGraphicFramePr>
          <p:nvPr/>
        </p:nvGraphicFramePr>
        <p:xfrm>
          <a:off x="1412875" y="3224213"/>
          <a:ext cx="1827213" cy="609600"/>
        </p:xfrm>
        <a:graphic>
          <a:graphicData uri="http://schemas.openxmlformats.org/presentationml/2006/ole">
            <mc:AlternateContent xmlns:mc="http://schemas.openxmlformats.org/markup-compatibility/2006">
              <mc:Choice xmlns:v="urn:schemas-microsoft-com:vml" Requires="v">
                <p:oleObj r:id="rId5" imgW="1149985" imgH="382905" progId="Equation.3">
                  <p:embed/>
                </p:oleObj>
              </mc:Choice>
              <mc:Fallback>
                <p:oleObj r:id="rId5" imgW="1149985" imgH="382905" progId="Equation.3">
                  <p:embed/>
                  <p:pic>
                    <p:nvPicPr>
                      <p:cNvPr id="0" name="图片 3215"/>
                      <p:cNvPicPr/>
                      <p:nvPr/>
                    </p:nvPicPr>
                    <p:blipFill>
                      <a:blip r:embed="rId6"/>
                      <a:stretch>
                        <a:fillRect/>
                      </a:stretch>
                    </p:blipFill>
                    <p:spPr>
                      <a:xfrm>
                        <a:off x="1412875" y="3224213"/>
                        <a:ext cx="1827213" cy="609600"/>
                      </a:xfrm>
                      <a:prstGeom prst="rect">
                        <a:avLst/>
                      </a:prstGeom>
                      <a:noFill/>
                      <a:ln w="38100">
                        <a:noFill/>
                        <a:miter/>
                      </a:ln>
                    </p:spPr>
                  </p:pic>
                </p:oleObj>
              </mc:Fallback>
            </mc:AlternateContent>
          </a:graphicData>
        </a:graphic>
      </p:graphicFrame>
      <p:graphicFrame>
        <p:nvGraphicFramePr>
          <p:cNvPr id="55301" name="对象 94216">
            <a:hlinkClick r:id="" action="ppaction://ole?verb=0"/>
          </p:cNvPr>
          <p:cNvGraphicFramePr>
            <a:graphicFrameLocks noChangeAspect="1"/>
          </p:cNvGraphicFramePr>
          <p:nvPr/>
        </p:nvGraphicFramePr>
        <p:xfrm>
          <a:off x="3490913" y="3738563"/>
          <a:ext cx="2736850" cy="738187"/>
        </p:xfrm>
        <a:graphic>
          <a:graphicData uri="http://schemas.openxmlformats.org/presentationml/2006/ole">
            <mc:AlternateContent xmlns:mc="http://schemas.openxmlformats.org/markup-compatibility/2006">
              <mc:Choice xmlns:v="urn:schemas-microsoft-com:vml" Requires="v">
                <p:oleObj r:id="rId7" imgW="1409700" imgH="381000" progId="Equation.3">
                  <p:embed/>
                </p:oleObj>
              </mc:Choice>
              <mc:Fallback>
                <p:oleObj r:id="rId7" imgW="1409700" imgH="381000" progId="Equation.3">
                  <p:embed/>
                  <p:pic>
                    <p:nvPicPr>
                      <p:cNvPr id="0" name="图片 3213"/>
                      <p:cNvPicPr/>
                      <p:nvPr/>
                    </p:nvPicPr>
                    <p:blipFill>
                      <a:blip r:embed="rId8"/>
                      <a:stretch>
                        <a:fillRect/>
                      </a:stretch>
                    </p:blipFill>
                    <p:spPr>
                      <a:xfrm>
                        <a:off x="3490913" y="3738563"/>
                        <a:ext cx="2736850" cy="738187"/>
                      </a:xfrm>
                      <a:prstGeom prst="rect">
                        <a:avLst/>
                      </a:prstGeom>
                      <a:noFill/>
                      <a:ln w="38100">
                        <a:noFill/>
                        <a:miter/>
                      </a:ln>
                    </p:spPr>
                  </p:pic>
                </p:oleObj>
              </mc:Fallback>
            </mc:AlternateContent>
          </a:graphicData>
        </a:graphic>
      </p:graphicFrame>
      <p:graphicFrame>
        <p:nvGraphicFramePr>
          <p:cNvPr id="55302" name="对象 94217">
            <a:hlinkClick r:id="" action="ppaction://ole?verb=0"/>
          </p:cNvPr>
          <p:cNvGraphicFramePr>
            <a:graphicFrameLocks noChangeAspect="1"/>
          </p:cNvGraphicFramePr>
          <p:nvPr/>
        </p:nvGraphicFramePr>
        <p:xfrm>
          <a:off x="981075" y="4213225"/>
          <a:ext cx="4295775" cy="827088"/>
        </p:xfrm>
        <a:graphic>
          <a:graphicData uri="http://schemas.openxmlformats.org/presentationml/2006/ole">
            <mc:AlternateContent xmlns:mc="http://schemas.openxmlformats.org/markup-compatibility/2006">
              <mc:Choice xmlns:v="urn:schemas-microsoft-com:vml" Requires="v">
                <p:oleObj r:id="rId9" imgW="2311400" imgH="444500" progId="Equation.3">
                  <p:embed/>
                </p:oleObj>
              </mc:Choice>
              <mc:Fallback>
                <p:oleObj r:id="rId9" imgW="2311400" imgH="444500" progId="Equation.3">
                  <p:embed/>
                  <p:pic>
                    <p:nvPicPr>
                      <p:cNvPr id="0" name="图片 3218"/>
                      <p:cNvPicPr/>
                      <p:nvPr/>
                    </p:nvPicPr>
                    <p:blipFill>
                      <a:blip r:embed="rId10"/>
                      <a:stretch>
                        <a:fillRect/>
                      </a:stretch>
                    </p:blipFill>
                    <p:spPr>
                      <a:xfrm>
                        <a:off x="981075" y="4213225"/>
                        <a:ext cx="4295775" cy="827088"/>
                      </a:xfrm>
                      <a:prstGeom prst="rect">
                        <a:avLst/>
                      </a:prstGeom>
                      <a:noFill/>
                      <a:ln w="38100">
                        <a:noFill/>
                        <a:miter/>
                      </a:ln>
                    </p:spPr>
                  </p:pic>
                </p:oleObj>
              </mc:Fallback>
            </mc:AlternateContent>
          </a:graphicData>
        </a:graphic>
      </p:graphicFrame>
      <p:sp>
        <p:nvSpPr>
          <p:cNvPr id="55303" name="文本框 94218"/>
          <p:cNvSpPr txBox="1"/>
          <p:nvPr/>
        </p:nvSpPr>
        <p:spPr>
          <a:xfrm>
            <a:off x="568325" y="5011738"/>
            <a:ext cx="6205538" cy="517525"/>
          </a:xfrm>
          <a:prstGeom prst="rect">
            <a:avLst/>
          </a:prstGeom>
          <a:noFill/>
          <a:ln w="9525">
            <a:noFill/>
          </a:ln>
        </p:spPr>
        <p:txBody>
          <a:bodyPr anchor="t" anchorCtr="0">
            <a:spAutoFit/>
          </a:bodyPr>
          <a:lstStyle/>
          <a:p>
            <a:r>
              <a:rPr lang="zh-CN" altLang="en-US" sz="2400" dirty="0">
                <a:solidFill>
                  <a:srgbClr val="C00000"/>
                </a:solidFill>
                <a:latin typeface="Times New Roman" panose="02020603050405020304" pitchFamily="2" charset="0"/>
                <a:ea typeface="黑体" panose="02010609060101010101" pitchFamily="2" charset="-122"/>
                <a:sym typeface="Arial" panose="020B0604020202020204" pitchFamily="34" charset="0"/>
              </a:rPr>
              <a:t>这是由z</a:t>
            </a:r>
            <a:r>
              <a:rPr lang="zh-CN" altLang="en-US" sz="2400" baseline="-25000" dirty="0">
                <a:solidFill>
                  <a:srgbClr val="C00000"/>
                </a:solidFill>
                <a:latin typeface="Times New Roman" panose="02020603050405020304" pitchFamily="2" charset="0"/>
                <a:ea typeface="黑体" panose="02010609060101010101" pitchFamily="2" charset="-122"/>
                <a:sym typeface="Arial" panose="020B0604020202020204" pitchFamily="34" charset="0"/>
              </a:rPr>
              <a:t>0</a:t>
            </a:r>
            <a:r>
              <a:rPr lang="zh-CN" altLang="en-US" sz="2400" dirty="0">
                <a:solidFill>
                  <a:srgbClr val="C00000"/>
                </a:solidFill>
                <a:latin typeface="Times New Roman" panose="02020603050405020304" pitchFamily="2" charset="0"/>
                <a:ea typeface="黑体" panose="02010609060101010101" pitchFamily="2" charset="-122"/>
                <a:sym typeface="Arial" panose="020B0604020202020204" pitchFamily="34" charset="0"/>
              </a:rPr>
              <a:t>为f(z)的孤立奇点而使积分</a:t>
            </a:r>
            <a:r>
              <a:rPr lang="zh-CN" altLang="en-US" sz="2400" b="1" dirty="0">
                <a:solidFill>
                  <a:schemeClr val="hlink"/>
                </a:solidFill>
                <a:latin typeface="Times New Roman" panose="02020603050405020304" pitchFamily="2" charset="0"/>
                <a:ea typeface="黑体" panose="02010609060101010101" pitchFamily="2" charset="-122"/>
                <a:sym typeface="Arial" panose="020B0604020202020204" pitchFamily="34" charset="0"/>
              </a:rPr>
              <a:t>留下的值</a:t>
            </a:r>
            <a:r>
              <a:rPr lang="zh-CN" altLang="en-US" sz="2400" dirty="0">
                <a:latin typeface="Times New Roman" panose="02020603050405020304" pitchFamily="2" charset="0"/>
                <a:ea typeface="黑体" panose="02010609060101010101" pitchFamily="2" charset="-122"/>
                <a:sym typeface="Arial" panose="020B0604020202020204" pitchFamily="34" charset="0"/>
              </a:rPr>
              <a:t>。</a:t>
            </a:r>
          </a:p>
        </p:txBody>
      </p:sp>
    </p:spTree>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文本框 96260"/>
          <p:cNvSpPr txBox="1"/>
          <p:nvPr/>
        </p:nvSpPr>
        <p:spPr>
          <a:xfrm>
            <a:off x="539750" y="449263"/>
            <a:ext cx="7956550" cy="1585912"/>
          </a:xfrm>
          <a:prstGeom prst="rect">
            <a:avLst/>
          </a:prstGeom>
          <a:noFill/>
          <a:ln w="9525">
            <a:noFill/>
          </a:ln>
        </p:spPr>
        <p:txBody>
          <a:bodyPr wrap="square" anchor="t" anchorCtr="0">
            <a:spAutoFit/>
          </a:bodyPr>
          <a:lstStyle/>
          <a:p>
            <a:pPr>
              <a:lnSpc>
                <a:spcPct val="130000"/>
              </a:lnSpc>
            </a:pPr>
            <a:endParaRPr lang="zh-CN" altLang="en-US" sz="2400" dirty="0">
              <a:solidFill>
                <a:schemeClr val="hlink"/>
              </a:solidFill>
              <a:latin typeface="Times New Roman" panose="02020603050405020304" pitchFamily="2" charset="0"/>
              <a:ea typeface="黑体" panose="02010609060101010101" pitchFamily="2" charset="-122"/>
              <a:sym typeface="Arial" panose="020B0604020202020204" pitchFamily="34" charset="0"/>
            </a:endParaRPr>
          </a:p>
          <a:p>
            <a:pPr>
              <a:lnSpc>
                <a:spcPct val="150000"/>
              </a:lnSpc>
            </a:pPr>
            <a:r>
              <a:rPr lang="zh-CN" altLang="en-US" sz="2400" dirty="0">
                <a:solidFill>
                  <a:schemeClr val="hlink"/>
                </a:solidFill>
                <a:latin typeface="Times New Roman" panose="02020603050405020304" pitchFamily="2" charset="0"/>
                <a:ea typeface="黑体" panose="02010609060101010101" pitchFamily="2" charset="-122"/>
                <a:sym typeface="Arial" panose="020B0604020202020204" pitchFamily="34" charset="0"/>
              </a:rPr>
              <a:t>留数的计算方法</a:t>
            </a:r>
          </a:p>
          <a:p>
            <a:pPr>
              <a:lnSpc>
                <a:spcPct val="150000"/>
              </a:lnSpc>
            </a:pPr>
            <a:r>
              <a:rPr lang="zh-CN" altLang="en-US" sz="2000" dirty="0">
                <a:latin typeface="Times New Roman" panose="02020603050405020304" pitchFamily="2" charset="0"/>
                <a:ea typeface="黑体" panose="02010609060101010101" pitchFamily="2" charset="-122"/>
                <a:sym typeface="Arial" panose="020B0604020202020204" pitchFamily="34" charset="0"/>
              </a:rPr>
              <a:t>1、若z</a:t>
            </a:r>
            <a:r>
              <a:rPr lang="zh-CN" altLang="en-US" sz="2000" baseline="-25000" dirty="0">
                <a:latin typeface="Times New Roman" panose="02020603050405020304" pitchFamily="2" charset="0"/>
                <a:ea typeface="黑体" panose="02010609060101010101" pitchFamily="2" charset="-122"/>
                <a:sym typeface="Arial" panose="020B0604020202020204" pitchFamily="34" charset="0"/>
              </a:rPr>
              <a:t>0</a:t>
            </a:r>
            <a:r>
              <a:rPr lang="zh-CN" altLang="en-US" sz="2000" dirty="0">
                <a:latin typeface="Times New Roman" panose="02020603050405020304" pitchFamily="2" charset="0"/>
                <a:ea typeface="黑体" panose="02010609060101010101" pitchFamily="2" charset="-122"/>
                <a:sym typeface="Arial" panose="020B0604020202020204" pitchFamily="34" charset="0"/>
              </a:rPr>
              <a:t>为f(z)的</a:t>
            </a:r>
            <a:r>
              <a:rPr lang="zh-CN" altLang="en-US" sz="2000" dirty="0">
                <a:solidFill>
                  <a:schemeClr val="hlink"/>
                </a:solidFill>
                <a:latin typeface="Times New Roman" panose="02020603050405020304" pitchFamily="2" charset="0"/>
                <a:ea typeface="黑体" panose="02010609060101010101" pitchFamily="2" charset="-122"/>
                <a:sym typeface="Arial" panose="020B0604020202020204" pitchFamily="34" charset="0"/>
              </a:rPr>
              <a:t>一阶极点</a:t>
            </a:r>
            <a:r>
              <a:rPr lang="zh-CN" altLang="en-US" sz="2000" dirty="0">
                <a:latin typeface="Times New Roman" panose="02020603050405020304" pitchFamily="2" charset="0"/>
                <a:ea typeface="黑体" panose="02010609060101010101" pitchFamily="2" charset="-122"/>
                <a:sym typeface="Arial" panose="020B0604020202020204" pitchFamily="34" charset="0"/>
              </a:rPr>
              <a:t> ，在z</a:t>
            </a:r>
            <a:r>
              <a:rPr lang="zh-CN" altLang="en-US" sz="2000" baseline="-25000" dirty="0">
                <a:latin typeface="Times New Roman" panose="02020603050405020304" pitchFamily="2" charset="0"/>
                <a:ea typeface="黑体" panose="02010609060101010101" pitchFamily="2" charset="-122"/>
                <a:sym typeface="Arial" panose="020B0604020202020204" pitchFamily="34" charset="0"/>
              </a:rPr>
              <a:t>0</a:t>
            </a:r>
            <a:r>
              <a:rPr lang="zh-CN" altLang="en-US" sz="2000" dirty="0">
                <a:latin typeface="Times New Roman" panose="02020603050405020304" pitchFamily="2" charset="0"/>
                <a:ea typeface="黑体" panose="02010609060101010101" pitchFamily="2" charset="-122"/>
                <a:sym typeface="Arial" panose="020B0604020202020204" pitchFamily="34" charset="0"/>
              </a:rPr>
              <a:t>的某一个去心邻域D                          内                                   </a:t>
            </a:r>
          </a:p>
        </p:txBody>
      </p:sp>
      <p:graphicFrame>
        <p:nvGraphicFramePr>
          <p:cNvPr id="57346" name="对象 96261">
            <a:hlinkClick r:id="" action="ppaction://ole?verb=0"/>
          </p:cNvPr>
          <p:cNvGraphicFramePr>
            <a:graphicFrameLocks noChangeAspect="1"/>
          </p:cNvGraphicFramePr>
          <p:nvPr/>
        </p:nvGraphicFramePr>
        <p:xfrm>
          <a:off x="468313" y="2036763"/>
          <a:ext cx="2693987" cy="820737"/>
        </p:xfrm>
        <a:graphic>
          <a:graphicData uri="http://schemas.openxmlformats.org/presentationml/2006/ole">
            <mc:AlternateContent xmlns:mc="http://schemas.openxmlformats.org/markup-compatibility/2006">
              <mc:Choice xmlns:v="urn:schemas-microsoft-com:vml" Requires="v">
                <p:oleObj r:id="rId3" imgW="1625600" imgH="495300" progId="Equation.3">
                  <p:embed/>
                </p:oleObj>
              </mc:Choice>
              <mc:Fallback>
                <p:oleObj r:id="rId3" imgW="1625600" imgH="495300" progId="Equation.3">
                  <p:embed/>
                  <p:pic>
                    <p:nvPicPr>
                      <p:cNvPr id="0" name="图片 3226"/>
                      <p:cNvPicPr/>
                      <p:nvPr/>
                    </p:nvPicPr>
                    <p:blipFill>
                      <a:blip r:embed="rId4"/>
                      <a:stretch>
                        <a:fillRect/>
                      </a:stretch>
                    </p:blipFill>
                    <p:spPr>
                      <a:xfrm>
                        <a:off x="468313" y="2036763"/>
                        <a:ext cx="2693987" cy="820737"/>
                      </a:xfrm>
                      <a:prstGeom prst="rect">
                        <a:avLst/>
                      </a:prstGeom>
                      <a:noFill/>
                      <a:ln w="38100">
                        <a:noFill/>
                        <a:miter/>
                      </a:ln>
                    </p:spPr>
                  </p:pic>
                </p:oleObj>
              </mc:Fallback>
            </mc:AlternateContent>
          </a:graphicData>
        </a:graphic>
      </p:graphicFrame>
      <p:graphicFrame>
        <p:nvGraphicFramePr>
          <p:cNvPr id="57347" name="对象 96262">
            <a:hlinkClick r:id="" action="ppaction://ole?verb=0"/>
          </p:cNvPr>
          <p:cNvGraphicFramePr>
            <a:graphicFrameLocks noChangeAspect="1"/>
          </p:cNvGraphicFramePr>
          <p:nvPr/>
        </p:nvGraphicFramePr>
        <p:xfrm>
          <a:off x="3243263" y="2282825"/>
          <a:ext cx="5383212" cy="393700"/>
        </p:xfrm>
        <a:graphic>
          <a:graphicData uri="http://schemas.openxmlformats.org/presentationml/2006/ole">
            <mc:AlternateContent xmlns:mc="http://schemas.openxmlformats.org/markup-compatibility/2006">
              <mc:Choice xmlns:v="urn:schemas-microsoft-com:vml" Requires="v">
                <p:oleObj r:id="rId5" imgW="3657600" imgH="266700" progId="Equation.3">
                  <p:embed/>
                </p:oleObj>
              </mc:Choice>
              <mc:Fallback>
                <p:oleObj r:id="rId5" imgW="3657600" imgH="266700" progId="Equation.3">
                  <p:embed/>
                  <p:pic>
                    <p:nvPicPr>
                      <p:cNvPr id="0" name="图片 3219"/>
                      <p:cNvPicPr/>
                      <p:nvPr/>
                    </p:nvPicPr>
                    <p:blipFill>
                      <a:blip r:embed="rId6"/>
                      <a:stretch>
                        <a:fillRect/>
                      </a:stretch>
                    </p:blipFill>
                    <p:spPr>
                      <a:xfrm>
                        <a:off x="3243263" y="2282825"/>
                        <a:ext cx="5383212" cy="393700"/>
                      </a:xfrm>
                      <a:prstGeom prst="rect">
                        <a:avLst/>
                      </a:prstGeom>
                      <a:noFill/>
                      <a:ln w="38100">
                        <a:noFill/>
                        <a:miter/>
                      </a:ln>
                    </p:spPr>
                  </p:pic>
                </p:oleObj>
              </mc:Fallback>
            </mc:AlternateContent>
          </a:graphicData>
        </a:graphic>
      </p:graphicFrame>
      <p:graphicFrame>
        <p:nvGraphicFramePr>
          <p:cNvPr id="57348" name="对象 96263">
            <a:hlinkClick r:id="" action="ppaction://ole?verb=0"/>
          </p:cNvPr>
          <p:cNvGraphicFramePr>
            <a:graphicFrameLocks noChangeAspect="1"/>
          </p:cNvGraphicFramePr>
          <p:nvPr/>
        </p:nvGraphicFramePr>
        <p:xfrm>
          <a:off x="6342063" y="1616075"/>
          <a:ext cx="1655762" cy="420688"/>
        </p:xfrm>
        <a:graphic>
          <a:graphicData uri="http://schemas.openxmlformats.org/presentationml/2006/ole">
            <mc:AlternateContent xmlns:mc="http://schemas.openxmlformats.org/markup-compatibility/2006">
              <mc:Choice xmlns:v="urn:schemas-microsoft-com:vml" Requires="v">
                <p:oleObj r:id="rId7" imgW="1060450" imgH="267970" progId="Equation.3">
                  <p:embed/>
                </p:oleObj>
              </mc:Choice>
              <mc:Fallback>
                <p:oleObj r:id="rId7" imgW="1060450" imgH="267970" progId="Equation.3">
                  <p:embed/>
                  <p:pic>
                    <p:nvPicPr>
                      <p:cNvPr id="0" name="图片 3220"/>
                      <p:cNvPicPr/>
                      <p:nvPr/>
                    </p:nvPicPr>
                    <p:blipFill>
                      <a:blip r:embed="rId8"/>
                      <a:stretch>
                        <a:fillRect/>
                      </a:stretch>
                    </p:blipFill>
                    <p:spPr>
                      <a:xfrm>
                        <a:off x="6342063" y="1616075"/>
                        <a:ext cx="1655762" cy="420688"/>
                      </a:xfrm>
                      <a:prstGeom prst="rect">
                        <a:avLst/>
                      </a:prstGeom>
                      <a:noFill/>
                      <a:ln w="38100">
                        <a:noFill/>
                        <a:miter/>
                      </a:ln>
                    </p:spPr>
                  </p:pic>
                </p:oleObj>
              </mc:Fallback>
            </mc:AlternateContent>
          </a:graphicData>
        </a:graphic>
      </p:graphicFrame>
      <p:graphicFrame>
        <p:nvGraphicFramePr>
          <p:cNvPr id="57349" name="对象 96264">
            <a:hlinkClick r:id="" action="ppaction://ole?verb=0"/>
          </p:cNvPr>
          <p:cNvGraphicFramePr>
            <a:graphicFrameLocks noChangeAspect="1"/>
          </p:cNvGraphicFramePr>
          <p:nvPr/>
        </p:nvGraphicFramePr>
        <p:xfrm>
          <a:off x="900113" y="2857500"/>
          <a:ext cx="4897437" cy="530225"/>
        </p:xfrm>
        <a:graphic>
          <a:graphicData uri="http://schemas.openxmlformats.org/presentationml/2006/ole">
            <mc:AlternateContent xmlns:mc="http://schemas.openxmlformats.org/markup-compatibility/2006">
              <mc:Choice xmlns:v="urn:schemas-microsoft-com:vml" Requires="v">
                <p:oleObj r:id="rId9" imgW="2819400" imgH="304800" progId="Equation.3">
                  <p:embed/>
                </p:oleObj>
              </mc:Choice>
              <mc:Fallback>
                <p:oleObj r:id="rId9" imgW="2819400" imgH="304800" progId="Equation.3">
                  <p:embed/>
                  <p:pic>
                    <p:nvPicPr>
                      <p:cNvPr id="0" name="图片 3228"/>
                      <p:cNvPicPr/>
                      <p:nvPr/>
                    </p:nvPicPr>
                    <p:blipFill>
                      <a:blip r:embed="rId10"/>
                      <a:stretch>
                        <a:fillRect/>
                      </a:stretch>
                    </p:blipFill>
                    <p:spPr>
                      <a:xfrm>
                        <a:off x="900113" y="2857500"/>
                        <a:ext cx="4897437" cy="530225"/>
                      </a:xfrm>
                      <a:prstGeom prst="rect">
                        <a:avLst/>
                      </a:prstGeom>
                      <a:noFill/>
                      <a:ln w="38100">
                        <a:noFill/>
                        <a:miter/>
                      </a:ln>
                    </p:spPr>
                  </p:pic>
                </p:oleObj>
              </mc:Fallback>
            </mc:AlternateContent>
          </a:graphicData>
        </a:graphic>
      </p:graphicFrame>
      <p:sp>
        <p:nvSpPr>
          <p:cNvPr id="57350" name="文本框 96265"/>
          <p:cNvSpPr txBox="1"/>
          <p:nvPr/>
        </p:nvSpPr>
        <p:spPr>
          <a:xfrm>
            <a:off x="844550" y="3321050"/>
            <a:ext cx="7959725" cy="538163"/>
          </a:xfrm>
          <a:prstGeom prst="rect">
            <a:avLst/>
          </a:prstGeom>
          <a:noFill/>
          <a:ln w="9525">
            <a:noFill/>
          </a:ln>
        </p:spPr>
        <p:txBody>
          <a:bodyPr wrap="square" anchor="t" anchorCtr="0">
            <a:spAutoFit/>
          </a:bodyPr>
          <a:lstStyle/>
          <a:p>
            <a:pPr>
              <a:lnSpc>
                <a:spcPct val="130000"/>
              </a:lnSpc>
            </a:pPr>
            <a:r>
              <a:rPr lang="zh-CN" altLang="en-US" sz="2000" dirty="0">
                <a:latin typeface="Times New Roman" panose="02020603050405020304" pitchFamily="2" charset="0"/>
                <a:ea typeface="黑体" panose="02010609060101010101" pitchFamily="2" charset="-122"/>
                <a:sym typeface="Arial" panose="020B0604020202020204" pitchFamily="34" charset="0"/>
              </a:rPr>
              <a:t>若z</a:t>
            </a:r>
            <a:r>
              <a:rPr lang="zh-CN" altLang="en-US" sz="2000" baseline="-25000" dirty="0">
                <a:latin typeface="Times New Roman" panose="02020603050405020304" pitchFamily="2" charset="0"/>
                <a:ea typeface="黑体" panose="02010609060101010101" pitchFamily="2" charset="-122"/>
                <a:sym typeface="Arial" panose="020B0604020202020204" pitchFamily="34" charset="0"/>
              </a:rPr>
              <a:t>0</a:t>
            </a:r>
            <a:r>
              <a:rPr lang="zh-CN" altLang="en-US" sz="2000" dirty="0">
                <a:latin typeface="Times New Roman" panose="02020603050405020304" pitchFamily="2" charset="0"/>
                <a:ea typeface="黑体" panose="02010609060101010101" pitchFamily="2" charset="-122"/>
                <a:sym typeface="Arial" panose="020B0604020202020204" pitchFamily="34" charset="0"/>
              </a:rPr>
              <a:t>为f(z)的</a:t>
            </a:r>
            <a:r>
              <a:rPr lang="zh-CN" altLang="en-US" sz="2000" dirty="0">
                <a:solidFill>
                  <a:schemeClr val="hlink"/>
                </a:solidFill>
                <a:latin typeface="Times New Roman" panose="02020603050405020304" pitchFamily="2" charset="0"/>
                <a:ea typeface="黑体" panose="02010609060101010101" pitchFamily="2" charset="-122"/>
                <a:sym typeface="Arial" panose="020B0604020202020204" pitchFamily="34" charset="0"/>
              </a:rPr>
              <a:t>k阶极点</a:t>
            </a:r>
            <a:r>
              <a:rPr lang="zh-CN" altLang="en-US" sz="2000" dirty="0">
                <a:latin typeface="Times New Roman" panose="02020603050405020304" pitchFamily="2" charset="0"/>
                <a:ea typeface="黑体" panose="02010609060101010101" pitchFamily="2" charset="-122"/>
                <a:sym typeface="Arial" panose="020B0604020202020204" pitchFamily="34" charset="0"/>
              </a:rPr>
              <a:t> ，在z</a:t>
            </a:r>
            <a:r>
              <a:rPr lang="zh-CN" altLang="en-US" sz="2000" baseline="-25000" dirty="0">
                <a:latin typeface="Times New Roman" panose="02020603050405020304" pitchFamily="2" charset="0"/>
                <a:ea typeface="黑体" panose="02010609060101010101" pitchFamily="2" charset="-122"/>
                <a:sym typeface="Arial" panose="020B0604020202020204" pitchFamily="34" charset="0"/>
              </a:rPr>
              <a:t>0</a:t>
            </a:r>
            <a:r>
              <a:rPr lang="zh-CN" altLang="en-US" sz="2000" dirty="0">
                <a:latin typeface="Times New Roman" panose="02020603050405020304" pitchFamily="2" charset="0"/>
                <a:ea typeface="黑体" panose="02010609060101010101" pitchFamily="2" charset="-122"/>
                <a:sym typeface="Arial" panose="020B0604020202020204" pitchFamily="34" charset="0"/>
              </a:rPr>
              <a:t>的某一个去心邻域D                           内                                   </a:t>
            </a:r>
            <a:endParaRPr lang="zh-CN" altLang="en-US" dirty="0">
              <a:latin typeface="Times New Roman" panose="02020603050405020304" pitchFamily="2" charset="0"/>
              <a:ea typeface="宋体" panose="02010600030101010101" pitchFamily="2" charset="-122"/>
            </a:endParaRPr>
          </a:p>
        </p:txBody>
      </p:sp>
      <p:graphicFrame>
        <p:nvGraphicFramePr>
          <p:cNvPr id="57351" name="对象 96266">
            <a:hlinkClick r:id="" action="ppaction://ole?verb=0"/>
          </p:cNvPr>
          <p:cNvGraphicFramePr>
            <a:graphicFrameLocks noChangeAspect="1"/>
          </p:cNvGraphicFramePr>
          <p:nvPr/>
        </p:nvGraphicFramePr>
        <p:xfrm>
          <a:off x="468313" y="3819525"/>
          <a:ext cx="2987675" cy="820738"/>
        </p:xfrm>
        <a:graphic>
          <a:graphicData uri="http://schemas.openxmlformats.org/presentationml/2006/ole">
            <mc:AlternateContent xmlns:mc="http://schemas.openxmlformats.org/markup-compatibility/2006">
              <mc:Choice xmlns:v="urn:schemas-microsoft-com:vml" Requires="v">
                <p:oleObj r:id="rId11" imgW="1803400" imgH="495300" progId="Equation.3">
                  <p:embed/>
                </p:oleObj>
              </mc:Choice>
              <mc:Fallback>
                <p:oleObj r:id="rId11" imgW="1803400" imgH="495300" progId="Equation.3">
                  <p:embed/>
                  <p:pic>
                    <p:nvPicPr>
                      <p:cNvPr id="0" name="图片 3221"/>
                      <p:cNvPicPr/>
                      <p:nvPr/>
                    </p:nvPicPr>
                    <p:blipFill>
                      <a:blip r:embed="rId12"/>
                      <a:stretch>
                        <a:fillRect/>
                      </a:stretch>
                    </p:blipFill>
                    <p:spPr>
                      <a:xfrm>
                        <a:off x="468313" y="3819525"/>
                        <a:ext cx="2987675" cy="820738"/>
                      </a:xfrm>
                      <a:prstGeom prst="rect">
                        <a:avLst/>
                      </a:prstGeom>
                      <a:noFill/>
                      <a:ln w="38100">
                        <a:noFill/>
                        <a:miter/>
                      </a:ln>
                    </p:spPr>
                  </p:pic>
                </p:oleObj>
              </mc:Fallback>
            </mc:AlternateContent>
          </a:graphicData>
        </a:graphic>
      </p:graphicFrame>
      <p:graphicFrame>
        <p:nvGraphicFramePr>
          <p:cNvPr id="57352" name="对象 96267">
            <a:hlinkClick r:id="" action="ppaction://ole?verb=0"/>
          </p:cNvPr>
          <p:cNvGraphicFramePr>
            <a:graphicFrameLocks noChangeAspect="1"/>
          </p:cNvGraphicFramePr>
          <p:nvPr/>
        </p:nvGraphicFramePr>
        <p:xfrm>
          <a:off x="6178550" y="3398838"/>
          <a:ext cx="1655763" cy="420687"/>
        </p:xfrm>
        <a:graphic>
          <a:graphicData uri="http://schemas.openxmlformats.org/presentationml/2006/ole">
            <mc:AlternateContent xmlns:mc="http://schemas.openxmlformats.org/markup-compatibility/2006">
              <mc:Choice xmlns:v="urn:schemas-microsoft-com:vml" Requires="v">
                <p:oleObj r:id="rId7" imgW="1060450" imgH="267970" progId="Equation.3">
                  <p:embed/>
                </p:oleObj>
              </mc:Choice>
              <mc:Fallback>
                <p:oleObj r:id="rId7" imgW="1060450" imgH="267970" progId="Equation.3">
                  <p:embed/>
                  <p:pic>
                    <p:nvPicPr>
                      <p:cNvPr id="0" name="图片 3224"/>
                      <p:cNvPicPr/>
                      <p:nvPr/>
                    </p:nvPicPr>
                    <p:blipFill>
                      <a:blip r:embed="rId8"/>
                      <a:stretch>
                        <a:fillRect/>
                      </a:stretch>
                    </p:blipFill>
                    <p:spPr>
                      <a:xfrm>
                        <a:off x="6178550" y="3398838"/>
                        <a:ext cx="1655763" cy="420687"/>
                      </a:xfrm>
                      <a:prstGeom prst="rect">
                        <a:avLst/>
                      </a:prstGeom>
                      <a:noFill/>
                      <a:ln w="38100">
                        <a:noFill/>
                        <a:miter/>
                      </a:ln>
                    </p:spPr>
                  </p:pic>
                </p:oleObj>
              </mc:Fallback>
            </mc:AlternateContent>
          </a:graphicData>
        </a:graphic>
      </p:graphicFrame>
      <p:graphicFrame>
        <p:nvGraphicFramePr>
          <p:cNvPr id="57353" name="对象 96268">
            <a:hlinkClick r:id="" action="ppaction://ole?verb=0"/>
          </p:cNvPr>
          <p:cNvGraphicFramePr>
            <a:graphicFrameLocks noChangeAspect="1"/>
          </p:cNvGraphicFramePr>
          <p:nvPr/>
        </p:nvGraphicFramePr>
        <p:xfrm>
          <a:off x="920750" y="4584700"/>
          <a:ext cx="4919663" cy="790575"/>
        </p:xfrm>
        <a:graphic>
          <a:graphicData uri="http://schemas.openxmlformats.org/presentationml/2006/ole">
            <mc:AlternateContent xmlns:mc="http://schemas.openxmlformats.org/markup-compatibility/2006">
              <mc:Choice xmlns:v="urn:schemas-microsoft-com:vml" Requires="v">
                <p:oleObj r:id="rId13" imgW="3086100" imgH="495300" progId="Equation.3">
                  <p:embed/>
                </p:oleObj>
              </mc:Choice>
              <mc:Fallback>
                <p:oleObj r:id="rId13" imgW="3086100" imgH="495300" progId="Equation.3">
                  <p:embed/>
                  <p:pic>
                    <p:nvPicPr>
                      <p:cNvPr id="0" name="图片 3231"/>
                      <p:cNvPicPr/>
                      <p:nvPr/>
                    </p:nvPicPr>
                    <p:blipFill>
                      <a:blip r:embed="rId14"/>
                      <a:stretch>
                        <a:fillRect/>
                      </a:stretch>
                    </p:blipFill>
                    <p:spPr>
                      <a:xfrm>
                        <a:off x="920750" y="4584700"/>
                        <a:ext cx="4919663" cy="790575"/>
                      </a:xfrm>
                      <a:prstGeom prst="rect">
                        <a:avLst/>
                      </a:prstGeom>
                      <a:noFill/>
                      <a:ln w="38100">
                        <a:noFill/>
                        <a:miter/>
                      </a:ln>
                    </p:spPr>
                  </p:pic>
                </p:oleObj>
              </mc:Fallback>
            </mc:AlternateContent>
          </a:graphicData>
        </a:graphic>
      </p:graphicFrame>
    </p:spTree>
  </p:cSld>
  <p:clrMapOvr>
    <a:masterClrMapping/>
  </p:clrMapOv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3" name="文本框 98308"/>
          <p:cNvSpPr txBox="1"/>
          <p:nvPr/>
        </p:nvSpPr>
        <p:spPr>
          <a:xfrm>
            <a:off x="468313" y="161925"/>
            <a:ext cx="8027987" cy="1585913"/>
          </a:xfrm>
          <a:prstGeom prst="rect">
            <a:avLst/>
          </a:prstGeom>
          <a:noFill/>
          <a:ln w="9525">
            <a:noFill/>
          </a:ln>
        </p:spPr>
        <p:txBody>
          <a:bodyPr wrap="square" anchor="t" anchorCtr="0">
            <a:spAutoFit/>
          </a:bodyPr>
          <a:lstStyle/>
          <a:p>
            <a:pPr>
              <a:lnSpc>
                <a:spcPct val="130000"/>
              </a:lnSpc>
            </a:pPr>
            <a:endParaRPr lang="zh-CN" altLang="en-US" sz="2400" dirty="0">
              <a:solidFill>
                <a:schemeClr val="hlink"/>
              </a:solidFill>
              <a:latin typeface="Times New Roman" panose="02020603050405020304" pitchFamily="2" charset="0"/>
              <a:ea typeface="黑体" panose="02010609060101010101" pitchFamily="2" charset="-122"/>
              <a:sym typeface="Arial" panose="020B0604020202020204" pitchFamily="34" charset="0"/>
            </a:endParaRPr>
          </a:p>
          <a:p>
            <a:pPr>
              <a:lnSpc>
                <a:spcPct val="150000"/>
              </a:lnSpc>
            </a:pPr>
            <a:r>
              <a:rPr lang="zh-CN" altLang="en-US" sz="2400" dirty="0">
                <a:solidFill>
                  <a:schemeClr val="hlink"/>
                </a:solidFill>
                <a:latin typeface="Times New Roman" panose="02020603050405020304" pitchFamily="2" charset="0"/>
                <a:ea typeface="黑体" panose="02010609060101010101" pitchFamily="2" charset="-122"/>
                <a:sym typeface="Arial" panose="020B0604020202020204" pitchFamily="34" charset="0"/>
              </a:rPr>
              <a:t>留数的计算方法</a:t>
            </a:r>
          </a:p>
          <a:p>
            <a:pPr>
              <a:lnSpc>
                <a:spcPct val="150000"/>
              </a:lnSpc>
            </a:pPr>
            <a:r>
              <a:rPr lang="zh-CN" altLang="en-US" sz="2000" dirty="0">
                <a:latin typeface="Times New Roman" panose="02020603050405020304" pitchFamily="2" charset="0"/>
                <a:ea typeface="黑体" panose="02010609060101010101" pitchFamily="2" charset="-122"/>
                <a:sym typeface="Arial" panose="020B0604020202020204" pitchFamily="34" charset="0"/>
              </a:rPr>
              <a:t>2、                                                   </a:t>
            </a:r>
            <a:endParaRPr lang="zh-CN" altLang="en-US" dirty="0">
              <a:latin typeface="Times New Roman" panose="02020603050405020304" pitchFamily="2" charset="0"/>
              <a:ea typeface="宋体" panose="02010600030101010101" pitchFamily="2" charset="-122"/>
            </a:endParaRPr>
          </a:p>
        </p:txBody>
      </p:sp>
      <p:graphicFrame>
        <p:nvGraphicFramePr>
          <p:cNvPr id="59394" name="对象 98309">
            <a:hlinkClick r:id="" action="ppaction://ole?verb=0"/>
          </p:cNvPr>
          <p:cNvGraphicFramePr>
            <a:graphicFrameLocks noChangeAspect="1"/>
          </p:cNvGraphicFramePr>
          <p:nvPr/>
        </p:nvGraphicFramePr>
        <p:xfrm>
          <a:off x="920750" y="1239838"/>
          <a:ext cx="7575550" cy="661987"/>
        </p:xfrm>
        <a:graphic>
          <a:graphicData uri="http://schemas.openxmlformats.org/presentationml/2006/ole">
            <mc:AlternateContent xmlns:mc="http://schemas.openxmlformats.org/markup-compatibility/2006">
              <mc:Choice xmlns:v="urn:schemas-microsoft-com:vml" Requires="v">
                <p:oleObj r:id="rId3" imgW="5524500" imgH="482600" progId="Equation.3">
                  <p:embed/>
                </p:oleObj>
              </mc:Choice>
              <mc:Fallback>
                <p:oleObj r:id="rId3" imgW="5524500" imgH="482600" progId="Equation.3">
                  <p:embed/>
                  <p:pic>
                    <p:nvPicPr>
                      <p:cNvPr id="0" name="图片 3222"/>
                      <p:cNvPicPr/>
                      <p:nvPr/>
                    </p:nvPicPr>
                    <p:blipFill>
                      <a:blip r:embed="rId4"/>
                      <a:stretch>
                        <a:fillRect/>
                      </a:stretch>
                    </p:blipFill>
                    <p:spPr>
                      <a:xfrm>
                        <a:off x="920750" y="1239838"/>
                        <a:ext cx="7575550" cy="661987"/>
                      </a:xfrm>
                      <a:prstGeom prst="rect">
                        <a:avLst/>
                      </a:prstGeom>
                      <a:noFill/>
                      <a:ln w="38100">
                        <a:noFill/>
                        <a:miter/>
                      </a:ln>
                    </p:spPr>
                  </p:pic>
                </p:oleObj>
              </mc:Fallback>
            </mc:AlternateContent>
          </a:graphicData>
        </a:graphic>
      </p:graphicFrame>
      <p:graphicFrame>
        <p:nvGraphicFramePr>
          <p:cNvPr id="59395" name="对象 98310">
            <a:hlinkClick r:id="" action="ppaction://ole?verb=0"/>
          </p:cNvPr>
          <p:cNvGraphicFramePr>
            <a:graphicFrameLocks noChangeAspect="1"/>
          </p:cNvGraphicFramePr>
          <p:nvPr/>
        </p:nvGraphicFramePr>
        <p:xfrm>
          <a:off x="920750" y="1960563"/>
          <a:ext cx="6111875" cy="417512"/>
        </p:xfrm>
        <a:graphic>
          <a:graphicData uri="http://schemas.openxmlformats.org/presentationml/2006/ole">
            <mc:AlternateContent xmlns:mc="http://schemas.openxmlformats.org/markup-compatibility/2006">
              <mc:Choice xmlns:v="urn:schemas-microsoft-com:vml" Requires="v">
                <p:oleObj r:id="rId5" imgW="3365500" imgH="228600" progId="Equation.3">
                  <p:embed/>
                </p:oleObj>
              </mc:Choice>
              <mc:Fallback>
                <p:oleObj r:id="rId5" imgW="3365500" imgH="228600" progId="Equation.3">
                  <p:embed/>
                  <p:pic>
                    <p:nvPicPr>
                      <p:cNvPr id="0" name="图片 3227"/>
                      <p:cNvPicPr/>
                      <p:nvPr/>
                    </p:nvPicPr>
                    <p:blipFill>
                      <a:blip r:embed="rId6"/>
                      <a:stretch>
                        <a:fillRect/>
                      </a:stretch>
                    </p:blipFill>
                    <p:spPr>
                      <a:xfrm>
                        <a:off x="920750" y="1960563"/>
                        <a:ext cx="6111875" cy="417512"/>
                      </a:xfrm>
                      <a:prstGeom prst="rect">
                        <a:avLst/>
                      </a:prstGeom>
                      <a:noFill/>
                      <a:ln w="38100">
                        <a:noFill/>
                        <a:miter/>
                      </a:ln>
                    </p:spPr>
                  </p:pic>
                </p:oleObj>
              </mc:Fallback>
            </mc:AlternateContent>
          </a:graphicData>
        </a:graphic>
      </p:graphicFrame>
      <p:graphicFrame>
        <p:nvGraphicFramePr>
          <p:cNvPr id="59396" name="对象 98311">
            <a:hlinkClick r:id="" action="ppaction://ole?verb=0"/>
          </p:cNvPr>
          <p:cNvGraphicFramePr>
            <a:graphicFrameLocks noChangeAspect="1"/>
          </p:cNvGraphicFramePr>
          <p:nvPr/>
        </p:nvGraphicFramePr>
        <p:xfrm>
          <a:off x="917575" y="2378075"/>
          <a:ext cx="5508625" cy="2678113"/>
        </p:xfrm>
        <a:graphic>
          <a:graphicData uri="http://schemas.openxmlformats.org/presentationml/2006/ole">
            <mc:AlternateContent xmlns:mc="http://schemas.openxmlformats.org/markup-compatibility/2006">
              <mc:Choice xmlns:v="urn:schemas-microsoft-com:vml" Requires="v">
                <p:oleObj r:id="rId7" imgW="3530600" imgH="1714500" progId="Equation.3">
                  <p:embed/>
                </p:oleObj>
              </mc:Choice>
              <mc:Fallback>
                <p:oleObj r:id="rId7" imgW="3530600" imgH="1714500" progId="Equation.3">
                  <p:embed/>
                  <p:pic>
                    <p:nvPicPr>
                      <p:cNvPr id="0" name="图片 3223"/>
                      <p:cNvPicPr/>
                      <p:nvPr/>
                    </p:nvPicPr>
                    <p:blipFill>
                      <a:blip r:embed="rId8"/>
                      <a:stretch>
                        <a:fillRect/>
                      </a:stretch>
                    </p:blipFill>
                    <p:spPr>
                      <a:xfrm>
                        <a:off x="917575" y="2378075"/>
                        <a:ext cx="5508625" cy="2678113"/>
                      </a:xfrm>
                      <a:prstGeom prst="rect">
                        <a:avLst/>
                      </a:prstGeom>
                      <a:noFill/>
                      <a:ln w="38100">
                        <a:noFill/>
                        <a:miter/>
                      </a:ln>
                    </p:spPr>
                  </p:pic>
                </p:oleObj>
              </mc:Fallback>
            </mc:AlternateContent>
          </a:graphicData>
        </a:graphic>
      </p:graphicFrame>
    </p:spTree>
  </p:cSld>
  <p:clrMapOvr>
    <a:masterClrMapping/>
  </p:clrMapOv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1" name="文本框 100356"/>
          <p:cNvSpPr txBox="1"/>
          <p:nvPr/>
        </p:nvSpPr>
        <p:spPr>
          <a:xfrm>
            <a:off x="395288" y="547688"/>
            <a:ext cx="8027987" cy="4356100"/>
          </a:xfrm>
          <a:prstGeom prst="rect">
            <a:avLst/>
          </a:prstGeom>
          <a:noFill/>
          <a:ln w="9525">
            <a:noFill/>
          </a:ln>
        </p:spPr>
        <p:txBody>
          <a:bodyPr wrap="square" anchor="t" anchorCtr="0">
            <a:spAutoFit/>
          </a:bodyPr>
          <a:lstStyle/>
          <a:p>
            <a:pPr>
              <a:lnSpc>
                <a:spcPct val="130000"/>
              </a:lnSpc>
            </a:pPr>
            <a:endParaRPr lang="zh-CN" altLang="en-US" sz="2400" dirty="0">
              <a:solidFill>
                <a:schemeClr val="hlink"/>
              </a:solidFill>
              <a:latin typeface="Times New Roman" panose="02020603050405020304" pitchFamily="2" charset="0"/>
              <a:ea typeface="黑体" panose="02010609060101010101" pitchFamily="2" charset="-122"/>
              <a:sym typeface="Arial" panose="020B0604020202020204" pitchFamily="34" charset="0"/>
            </a:endParaRPr>
          </a:p>
          <a:p>
            <a:pPr>
              <a:lnSpc>
                <a:spcPct val="150000"/>
              </a:lnSpc>
            </a:pPr>
            <a:r>
              <a:rPr lang="zh-CN" altLang="en-US" sz="2400" dirty="0">
                <a:solidFill>
                  <a:schemeClr val="hlink"/>
                </a:solidFill>
                <a:latin typeface="Times New Roman" panose="02020603050405020304" pitchFamily="2" charset="0"/>
                <a:ea typeface="黑体" panose="02010609060101010101" pitchFamily="2" charset="-122"/>
                <a:sym typeface="Arial" panose="020B0604020202020204" pitchFamily="34" charset="0"/>
              </a:rPr>
              <a:t>留数定理</a:t>
            </a:r>
          </a:p>
          <a:p>
            <a:pPr>
              <a:lnSpc>
                <a:spcPct val="150000"/>
              </a:lnSpc>
            </a:pPr>
            <a:r>
              <a:rPr lang="zh-CN" altLang="en-US" sz="2000" dirty="0">
                <a:latin typeface="Times New Roman" panose="02020603050405020304" pitchFamily="2" charset="0"/>
                <a:ea typeface="黑体" panose="02010609060101010101" pitchFamily="2" charset="-122"/>
                <a:sym typeface="Arial" panose="020B0604020202020204" pitchFamily="34" charset="0"/>
              </a:rPr>
              <a:t>设D是复平面上的一个有界闭区域，若函数f(z)在D内除</a:t>
            </a:r>
            <a:r>
              <a:rPr lang="zh-CN" altLang="en-US" sz="2000" dirty="0">
                <a:solidFill>
                  <a:schemeClr val="hlink"/>
                </a:solidFill>
                <a:latin typeface="Times New Roman" panose="02020603050405020304" pitchFamily="2" charset="0"/>
                <a:ea typeface="黑体" panose="02010609060101010101" pitchFamily="2" charset="-122"/>
                <a:sym typeface="Arial" panose="020B0604020202020204" pitchFamily="34" charset="0"/>
              </a:rPr>
              <a:t>有限个孤立奇点</a:t>
            </a:r>
            <a:r>
              <a:rPr lang="zh-CN" altLang="en-US" sz="2000" dirty="0">
                <a:latin typeface="Times New Roman" panose="02020603050405020304" pitchFamily="2" charset="0"/>
                <a:ea typeface="黑体" panose="02010609060101010101" pitchFamily="2" charset="-122"/>
                <a:sym typeface="Arial" panose="020B0604020202020204" pitchFamily="34" charset="0"/>
              </a:rPr>
              <a:t>z</a:t>
            </a:r>
            <a:r>
              <a:rPr lang="zh-CN" altLang="en-US" sz="2000" baseline="-25000" dirty="0">
                <a:latin typeface="Times New Roman" panose="02020603050405020304" pitchFamily="2" charset="0"/>
                <a:ea typeface="黑体" panose="02010609060101010101" pitchFamily="2" charset="-122"/>
                <a:sym typeface="Arial" panose="020B0604020202020204" pitchFamily="34" charset="0"/>
              </a:rPr>
              <a:t>1</a:t>
            </a:r>
            <a:r>
              <a:rPr lang="zh-CN" altLang="en-US" sz="2000" dirty="0">
                <a:latin typeface="Times New Roman" panose="02020603050405020304" pitchFamily="2" charset="0"/>
                <a:ea typeface="黑体" panose="02010609060101010101" pitchFamily="2" charset="-122"/>
                <a:sym typeface="Arial" panose="020B0604020202020204" pitchFamily="34" charset="0"/>
              </a:rPr>
              <a:t>, z</a:t>
            </a:r>
            <a:r>
              <a:rPr lang="zh-CN" altLang="en-US" sz="2000" baseline="-25000" dirty="0">
                <a:latin typeface="Times New Roman" panose="02020603050405020304" pitchFamily="2" charset="0"/>
                <a:ea typeface="黑体" panose="02010609060101010101" pitchFamily="2" charset="-122"/>
                <a:sym typeface="Arial" panose="020B0604020202020204" pitchFamily="34" charset="0"/>
              </a:rPr>
              <a:t>2</a:t>
            </a:r>
            <a:r>
              <a:rPr lang="zh-CN" altLang="en-US" sz="2000" dirty="0">
                <a:latin typeface="Times New Roman" panose="02020603050405020304" pitchFamily="2" charset="0"/>
                <a:ea typeface="黑体" panose="02010609060101010101" pitchFamily="2" charset="-122"/>
                <a:sym typeface="Arial" panose="020B0604020202020204" pitchFamily="34" charset="0"/>
              </a:rPr>
              <a:t>, .... ,z</a:t>
            </a:r>
            <a:r>
              <a:rPr lang="zh-CN" altLang="en-US" sz="2000" baseline="-25000" dirty="0">
                <a:latin typeface="Times New Roman" panose="02020603050405020304" pitchFamily="2" charset="0"/>
                <a:ea typeface="黑体" panose="02010609060101010101" pitchFamily="2" charset="-122"/>
                <a:sym typeface="Arial" panose="020B0604020202020204" pitchFamily="34" charset="0"/>
              </a:rPr>
              <a:t>n</a:t>
            </a:r>
            <a:r>
              <a:rPr lang="zh-CN" altLang="en-US" sz="2000" dirty="0">
                <a:latin typeface="Times New Roman" panose="02020603050405020304" pitchFamily="2" charset="0"/>
                <a:ea typeface="黑体" panose="02010609060101010101" pitchFamily="2" charset="-122"/>
                <a:sym typeface="Arial" panose="020B0604020202020204" pitchFamily="34" charset="0"/>
              </a:rPr>
              <a:t>外处处解析，且它在D的边界C上也解析（C是D内围堵诸奇点的一条正向简单闭曲线）则</a:t>
            </a:r>
          </a:p>
          <a:p>
            <a:pPr>
              <a:lnSpc>
                <a:spcPct val="150000"/>
              </a:lnSpc>
            </a:pPr>
            <a:endParaRPr lang="zh-CN" altLang="en-US" sz="2000" dirty="0">
              <a:latin typeface="Times New Roman" panose="02020603050405020304" pitchFamily="2" charset="0"/>
              <a:ea typeface="黑体" panose="02010609060101010101" pitchFamily="2" charset="-122"/>
              <a:sym typeface="Arial" panose="020B0604020202020204" pitchFamily="34" charset="0"/>
            </a:endParaRPr>
          </a:p>
          <a:p>
            <a:pPr>
              <a:lnSpc>
                <a:spcPct val="150000"/>
              </a:lnSpc>
            </a:pPr>
            <a:endParaRPr lang="zh-CN" altLang="en-US" sz="2000" dirty="0">
              <a:latin typeface="Times New Roman" panose="02020603050405020304" pitchFamily="2" charset="0"/>
              <a:ea typeface="黑体" panose="02010609060101010101" pitchFamily="2" charset="-122"/>
              <a:sym typeface="Arial" panose="020B0604020202020204" pitchFamily="34" charset="0"/>
            </a:endParaRPr>
          </a:p>
          <a:p>
            <a:pPr>
              <a:lnSpc>
                <a:spcPct val="150000"/>
              </a:lnSpc>
            </a:pPr>
            <a:r>
              <a:rPr lang="zh-CN" altLang="en-US" sz="2000" dirty="0">
                <a:solidFill>
                  <a:srgbClr val="C00000"/>
                </a:solidFill>
                <a:latin typeface="Times New Roman" panose="02020603050405020304" pitchFamily="2" charset="0"/>
                <a:ea typeface="黑体" panose="02010609060101010101" pitchFamily="2" charset="-122"/>
                <a:sym typeface="Arial" panose="020B0604020202020204" pitchFamily="34" charset="0"/>
              </a:rPr>
              <a:t>注：留数定理将沿封闭曲线C积分转化为求被积函数在C内各孤立奇点处的留数</a:t>
            </a:r>
            <a:r>
              <a:rPr lang="zh-CN" altLang="en-US" sz="2000" dirty="0">
                <a:solidFill>
                  <a:schemeClr val="hlink"/>
                </a:solidFill>
                <a:latin typeface="Times New Roman" panose="02020603050405020304" pitchFamily="2" charset="0"/>
                <a:ea typeface="黑体" panose="02010609060101010101" pitchFamily="2" charset="-122"/>
                <a:sym typeface="Arial" panose="020B0604020202020204" pitchFamily="34" charset="0"/>
              </a:rPr>
              <a:t>  </a:t>
            </a:r>
            <a:r>
              <a:rPr lang="zh-CN" altLang="en-US" sz="2000" dirty="0">
                <a:latin typeface="Times New Roman" panose="02020603050405020304" pitchFamily="2" charset="0"/>
                <a:ea typeface="黑体" panose="02010609060101010101" pitchFamily="2" charset="-122"/>
                <a:sym typeface="Arial" panose="020B0604020202020204" pitchFamily="34" charset="0"/>
              </a:rPr>
              <a:t>                                             </a:t>
            </a:r>
            <a:endParaRPr lang="zh-CN" altLang="en-US" dirty="0">
              <a:latin typeface="Times New Roman" panose="02020603050405020304" pitchFamily="2" charset="0"/>
              <a:ea typeface="宋体" panose="02010600030101010101" pitchFamily="2" charset="-122"/>
            </a:endParaRPr>
          </a:p>
        </p:txBody>
      </p:sp>
      <p:graphicFrame>
        <p:nvGraphicFramePr>
          <p:cNvPr id="61442" name="对象 100357">
            <a:hlinkClick r:id="" action="ppaction://ole?verb=0"/>
          </p:cNvPr>
          <p:cNvGraphicFramePr>
            <a:graphicFrameLocks noChangeAspect="1"/>
          </p:cNvGraphicFramePr>
          <p:nvPr/>
        </p:nvGraphicFramePr>
        <p:xfrm>
          <a:off x="2132013" y="2930525"/>
          <a:ext cx="3540125" cy="850900"/>
        </p:xfrm>
        <a:graphic>
          <a:graphicData uri="http://schemas.openxmlformats.org/presentationml/2006/ole">
            <mc:AlternateContent xmlns:mc="http://schemas.openxmlformats.org/markup-compatibility/2006">
              <mc:Choice xmlns:v="urn:schemas-microsoft-com:vml" Requires="v">
                <p:oleObj r:id="rId3" imgW="1905000" imgH="457200" progId="Equation.3">
                  <p:embed/>
                </p:oleObj>
              </mc:Choice>
              <mc:Fallback>
                <p:oleObj r:id="rId3" imgW="1905000" imgH="457200" progId="Equation.3">
                  <p:embed/>
                  <p:pic>
                    <p:nvPicPr>
                      <p:cNvPr id="0" name="图片 3225"/>
                      <p:cNvPicPr/>
                      <p:nvPr/>
                    </p:nvPicPr>
                    <p:blipFill>
                      <a:blip r:embed="rId4"/>
                      <a:stretch>
                        <a:fillRect/>
                      </a:stretch>
                    </p:blipFill>
                    <p:spPr>
                      <a:xfrm>
                        <a:off x="2132013" y="2930525"/>
                        <a:ext cx="3540125" cy="850900"/>
                      </a:xfrm>
                      <a:prstGeom prst="rect">
                        <a:avLst/>
                      </a:prstGeom>
                      <a:noFill/>
                      <a:ln w="38100">
                        <a:noFill/>
                        <a:miter/>
                      </a:ln>
                    </p:spPr>
                  </p:pic>
                </p:oleObj>
              </mc:Fallback>
            </mc:AlternateContent>
          </a:graphicData>
        </a:graphic>
      </p:graphicFrame>
    </p:spTree>
  </p:cSld>
  <p:clrMapOvr>
    <a:masterClrMapping/>
  </p:clrMapOv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3489" name="对象 565251"/>
          <p:cNvGraphicFramePr/>
          <p:nvPr/>
        </p:nvGraphicFramePr>
        <p:xfrm>
          <a:off x="798513" y="1565275"/>
          <a:ext cx="4173537" cy="425450"/>
        </p:xfrm>
        <a:graphic>
          <a:graphicData uri="http://schemas.openxmlformats.org/presentationml/2006/ole">
            <mc:AlternateContent xmlns:mc="http://schemas.openxmlformats.org/markup-compatibility/2006">
              <mc:Choice xmlns:v="urn:schemas-microsoft-com:vml" Requires="v">
                <p:oleObj r:id="rId2" imgW="5003800" imgH="508000" progId="Equation.DSMT4">
                  <p:embed/>
                </p:oleObj>
              </mc:Choice>
              <mc:Fallback>
                <p:oleObj r:id="rId2" imgW="5003800" imgH="508000" progId="Equation.DSMT4">
                  <p:embed/>
                  <p:pic>
                    <p:nvPicPr>
                      <p:cNvPr id="0" name="图片 3229"/>
                      <p:cNvPicPr/>
                      <p:nvPr/>
                    </p:nvPicPr>
                    <p:blipFill>
                      <a:blip r:embed="rId3">
                        <a:lum bright="-100000"/>
                      </a:blip>
                      <a:stretch>
                        <a:fillRect/>
                      </a:stretch>
                    </p:blipFill>
                    <p:spPr>
                      <a:xfrm>
                        <a:off x="798513" y="1565275"/>
                        <a:ext cx="4173537" cy="425450"/>
                      </a:xfrm>
                      <a:prstGeom prst="rect">
                        <a:avLst/>
                      </a:prstGeom>
                      <a:noFill/>
                      <a:ln w="38100">
                        <a:noFill/>
                        <a:miter/>
                      </a:ln>
                    </p:spPr>
                  </p:pic>
                </p:oleObj>
              </mc:Fallback>
            </mc:AlternateContent>
          </a:graphicData>
        </a:graphic>
      </p:graphicFrame>
      <p:graphicFrame>
        <p:nvGraphicFramePr>
          <p:cNvPr id="63490" name="对象 565252"/>
          <p:cNvGraphicFramePr/>
          <p:nvPr/>
        </p:nvGraphicFramePr>
        <p:xfrm>
          <a:off x="1981200" y="2492375"/>
          <a:ext cx="4013200" cy="771525"/>
        </p:xfrm>
        <a:graphic>
          <a:graphicData uri="http://schemas.openxmlformats.org/presentationml/2006/ole">
            <mc:AlternateContent xmlns:mc="http://schemas.openxmlformats.org/markup-compatibility/2006">
              <mc:Choice xmlns:v="urn:schemas-microsoft-com:vml" Requires="v">
                <p:oleObj r:id="rId4" imgW="4762500" imgH="914400" progId="Equation.DSMT4">
                  <p:embed/>
                </p:oleObj>
              </mc:Choice>
              <mc:Fallback>
                <p:oleObj r:id="rId4" imgW="4762500" imgH="914400" progId="Equation.DSMT4">
                  <p:embed/>
                  <p:pic>
                    <p:nvPicPr>
                      <p:cNvPr id="0" name="图片 3230"/>
                      <p:cNvPicPr/>
                      <p:nvPr/>
                    </p:nvPicPr>
                    <p:blipFill>
                      <a:blip r:embed="rId5">
                        <a:lum bright="-100000"/>
                      </a:blip>
                      <a:stretch>
                        <a:fillRect/>
                      </a:stretch>
                    </p:blipFill>
                    <p:spPr>
                      <a:xfrm>
                        <a:off x="1981200" y="2492375"/>
                        <a:ext cx="4013200" cy="771525"/>
                      </a:xfrm>
                      <a:prstGeom prst="rect">
                        <a:avLst/>
                      </a:prstGeom>
                      <a:noFill/>
                      <a:ln w="38100">
                        <a:noFill/>
                        <a:miter/>
                      </a:ln>
                    </p:spPr>
                  </p:pic>
                </p:oleObj>
              </mc:Fallback>
            </mc:AlternateContent>
          </a:graphicData>
        </a:graphic>
      </p:graphicFrame>
      <p:graphicFrame>
        <p:nvGraphicFramePr>
          <p:cNvPr id="63491" name="对象 565253"/>
          <p:cNvGraphicFramePr/>
          <p:nvPr/>
        </p:nvGraphicFramePr>
        <p:xfrm>
          <a:off x="1620838" y="3238500"/>
          <a:ext cx="3265487" cy="762000"/>
        </p:xfrm>
        <a:graphic>
          <a:graphicData uri="http://schemas.openxmlformats.org/presentationml/2006/ole">
            <mc:AlternateContent xmlns:mc="http://schemas.openxmlformats.org/markup-compatibility/2006">
              <mc:Choice xmlns:v="urn:schemas-microsoft-com:vml" Requires="v">
                <p:oleObj r:id="rId6" imgW="3886200" imgH="901700" progId="Equation.DSMT4">
                  <p:embed/>
                </p:oleObj>
              </mc:Choice>
              <mc:Fallback>
                <p:oleObj r:id="rId6" imgW="3886200" imgH="901700" progId="Equation.DSMT4">
                  <p:embed/>
                  <p:pic>
                    <p:nvPicPr>
                      <p:cNvPr id="0" name="图片 3232"/>
                      <p:cNvPicPr/>
                      <p:nvPr/>
                    </p:nvPicPr>
                    <p:blipFill>
                      <a:blip r:embed="rId7">
                        <a:lum bright="-100000"/>
                      </a:blip>
                      <a:stretch>
                        <a:fillRect/>
                      </a:stretch>
                    </p:blipFill>
                    <p:spPr>
                      <a:xfrm>
                        <a:off x="1620838" y="3238500"/>
                        <a:ext cx="3265487" cy="762000"/>
                      </a:xfrm>
                      <a:prstGeom prst="rect">
                        <a:avLst/>
                      </a:prstGeom>
                      <a:noFill/>
                      <a:ln w="38100">
                        <a:noFill/>
                        <a:miter/>
                      </a:ln>
                    </p:spPr>
                  </p:pic>
                </p:oleObj>
              </mc:Fallback>
            </mc:AlternateContent>
          </a:graphicData>
        </a:graphic>
      </p:graphicFrame>
      <p:grpSp>
        <p:nvGrpSpPr>
          <p:cNvPr id="63492" name="组合 565254"/>
          <p:cNvGrpSpPr/>
          <p:nvPr/>
        </p:nvGrpSpPr>
        <p:grpSpPr>
          <a:xfrm>
            <a:off x="5122863" y="2997200"/>
            <a:ext cx="3448050" cy="3038475"/>
            <a:chOff x="3408" y="2160"/>
            <a:chExt cx="2364" cy="2112"/>
          </a:xfrm>
        </p:grpSpPr>
        <p:sp>
          <p:nvSpPr>
            <p:cNvPr id="63493" name="椭圆 565255"/>
            <p:cNvSpPr/>
            <p:nvPr/>
          </p:nvSpPr>
          <p:spPr>
            <a:xfrm>
              <a:off x="3504" y="2496"/>
              <a:ext cx="1680" cy="1680"/>
            </a:xfrm>
            <a:prstGeom prst="ellipse">
              <a:avLst/>
            </a:prstGeom>
            <a:pattFill prst="pct10">
              <a:fgClr>
                <a:schemeClr val="tx1"/>
              </a:fgClr>
              <a:bgClr>
                <a:schemeClr val="bg1"/>
              </a:bgClr>
            </a:pattFill>
            <a:ln w="25400" cap="sq" cmpd="sng">
              <a:solidFill>
                <a:schemeClr val="tx1"/>
              </a:solidFill>
              <a:prstDash val="solid"/>
              <a:round/>
              <a:headEnd type="none" w="sm" len="sm"/>
              <a:tailEnd type="none" w="sm" len="sm"/>
            </a:ln>
          </p:spPr>
          <p:txBody>
            <a:bodyPr anchor="t" anchorCtr="0"/>
            <a:lstStyle/>
            <a:p>
              <a:endParaRPr lang="zh-CN" altLang="en-US">
                <a:latin typeface="Arial" panose="020B0604020202020204" pitchFamily="34" charset="0"/>
                <a:ea typeface="宋体" panose="02010600030101010101" pitchFamily="2" charset="-122"/>
              </a:endParaRPr>
            </a:p>
          </p:txBody>
        </p:sp>
        <p:sp>
          <p:nvSpPr>
            <p:cNvPr id="63494" name="椭圆 565256"/>
            <p:cNvSpPr/>
            <p:nvPr/>
          </p:nvSpPr>
          <p:spPr>
            <a:xfrm>
              <a:off x="3936" y="2928"/>
              <a:ext cx="768" cy="768"/>
            </a:xfrm>
            <a:prstGeom prst="ellipse">
              <a:avLst/>
            </a:prstGeom>
            <a:solidFill>
              <a:schemeClr val="bg1"/>
            </a:solidFill>
            <a:ln w="25400" cap="sq" cmpd="sng">
              <a:solidFill>
                <a:schemeClr val="tx1"/>
              </a:solidFill>
              <a:prstDash val="solid"/>
              <a:round/>
              <a:headEnd type="none" w="sm" len="sm"/>
              <a:tailEnd type="none" w="sm" len="sm"/>
            </a:ln>
          </p:spPr>
          <p:txBody>
            <a:bodyPr anchor="t" anchorCtr="0"/>
            <a:lstStyle/>
            <a:p>
              <a:endParaRPr lang="zh-CN" altLang="en-US">
                <a:latin typeface="Arial" panose="020B0604020202020204" pitchFamily="34" charset="0"/>
                <a:ea typeface="宋体" panose="02010600030101010101" pitchFamily="2" charset="-122"/>
              </a:endParaRPr>
            </a:p>
          </p:txBody>
        </p:sp>
        <p:sp>
          <p:nvSpPr>
            <p:cNvPr id="63495" name="直接连接符 565257"/>
            <p:cNvSpPr/>
            <p:nvPr/>
          </p:nvSpPr>
          <p:spPr>
            <a:xfrm>
              <a:off x="3408" y="3312"/>
              <a:ext cx="2220" cy="0"/>
            </a:xfrm>
            <a:prstGeom prst="line">
              <a:avLst/>
            </a:prstGeom>
            <a:ln w="25400" cap="sq" cmpd="sng">
              <a:solidFill>
                <a:schemeClr val="tx1"/>
              </a:solidFill>
              <a:prstDash val="solid"/>
              <a:round/>
              <a:headEnd type="none" w="sm" len="sm"/>
              <a:tailEnd type="triangle" w="med" len="lg"/>
            </a:ln>
          </p:spPr>
        </p:sp>
        <p:sp>
          <p:nvSpPr>
            <p:cNvPr id="63496" name="直接连接符 565258"/>
            <p:cNvSpPr/>
            <p:nvPr/>
          </p:nvSpPr>
          <p:spPr>
            <a:xfrm flipV="1">
              <a:off x="4320" y="2208"/>
              <a:ext cx="0" cy="2064"/>
            </a:xfrm>
            <a:prstGeom prst="line">
              <a:avLst/>
            </a:prstGeom>
            <a:ln w="25400" cap="sq" cmpd="sng">
              <a:solidFill>
                <a:schemeClr val="tx1"/>
              </a:solidFill>
              <a:prstDash val="solid"/>
              <a:round/>
              <a:headEnd type="none" w="sm" len="sm"/>
              <a:tailEnd type="triangle" w="med" len="lg"/>
            </a:ln>
          </p:spPr>
        </p:sp>
        <p:graphicFrame>
          <p:nvGraphicFramePr>
            <p:cNvPr id="63497" name="对象 565259"/>
            <p:cNvGraphicFramePr/>
            <p:nvPr/>
          </p:nvGraphicFramePr>
          <p:xfrm>
            <a:off x="5244" y="3360"/>
            <a:ext cx="528" cy="240"/>
          </p:xfrm>
          <a:graphic>
            <a:graphicData uri="http://schemas.openxmlformats.org/presentationml/2006/ole">
              <mc:AlternateContent xmlns:mc="http://schemas.openxmlformats.org/markup-compatibility/2006">
                <mc:Choice xmlns:v="urn:schemas-microsoft-com:vml" Requires="v">
                  <p:oleObj r:id="rId8" imgW="838200" imgH="381000" progId="Equation.DSMT4">
                    <p:embed/>
                  </p:oleObj>
                </mc:Choice>
                <mc:Fallback>
                  <p:oleObj r:id="rId8" imgW="838200" imgH="381000" progId="Equation.DSMT4">
                    <p:embed/>
                    <p:pic>
                      <p:nvPicPr>
                        <p:cNvPr id="0" name="图片 3236"/>
                        <p:cNvPicPr/>
                        <p:nvPr/>
                      </p:nvPicPr>
                      <p:blipFill>
                        <a:blip r:embed="rId9">
                          <a:lum bright="-100000"/>
                        </a:blip>
                        <a:stretch>
                          <a:fillRect/>
                        </a:stretch>
                      </p:blipFill>
                      <p:spPr>
                        <a:xfrm>
                          <a:off x="5244" y="3360"/>
                          <a:ext cx="528" cy="240"/>
                        </a:xfrm>
                        <a:prstGeom prst="rect">
                          <a:avLst/>
                        </a:prstGeom>
                        <a:noFill/>
                        <a:ln w="38100">
                          <a:noFill/>
                          <a:miter/>
                        </a:ln>
                      </p:spPr>
                    </p:pic>
                  </p:oleObj>
                </mc:Fallback>
              </mc:AlternateContent>
            </a:graphicData>
          </a:graphic>
        </p:graphicFrame>
        <p:graphicFrame>
          <p:nvGraphicFramePr>
            <p:cNvPr id="63498" name="对象 565260"/>
            <p:cNvGraphicFramePr/>
            <p:nvPr/>
          </p:nvGraphicFramePr>
          <p:xfrm>
            <a:off x="4368" y="2160"/>
            <a:ext cx="664" cy="240"/>
          </p:xfrm>
          <a:graphic>
            <a:graphicData uri="http://schemas.openxmlformats.org/presentationml/2006/ole">
              <mc:AlternateContent xmlns:mc="http://schemas.openxmlformats.org/markup-compatibility/2006">
                <mc:Choice xmlns:v="urn:schemas-microsoft-com:vml" Requires="v">
                  <p:oleObj r:id="rId10" imgW="1054100" imgH="381000" progId="Equation.DSMT4">
                    <p:embed/>
                  </p:oleObj>
                </mc:Choice>
                <mc:Fallback>
                  <p:oleObj r:id="rId10" imgW="1054100" imgH="381000" progId="Equation.DSMT4">
                    <p:embed/>
                    <p:pic>
                      <p:nvPicPr>
                        <p:cNvPr id="0" name="图片 3239"/>
                        <p:cNvPicPr/>
                        <p:nvPr/>
                      </p:nvPicPr>
                      <p:blipFill>
                        <a:blip r:embed="rId11">
                          <a:lum bright="-100000"/>
                        </a:blip>
                        <a:stretch>
                          <a:fillRect/>
                        </a:stretch>
                      </p:blipFill>
                      <p:spPr>
                        <a:xfrm>
                          <a:off x="4368" y="2160"/>
                          <a:ext cx="664" cy="240"/>
                        </a:xfrm>
                        <a:prstGeom prst="rect">
                          <a:avLst/>
                        </a:prstGeom>
                        <a:noFill/>
                        <a:ln w="38100">
                          <a:noFill/>
                          <a:miter/>
                        </a:ln>
                      </p:spPr>
                    </p:pic>
                  </p:oleObj>
                </mc:Fallback>
              </mc:AlternateContent>
            </a:graphicData>
          </a:graphic>
        </p:graphicFrame>
        <p:graphicFrame>
          <p:nvGraphicFramePr>
            <p:cNvPr id="63499" name="对象 565261"/>
            <p:cNvGraphicFramePr/>
            <p:nvPr/>
          </p:nvGraphicFramePr>
          <p:xfrm>
            <a:off x="4176" y="3360"/>
            <a:ext cx="128" cy="192"/>
          </p:xfrm>
          <a:graphic>
            <a:graphicData uri="http://schemas.openxmlformats.org/presentationml/2006/ole">
              <mc:AlternateContent xmlns:mc="http://schemas.openxmlformats.org/markup-compatibility/2006">
                <mc:Choice xmlns:v="urn:schemas-microsoft-com:vml" Requires="v">
                  <p:oleObj r:id="rId12" imgW="203200" imgH="304800" progId="Equation.DSMT4">
                    <p:embed/>
                  </p:oleObj>
                </mc:Choice>
                <mc:Fallback>
                  <p:oleObj r:id="rId12" imgW="203200" imgH="304800" progId="Equation.DSMT4">
                    <p:embed/>
                    <p:pic>
                      <p:nvPicPr>
                        <p:cNvPr id="0" name="图片 3241"/>
                        <p:cNvPicPr/>
                        <p:nvPr/>
                      </p:nvPicPr>
                      <p:blipFill>
                        <a:blip r:embed="rId13">
                          <a:lum bright="-100000"/>
                        </a:blip>
                        <a:stretch>
                          <a:fillRect/>
                        </a:stretch>
                      </p:blipFill>
                      <p:spPr>
                        <a:xfrm>
                          <a:off x="4176" y="3360"/>
                          <a:ext cx="128" cy="192"/>
                        </a:xfrm>
                        <a:prstGeom prst="rect">
                          <a:avLst/>
                        </a:prstGeom>
                        <a:noFill/>
                        <a:ln w="38100">
                          <a:noFill/>
                          <a:miter/>
                        </a:ln>
                      </p:spPr>
                    </p:pic>
                  </p:oleObj>
                </mc:Fallback>
              </mc:AlternateContent>
            </a:graphicData>
          </a:graphic>
        </p:graphicFrame>
        <p:graphicFrame>
          <p:nvGraphicFramePr>
            <p:cNvPr id="63500" name="对象 565262"/>
            <p:cNvGraphicFramePr/>
            <p:nvPr/>
          </p:nvGraphicFramePr>
          <p:xfrm>
            <a:off x="4416" y="3024"/>
            <a:ext cx="288" cy="288"/>
          </p:xfrm>
          <a:graphic>
            <a:graphicData uri="http://schemas.openxmlformats.org/presentationml/2006/ole">
              <mc:AlternateContent xmlns:mc="http://schemas.openxmlformats.org/markup-compatibility/2006">
                <mc:Choice xmlns:v="urn:schemas-microsoft-com:vml" Requires="v">
                  <p:oleObj r:id="rId14" imgW="482600" imgH="482600" progId="Equation.DSMT4">
                    <p:embed/>
                  </p:oleObj>
                </mc:Choice>
                <mc:Fallback>
                  <p:oleObj r:id="rId14" imgW="482600" imgH="482600" progId="Equation.DSMT4">
                    <p:embed/>
                    <p:pic>
                      <p:nvPicPr>
                        <p:cNvPr id="0" name="图片 3235"/>
                        <p:cNvPicPr/>
                        <p:nvPr/>
                      </p:nvPicPr>
                      <p:blipFill>
                        <a:blip r:embed="rId15">
                          <a:lum bright="-100000"/>
                        </a:blip>
                        <a:stretch>
                          <a:fillRect/>
                        </a:stretch>
                      </p:blipFill>
                      <p:spPr>
                        <a:xfrm>
                          <a:off x="4416" y="3024"/>
                          <a:ext cx="288" cy="288"/>
                        </a:xfrm>
                        <a:prstGeom prst="rect">
                          <a:avLst/>
                        </a:prstGeom>
                        <a:noFill/>
                        <a:ln w="38100">
                          <a:noFill/>
                          <a:miter/>
                        </a:ln>
                      </p:spPr>
                    </p:pic>
                  </p:oleObj>
                </mc:Fallback>
              </mc:AlternateContent>
            </a:graphicData>
          </a:graphic>
        </p:graphicFrame>
        <p:graphicFrame>
          <p:nvGraphicFramePr>
            <p:cNvPr id="63501" name="对象 565263"/>
            <p:cNvGraphicFramePr/>
            <p:nvPr/>
          </p:nvGraphicFramePr>
          <p:xfrm>
            <a:off x="5184" y="2992"/>
            <a:ext cx="288" cy="288"/>
          </p:xfrm>
          <a:graphic>
            <a:graphicData uri="http://schemas.openxmlformats.org/presentationml/2006/ole">
              <mc:AlternateContent xmlns:mc="http://schemas.openxmlformats.org/markup-compatibility/2006">
                <mc:Choice xmlns:v="urn:schemas-microsoft-com:vml" Requires="v">
                  <p:oleObj r:id="rId16" imgW="482600" imgH="482600" progId="Equation.DSMT4">
                    <p:embed/>
                  </p:oleObj>
                </mc:Choice>
                <mc:Fallback>
                  <p:oleObj r:id="rId16" imgW="482600" imgH="482600" progId="Equation.DSMT4">
                    <p:embed/>
                    <p:pic>
                      <p:nvPicPr>
                        <p:cNvPr id="0" name="图片 3244"/>
                        <p:cNvPicPr/>
                        <p:nvPr/>
                      </p:nvPicPr>
                      <p:blipFill>
                        <a:blip r:embed="rId17">
                          <a:lum bright="-100000"/>
                        </a:blip>
                        <a:stretch>
                          <a:fillRect/>
                        </a:stretch>
                      </p:blipFill>
                      <p:spPr>
                        <a:xfrm>
                          <a:off x="5184" y="2992"/>
                          <a:ext cx="288" cy="288"/>
                        </a:xfrm>
                        <a:prstGeom prst="rect">
                          <a:avLst/>
                        </a:prstGeom>
                        <a:noFill/>
                        <a:ln w="38100">
                          <a:noFill/>
                          <a:miter/>
                        </a:ln>
                      </p:spPr>
                    </p:pic>
                  </p:oleObj>
                </mc:Fallback>
              </mc:AlternateContent>
            </a:graphicData>
          </a:graphic>
        </p:graphicFrame>
        <p:sp>
          <p:nvSpPr>
            <p:cNvPr id="63502" name="椭圆 565264"/>
            <p:cNvSpPr/>
            <p:nvPr/>
          </p:nvSpPr>
          <p:spPr>
            <a:xfrm>
              <a:off x="3744" y="2736"/>
              <a:ext cx="1152" cy="1152"/>
            </a:xfrm>
            <a:prstGeom prst="ellipse">
              <a:avLst/>
            </a:prstGeom>
            <a:noFill/>
            <a:ln w="25400" cap="sq" cmpd="sng">
              <a:solidFill>
                <a:schemeClr val="tx1"/>
              </a:solidFill>
              <a:prstDash val="solid"/>
              <a:round/>
              <a:headEnd type="none" w="sm" len="sm"/>
              <a:tailEnd type="none" w="sm" len="sm"/>
            </a:ln>
          </p:spPr>
          <p:txBody>
            <a:bodyPr anchor="t" anchorCtr="0"/>
            <a:lstStyle/>
            <a:p>
              <a:endParaRPr lang="zh-CN" altLang="en-US">
                <a:latin typeface="Arial" panose="020B0604020202020204" pitchFamily="34" charset="0"/>
                <a:ea typeface="宋体" panose="02010600030101010101" pitchFamily="2" charset="-122"/>
              </a:endParaRPr>
            </a:p>
          </p:txBody>
        </p:sp>
        <p:grpSp>
          <p:nvGrpSpPr>
            <p:cNvPr id="63503" name="组合 565265"/>
            <p:cNvGrpSpPr/>
            <p:nvPr/>
          </p:nvGrpSpPr>
          <p:grpSpPr>
            <a:xfrm>
              <a:off x="4704" y="2880"/>
              <a:ext cx="106" cy="139"/>
              <a:chOff x="1536" y="1728"/>
              <a:chExt cx="71" cy="78"/>
            </a:xfrm>
          </p:grpSpPr>
          <p:sp>
            <p:nvSpPr>
              <p:cNvPr id="63504" name="直接连接符 565266"/>
              <p:cNvSpPr/>
              <p:nvPr/>
            </p:nvSpPr>
            <p:spPr>
              <a:xfrm>
                <a:off x="1536" y="1728"/>
                <a:ext cx="67" cy="62"/>
              </a:xfrm>
              <a:prstGeom prst="line">
                <a:avLst/>
              </a:prstGeom>
              <a:ln w="25400" cap="sq" cmpd="sng">
                <a:solidFill>
                  <a:schemeClr val="tx1"/>
                </a:solidFill>
                <a:prstDash val="solid"/>
                <a:round/>
                <a:headEnd type="none" w="sm" len="sm"/>
                <a:tailEnd type="none" w="sm" len="sm"/>
              </a:ln>
            </p:spPr>
          </p:sp>
          <p:sp>
            <p:nvSpPr>
              <p:cNvPr id="63505" name="直接连接符 565267"/>
              <p:cNvSpPr/>
              <p:nvPr/>
            </p:nvSpPr>
            <p:spPr>
              <a:xfrm>
                <a:off x="1536" y="1728"/>
                <a:ext cx="59" cy="74"/>
              </a:xfrm>
              <a:prstGeom prst="line">
                <a:avLst/>
              </a:prstGeom>
              <a:ln w="25400" cap="sq" cmpd="sng">
                <a:solidFill>
                  <a:schemeClr val="tx1"/>
                </a:solidFill>
                <a:prstDash val="solid"/>
                <a:round/>
                <a:headEnd type="none" w="sm" len="sm"/>
                <a:tailEnd type="none" w="sm" len="sm"/>
              </a:ln>
            </p:spPr>
          </p:sp>
          <p:sp>
            <p:nvSpPr>
              <p:cNvPr id="63506" name="直接连接符 565268"/>
              <p:cNvSpPr/>
              <p:nvPr/>
            </p:nvSpPr>
            <p:spPr>
              <a:xfrm>
                <a:off x="1536" y="1728"/>
                <a:ext cx="71" cy="59"/>
              </a:xfrm>
              <a:prstGeom prst="line">
                <a:avLst/>
              </a:prstGeom>
              <a:ln w="25400" cap="sq" cmpd="sng">
                <a:solidFill>
                  <a:schemeClr val="tx1"/>
                </a:solidFill>
                <a:prstDash val="solid"/>
                <a:round/>
                <a:headEnd type="none" w="sm" len="sm"/>
                <a:tailEnd type="none" w="sm" len="sm"/>
              </a:ln>
            </p:spPr>
          </p:sp>
          <p:sp>
            <p:nvSpPr>
              <p:cNvPr id="63507" name="直接连接符 565269"/>
              <p:cNvSpPr/>
              <p:nvPr/>
            </p:nvSpPr>
            <p:spPr>
              <a:xfrm>
                <a:off x="1536" y="1728"/>
                <a:ext cx="53" cy="78"/>
              </a:xfrm>
              <a:prstGeom prst="line">
                <a:avLst/>
              </a:prstGeom>
              <a:ln w="25400" cap="sq" cmpd="sng">
                <a:solidFill>
                  <a:schemeClr val="tx1"/>
                </a:solidFill>
                <a:prstDash val="solid"/>
                <a:round/>
                <a:headEnd type="none" w="sm" len="sm"/>
                <a:tailEnd type="none" w="sm" len="sm"/>
              </a:ln>
            </p:spPr>
          </p:sp>
        </p:grpSp>
        <p:graphicFrame>
          <p:nvGraphicFramePr>
            <p:cNvPr id="63508" name="对象 565270"/>
            <p:cNvGraphicFramePr/>
            <p:nvPr/>
          </p:nvGraphicFramePr>
          <p:xfrm>
            <a:off x="4716" y="2736"/>
            <a:ext cx="132" cy="144"/>
          </p:xfrm>
          <a:graphic>
            <a:graphicData uri="http://schemas.openxmlformats.org/presentationml/2006/ole">
              <mc:AlternateContent xmlns:mc="http://schemas.openxmlformats.org/markup-compatibility/2006">
                <mc:Choice xmlns:v="urn:schemas-microsoft-com:vml" Requires="v">
                  <p:oleObj r:id="rId18" imgW="279400" imgH="304800" progId="Equation.DSMT4">
                    <p:embed/>
                  </p:oleObj>
                </mc:Choice>
                <mc:Fallback>
                  <p:oleObj r:id="rId18" imgW="279400" imgH="304800" progId="Equation.DSMT4">
                    <p:embed/>
                    <p:pic>
                      <p:nvPicPr>
                        <p:cNvPr id="0" name="图片 3242"/>
                        <p:cNvPicPr/>
                        <p:nvPr/>
                      </p:nvPicPr>
                      <p:blipFill>
                        <a:blip r:embed="rId19">
                          <a:lum bright="-100000"/>
                        </a:blip>
                        <a:stretch>
                          <a:fillRect/>
                        </a:stretch>
                      </p:blipFill>
                      <p:spPr>
                        <a:xfrm>
                          <a:off x="4716" y="2736"/>
                          <a:ext cx="132" cy="144"/>
                        </a:xfrm>
                        <a:prstGeom prst="rect">
                          <a:avLst/>
                        </a:prstGeom>
                        <a:noFill/>
                        <a:ln w="38100">
                          <a:noFill/>
                          <a:miter/>
                        </a:ln>
                      </p:spPr>
                    </p:pic>
                  </p:oleObj>
                </mc:Fallback>
              </mc:AlternateContent>
            </a:graphicData>
          </a:graphic>
        </p:graphicFrame>
      </p:grpSp>
      <p:graphicFrame>
        <p:nvGraphicFramePr>
          <p:cNvPr id="63509" name="对象 565271"/>
          <p:cNvGraphicFramePr/>
          <p:nvPr/>
        </p:nvGraphicFramePr>
        <p:xfrm>
          <a:off x="2916238" y="4006850"/>
          <a:ext cx="1960562" cy="327025"/>
        </p:xfrm>
        <a:graphic>
          <a:graphicData uri="http://schemas.openxmlformats.org/presentationml/2006/ole">
            <mc:AlternateContent xmlns:mc="http://schemas.openxmlformats.org/markup-compatibility/2006">
              <mc:Choice xmlns:v="urn:schemas-microsoft-com:vml" Requires="v">
                <p:oleObj r:id="rId20" imgW="2131695" imgH="355600" progId="Equation.DSMT4">
                  <p:embed/>
                </p:oleObj>
              </mc:Choice>
              <mc:Fallback>
                <p:oleObj r:id="rId20" imgW="2131695" imgH="355600" progId="Equation.DSMT4">
                  <p:embed/>
                  <p:pic>
                    <p:nvPicPr>
                      <p:cNvPr id="0" name="图片 3243"/>
                      <p:cNvPicPr/>
                      <p:nvPr/>
                    </p:nvPicPr>
                    <p:blipFill>
                      <a:blip r:embed="rId21">
                        <a:lum bright="-100000"/>
                      </a:blip>
                      <a:stretch>
                        <a:fillRect/>
                      </a:stretch>
                    </p:blipFill>
                    <p:spPr>
                      <a:xfrm>
                        <a:off x="2916238" y="4006850"/>
                        <a:ext cx="1960562" cy="327025"/>
                      </a:xfrm>
                      <a:prstGeom prst="rect">
                        <a:avLst/>
                      </a:prstGeom>
                      <a:noFill/>
                      <a:ln w="38100">
                        <a:noFill/>
                        <a:miter/>
                      </a:ln>
                    </p:spPr>
                  </p:pic>
                </p:oleObj>
              </mc:Fallback>
            </mc:AlternateContent>
          </a:graphicData>
        </a:graphic>
      </p:graphicFrame>
      <p:sp>
        <p:nvSpPr>
          <p:cNvPr id="63510" name="文本框 3"/>
          <p:cNvSpPr txBox="1"/>
          <p:nvPr/>
        </p:nvSpPr>
        <p:spPr>
          <a:xfrm>
            <a:off x="607665" y="822325"/>
            <a:ext cx="8232775" cy="5791200"/>
          </a:xfrm>
          <a:prstGeom prst="rect">
            <a:avLst/>
          </a:prstGeom>
          <a:noFill/>
          <a:ln w="9525">
            <a:noFill/>
          </a:ln>
        </p:spPr>
        <p:txBody>
          <a:bodyPr wrap="square" anchor="t" anchorCtr="0">
            <a:spAutoFit/>
          </a:bodyPr>
          <a:lstStyle/>
          <a:p>
            <a:pPr>
              <a:spcBef>
                <a:spcPct val="30000"/>
              </a:spcBef>
              <a:spcAft>
                <a:spcPct val="25000"/>
              </a:spcAft>
            </a:pPr>
            <a:r>
              <a:rPr lang="en-US" altLang="zh-CN" sz="2400" dirty="0">
                <a:latin typeface="Times New Roman" panose="02020603050405020304" pitchFamily="2" charset="0"/>
                <a:ea typeface="宋体" panose="02010600030101010101" pitchFamily="2" charset="-122"/>
              </a:rPr>
              <a:t>      </a:t>
            </a:r>
            <a:r>
              <a:rPr lang="zh-CN" altLang="en-US" sz="2400" dirty="0">
                <a:latin typeface="Times New Roman" panose="02020603050405020304" pitchFamily="2" charset="0"/>
                <a:ea typeface="宋体" panose="02010600030101010101" pitchFamily="2" charset="-122"/>
              </a:rPr>
              <a:t>根据复变函数理论，若函数</a:t>
            </a:r>
            <a:r>
              <a:rPr lang="en-US" altLang="zh-CN" sz="2400" dirty="0">
                <a:latin typeface="Times New Roman" panose="02020603050405020304" pitchFamily="2" charset="0"/>
                <a:ea typeface="宋体" panose="02010600030101010101" pitchFamily="2" charset="-122"/>
              </a:rPr>
              <a:t>X(z)</a:t>
            </a:r>
            <a:r>
              <a:rPr lang="zh-CN" altLang="en-US" sz="2400" dirty="0">
                <a:latin typeface="Times New Roman" panose="02020603050405020304" pitchFamily="2" charset="0"/>
                <a:ea typeface="宋体" panose="02010600030101010101" pitchFamily="2" charset="-122"/>
              </a:rPr>
              <a:t>在环状区域                                                                    </a:t>
            </a:r>
          </a:p>
          <a:p>
            <a:pPr>
              <a:spcBef>
                <a:spcPct val="30000"/>
              </a:spcBef>
              <a:spcAft>
                <a:spcPct val="25000"/>
              </a:spcAft>
            </a:pPr>
            <a:r>
              <a:rPr lang="zh-CN" altLang="en-US" sz="2400" dirty="0">
                <a:latin typeface="Times New Roman" panose="02020603050405020304" pitchFamily="2" charset="0"/>
                <a:ea typeface="宋体" panose="02010600030101010101" pitchFamily="2" charset="-122"/>
              </a:rPr>
              <a:t>                                                        内是解析的，则在此区</a:t>
            </a:r>
          </a:p>
          <a:p>
            <a:pPr>
              <a:lnSpc>
                <a:spcPct val="110000"/>
              </a:lnSpc>
              <a:spcBef>
                <a:spcPct val="30000"/>
              </a:spcBef>
              <a:spcAft>
                <a:spcPct val="25000"/>
              </a:spcAft>
            </a:pPr>
            <a:r>
              <a:rPr lang="zh-CN" altLang="en-US" sz="2400" dirty="0">
                <a:latin typeface="Times New Roman" panose="02020603050405020304" pitchFamily="2" charset="0"/>
                <a:ea typeface="宋体" panose="02010600030101010101" pitchFamily="2" charset="-122"/>
              </a:rPr>
              <a:t>域内</a:t>
            </a:r>
            <a:r>
              <a:rPr lang="en-US" altLang="zh-CN" sz="2400" dirty="0">
                <a:latin typeface="Times New Roman" panose="02020603050405020304" pitchFamily="2" charset="0"/>
                <a:ea typeface="宋体" panose="02010600030101010101" pitchFamily="2" charset="-122"/>
              </a:rPr>
              <a:t>X(z)</a:t>
            </a:r>
            <a:r>
              <a:rPr lang="zh-CN" altLang="en-US" sz="2400" dirty="0">
                <a:latin typeface="Times New Roman" panose="02020603050405020304" pitchFamily="2" charset="0"/>
                <a:ea typeface="宋体" panose="02010600030101010101" pitchFamily="2" charset="-122"/>
              </a:rPr>
              <a:t>可展开成罗朗级数，即</a:t>
            </a:r>
          </a:p>
          <a:p>
            <a:pPr>
              <a:lnSpc>
                <a:spcPct val="110000"/>
              </a:lnSpc>
              <a:spcBef>
                <a:spcPct val="30000"/>
              </a:spcBef>
              <a:spcAft>
                <a:spcPct val="25000"/>
              </a:spcAft>
            </a:pPr>
            <a:endParaRPr lang="zh-CN" altLang="en-US" sz="2400" dirty="0">
              <a:latin typeface="Times New Roman" panose="02020603050405020304" pitchFamily="2" charset="0"/>
              <a:ea typeface="宋体" panose="02010600030101010101" pitchFamily="2" charset="-122"/>
            </a:endParaRPr>
          </a:p>
          <a:p>
            <a:pPr>
              <a:lnSpc>
                <a:spcPct val="110000"/>
              </a:lnSpc>
              <a:spcBef>
                <a:spcPct val="30000"/>
              </a:spcBef>
              <a:spcAft>
                <a:spcPct val="25000"/>
              </a:spcAft>
            </a:pPr>
            <a:r>
              <a:rPr lang="zh-CN" altLang="en-US" sz="2400" dirty="0">
                <a:latin typeface="Times New Roman" panose="02020603050405020304" pitchFamily="2" charset="0"/>
                <a:ea typeface="宋体" panose="02010600030101010101" pitchFamily="2" charset="-122"/>
              </a:rPr>
              <a:t>   而</a:t>
            </a:r>
          </a:p>
          <a:p>
            <a:pPr>
              <a:spcBef>
                <a:spcPct val="30000"/>
              </a:spcBef>
              <a:spcAft>
                <a:spcPct val="25000"/>
              </a:spcAft>
            </a:pPr>
            <a:endParaRPr lang="zh-CN" altLang="en-US" sz="2400" dirty="0">
              <a:latin typeface="Times New Roman" panose="02020603050405020304" pitchFamily="2" charset="0"/>
              <a:ea typeface="宋体" panose="02010600030101010101" pitchFamily="2" charset="-122"/>
            </a:endParaRPr>
          </a:p>
          <a:p>
            <a:pPr>
              <a:spcBef>
                <a:spcPct val="30000"/>
              </a:spcBef>
              <a:spcAft>
                <a:spcPct val="25000"/>
              </a:spcAft>
            </a:pPr>
            <a:r>
              <a:rPr lang="zh-CN" altLang="en-US" sz="2400" dirty="0">
                <a:latin typeface="Times New Roman" panose="02020603050405020304" pitchFamily="2" charset="0"/>
                <a:ea typeface="宋体" panose="02010600030101010101" pitchFamily="2" charset="-122"/>
              </a:rPr>
              <a:t>其中围线</a:t>
            </a:r>
            <a:r>
              <a:rPr lang="en-US" altLang="zh-CN" sz="2400" dirty="0">
                <a:latin typeface="Times New Roman" panose="02020603050405020304" pitchFamily="2" charset="0"/>
                <a:ea typeface="宋体" panose="02010600030101010101" pitchFamily="2" charset="-122"/>
              </a:rPr>
              <a:t>c</a:t>
            </a:r>
            <a:r>
              <a:rPr lang="zh-CN" altLang="en-US" sz="2400" dirty="0">
                <a:latin typeface="Times New Roman" panose="02020603050405020304" pitchFamily="2" charset="0"/>
                <a:ea typeface="宋体" panose="02010600030101010101" pitchFamily="2" charset="-122"/>
              </a:rPr>
              <a:t>是在</a:t>
            </a:r>
            <a:r>
              <a:rPr lang="en-US" altLang="zh-CN" sz="2400" dirty="0">
                <a:solidFill>
                  <a:srgbClr val="C00000"/>
                </a:solidFill>
                <a:latin typeface="Times New Roman" panose="02020603050405020304" pitchFamily="2" charset="0"/>
                <a:ea typeface="宋体" panose="02010600030101010101" pitchFamily="2" charset="-122"/>
              </a:rPr>
              <a:t>X(z)</a:t>
            </a:r>
            <a:r>
              <a:rPr lang="zh-CN" altLang="en-US" sz="2400" dirty="0">
                <a:latin typeface="Times New Roman" panose="02020603050405020304" pitchFamily="2" charset="0"/>
                <a:ea typeface="宋体" panose="02010600030101010101" pitchFamily="2" charset="-122"/>
              </a:rPr>
              <a:t>的环状</a:t>
            </a:r>
          </a:p>
          <a:p>
            <a:pPr>
              <a:spcBef>
                <a:spcPct val="30000"/>
              </a:spcBef>
              <a:spcAft>
                <a:spcPct val="25000"/>
              </a:spcAft>
            </a:pPr>
            <a:r>
              <a:rPr lang="zh-CN" altLang="en-US" sz="2400" dirty="0">
                <a:latin typeface="Times New Roman" panose="02020603050405020304" pitchFamily="2" charset="0"/>
                <a:ea typeface="宋体" panose="02010600030101010101" pitchFamily="2" charset="-122"/>
              </a:rPr>
              <a:t>收敛域内环绕原点的一条</a:t>
            </a:r>
          </a:p>
          <a:p>
            <a:pPr>
              <a:spcBef>
                <a:spcPct val="30000"/>
              </a:spcBef>
              <a:spcAft>
                <a:spcPct val="25000"/>
              </a:spcAft>
            </a:pPr>
            <a:r>
              <a:rPr lang="zh-CN" altLang="en-US" sz="2400" dirty="0">
                <a:solidFill>
                  <a:srgbClr val="C00000"/>
                </a:solidFill>
                <a:latin typeface="Times New Roman" panose="02020603050405020304" pitchFamily="2" charset="0"/>
                <a:ea typeface="宋体" panose="02010600030101010101" pitchFamily="2" charset="-122"/>
              </a:rPr>
              <a:t>反时针方向</a:t>
            </a:r>
            <a:r>
              <a:rPr lang="zh-CN" altLang="en-US" sz="2400" dirty="0">
                <a:latin typeface="Times New Roman" panose="02020603050405020304" pitchFamily="2" charset="0"/>
                <a:ea typeface="宋体" panose="02010600030101010101" pitchFamily="2" charset="-122"/>
              </a:rPr>
              <a:t>的闭合单围线。</a:t>
            </a:r>
          </a:p>
          <a:p>
            <a:pPr>
              <a:spcBef>
                <a:spcPct val="30000"/>
              </a:spcBef>
              <a:spcAft>
                <a:spcPct val="25000"/>
              </a:spcAft>
            </a:pPr>
            <a:r>
              <a:rPr lang="en-US" altLang="zh-CN" sz="2400" dirty="0">
                <a:latin typeface="Times New Roman" panose="02020603050405020304" pitchFamily="2" charset="0"/>
                <a:ea typeface="宋体" panose="02010600030101010101" pitchFamily="2" charset="-122"/>
              </a:rPr>
              <a:t>x(n)</a:t>
            </a:r>
            <a:r>
              <a:rPr lang="zh-CN" altLang="en-US" sz="2400" dirty="0">
                <a:latin typeface="Times New Roman" panose="02020603050405020304" pitchFamily="2" charset="0"/>
                <a:ea typeface="宋体" panose="02010600030101010101" pitchFamily="2" charset="-122"/>
              </a:rPr>
              <a:t>就是罗朗级数的系数</a:t>
            </a:r>
            <a:r>
              <a:rPr lang="en-US" altLang="zh-CN" sz="2400" dirty="0">
                <a:latin typeface="Times New Roman" panose="02020603050405020304" pitchFamily="2" charset="0"/>
                <a:ea typeface="宋体" panose="02010600030101010101" pitchFamily="2" charset="-122"/>
              </a:rPr>
              <a:t>Cn</a:t>
            </a:r>
          </a:p>
        </p:txBody>
      </p:sp>
      <p:sp>
        <p:nvSpPr>
          <p:cNvPr id="63511" name="标题 24577"/>
          <p:cNvSpPr>
            <a:spLocks noGrp="1"/>
          </p:cNvSpPr>
          <p:nvPr/>
        </p:nvSpPr>
        <p:spPr>
          <a:xfrm>
            <a:off x="334963" y="104775"/>
            <a:ext cx="7623175" cy="762000"/>
          </a:xfrm>
          <a:prstGeom prst="rect">
            <a:avLst/>
          </a:prstGeom>
          <a:noFill/>
          <a:ln w="9525">
            <a:noFill/>
          </a:ln>
        </p:spPr>
        <p:txBody>
          <a:bodyPr anchor="ctr" anchorCtr="0"/>
          <a:lstStyle/>
          <a:p>
            <a:pPr algn="ctr"/>
            <a:r>
              <a:rPr lang="zh-CN" altLang="en-US" sz="3600" u="sng">
                <a:solidFill>
                  <a:schemeClr val="tx2"/>
                </a:solidFill>
                <a:latin typeface="Times New Roman" panose="02020603050405020304" pitchFamily="2" charset="0"/>
                <a:ea typeface="宋体" panose="02010600030101010101" pitchFamily="2" charset="-122"/>
              </a:rPr>
              <a:t>1、围数积分法求解（留数法）</a:t>
            </a:r>
          </a:p>
        </p:txBody>
      </p:sp>
      <mc:AlternateContent xmlns:mc="http://schemas.openxmlformats.org/markup-compatibility/2006" xmlns:p14="http://schemas.microsoft.com/office/powerpoint/2010/main">
        <mc:Choice Requires="p14">
          <p:contentPart p14:bwMode="auto" r:id="rId22">
            <p14:nvContentPartPr>
              <p14:cNvPr id="2" name="墨迹 1">
                <a:extLst>
                  <a:ext uri="{FF2B5EF4-FFF2-40B4-BE49-F238E27FC236}">
                    <a16:creationId xmlns:a16="http://schemas.microsoft.com/office/drawing/2014/main" id="{9B266AE9-A695-E3F5-1861-71C5E9BB9E50}"/>
                  </a:ext>
                </a:extLst>
              </p14:cNvPr>
              <p14:cNvContentPartPr/>
              <p14:nvPr/>
            </p14:nvContentPartPr>
            <p14:xfrm>
              <a:off x="-1247255" y="1745345"/>
              <a:ext cx="360" cy="360"/>
            </p14:xfrm>
          </p:contentPart>
        </mc:Choice>
        <mc:Fallback xmlns="">
          <p:pic>
            <p:nvPicPr>
              <p:cNvPr id="2" name="墨迹 1">
                <a:extLst>
                  <a:ext uri="{FF2B5EF4-FFF2-40B4-BE49-F238E27FC236}">
                    <a16:creationId xmlns:a16="http://schemas.microsoft.com/office/drawing/2014/main" id="{9B266AE9-A695-E3F5-1861-71C5E9BB9E50}"/>
                  </a:ext>
                </a:extLst>
              </p:cNvPr>
              <p:cNvPicPr/>
              <p:nvPr/>
            </p:nvPicPr>
            <p:blipFill>
              <a:blip r:embed="rId23"/>
              <a:stretch>
                <a:fillRect/>
              </a:stretch>
            </p:blipFill>
            <p:spPr>
              <a:xfrm>
                <a:off x="-1264895" y="1727705"/>
                <a:ext cx="36000" cy="36000"/>
              </a:xfrm>
              <a:prstGeom prst="rect">
                <a:avLst/>
              </a:prstGeom>
            </p:spPr>
          </p:pic>
        </mc:Fallback>
      </mc:AlternateContent>
      <p:grpSp>
        <p:nvGrpSpPr>
          <p:cNvPr id="5" name="组合 4">
            <a:extLst>
              <a:ext uri="{FF2B5EF4-FFF2-40B4-BE49-F238E27FC236}">
                <a16:creationId xmlns:a16="http://schemas.microsoft.com/office/drawing/2014/main" id="{C50BE593-8F14-08C2-5B04-240AA352C011}"/>
              </a:ext>
            </a:extLst>
          </p:cNvPr>
          <p:cNvGrpSpPr/>
          <p:nvPr/>
        </p:nvGrpSpPr>
        <p:grpSpPr>
          <a:xfrm>
            <a:off x="1874665" y="1320185"/>
            <a:ext cx="3629880" cy="93240"/>
            <a:chOff x="1874665" y="1320185"/>
            <a:chExt cx="3629880" cy="93240"/>
          </a:xfrm>
        </p:grpSpPr>
        <mc:AlternateContent xmlns:mc="http://schemas.openxmlformats.org/markup-compatibility/2006" xmlns:p14="http://schemas.microsoft.com/office/powerpoint/2010/main">
          <mc:Choice Requires="p14">
            <p:contentPart p14:bwMode="auto" r:id="rId24">
              <p14:nvContentPartPr>
                <p14:cNvPr id="3" name="墨迹 2">
                  <a:extLst>
                    <a:ext uri="{FF2B5EF4-FFF2-40B4-BE49-F238E27FC236}">
                      <a16:creationId xmlns:a16="http://schemas.microsoft.com/office/drawing/2014/main" id="{E1818D21-5A4A-C840-151E-72356C784371}"/>
                    </a:ext>
                  </a:extLst>
                </p14:cNvPr>
                <p14:cNvContentPartPr/>
                <p14:nvPr/>
              </p14:nvContentPartPr>
              <p14:xfrm>
                <a:off x="1874665" y="1375625"/>
                <a:ext cx="1680480" cy="37800"/>
              </p14:xfrm>
            </p:contentPart>
          </mc:Choice>
          <mc:Fallback xmlns="">
            <p:pic>
              <p:nvPicPr>
                <p:cNvPr id="3" name="墨迹 2">
                  <a:extLst>
                    <a:ext uri="{FF2B5EF4-FFF2-40B4-BE49-F238E27FC236}">
                      <a16:creationId xmlns:a16="http://schemas.microsoft.com/office/drawing/2014/main" id="{E1818D21-5A4A-C840-151E-72356C784371}"/>
                    </a:ext>
                  </a:extLst>
                </p:cNvPr>
                <p:cNvPicPr/>
                <p:nvPr/>
              </p:nvPicPr>
              <p:blipFill>
                <a:blip r:embed="rId25"/>
                <a:stretch>
                  <a:fillRect/>
                </a:stretch>
              </p:blipFill>
              <p:spPr>
                <a:xfrm>
                  <a:off x="1857025" y="1357985"/>
                  <a:ext cx="1716120" cy="7344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4" name="墨迹 3">
                  <a:extLst>
                    <a:ext uri="{FF2B5EF4-FFF2-40B4-BE49-F238E27FC236}">
                      <a16:creationId xmlns:a16="http://schemas.microsoft.com/office/drawing/2014/main" id="{2834F15D-1595-1029-AE14-E4C17F83C862}"/>
                    </a:ext>
                  </a:extLst>
                </p14:cNvPr>
                <p14:cNvContentPartPr/>
                <p14:nvPr/>
              </p14:nvContentPartPr>
              <p14:xfrm>
                <a:off x="4497985" y="1320185"/>
                <a:ext cx="1006560" cy="74880"/>
              </p14:xfrm>
            </p:contentPart>
          </mc:Choice>
          <mc:Fallback xmlns="">
            <p:pic>
              <p:nvPicPr>
                <p:cNvPr id="4" name="墨迹 3">
                  <a:extLst>
                    <a:ext uri="{FF2B5EF4-FFF2-40B4-BE49-F238E27FC236}">
                      <a16:creationId xmlns:a16="http://schemas.microsoft.com/office/drawing/2014/main" id="{2834F15D-1595-1029-AE14-E4C17F83C862}"/>
                    </a:ext>
                  </a:extLst>
                </p:cNvPr>
                <p:cNvPicPr/>
                <p:nvPr/>
              </p:nvPicPr>
              <p:blipFill>
                <a:blip r:embed="rId27"/>
                <a:stretch>
                  <a:fillRect/>
                </a:stretch>
              </p:blipFill>
              <p:spPr>
                <a:xfrm>
                  <a:off x="4479985" y="1302185"/>
                  <a:ext cx="1042200" cy="110520"/>
                </a:xfrm>
                <a:prstGeom prst="rect">
                  <a:avLst/>
                </a:prstGeom>
              </p:spPr>
            </p:pic>
          </mc:Fallback>
        </mc:AlternateContent>
      </p:grpSp>
      <p:grpSp>
        <p:nvGrpSpPr>
          <p:cNvPr id="8" name="组合 7">
            <a:extLst>
              <a:ext uri="{FF2B5EF4-FFF2-40B4-BE49-F238E27FC236}">
                <a16:creationId xmlns:a16="http://schemas.microsoft.com/office/drawing/2014/main" id="{A9D85255-097D-081D-5B60-F342344229B0}"/>
              </a:ext>
            </a:extLst>
          </p:cNvPr>
          <p:cNvGrpSpPr/>
          <p:nvPr/>
        </p:nvGrpSpPr>
        <p:grpSpPr>
          <a:xfrm>
            <a:off x="2850265" y="1970705"/>
            <a:ext cx="3329280" cy="534600"/>
            <a:chOff x="2850265" y="1970705"/>
            <a:chExt cx="3329280" cy="534600"/>
          </a:xfrm>
        </p:grpSpPr>
        <mc:AlternateContent xmlns:mc="http://schemas.openxmlformats.org/markup-compatibility/2006" xmlns:p14="http://schemas.microsoft.com/office/powerpoint/2010/main">
          <mc:Choice Requires="p14">
            <p:contentPart p14:bwMode="auto" r:id="rId28">
              <p14:nvContentPartPr>
                <p14:cNvPr id="6" name="墨迹 5">
                  <a:extLst>
                    <a:ext uri="{FF2B5EF4-FFF2-40B4-BE49-F238E27FC236}">
                      <a16:creationId xmlns:a16="http://schemas.microsoft.com/office/drawing/2014/main" id="{E90191B9-A584-4C64-107C-0A97BF5A3B2D}"/>
                    </a:ext>
                  </a:extLst>
                </p14:cNvPr>
                <p14:cNvContentPartPr/>
                <p14:nvPr/>
              </p14:nvContentPartPr>
              <p14:xfrm>
                <a:off x="5532625" y="1970705"/>
                <a:ext cx="646920" cy="6120"/>
              </p14:xfrm>
            </p:contentPart>
          </mc:Choice>
          <mc:Fallback xmlns="">
            <p:pic>
              <p:nvPicPr>
                <p:cNvPr id="6" name="墨迹 5">
                  <a:extLst>
                    <a:ext uri="{FF2B5EF4-FFF2-40B4-BE49-F238E27FC236}">
                      <a16:creationId xmlns:a16="http://schemas.microsoft.com/office/drawing/2014/main" id="{E90191B9-A584-4C64-107C-0A97BF5A3B2D}"/>
                    </a:ext>
                  </a:extLst>
                </p:cNvPr>
                <p:cNvPicPr/>
                <p:nvPr/>
              </p:nvPicPr>
              <p:blipFill>
                <a:blip r:embed="rId29"/>
                <a:stretch>
                  <a:fillRect/>
                </a:stretch>
              </p:blipFill>
              <p:spPr>
                <a:xfrm>
                  <a:off x="5514625" y="1953065"/>
                  <a:ext cx="682560" cy="4176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7" name="墨迹 6">
                  <a:extLst>
                    <a:ext uri="{FF2B5EF4-FFF2-40B4-BE49-F238E27FC236}">
                      <a16:creationId xmlns:a16="http://schemas.microsoft.com/office/drawing/2014/main" id="{BD34ED8A-355E-F0E2-EE6D-6ABB0F408DFE}"/>
                    </a:ext>
                  </a:extLst>
                </p14:cNvPr>
                <p14:cNvContentPartPr/>
                <p14:nvPr/>
              </p14:nvContentPartPr>
              <p14:xfrm>
                <a:off x="2850265" y="2029745"/>
                <a:ext cx="1806480" cy="475560"/>
              </p14:xfrm>
            </p:contentPart>
          </mc:Choice>
          <mc:Fallback xmlns="">
            <p:pic>
              <p:nvPicPr>
                <p:cNvPr id="7" name="墨迹 6">
                  <a:extLst>
                    <a:ext uri="{FF2B5EF4-FFF2-40B4-BE49-F238E27FC236}">
                      <a16:creationId xmlns:a16="http://schemas.microsoft.com/office/drawing/2014/main" id="{BD34ED8A-355E-F0E2-EE6D-6ABB0F408DFE}"/>
                    </a:ext>
                  </a:extLst>
                </p:cNvPr>
                <p:cNvPicPr/>
                <p:nvPr/>
              </p:nvPicPr>
              <p:blipFill>
                <a:blip r:embed="rId31"/>
                <a:stretch>
                  <a:fillRect/>
                </a:stretch>
              </p:blipFill>
              <p:spPr>
                <a:xfrm>
                  <a:off x="2832625" y="2011745"/>
                  <a:ext cx="1842120" cy="511200"/>
                </a:xfrm>
                <a:prstGeom prst="rect">
                  <a:avLst/>
                </a:prstGeom>
              </p:spPr>
            </p:pic>
          </mc:Fallback>
        </mc:AlternateContent>
      </p:grpSp>
      <p:grpSp>
        <p:nvGrpSpPr>
          <p:cNvPr id="20" name="组合 19">
            <a:extLst>
              <a:ext uri="{FF2B5EF4-FFF2-40B4-BE49-F238E27FC236}">
                <a16:creationId xmlns:a16="http://schemas.microsoft.com/office/drawing/2014/main" id="{6F588CEE-7247-C629-1ED0-68695B2BFF3B}"/>
              </a:ext>
            </a:extLst>
          </p:cNvPr>
          <p:cNvGrpSpPr/>
          <p:nvPr/>
        </p:nvGrpSpPr>
        <p:grpSpPr>
          <a:xfrm>
            <a:off x="7527385" y="609545"/>
            <a:ext cx="499320" cy="268920"/>
            <a:chOff x="7527385" y="609545"/>
            <a:chExt cx="499320" cy="268920"/>
          </a:xfrm>
        </p:grpSpPr>
        <mc:AlternateContent xmlns:mc="http://schemas.openxmlformats.org/markup-compatibility/2006" xmlns:p14="http://schemas.microsoft.com/office/powerpoint/2010/main">
          <mc:Choice Requires="p14">
            <p:contentPart p14:bwMode="auto" r:id="rId32">
              <p14:nvContentPartPr>
                <p14:cNvPr id="16" name="墨迹 15">
                  <a:extLst>
                    <a:ext uri="{FF2B5EF4-FFF2-40B4-BE49-F238E27FC236}">
                      <a16:creationId xmlns:a16="http://schemas.microsoft.com/office/drawing/2014/main" id="{28D33C07-7824-5F3C-5C42-B276EABF8E5D}"/>
                    </a:ext>
                  </a:extLst>
                </p14:cNvPr>
                <p14:cNvContentPartPr/>
                <p14:nvPr/>
              </p14:nvContentPartPr>
              <p14:xfrm>
                <a:off x="7527385" y="655625"/>
                <a:ext cx="131040" cy="222840"/>
              </p14:xfrm>
            </p:contentPart>
          </mc:Choice>
          <mc:Fallback xmlns="">
            <p:pic>
              <p:nvPicPr>
                <p:cNvPr id="16" name="墨迹 15">
                  <a:extLst>
                    <a:ext uri="{FF2B5EF4-FFF2-40B4-BE49-F238E27FC236}">
                      <a16:creationId xmlns:a16="http://schemas.microsoft.com/office/drawing/2014/main" id="{28D33C07-7824-5F3C-5C42-B276EABF8E5D}"/>
                    </a:ext>
                  </a:extLst>
                </p:cNvPr>
                <p:cNvPicPr/>
                <p:nvPr/>
              </p:nvPicPr>
              <p:blipFill>
                <a:blip r:embed="rId33"/>
                <a:stretch>
                  <a:fillRect/>
                </a:stretch>
              </p:blipFill>
              <p:spPr>
                <a:xfrm>
                  <a:off x="7509745" y="637625"/>
                  <a:ext cx="166680" cy="25848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17" name="墨迹 16">
                  <a:extLst>
                    <a:ext uri="{FF2B5EF4-FFF2-40B4-BE49-F238E27FC236}">
                      <a16:creationId xmlns:a16="http://schemas.microsoft.com/office/drawing/2014/main" id="{3CF5D635-6770-FF41-E6D9-A4F456EFF12F}"/>
                    </a:ext>
                  </a:extLst>
                </p14:cNvPr>
                <p14:cNvContentPartPr/>
                <p14:nvPr/>
              </p14:nvContentPartPr>
              <p14:xfrm>
                <a:off x="7721425" y="725465"/>
                <a:ext cx="180360" cy="23400"/>
              </p14:xfrm>
            </p:contentPart>
          </mc:Choice>
          <mc:Fallback xmlns="">
            <p:pic>
              <p:nvPicPr>
                <p:cNvPr id="17" name="墨迹 16">
                  <a:extLst>
                    <a:ext uri="{FF2B5EF4-FFF2-40B4-BE49-F238E27FC236}">
                      <a16:creationId xmlns:a16="http://schemas.microsoft.com/office/drawing/2014/main" id="{3CF5D635-6770-FF41-E6D9-A4F456EFF12F}"/>
                    </a:ext>
                  </a:extLst>
                </p:cNvPr>
                <p:cNvPicPr/>
                <p:nvPr/>
              </p:nvPicPr>
              <p:blipFill>
                <a:blip r:embed="rId35"/>
                <a:stretch>
                  <a:fillRect/>
                </a:stretch>
              </p:blipFill>
              <p:spPr>
                <a:xfrm>
                  <a:off x="7703425" y="707825"/>
                  <a:ext cx="216000" cy="59040"/>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18" name="墨迹 17">
                  <a:extLst>
                    <a:ext uri="{FF2B5EF4-FFF2-40B4-BE49-F238E27FC236}">
                      <a16:creationId xmlns:a16="http://schemas.microsoft.com/office/drawing/2014/main" id="{0B52EDDA-1552-7172-7802-5CD15D99A42D}"/>
                    </a:ext>
                  </a:extLst>
                </p14:cNvPr>
                <p14:cNvContentPartPr/>
                <p14:nvPr/>
              </p14:nvContentPartPr>
              <p14:xfrm>
                <a:off x="7813585" y="636905"/>
                <a:ext cx="19080" cy="223200"/>
              </p14:xfrm>
            </p:contentPart>
          </mc:Choice>
          <mc:Fallback xmlns="">
            <p:pic>
              <p:nvPicPr>
                <p:cNvPr id="18" name="墨迹 17">
                  <a:extLst>
                    <a:ext uri="{FF2B5EF4-FFF2-40B4-BE49-F238E27FC236}">
                      <a16:creationId xmlns:a16="http://schemas.microsoft.com/office/drawing/2014/main" id="{0B52EDDA-1552-7172-7802-5CD15D99A42D}"/>
                    </a:ext>
                  </a:extLst>
                </p:cNvPr>
                <p:cNvPicPr/>
                <p:nvPr/>
              </p:nvPicPr>
              <p:blipFill>
                <a:blip r:embed="rId37"/>
                <a:stretch>
                  <a:fillRect/>
                </a:stretch>
              </p:blipFill>
              <p:spPr>
                <a:xfrm>
                  <a:off x="7795945" y="619265"/>
                  <a:ext cx="54720" cy="258840"/>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19" name="墨迹 18">
                  <a:extLst>
                    <a:ext uri="{FF2B5EF4-FFF2-40B4-BE49-F238E27FC236}">
                      <a16:creationId xmlns:a16="http://schemas.microsoft.com/office/drawing/2014/main" id="{FF60C293-687A-8144-356B-B11802B15D24}"/>
                    </a:ext>
                  </a:extLst>
                </p14:cNvPr>
                <p14:cNvContentPartPr/>
                <p14:nvPr/>
              </p14:nvContentPartPr>
              <p14:xfrm>
                <a:off x="7998625" y="609545"/>
                <a:ext cx="28080" cy="258120"/>
              </p14:xfrm>
            </p:contentPart>
          </mc:Choice>
          <mc:Fallback xmlns="">
            <p:pic>
              <p:nvPicPr>
                <p:cNvPr id="19" name="墨迹 18">
                  <a:extLst>
                    <a:ext uri="{FF2B5EF4-FFF2-40B4-BE49-F238E27FC236}">
                      <a16:creationId xmlns:a16="http://schemas.microsoft.com/office/drawing/2014/main" id="{FF60C293-687A-8144-356B-B11802B15D24}"/>
                    </a:ext>
                  </a:extLst>
                </p:cNvPr>
                <p:cNvPicPr/>
                <p:nvPr/>
              </p:nvPicPr>
              <p:blipFill>
                <a:blip r:embed="rId39"/>
                <a:stretch>
                  <a:fillRect/>
                </a:stretch>
              </p:blipFill>
              <p:spPr>
                <a:xfrm>
                  <a:off x="7980625" y="591545"/>
                  <a:ext cx="63720" cy="29376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40">
            <p14:nvContentPartPr>
              <p14:cNvPr id="21" name="墨迹 20">
                <a:extLst>
                  <a:ext uri="{FF2B5EF4-FFF2-40B4-BE49-F238E27FC236}">
                    <a16:creationId xmlns:a16="http://schemas.microsoft.com/office/drawing/2014/main" id="{F0B145E1-5123-9531-D4C3-6C703C78FBA0}"/>
                  </a:ext>
                </a:extLst>
              </p14:cNvPr>
              <p14:cNvContentPartPr/>
              <p14:nvPr/>
            </p14:nvContentPartPr>
            <p14:xfrm>
              <a:off x="7065865" y="2013545"/>
              <a:ext cx="177120" cy="357840"/>
            </p14:xfrm>
          </p:contentPart>
        </mc:Choice>
        <mc:Fallback xmlns="">
          <p:pic>
            <p:nvPicPr>
              <p:cNvPr id="21" name="墨迹 20">
                <a:extLst>
                  <a:ext uri="{FF2B5EF4-FFF2-40B4-BE49-F238E27FC236}">
                    <a16:creationId xmlns:a16="http://schemas.microsoft.com/office/drawing/2014/main" id="{F0B145E1-5123-9531-D4C3-6C703C78FBA0}"/>
                  </a:ext>
                </a:extLst>
              </p:cNvPr>
              <p:cNvPicPr/>
              <p:nvPr/>
            </p:nvPicPr>
            <p:blipFill>
              <a:blip r:embed="rId41"/>
              <a:stretch>
                <a:fillRect/>
              </a:stretch>
            </p:blipFill>
            <p:spPr>
              <a:xfrm>
                <a:off x="7047865" y="1995545"/>
                <a:ext cx="212760" cy="393480"/>
              </a:xfrm>
              <a:prstGeom prst="rect">
                <a:avLst/>
              </a:prstGeom>
            </p:spPr>
          </p:pic>
        </mc:Fallback>
      </mc:AlternateContent>
      <p:grpSp>
        <p:nvGrpSpPr>
          <p:cNvPr id="37" name="组合 36">
            <a:extLst>
              <a:ext uri="{FF2B5EF4-FFF2-40B4-BE49-F238E27FC236}">
                <a16:creationId xmlns:a16="http://schemas.microsoft.com/office/drawing/2014/main" id="{EE696D44-D530-28BA-BD3D-CCC7D357A5A6}"/>
              </a:ext>
            </a:extLst>
          </p:cNvPr>
          <p:cNvGrpSpPr/>
          <p:nvPr/>
        </p:nvGrpSpPr>
        <p:grpSpPr>
          <a:xfrm>
            <a:off x="7924465" y="2096705"/>
            <a:ext cx="906480" cy="343440"/>
            <a:chOff x="7924465" y="2096705"/>
            <a:chExt cx="906480" cy="343440"/>
          </a:xfrm>
        </p:grpSpPr>
        <mc:AlternateContent xmlns:mc="http://schemas.openxmlformats.org/markup-compatibility/2006" xmlns:p14="http://schemas.microsoft.com/office/powerpoint/2010/main">
          <mc:Choice Requires="p14">
            <p:contentPart p14:bwMode="auto" r:id="rId42">
              <p14:nvContentPartPr>
                <p14:cNvPr id="22" name="墨迹 21">
                  <a:extLst>
                    <a:ext uri="{FF2B5EF4-FFF2-40B4-BE49-F238E27FC236}">
                      <a16:creationId xmlns:a16="http://schemas.microsoft.com/office/drawing/2014/main" id="{CFE88048-145E-905C-CAF1-D78E4D7A3947}"/>
                    </a:ext>
                  </a:extLst>
                </p14:cNvPr>
                <p14:cNvContentPartPr/>
                <p14:nvPr/>
              </p14:nvContentPartPr>
              <p14:xfrm>
                <a:off x="7924465" y="2096705"/>
                <a:ext cx="214200" cy="322560"/>
              </p14:xfrm>
            </p:contentPart>
          </mc:Choice>
          <mc:Fallback xmlns="">
            <p:pic>
              <p:nvPicPr>
                <p:cNvPr id="22" name="墨迹 21">
                  <a:extLst>
                    <a:ext uri="{FF2B5EF4-FFF2-40B4-BE49-F238E27FC236}">
                      <a16:creationId xmlns:a16="http://schemas.microsoft.com/office/drawing/2014/main" id="{CFE88048-145E-905C-CAF1-D78E4D7A3947}"/>
                    </a:ext>
                  </a:extLst>
                </p:cNvPr>
                <p:cNvPicPr/>
                <p:nvPr/>
              </p:nvPicPr>
              <p:blipFill>
                <a:blip r:embed="rId43"/>
                <a:stretch>
                  <a:fillRect/>
                </a:stretch>
              </p:blipFill>
              <p:spPr>
                <a:xfrm>
                  <a:off x="7906825" y="2078705"/>
                  <a:ext cx="249840" cy="358200"/>
                </a:xfrm>
                <a:prstGeom prst="rect">
                  <a:avLst/>
                </a:prstGeom>
              </p:spPr>
            </p:pic>
          </mc:Fallback>
        </mc:AlternateContent>
        <mc:AlternateContent xmlns:mc="http://schemas.openxmlformats.org/markup-compatibility/2006" xmlns:p14="http://schemas.microsoft.com/office/powerpoint/2010/main">
          <mc:Choice Requires="p14">
            <p:contentPart p14:bwMode="auto" r:id="rId44">
              <p14:nvContentPartPr>
                <p14:cNvPr id="23" name="墨迹 22">
                  <a:extLst>
                    <a:ext uri="{FF2B5EF4-FFF2-40B4-BE49-F238E27FC236}">
                      <a16:creationId xmlns:a16="http://schemas.microsoft.com/office/drawing/2014/main" id="{22643EA5-824D-AB51-507B-25A7FFC9FBFB}"/>
                    </a:ext>
                  </a:extLst>
                </p14:cNvPr>
                <p14:cNvContentPartPr/>
                <p14:nvPr/>
              </p14:nvContentPartPr>
              <p14:xfrm>
                <a:off x="7936705" y="2161145"/>
                <a:ext cx="209880" cy="251280"/>
              </p14:xfrm>
            </p:contentPart>
          </mc:Choice>
          <mc:Fallback xmlns="">
            <p:pic>
              <p:nvPicPr>
                <p:cNvPr id="23" name="墨迹 22">
                  <a:extLst>
                    <a:ext uri="{FF2B5EF4-FFF2-40B4-BE49-F238E27FC236}">
                      <a16:creationId xmlns:a16="http://schemas.microsoft.com/office/drawing/2014/main" id="{22643EA5-824D-AB51-507B-25A7FFC9FBFB}"/>
                    </a:ext>
                  </a:extLst>
                </p:cNvPr>
                <p:cNvPicPr/>
                <p:nvPr/>
              </p:nvPicPr>
              <p:blipFill>
                <a:blip r:embed="rId45"/>
                <a:stretch>
                  <a:fillRect/>
                </a:stretch>
              </p:blipFill>
              <p:spPr>
                <a:xfrm>
                  <a:off x="7919065" y="2143505"/>
                  <a:ext cx="245520" cy="286920"/>
                </a:xfrm>
                <a:prstGeom prst="rect">
                  <a:avLst/>
                </a:prstGeom>
              </p:spPr>
            </p:pic>
          </mc:Fallback>
        </mc:AlternateContent>
        <mc:AlternateContent xmlns:mc="http://schemas.openxmlformats.org/markup-compatibility/2006" xmlns:p14="http://schemas.microsoft.com/office/powerpoint/2010/main">
          <mc:Choice Requires="p14">
            <p:contentPart p14:bwMode="auto" r:id="rId46">
              <p14:nvContentPartPr>
                <p14:cNvPr id="24" name="墨迹 23">
                  <a:extLst>
                    <a:ext uri="{FF2B5EF4-FFF2-40B4-BE49-F238E27FC236}">
                      <a16:creationId xmlns:a16="http://schemas.microsoft.com/office/drawing/2014/main" id="{1B263203-DF29-3E54-65B5-ACDC5417060C}"/>
                    </a:ext>
                  </a:extLst>
                </p14:cNvPr>
                <p14:cNvContentPartPr/>
                <p14:nvPr/>
              </p14:nvContentPartPr>
              <p14:xfrm>
                <a:off x="8284465" y="2142785"/>
                <a:ext cx="14760" cy="254520"/>
              </p14:xfrm>
            </p:contentPart>
          </mc:Choice>
          <mc:Fallback xmlns="">
            <p:pic>
              <p:nvPicPr>
                <p:cNvPr id="24" name="墨迹 23">
                  <a:extLst>
                    <a:ext uri="{FF2B5EF4-FFF2-40B4-BE49-F238E27FC236}">
                      <a16:creationId xmlns:a16="http://schemas.microsoft.com/office/drawing/2014/main" id="{1B263203-DF29-3E54-65B5-ACDC5417060C}"/>
                    </a:ext>
                  </a:extLst>
                </p:cNvPr>
                <p:cNvPicPr/>
                <p:nvPr/>
              </p:nvPicPr>
              <p:blipFill>
                <a:blip r:embed="rId47"/>
                <a:stretch>
                  <a:fillRect/>
                </a:stretch>
              </p:blipFill>
              <p:spPr>
                <a:xfrm>
                  <a:off x="8266465" y="2124785"/>
                  <a:ext cx="50400" cy="290160"/>
                </a:xfrm>
                <a:prstGeom prst="rect">
                  <a:avLst/>
                </a:prstGeom>
              </p:spPr>
            </p:pic>
          </mc:Fallback>
        </mc:AlternateContent>
        <mc:AlternateContent xmlns:mc="http://schemas.openxmlformats.org/markup-compatibility/2006" xmlns:p14="http://schemas.microsoft.com/office/powerpoint/2010/main">
          <mc:Choice Requires="p14">
            <p:contentPart p14:bwMode="auto" r:id="rId48">
              <p14:nvContentPartPr>
                <p14:cNvPr id="25" name="墨迹 24">
                  <a:extLst>
                    <a:ext uri="{FF2B5EF4-FFF2-40B4-BE49-F238E27FC236}">
                      <a16:creationId xmlns:a16="http://schemas.microsoft.com/office/drawing/2014/main" id="{26AD870B-C317-F8EC-B358-2070E5F8E0F5}"/>
                    </a:ext>
                  </a:extLst>
                </p14:cNvPr>
                <p14:cNvContentPartPr/>
                <p14:nvPr/>
              </p14:nvContentPartPr>
              <p14:xfrm>
                <a:off x="8377705" y="2220905"/>
                <a:ext cx="152280" cy="201240"/>
              </p14:xfrm>
            </p:contentPart>
          </mc:Choice>
          <mc:Fallback xmlns="">
            <p:pic>
              <p:nvPicPr>
                <p:cNvPr id="25" name="墨迹 24">
                  <a:extLst>
                    <a:ext uri="{FF2B5EF4-FFF2-40B4-BE49-F238E27FC236}">
                      <a16:creationId xmlns:a16="http://schemas.microsoft.com/office/drawing/2014/main" id="{26AD870B-C317-F8EC-B358-2070E5F8E0F5}"/>
                    </a:ext>
                  </a:extLst>
                </p:cNvPr>
                <p:cNvPicPr/>
                <p:nvPr/>
              </p:nvPicPr>
              <p:blipFill>
                <a:blip r:embed="rId49"/>
                <a:stretch>
                  <a:fillRect/>
                </a:stretch>
              </p:blipFill>
              <p:spPr>
                <a:xfrm>
                  <a:off x="8359705" y="2202905"/>
                  <a:ext cx="187920" cy="236880"/>
                </a:xfrm>
                <a:prstGeom prst="rect">
                  <a:avLst/>
                </a:prstGeom>
              </p:spPr>
            </p:pic>
          </mc:Fallback>
        </mc:AlternateContent>
        <mc:AlternateContent xmlns:mc="http://schemas.openxmlformats.org/markup-compatibility/2006" xmlns:p14="http://schemas.microsoft.com/office/powerpoint/2010/main">
          <mc:Choice Requires="p14">
            <p:contentPart p14:bwMode="auto" r:id="rId50">
              <p14:nvContentPartPr>
                <p14:cNvPr id="26" name="墨迹 25">
                  <a:extLst>
                    <a:ext uri="{FF2B5EF4-FFF2-40B4-BE49-F238E27FC236}">
                      <a16:creationId xmlns:a16="http://schemas.microsoft.com/office/drawing/2014/main" id="{4B9A46D8-EEB2-4C81-167C-FC7CB303B957}"/>
                    </a:ext>
                  </a:extLst>
                </p14:cNvPr>
                <p14:cNvContentPartPr/>
                <p14:nvPr/>
              </p14:nvContentPartPr>
              <p14:xfrm>
                <a:off x="8367985" y="2308745"/>
                <a:ext cx="193320" cy="20880"/>
              </p14:xfrm>
            </p:contentPart>
          </mc:Choice>
          <mc:Fallback xmlns="">
            <p:pic>
              <p:nvPicPr>
                <p:cNvPr id="26" name="墨迹 25">
                  <a:extLst>
                    <a:ext uri="{FF2B5EF4-FFF2-40B4-BE49-F238E27FC236}">
                      <a16:creationId xmlns:a16="http://schemas.microsoft.com/office/drawing/2014/main" id="{4B9A46D8-EEB2-4C81-167C-FC7CB303B957}"/>
                    </a:ext>
                  </a:extLst>
                </p:cNvPr>
                <p:cNvPicPr/>
                <p:nvPr/>
              </p:nvPicPr>
              <p:blipFill>
                <a:blip r:embed="rId51"/>
                <a:stretch>
                  <a:fillRect/>
                </a:stretch>
              </p:blipFill>
              <p:spPr>
                <a:xfrm>
                  <a:off x="8349985" y="2291105"/>
                  <a:ext cx="228960" cy="56520"/>
                </a:xfrm>
                <a:prstGeom prst="rect">
                  <a:avLst/>
                </a:prstGeom>
              </p:spPr>
            </p:pic>
          </mc:Fallback>
        </mc:AlternateContent>
        <mc:AlternateContent xmlns:mc="http://schemas.openxmlformats.org/markup-compatibility/2006" xmlns:p14="http://schemas.microsoft.com/office/powerpoint/2010/main">
          <mc:Choice Requires="p14">
            <p:contentPart p14:bwMode="auto" r:id="rId52">
              <p14:nvContentPartPr>
                <p14:cNvPr id="27" name="墨迹 26">
                  <a:extLst>
                    <a:ext uri="{FF2B5EF4-FFF2-40B4-BE49-F238E27FC236}">
                      <a16:creationId xmlns:a16="http://schemas.microsoft.com/office/drawing/2014/main" id="{67E5D787-AD9F-773F-8E8E-C1F55C78D5B1}"/>
                    </a:ext>
                  </a:extLst>
                </p14:cNvPr>
                <p14:cNvContentPartPr/>
                <p14:nvPr/>
              </p14:nvContentPartPr>
              <p14:xfrm>
                <a:off x="8739145" y="2096705"/>
                <a:ext cx="91800" cy="343440"/>
              </p14:xfrm>
            </p:contentPart>
          </mc:Choice>
          <mc:Fallback xmlns="">
            <p:pic>
              <p:nvPicPr>
                <p:cNvPr id="27" name="墨迹 26">
                  <a:extLst>
                    <a:ext uri="{FF2B5EF4-FFF2-40B4-BE49-F238E27FC236}">
                      <a16:creationId xmlns:a16="http://schemas.microsoft.com/office/drawing/2014/main" id="{67E5D787-AD9F-773F-8E8E-C1F55C78D5B1}"/>
                    </a:ext>
                  </a:extLst>
                </p:cNvPr>
                <p:cNvPicPr/>
                <p:nvPr/>
              </p:nvPicPr>
              <p:blipFill>
                <a:blip r:embed="rId53"/>
                <a:stretch>
                  <a:fillRect/>
                </a:stretch>
              </p:blipFill>
              <p:spPr>
                <a:xfrm>
                  <a:off x="8721145" y="2078705"/>
                  <a:ext cx="127440" cy="379080"/>
                </a:xfrm>
                <a:prstGeom prst="rect">
                  <a:avLst/>
                </a:prstGeom>
              </p:spPr>
            </p:pic>
          </mc:Fallback>
        </mc:AlternateContent>
      </p:grpSp>
      <p:grpSp>
        <p:nvGrpSpPr>
          <p:cNvPr id="36" name="组合 35">
            <a:extLst>
              <a:ext uri="{FF2B5EF4-FFF2-40B4-BE49-F238E27FC236}">
                <a16:creationId xmlns:a16="http://schemas.microsoft.com/office/drawing/2014/main" id="{6805F986-74B9-DFA5-4DFE-7C7D16A14674}"/>
              </a:ext>
            </a:extLst>
          </p:cNvPr>
          <p:cNvGrpSpPr/>
          <p:nvPr/>
        </p:nvGrpSpPr>
        <p:grpSpPr>
          <a:xfrm>
            <a:off x="7518025" y="2576585"/>
            <a:ext cx="1394640" cy="619920"/>
            <a:chOff x="7518025" y="2576585"/>
            <a:chExt cx="1394640" cy="619920"/>
          </a:xfrm>
        </p:grpSpPr>
        <mc:AlternateContent xmlns:mc="http://schemas.openxmlformats.org/markup-compatibility/2006" xmlns:p14="http://schemas.microsoft.com/office/powerpoint/2010/main">
          <mc:Choice Requires="p14">
            <p:contentPart p14:bwMode="auto" r:id="rId54">
              <p14:nvContentPartPr>
                <p14:cNvPr id="28" name="墨迹 27">
                  <a:extLst>
                    <a:ext uri="{FF2B5EF4-FFF2-40B4-BE49-F238E27FC236}">
                      <a16:creationId xmlns:a16="http://schemas.microsoft.com/office/drawing/2014/main" id="{65AF03D0-7585-A48D-AE87-18DEF83FD790}"/>
                    </a:ext>
                  </a:extLst>
                </p14:cNvPr>
                <p14:cNvContentPartPr/>
                <p14:nvPr/>
              </p14:nvContentPartPr>
              <p14:xfrm>
                <a:off x="7518025" y="2576585"/>
                <a:ext cx="1394640" cy="111240"/>
              </p14:xfrm>
            </p:contentPart>
          </mc:Choice>
          <mc:Fallback xmlns="">
            <p:pic>
              <p:nvPicPr>
                <p:cNvPr id="28" name="墨迹 27">
                  <a:extLst>
                    <a:ext uri="{FF2B5EF4-FFF2-40B4-BE49-F238E27FC236}">
                      <a16:creationId xmlns:a16="http://schemas.microsoft.com/office/drawing/2014/main" id="{65AF03D0-7585-A48D-AE87-18DEF83FD790}"/>
                    </a:ext>
                  </a:extLst>
                </p:cNvPr>
                <p:cNvPicPr/>
                <p:nvPr/>
              </p:nvPicPr>
              <p:blipFill>
                <a:blip r:embed="rId55"/>
                <a:stretch>
                  <a:fillRect/>
                </a:stretch>
              </p:blipFill>
              <p:spPr>
                <a:xfrm>
                  <a:off x="7500385" y="2558945"/>
                  <a:ext cx="1430280" cy="146880"/>
                </a:xfrm>
                <a:prstGeom prst="rect">
                  <a:avLst/>
                </a:prstGeom>
              </p:spPr>
            </p:pic>
          </mc:Fallback>
        </mc:AlternateContent>
        <mc:AlternateContent xmlns:mc="http://schemas.openxmlformats.org/markup-compatibility/2006" xmlns:p14="http://schemas.microsoft.com/office/powerpoint/2010/main">
          <mc:Choice Requires="p14">
            <p:contentPart p14:bwMode="auto" r:id="rId56">
              <p14:nvContentPartPr>
                <p14:cNvPr id="29" name="墨迹 28">
                  <a:extLst>
                    <a:ext uri="{FF2B5EF4-FFF2-40B4-BE49-F238E27FC236}">
                      <a16:creationId xmlns:a16="http://schemas.microsoft.com/office/drawing/2014/main" id="{E24E8199-8D02-1474-DA97-4E06B37CD060}"/>
                    </a:ext>
                  </a:extLst>
                </p14:cNvPr>
                <p14:cNvContentPartPr/>
                <p14:nvPr/>
              </p14:nvContentPartPr>
              <p14:xfrm>
                <a:off x="7665625" y="2880785"/>
                <a:ext cx="270360" cy="315720"/>
              </p14:xfrm>
            </p:contentPart>
          </mc:Choice>
          <mc:Fallback xmlns="">
            <p:pic>
              <p:nvPicPr>
                <p:cNvPr id="29" name="墨迹 28">
                  <a:extLst>
                    <a:ext uri="{FF2B5EF4-FFF2-40B4-BE49-F238E27FC236}">
                      <a16:creationId xmlns:a16="http://schemas.microsoft.com/office/drawing/2014/main" id="{E24E8199-8D02-1474-DA97-4E06B37CD060}"/>
                    </a:ext>
                  </a:extLst>
                </p:cNvPr>
                <p:cNvPicPr/>
                <p:nvPr/>
              </p:nvPicPr>
              <p:blipFill>
                <a:blip r:embed="rId57"/>
                <a:stretch>
                  <a:fillRect/>
                </a:stretch>
              </p:blipFill>
              <p:spPr>
                <a:xfrm>
                  <a:off x="7647985" y="2863145"/>
                  <a:ext cx="306000" cy="351360"/>
                </a:xfrm>
                <a:prstGeom prst="rect">
                  <a:avLst/>
                </a:prstGeom>
              </p:spPr>
            </p:pic>
          </mc:Fallback>
        </mc:AlternateContent>
        <mc:AlternateContent xmlns:mc="http://schemas.openxmlformats.org/markup-compatibility/2006" xmlns:p14="http://schemas.microsoft.com/office/powerpoint/2010/main">
          <mc:Choice Requires="p14">
            <p:contentPart p14:bwMode="auto" r:id="rId58">
              <p14:nvContentPartPr>
                <p14:cNvPr id="30" name="墨迹 29">
                  <a:extLst>
                    <a:ext uri="{FF2B5EF4-FFF2-40B4-BE49-F238E27FC236}">
                      <a16:creationId xmlns:a16="http://schemas.microsoft.com/office/drawing/2014/main" id="{F5471648-4237-B5F8-1E90-F08E6CF9EECD}"/>
                    </a:ext>
                  </a:extLst>
                </p14:cNvPr>
                <p14:cNvContentPartPr/>
                <p14:nvPr/>
              </p14:nvContentPartPr>
              <p14:xfrm>
                <a:off x="7730785" y="2998145"/>
                <a:ext cx="180360" cy="13320"/>
              </p14:xfrm>
            </p:contentPart>
          </mc:Choice>
          <mc:Fallback xmlns="">
            <p:pic>
              <p:nvPicPr>
                <p:cNvPr id="30" name="墨迹 29">
                  <a:extLst>
                    <a:ext uri="{FF2B5EF4-FFF2-40B4-BE49-F238E27FC236}">
                      <a16:creationId xmlns:a16="http://schemas.microsoft.com/office/drawing/2014/main" id="{F5471648-4237-B5F8-1E90-F08E6CF9EECD}"/>
                    </a:ext>
                  </a:extLst>
                </p:cNvPr>
                <p:cNvPicPr/>
                <p:nvPr/>
              </p:nvPicPr>
              <p:blipFill>
                <a:blip r:embed="rId59"/>
                <a:stretch>
                  <a:fillRect/>
                </a:stretch>
              </p:blipFill>
              <p:spPr>
                <a:xfrm>
                  <a:off x="7712785" y="2980145"/>
                  <a:ext cx="216000" cy="48960"/>
                </a:xfrm>
                <a:prstGeom prst="rect">
                  <a:avLst/>
                </a:prstGeom>
              </p:spPr>
            </p:pic>
          </mc:Fallback>
        </mc:AlternateContent>
        <mc:AlternateContent xmlns:mc="http://schemas.openxmlformats.org/markup-compatibility/2006" xmlns:p14="http://schemas.microsoft.com/office/powerpoint/2010/main">
          <mc:Choice Requires="p14">
            <p:contentPart p14:bwMode="auto" r:id="rId60">
              <p14:nvContentPartPr>
                <p14:cNvPr id="31" name="墨迹 30">
                  <a:extLst>
                    <a:ext uri="{FF2B5EF4-FFF2-40B4-BE49-F238E27FC236}">
                      <a16:creationId xmlns:a16="http://schemas.microsoft.com/office/drawing/2014/main" id="{B414CB51-00B8-6983-BA3F-4AA55F77D225}"/>
                    </a:ext>
                  </a:extLst>
                </p14:cNvPr>
                <p14:cNvContentPartPr/>
                <p14:nvPr/>
              </p14:nvContentPartPr>
              <p14:xfrm>
                <a:off x="8127865" y="2729585"/>
                <a:ext cx="119520" cy="23040"/>
              </p14:xfrm>
            </p:contentPart>
          </mc:Choice>
          <mc:Fallback xmlns="">
            <p:pic>
              <p:nvPicPr>
                <p:cNvPr id="31" name="墨迹 30">
                  <a:extLst>
                    <a:ext uri="{FF2B5EF4-FFF2-40B4-BE49-F238E27FC236}">
                      <a16:creationId xmlns:a16="http://schemas.microsoft.com/office/drawing/2014/main" id="{B414CB51-00B8-6983-BA3F-4AA55F77D225}"/>
                    </a:ext>
                  </a:extLst>
                </p:cNvPr>
                <p:cNvPicPr/>
                <p:nvPr/>
              </p:nvPicPr>
              <p:blipFill>
                <a:blip r:embed="rId61"/>
                <a:stretch>
                  <a:fillRect/>
                </a:stretch>
              </p:blipFill>
              <p:spPr>
                <a:xfrm>
                  <a:off x="8109865" y="2711945"/>
                  <a:ext cx="155160" cy="58680"/>
                </a:xfrm>
                <a:prstGeom prst="rect">
                  <a:avLst/>
                </a:prstGeom>
              </p:spPr>
            </p:pic>
          </mc:Fallback>
        </mc:AlternateContent>
        <mc:AlternateContent xmlns:mc="http://schemas.openxmlformats.org/markup-compatibility/2006" xmlns:p14="http://schemas.microsoft.com/office/powerpoint/2010/main">
          <mc:Choice Requires="p14">
            <p:contentPart p14:bwMode="auto" r:id="rId62">
              <p14:nvContentPartPr>
                <p14:cNvPr id="32" name="墨迹 31">
                  <a:extLst>
                    <a:ext uri="{FF2B5EF4-FFF2-40B4-BE49-F238E27FC236}">
                      <a16:creationId xmlns:a16="http://schemas.microsoft.com/office/drawing/2014/main" id="{8CA7CCF4-4B0C-59E0-BFE6-E7C58012F5A7}"/>
                    </a:ext>
                  </a:extLst>
                </p14:cNvPr>
                <p14:cNvContentPartPr/>
                <p14:nvPr/>
              </p14:nvContentPartPr>
              <p14:xfrm>
                <a:off x="8312905" y="2634545"/>
                <a:ext cx="93600" cy="185760"/>
              </p14:xfrm>
            </p:contentPart>
          </mc:Choice>
          <mc:Fallback xmlns="">
            <p:pic>
              <p:nvPicPr>
                <p:cNvPr id="32" name="墨迹 31">
                  <a:extLst>
                    <a:ext uri="{FF2B5EF4-FFF2-40B4-BE49-F238E27FC236}">
                      <a16:creationId xmlns:a16="http://schemas.microsoft.com/office/drawing/2014/main" id="{8CA7CCF4-4B0C-59E0-BFE6-E7C58012F5A7}"/>
                    </a:ext>
                  </a:extLst>
                </p:cNvPr>
                <p:cNvPicPr/>
                <p:nvPr/>
              </p:nvPicPr>
              <p:blipFill>
                <a:blip r:embed="rId63"/>
                <a:stretch>
                  <a:fillRect/>
                </a:stretch>
              </p:blipFill>
              <p:spPr>
                <a:xfrm>
                  <a:off x="8294905" y="2616905"/>
                  <a:ext cx="129240" cy="221400"/>
                </a:xfrm>
                <a:prstGeom prst="rect">
                  <a:avLst/>
                </a:prstGeom>
              </p:spPr>
            </p:pic>
          </mc:Fallback>
        </mc:AlternateContent>
        <mc:AlternateContent xmlns:mc="http://schemas.openxmlformats.org/markup-compatibility/2006" xmlns:p14="http://schemas.microsoft.com/office/powerpoint/2010/main">
          <mc:Choice Requires="p14">
            <p:contentPart p14:bwMode="auto" r:id="rId64">
              <p14:nvContentPartPr>
                <p14:cNvPr id="33" name="墨迹 32">
                  <a:extLst>
                    <a:ext uri="{FF2B5EF4-FFF2-40B4-BE49-F238E27FC236}">
                      <a16:creationId xmlns:a16="http://schemas.microsoft.com/office/drawing/2014/main" id="{7CBA5535-230F-D1AF-8836-A504AB2903C1}"/>
                    </a:ext>
                  </a:extLst>
                </p14:cNvPr>
                <p14:cNvContentPartPr/>
                <p14:nvPr/>
              </p14:nvContentPartPr>
              <p14:xfrm>
                <a:off x="8497225" y="2705465"/>
                <a:ext cx="128160" cy="28440"/>
              </p14:xfrm>
            </p:contentPart>
          </mc:Choice>
          <mc:Fallback xmlns="">
            <p:pic>
              <p:nvPicPr>
                <p:cNvPr id="33" name="墨迹 32">
                  <a:extLst>
                    <a:ext uri="{FF2B5EF4-FFF2-40B4-BE49-F238E27FC236}">
                      <a16:creationId xmlns:a16="http://schemas.microsoft.com/office/drawing/2014/main" id="{7CBA5535-230F-D1AF-8836-A504AB2903C1}"/>
                    </a:ext>
                  </a:extLst>
                </p:cNvPr>
                <p:cNvPicPr/>
                <p:nvPr/>
              </p:nvPicPr>
              <p:blipFill>
                <a:blip r:embed="rId65"/>
                <a:stretch>
                  <a:fillRect/>
                </a:stretch>
              </p:blipFill>
              <p:spPr>
                <a:xfrm>
                  <a:off x="8479585" y="2687825"/>
                  <a:ext cx="163800" cy="64080"/>
                </a:xfrm>
                <a:prstGeom prst="rect">
                  <a:avLst/>
                </a:prstGeom>
              </p:spPr>
            </p:pic>
          </mc:Fallback>
        </mc:AlternateContent>
        <mc:AlternateContent xmlns:mc="http://schemas.openxmlformats.org/markup-compatibility/2006" xmlns:p14="http://schemas.microsoft.com/office/powerpoint/2010/main">
          <mc:Choice Requires="p14">
            <p:contentPart p14:bwMode="auto" r:id="rId66">
              <p14:nvContentPartPr>
                <p14:cNvPr id="34" name="墨迹 33">
                  <a:extLst>
                    <a:ext uri="{FF2B5EF4-FFF2-40B4-BE49-F238E27FC236}">
                      <a16:creationId xmlns:a16="http://schemas.microsoft.com/office/drawing/2014/main" id="{B6252E80-4E19-5158-91E2-50822D6E8A93}"/>
                    </a:ext>
                  </a:extLst>
                </p14:cNvPr>
                <p14:cNvContentPartPr/>
                <p14:nvPr/>
              </p14:nvContentPartPr>
              <p14:xfrm>
                <a:off x="8563825" y="2660105"/>
                <a:ext cx="35280" cy="174600"/>
              </p14:xfrm>
            </p:contentPart>
          </mc:Choice>
          <mc:Fallback xmlns="">
            <p:pic>
              <p:nvPicPr>
                <p:cNvPr id="34" name="墨迹 33">
                  <a:extLst>
                    <a:ext uri="{FF2B5EF4-FFF2-40B4-BE49-F238E27FC236}">
                      <a16:creationId xmlns:a16="http://schemas.microsoft.com/office/drawing/2014/main" id="{B6252E80-4E19-5158-91E2-50822D6E8A93}"/>
                    </a:ext>
                  </a:extLst>
                </p:cNvPr>
                <p:cNvPicPr/>
                <p:nvPr/>
              </p:nvPicPr>
              <p:blipFill>
                <a:blip r:embed="rId67"/>
                <a:stretch>
                  <a:fillRect/>
                </a:stretch>
              </p:blipFill>
              <p:spPr>
                <a:xfrm>
                  <a:off x="8546185" y="2642105"/>
                  <a:ext cx="70920" cy="210240"/>
                </a:xfrm>
                <a:prstGeom prst="rect">
                  <a:avLst/>
                </a:prstGeom>
              </p:spPr>
            </p:pic>
          </mc:Fallback>
        </mc:AlternateContent>
        <mc:AlternateContent xmlns:mc="http://schemas.openxmlformats.org/markup-compatibility/2006" xmlns:p14="http://schemas.microsoft.com/office/powerpoint/2010/main">
          <mc:Choice Requires="p14">
            <p:contentPart p14:bwMode="auto" r:id="rId68">
              <p14:nvContentPartPr>
                <p14:cNvPr id="35" name="墨迹 34">
                  <a:extLst>
                    <a:ext uri="{FF2B5EF4-FFF2-40B4-BE49-F238E27FC236}">
                      <a16:creationId xmlns:a16="http://schemas.microsoft.com/office/drawing/2014/main" id="{23DEF386-D935-D194-481C-8827FAF8B178}"/>
                    </a:ext>
                  </a:extLst>
                </p14:cNvPr>
                <p14:cNvContentPartPr/>
                <p14:nvPr/>
              </p14:nvContentPartPr>
              <p14:xfrm>
                <a:off x="8736985" y="2669105"/>
                <a:ext cx="19440" cy="166680"/>
              </p14:xfrm>
            </p:contentPart>
          </mc:Choice>
          <mc:Fallback xmlns="">
            <p:pic>
              <p:nvPicPr>
                <p:cNvPr id="35" name="墨迹 34">
                  <a:extLst>
                    <a:ext uri="{FF2B5EF4-FFF2-40B4-BE49-F238E27FC236}">
                      <a16:creationId xmlns:a16="http://schemas.microsoft.com/office/drawing/2014/main" id="{23DEF386-D935-D194-481C-8827FAF8B178}"/>
                    </a:ext>
                  </a:extLst>
                </p:cNvPr>
                <p:cNvPicPr/>
                <p:nvPr/>
              </p:nvPicPr>
              <p:blipFill>
                <a:blip r:embed="rId69"/>
                <a:stretch>
                  <a:fillRect/>
                </a:stretch>
              </p:blipFill>
              <p:spPr>
                <a:xfrm>
                  <a:off x="8718985" y="2651105"/>
                  <a:ext cx="55080" cy="202320"/>
                </a:xfrm>
                <a:prstGeom prst="rect">
                  <a:avLst/>
                </a:prstGeom>
              </p:spPr>
            </p:pic>
          </mc:Fallback>
        </mc:AlternateContent>
      </p:grpSp>
      <p:grpSp>
        <p:nvGrpSpPr>
          <p:cNvPr id="44" name="组合 43">
            <a:extLst>
              <a:ext uri="{FF2B5EF4-FFF2-40B4-BE49-F238E27FC236}">
                <a16:creationId xmlns:a16="http://schemas.microsoft.com/office/drawing/2014/main" id="{06D59529-6A2E-B408-6624-0B2609067EF7}"/>
              </a:ext>
            </a:extLst>
          </p:cNvPr>
          <p:cNvGrpSpPr/>
          <p:nvPr/>
        </p:nvGrpSpPr>
        <p:grpSpPr>
          <a:xfrm>
            <a:off x="1634545" y="3075905"/>
            <a:ext cx="3251880" cy="887040"/>
            <a:chOff x="1634545" y="3075905"/>
            <a:chExt cx="3251880" cy="887040"/>
          </a:xfrm>
        </p:grpSpPr>
        <mc:AlternateContent xmlns:mc="http://schemas.openxmlformats.org/markup-compatibility/2006" xmlns:p14="http://schemas.microsoft.com/office/powerpoint/2010/main">
          <mc:Choice Requires="p14">
            <p:contentPart p14:bwMode="auto" r:id="rId70">
              <p14:nvContentPartPr>
                <p14:cNvPr id="9" name="墨迹 8">
                  <a:extLst>
                    <a:ext uri="{FF2B5EF4-FFF2-40B4-BE49-F238E27FC236}">
                      <a16:creationId xmlns:a16="http://schemas.microsoft.com/office/drawing/2014/main" id="{4B3CA643-4323-B870-AD47-DA4974BD41AD}"/>
                    </a:ext>
                  </a:extLst>
                </p14:cNvPr>
                <p14:cNvContentPartPr/>
                <p14:nvPr/>
              </p14:nvContentPartPr>
              <p14:xfrm>
                <a:off x="1930105" y="3103265"/>
                <a:ext cx="673560" cy="360"/>
              </p14:xfrm>
            </p:contentPart>
          </mc:Choice>
          <mc:Fallback xmlns="">
            <p:pic>
              <p:nvPicPr>
                <p:cNvPr id="9" name="墨迹 8">
                  <a:extLst>
                    <a:ext uri="{FF2B5EF4-FFF2-40B4-BE49-F238E27FC236}">
                      <a16:creationId xmlns:a16="http://schemas.microsoft.com/office/drawing/2014/main" id="{4B3CA643-4323-B870-AD47-DA4974BD41AD}"/>
                    </a:ext>
                  </a:extLst>
                </p:cNvPr>
                <p:cNvPicPr/>
                <p:nvPr/>
              </p:nvPicPr>
              <p:blipFill>
                <a:blip r:embed="rId71"/>
                <a:stretch>
                  <a:fillRect/>
                </a:stretch>
              </p:blipFill>
              <p:spPr>
                <a:xfrm>
                  <a:off x="1912465" y="3085625"/>
                  <a:ext cx="709200" cy="36000"/>
                </a:xfrm>
                <a:prstGeom prst="rect">
                  <a:avLst/>
                </a:prstGeom>
              </p:spPr>
            </p:pic>
          </mc:Fallback>
        </mc:AlternateContent>
        <mc:AlternateContent xmlns:mc="http://schemas.openxmlformats.org/markup-compatibility/2006" xmlns:p14="http://schemas.microsoft.com/office/powerpoint/2010/main">
          <mc:Choice Requires="p14">
            <p:contentPart p14:bwMode="auto" r:id="rId72">
              <p14:nvContentPartPr>
                <p14:cNvPr id="10" name="墨迹 9">
                  <a:extLst>
                    <a:ext uri="{FF2B5EF4-FFF2-40B4-BE49-F238E27FC236}">
                      <a16:creationId xmlns:a16="http://schemas.microsoft.com/office/drawing/2014/main" id="{C92A8039-17A1-6B7A-1A8A-C0CDD7CD55C2}"/>
                    </a:ext>
                  </a:extLst>
                </p14:cNvPr>
                <p14:cNvContentPartPr/>
                <p14:nvPr/>
              </p14:nvContentPartPr>
              <p14:xfrm>
                <a:off x="3620665" y="3093905"/>
                <a:ext cx="360" cy="72720"/>
              </p14:xfrm>
            </p:contentPart>
          </mc:Choice>
          <mc:Fallback xmlns="">
            <p:pic>
              <p:nvPicPr>
                <p:cNvPr id="10" name="墨迹 9">
                  <a:extLst>
                    <a:ext uri="{FF2B5EF4-FFF2-40B4-BE49-F238E27FC236}">
                      <a16:creationId xmlns:a16="http://schemas.microsoft.com/office/drawing/2014/main" id="{C92A8039-17A1-6B7A-1A8A-C0CDD7CD55C2}"/>
                    </a:ext>
                  </a:extLst>
                </p:cNvPr>
                <p:cNvPicPr/>
                <p:nvPr/>
              </p:nvPicPr>
              <p:blipFill>
                <a:blip r:embed="rId73"/>
                <a:stretch>
                  <a:fillRect/>
                </a:stretch>
              </p:blipFill>
              <p:spPr>
                <a:xfrm>
                  <a:off x="3602665" y="3076265"/>
                  <a:ext cx="36000" cy="108360"/>
                </a:xfrm>
                <a:prstGeom prst="rect">
                  <a:avLst/>
                </a:prstGeom>
              </p:spPr>
            </p:pic>
          </mc:Fallback>
        </mc:AlternateContent>
        <mc:AlternateContent xmlns:mc="http://schemas.openxmlformats.org/markup-compatibility/2006" xmlns:p14="http://schemas.microsoft.com/office/powerpoint/2010/main">
          <mc:Choice Requires="p14">
            <p:contentPart p14:bwMode="auto" r:id="rId74">
              <p14:nvContentPartPr>
                <p14:cNvPr id="11" name="墨迹 10">
                  <a:extLst>
                    <a:ext uri="{FF2B5EF4-FFF2-40B4-BE49-F238E27FC236}">
                      <a16:creationId xmlns:a16="http://schemas.microsoft.com/office/drawing/2014/main" id="{F00F14C0-9901-1E80-6ED7-0BB96F083216}"/>
                    </a:ext>
                  </a:extLst>
                </p14:cNvPr>
                <p14:cNvContentPartPr/>
                <p14:nvPr/>
              </p14:nvContentPartPr>
              <p14:xfrm>
                <a:off x="3694105" y="3093545"/>
                <a:ext cx="72720" cy="10080"/>
              </p14:xfrm>
            </p:contentPart>
          </mc:Choice>
          <mc:Fallback xmlns="">
            <p:pic>
              <p:nvPicPr>
                <p:cNvPr id="11" name="墨迹 10">
                  <a:extLst>
                    <a:ext uri="{FF2B5EF4-FFF2-40B4-BE49-F238E27FC236}">
                      <a16:creationId xmlns:a16="http://schemas.microsoft.com/office/drawing/2014/main" id="{F00F14C0-9901-1E80-6ED7-0BB96F083216}"/>
                    </a:ext>
                  </a:extLst>
                </p:cNvPr>
                <p:cNvPicPr/>
                <p:nvPr/>
              </p:nvPicPr>
              <p:blipFill>
                <a:blip r:embed="rId75"/>
                <a:stretch>
                  <a:fillRect/>
                </a:stretch>
              </p:blipFill>
              <p:spPr>
                <a:xfrm>
                  <a:off x="3676465" y="3075545"/>
                  <a:ext cx="108360" cy="45720"/>
                </a:xfrm>
                <a:prstGeom prst="rect">
                  <a:avLst/>
                </a:prstGeom>
              </p:spPr>
            </p:pic>
          </mc:Fallback>
        </mc:AlternateContent>
        <mc:AlternateContent xmlns:mc="http://schemas.openxmlformats.org/markup-compatibility/2006" xmlns:p14="http://schemas.microsoft.com/office/powerpoint/2010/main">
          <mc:Choice Requires="p14">
            <p:contentPart p14:bwMode="auto" r:id="rId76">
              <p14:nvContentPartPr>
                <p14:cNvPr id="12" name="墨迹 11">
                  <a:extLst>
                    <a:ext uri="{FF2B5EF4-FFF2-40B4-BE49-F238E27FC236}">
                      <a16:creationId xmlns:a16="http://schemas.microsoft.com/office/drawing/2014/main" id="{C4A2F561-5CA2-C238-2775-3DC88BBE241B}"/>
                    </a:ext>
                  </a:extLst>
                </p14:cNvPr>
                <p14:cNvContentPartPr/>
                <p14:nvPr/>
              </p14:nvContentPartPr>
              <p14:xfrm>
                <a:off x="3620665" y="3084905"/>
                <a:ext cx="360" cy="137880"/>
              </p14:xfrm>
            </p:contentPart>
          </mc:Choice>
          <mc:Fallback xmlns="">
            <p:pic>
              <p:nvPicPr>
                <p:cNvPr id="12" name="墨迹 11">
                  <a:extLst>
                    <a:ext uri="{FF2B5EF4-FFF2-40B4-BE49-F238E27FC236}">
                      <a16:creationId xmlns:a16="http://schemas.microsoft.com/office/drawing/2014/main" id="{C4A2F561-5CA2-C238-2775-3DC88BBE241B}"/>
                    </a:ext>
                  </a:extLst>
                </p:cNvPr>
                <p:cNvPicPr/>
                <p:nvPr/>
              </p:nvPicPr>
              <p:blipFill>
                <a:blip r:embed="rId77"/>
                <a:stretch>
                  <a:fillRect/>
                </a:stretch>
              </p:blipFill>
              <p:spPr>
                <a:xfrm>
                  <a:off x="3602665" y="3066905"/>
                  <a:ext cx="36000" cy="173520"/>
                </a:xfrm>
                <a:prstGeom prst="rect">
                  <a:avLst/>
                </a:prstGeom>
              </p:spPr>
            </p:pic>
          </mc:Fallback>
        </mc:AlternateContent>
        <mc:AlternateContent xmlns:mc="http://schemas.openxmlformats.org/markup-compatibility/2006" xmlns:p14="http://schemas.microsoft.com/office/powerpoint/2010/main">
          <mc:Choice Requires="p14">
            <p:contentPart p14:bwMode="auto" r:id="rId78">
              <p14:nvContentPartPr>
                <p14:cNvPr id="13" name="墨迹 12">
                  <a:extLst>
                    <a:ext uri="{FF2B5EF4-FFF2-40B4-BE49-F238E27FC236}">
                      <a16:creationId xmlns:a16="http://schemas.microsoft.com/office/drawing/2014/main" id="{EE8AE304-803A-9218-75B1-2A61D3CB251E}"/>
                    </a:ext>
                  </a:extLst>
                </p14:cNvPr>
                <p14:cNvContentPartPr/>
                <p14:nvPr/>
              </p14:nvContentPartPr>
              <p14:xfrm>
                <a:off x="3648025" y="3075905"/>
                <a:ext cx="136800" cy="28080"/>
              </p14:xfrm>
            </p:contentPart>
          </mc:Choice>
          <mc:Fallback xmlns="">
            <p:pic>
              <p:nvPicPr>
                <p:cNvPr id="13" name="墨迹 12">
                  <a:extLst>
                    <a:ext uri="{FF2B5EF4-FFF2-40B4-BE49-F238E27FC236}">
                      <a16:creationId xmlns:a16="http://schemas.microsoft.com/office/drawing/2014/main" id="{EE8AE304-803A-9218-75B1-2A61D3CB251E}"/>
                    </a:ext>
                  </a:extLst>
                </p:cNvPr>
                <p:cNvPicPr/>
                <p:nvPr/>
              </p:nvPicPr>
              <p:blipFill>
                <a:blip r:embed="rId79"/>
                <a:stretch>
                  <a:fillRect/>
                </a:stretch>
              </p:blipFill>
              <p:spPr>
                <a:xfrm>
                  <a:off x="3630385" y="3057905"/>
                  <a:ext cx="172440" cy="63720"/>
                </a:xfrm>
                <a:prstGeom prst="rect">
                  <a:avLst/>
                </a:prstGeom>
              </p:spPr>
            </p:pic>
          </mc:Fallback>
        </mc:AlternateContent>
        <mc:AlternateContent xmlns:mc="http://schemas.openxmlformats.org/markup-compatibility/2006" xmlns:p14="http://schemas.microsoft.com/office/powerpoint/2010/main">
          <mc:Choice Requires="p14">
            <p:contentPart p14:bwMode="auto" r:id="rId80">
              <p14:nvContentPartPr>
                <p14:cNvPr id="14" name="墨迹 13">
                  <a:extLst>
                    <a:ext uri="{FF2B5EF4-FFF2-40B4-BE49-F238E27FC236}">
                      <a16:creationId xmlns:a16="http://schemas.microsoft.com/office/drawing/2014/main" id="{36D719E3-003C-42E9-2367-C888C67894CD}"/>
                    </a:ext>
                  </a:extLst>
                </p14:cNvPr>
                <p14:cNvContentPartPr/>
                <p14:nvPr/>
              </p14:nvContentPartPr>
              <p14:xfrm>
                <a:off x="3694105" y="3130985"/>
                <a:ext cx="638280" cy="122040"/>
              </p14:xfrm>
            </p:contentPart>
          </mc:Choice>
          <mc:Fallback xmlns="">
            <p:pic>
              <p:nvPicPr>
                <p:cNvPr id="14" name="墨迹 13">
                  <a:extLst>
                    <a:ext uri="{FF2B5EF4-FFF2-40B4-BE49-F238E27FC236}">
                      <a16:creationId xmlns:a16="http://schemas.microsoft.com/office/drawing/2014/main" id="{36D719E3-003C-42E9-2367-C888C67894CD}"/>
                    </a:ext>
                  </a:extLst>
                </p:cNvPr>
                <p:cNvPicPr/>
                <p:nvPr/>
              </p:nvPicPr>
              <p:blipFill>
                <a:blip r:embed="rId81"/>
                <a:stretch>
                  <a:fillRect/>
                </a:stretch>
              </p:blipFill>
              <p:spPr>
                <a:xfrm>
                  <a:off x="3676465" y="3112985"/>
                  <a:ext cx="673920" cy="157680"/>
                </a:xfrm>
                <a:prstGeom prst="rect">
                  <a:avLst/>
                </a:prstGeom>
              </p:spPr>
            </p:pic>
          </mc:Fallback>
        </mc:AlternateContent>
        <mc:AlternateContent xmlns:mc="http://schemas.openxmlformats.org/markup-compatibility/2006" xmlns:p14="http://schemas.microsoft.com/office/powerpoint/2010/main">
          <mc:Choice Requires="p14">
            <p:contentPart p14:bwMode="auto" r:id="rId82">
              <p14:nvContentPartPr>
                <p14:cNvPr id="38" name="墨迹 37">
                  <a:extLst>
                    <a:ext uri="{FF2B5EF4-FFF2-40B4-BE49-F238E27FC236}">
                      <a16:creationId xmlns:a16="http://schemas.microsoft.com/office/drawing/2014/main" id="{2DE8B4A4-78CF-D212-7B62-641A97C8F8C8}"/>
                    </a:ext>
                  </a:extLst>
                </p14:cNvPr>
                <p14:cNvContentPartPr/>
                <p14:nvPr/>
              </p14:nvContentPartPr>
              <p14:xfrm>
                <a:off x="3842425" y="3770345"/>
                <a:ext cx="93600" cy="7560"/>
              </p14:xfrm>
            </p:contentPart>
          </mc:Choice>
          <mc:Fallback xmlns="">
            <p:pic>
              <p:nvPicPr>
                <p:cNvPr id="38" name="墨迹 37">
                  <a:extLst>
                    <a:ext uri="{FF2B5EF4-FFF2-40B4-BE49-F238E27FC236}">
                      <a16:creationId xmlns:a16="http://schemas.microsoft.com/office/drawing/2014/main" id="{2DE8B4A4-78CF-D212-7B62-641A97C8F8C8}"/>
                    </a:ext>
                  </a:extLst>
                </p:cNvPr>
                <p:cNvPicPr/>
                <p:nvPr/>
              </p:nvPicPr>
              <p:blipFill>
                <a:blip r:embed="rId83"/>
                <a:stretch>
                  <a:fillRect/>
                </a:stretch>
              </p:blipFill>
              <p:spPr>
                <a:xfrm>
                  <a:off x="3824425" y="3752345"/>
                  <a:ext cx="129240" cy="43200"/>
                </a:xfrm>
                <a:prstGeom prst="rect">
                  <a:avLst/>
                </a:prstGeom>
              </p:spPr>
            </p:pic>
          </mc:Fallback>
        </mc:AlternateContent>
        <mc:AlternateContent xmlns:mc="http://schemas.openxmlformats.org/markup-compatibility/2006" xmlns:p14="http://schemas.microsoft.com/office/powerpoint/2010/main">
          <mc:Choice Requires="p14">
            <p:contentPart p14:bwMode="auto" r:id="rId84">
              <p14:nvContentPartPr>
                <p14:cNvPr id="39" name="墨迹 38">
                  <a:extLst>
                    <a:ext uri="{FF2B5EF4-FFF2-40B4-BE49-F238E27FC236}">
                      <a16:creationId xmlns:a16="http://schemas.microsoft.com/office/drawing/2014/main" id="{9181B350-E1BC-45BD-589E-CA686BF3766C}"/>
                    </a:ext>
                  </a:extLst>
                </p14:cNvPr>
                <p14:cNvContentPartPr/>
                <p14:nvPr/>
              </p14:nvContentPartPr>
              <p14:xfrm>
                <a:off x="3879145" y="3866105"/>
                <a:ext cx="153000" cy="3960"/>
              </p14:xfrm>
            </p:contentPart>
          </mc:Choice>
          <mc:Fallback xmlns="">
            <p:pic>
              <p:nvPicPr>
                <p:cNvPr id="39" name="墨迹 38">
                  <a:extLst>
                    <a:ext uri="{FF2B5EF4-FFF2-40B4-BE49-F238E27FC236}">
                      <a16:creationId xmlns:a16="http://schemas.microsoft.com/office/drawing/2014/main" id="{9181B350-E1BC-45BD-589E-CA686BF3766C}"/>
                    </a:ext>
                  </a:extLst>
                </p:cNvPr>
                <p:cNvPicPr/>
                <p:nvPr/>
              </p:nvPicPr>
              <p:blipFill>
                <a:blip r:embed="rId85"/>
                <a:stretch>
                  <a:fillRect/>
                </a:stretch>
              </p:blipFill>
              <p:spPr>
                <a:xfrm>
                  <a:off x="3861505" y="3848465"/>
                  <a:ext cx="188640" cy="39600"/>
                </a:xfrm>
                <a:prstGeom prst="rect">
                  <a:avLst/>
                </a:prstGeom>
              </p:spPr>
            </p:pic>
          </mc:Fallback>
        </mc:AlternateContent>
        <mc:AlternateContent xmlns:mc="http://schemas.openxmlformats.org/markup-compatibility/2006" xmlns:p14="http://schemas.microsoft.com/office/powerpoint/2010/main">
          <mc:Choice Requires="p14">
            <p:contentPart p14:bwMode="auto" r:id="rId86">
              <p14:nvContentPartPr>
                <p14:cNvPr id="41" name="墨迹 40">
                  <a:extLst>
                    <a:ext uri="{FF2B5EF4-FFF2-40B4-BE49-F238E27FC236}">
                      <a16:creationId xmlns:a16="http://schemas.microsoft.com/office/drawing/2014/main" id="{4AC138EB-953C-88D7-5DB5-97F124BED0C9}"/>
                    </a:ext>
                  </a:extLst>
                </p14:cNvPr>
                <p14:cNvContentPartPr/>
                <p14:nvPr/>
              </p14:nvContentPartPr>
              <p14:xfrm>
                <a:off x="1634545" y="3823265"/>
                <a:ext cx="258480" cy="10440"/>
              </p14:xfrm>
            </p:contentPart>
          </mc:Choice>
          <mc:Fallback xmlns="">
            <p:pic>
              <p:nvPicPr>
                <p:cNvPr id="41" name="墨迹 40">
                  <a:extLst>
                    <a:ext uri="{FF2B5EF4-FFF2-40B4-BE49-F238E27FC236}">
                      <a16:creationId xmlns:a16="http://schemas.microsoft.com/office/drawing/2014/main" id="{4AC138EB-953C-88D7-5DB5-97F124BED0C9}"/>
                    </a:ext>
                  </a:extLst>
                </p:cNvPr>
                <p:cNvPicPr/>
                <p:nvPr/>
              </p:nvPicPr>
              <p:blipFill>
                <a:blip r:embed="rId87"/>
                <a:stretch>
                  <a:fillRect/>
                </a:stretch>
              </p:blipFill>
              <p:spPr>
                <a:xfrm>
                  <a:off x="1616905" y="3805265"/>
                  <a:ext cx="294120" cy="46080"/>
                </a:xfrm>
                <a:prstGeom prst="rect">
                  <a:avLst/>
                </a:prstGeom>
              </p:spPr>
            </p:pic>
          </mc:Fallback>
        </mc:AlternateContent>
        <mc:AlternateContent xmlns:mc="http://schemas.openxmlformats.org/markup-compatibility/2006" xmlns:p14="http://schemas.microsoft.com/office/powerpoint/2010/main">
          <mc:Choice Requires="p14">
            <p:contentPart p14:bwMode="auto" r:id="rId88">
              <p14:nvContentPartPr>
                <p14:cNvPr id="42" name="墨迹 41">
                  <a:extLst>
                    <a:ext uri="{FF2B5EF4-FFF2-40B4-BE49-F238E27FC236}">
                      <a16:creationId xmlns:a16="http://schemas.microsoft.com/office/drawing/2014/main" id="{842796A7-E026-DB2B-F73F-CCCA80F58A44}"/>
                    </a:ext>
                  </a:extLst>
                </p14:cNvPr>
                <p14:cNvContentPartPr/>
                <p14:nvPr/>
              </p14:nvContentPartPr>
              <p14:xfrm>
                <a:off x="1662625" y="3916145"/>
                <a:ext cx="184320" cy="360"/>
              </p14:xfrm>
            </p:contentPart>
          </mc:Choice>
          <mc:Fallback xmlns="">
            <p:pic>
              <p:nvPicPr>
                <p:cNvPr id="42" name="墨迹 41">
                  <a:extLst>
                    <a:ext uri="{FF2B5EF4-FFF2-40B4-BE49-F238E27FC236}">
                      <a16:creationId xmlns:a16="http://schemas.microsoft.com/office/drawing/2014/main" id="{842796A7-E026-DB2B-F73F-CCCA80F58A44}"/>
                    </a:ext>
                  </a:extLst>
                </p:cNvPr>
                <p:cNvPicPr/>
                <p:nvPr/>
              </p:nvPicPr>
              <p:blipFill>
                <a:blip r:embed="rId89"/>
                <a:stretch>
                  <a:fillRect/>
                </a:stretch>
              </p:blipFill>
              <p:spPr>
                <a:xfrm>
                  <a:off x="1644625" y="3898145"/>
                  <a:ext cx="219960" cy="36000"/>
                </a:xfrm>
                <a:prstGeom prst="rect">
                  <a:avLst/>
                </a:prstGeom>
              </p:spPr>
            </p:pic>
          </mc:Fallback>
        </mc:AlternateContent>
        <mc:AlternateContent xmlns:mc="http://schemas.openxmlformats.org/markup-compatibility/2006" xmlns:p14="http://schemas.microsoft.com/office/powerpoint/2010/main">
          <mc:Choice Requires="p14">
            <p:contentPart p14:bwMode="auto" r:id="rId90">
              <p14:nvContentPartPr>
                <p14:cNvPr id="43" name="墨迹 42">
                  <a:extLst>
                    <a:ext uri="{FF2B5EF4-FFF2-40B4-BE49-F238E27FC236}">
                      <a16:creationId xmlns:a16="http://schemas.microsoft.com/office/drawing/2014/main" id="{ADDECB44-1C6C-CDD9-F966-BB8FCD5CDB2C}"/>
                    </a:ext>
                  </a:extLst>
                </p14:cNvPr>
                <p14:cNvContentPartPr/>
                <p14:nvPr/>
              </p14:nvContentPartPr>
              <p14:xfrm>
                <a:off x="2742265" y="3186065"/>
                <a:ext cx="2144160" cy="776880"/>
              </p14:xfrm>
            </p:contentPart>
          </mc:Choice>
          <mc:Fallback xmlns="">
            <p:pic>
              <p:nvPicPr>
                <p:cNvPr id="43" name="墨迹 42">
                  <a:extLst>
                    <a:ext uri="{FF2B5EF4-FFF2-40B4-BE49-F238E27FC236}">
                      <a16:creationId xmlns:a16="http://schemas.microsoft.com/office/drawing/2014/main" id="{ADDECB44-1C6C-CDD9-F966-BB8FCD5CDB2C}"/>
                    </a:ext>
                  </a:extLst>
                </p:cNvPr>
                <p:cNvPicPr/>
                <p:nvPr/>
              </p:nvPicPr>
              <p:blipFill>
                <a:blip r:embed="rId91"/>
                <a:stretch>
                  <a:fillRect/>
                </a:stretch>
              </p:blipFill>
              <p:spPr>
                <a:xfrm>
                  <a:off x="2724625" y="3168065"/>
                  <a:ext cx="2179800" cy="812520"/>
                </a:xfrm>
                <a:prstGeom prst="rect">
                  <a:avLst/>
                </a:prstGeom>
              </p:spPr>
            </p:pic>
          </mc:Fallback>
        </mc:AlternateContent>
      </p:grpSp>
    </p:spTree>
  </p:cSld>
  <p:clrMapOvr>
    <a:masterClrMapping/>
  </p:clrMapOv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FBC987C7-1B6F-82AE-6B07-C10C22B5FAB0}"/>
              </a:ext>
            </a:extLst>
          </p:cNvPr>
          <p:cNvSpPr>
            <a:spLocks noGrp="1" noChangeArrowheads="1"/>
          </p:cNvSpPr>
          <p:nvPr>
            <p:ph idx="1"/>
          </p:nvPr>
        </p:nvSpPr>
        <p:spPr bwMode="auto">
          <a:xfrm>
            <a:off x="457200" y="1700808"/>
            <a:ext cx="7635424" cy="877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800" b="0" i="0" u="none" strike="noStrike" cap="none" normalizeH="0" baseline="0" dirty="0">
                <a:ln>
                  <a:noFill/>
                </a:ln>
                <a:solidFill>
                  <a:schemeClr val="tx1"/>
                </a:solidFill>
                <a:effectLst/>
                <a:latin typeface="Arial" panose="020B0604020202020204" pitchFamily="34" charset="0"/>
              </a:rPr>
              <a:t>所以做留数法，</a:t>
            </a:r>
            <a:endParaRPr kumimoji="0" lang="en-US" altLang="zh-CN"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800" b="0" i="0" u="none" strike="noStrike" cap="none" normalizeH="0" baseline="0" dirty="0">
                <a:ln>
                  <a:noFill/>
                </a:ln>
                <a:solidFill>
                  <a:schemeClr val="tx1"/>
                </a:solidFill>
                <a:effectLst/>
                <a:latin typeface="Arial" panose="020B0604020202020204" pitchFamily="34" charset="0"/>
              </a:rPr>
              <a:t>拿到 </a:t>
            </a:r>
            <a:r>
              <a:rPr kumimoji="0" lang="zh-CN" altLang="zh-CN" sz="1800" b="0" i="0" u="none" strike="noStrike" cap="none" normalizeH="0" baseline="0" dirty="0">
                <a:ln>
                  <a:noFill/>
                </a:ln>
                <a:solidFill>
                  <a:schemeClr val="tx1"/>
                </a:solidFill>
                <a:effectLst/>
                <a:latin typeface="Arial" panose="020B0604020202020204" pitchFamily="34" charset="0"/>
                <a:ea typeface="Google Sans Text"/>
              </a:rPr>
              <a:t>X(z)$</a:t>
            </a:r>
            <a:r>
              <a:rPr kumimoji="0" lang="zh-CN" altLang="zh-CN" sz="1800" b="0" i="0" u="none" strike="noStrike" cap="none" normalizeH="0" baseline="0" dirty="0">
                <a:ln>
                  <a:noFill/>
                </a:ln>
                <a:solidFill>
                  <a:schemeClr val="tx1"/>
                </a:solidFill>
                <a:effectLst/>
                <a:latin typeface="Arial" panose="020B0604020202020204" pitchFamily="34" charset="0"/>
              </a:rPr>
              <a:t>第一件事：</a:t>
            </a:r>
            <a:r>
              <a:rPr kumimoji="0" lang="zh-CN" altLang="zh-CN" sz="1800" b="1" i="0" u="none" strike="noStrike" cap="none" normalizeH="0" baseline="0" dirty="0">
                <a:ln>
                  <a:noFill/>
                </a:ln>
                <a:solidFill>
                  <a:schemeClr val="tx1"/>
                </a:solidFill>
                <a:effectLst/>
                <a:latin typeface="Arial" panose="020B0604020202020204" pitchFamily="34" charset="0"/>
                <a:ea typeface="Google Sans Text"/>
              </a:rPr>
              <a:t>去负号（化为正幂次）</a:t>
            </a:r>
            <a:r>
              <a:rPr kumimoji="0" lang="zh-CN" altLang="en-US" sz="1800" b="1" i="0" u="none" strike="noStrike" cap="none" normalizeH="0" baseline="0" dirty="0">
                <a:ln>
                  <a:noFill/>
                </a:ln>
                <a:solidFill>
                  <a:schemeClr val="tx1"/>
                </a:solidFill>
                <a:effectLst/>
                <a:latin typeface="Arial" panose="020B0604020202020204" pitchFamily="34" charset="0"/>
                <a:ea typeface="Google Sans Text"/>
              </a:rPr>
              <a:t>，</a:t>
            </a:r>
            <a:endParaRPr kumimoji="0" lang="en-US" altLang="zh-CN" sz="1800" b="1" i="0" u="none" strike="noStrike" cap="none" normalizeH="0" baseline="0" dirty="0">
              <a:ln>
                <a:noFill/>
              </a:ln>
              <a:solidFill>
                <a:schemeClr val="tx1"/>
              </a:solidFill>
              <a:effectLst/>
              <a:latin typeface="Arial" panose="020B0604020202020204" pitchFamily="34" charset="0"/>
              <a:ea typeface="Google Sans Tex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800" b="1" i="0" u="none" strike="noStrike" cap="none" normalizeH="0" baseline="0" dirty="0">
                <a:ln>
                  <a:noFill/>
                </a:ln>
                <a:solidFill>
                  <a:schemeClr val="tx1"/>
                </a:solidFill>
                <a:effectLst/>
                <a:latin typeface="Arial" panose="020B0604020202020204" pitchFamily="34" charset="0"/>
                <a:ea typeface="Google Sans Text"/>
              </a:rPr>
              <a:t>找因式，大刀阔斧地约分。</a:t>
            </a:r>
            <a:r>
              <a:rPr kumimoji="0" lang="zh-CN" altLang="zh-CN" sz="1800" b="0" i="0" u="none" strike="noStrike" cap="none" normalizeH="0" baseline="0" dirty="0">
                <a:ln>
                  <a:noFill/>
                </a:ln>
                <a:solidFill>
                  <a:schemeClr val="tx1"/>
                </a:solidFill>
                <a:effectLst/>
                <a:latin typeface="Arial" panose="020B0604020202020204" pitchFamily="34" charset="0"/>
              </a:rPr>
              <a:t> 剩下的干净分母，才是你真正要对付的极点。</a:t>
            </a:r>
          </a:p>
        </p:txBody>
      </p:sp>
    </p:spTree>
    <p:extLst>
      <p:ext uri="{BB962C8B-B14F-4D97-AF65-F5344CB8AC3E}">
        <p14:creationId xmlns:p14="http://schemas.microsoft.com/office/powerpoint/2010/main" val="2874860623"/>
      </p:ext>
    </p:extLst>
  </p:cSld>
  <p:clrMapOvr>
    <a:masterClrMapping/>
  </p:clrMapOv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3" name="文本框 102405"/>
          <p:cNvSpPr txBox="1"/>
          <p:nvPr/>
        </p:nvSpPr>
        <p:spPr>
          <a:xfrm>
            <a:off x="539750" y="1538288"/>
            <a:ext cx="8245475" cy="4225925"/>
          </a:xfrm>
          <a:prstGeom prst="rect">
            <a:avLst/>
          </a:prstGeom>
          <a:noFill/>
          <a:ln w="9525">
            <a:noFill/>
          </a:ln>
        </p:spPr>
        <p:txBody>
          <a:bodyPr wrap="square" anchor="t" anchorCtr="0">
            <a:spAutoFit/>
          </a:bodyPr>
          <a:lstStyle/>
          <a:p>
            <a:pPr algn="just">
              <a:lnSpc>
                <a:spcPct val="140000"/>
              </a:lnSpc>
            </a:pPr>
            <a:r>
              <a:rPr lang="zh-CN" altLang="en-US" sz="2400" dirty="0">
                <a:latin typeface="Times New Roman" panose="02020603050405020304" pitchFamily="2" charset="0"/>
                <a:ea typeface="宋体" panose="02010600030101010101" pitchFamily="2" charset="-122"/>
                <a:sym typeface="Arial" panose="020B0604020202020204" pitchFamily="34" charset="0"/>
              </a:rPr>
              <a:t>其中C是包围</a:t>
            </a:r>
            <a:r>
              <a:rPr lang="zh-CN" altLang="en-US" sz="2400" dirty="0">
                <a:solidFill>
                  <a:srgbClr val="C00000"/>
                </a:solidFill>
                <a:latin typeface="Times New Roman" panose="02020603050405020304" pitchFamily="2" charset="0"/>
                <a:ea typeface="宋体" panose="02010600030101010101" pitchFamily="2" charset="-122"/>
                <a:sym typeface="Arial" panose="020B0604020202020204" pitchFamily="34" charset="0"/>
              </a:rPr>
              <a:t>X(z)z</a:t>
            </a:r>
            <a:r>
              <a:rPr lang="zh-CN" altLang="en-US" sz="2400" baseline="30000" dirty="0">
                <a:solidFill>
                  <a:srgbClr val="C00000"/>
                </a:solidFill>
                <a:latin typeface="Times New Roman" panose="02020603050405020304" pitchFamily="2" charset="0"/>
                <a:ea typeface="宋体" panose="02010600030101010101" pitchFamily="2" charset="-122"/>
                <a:sym typeface="Arial" panose="020B0604020202020204" pitchFamily="34" charset="0"/>
              </a:rPr>
              <a:t>n-1</a:t>
            </a:r>
            <a:r>
              <a:rPr lang="zh-CN" altLang="en-US" sz="2400" dirty="0">
                <a:latin typeface="Times New Roman" panose="02020603050405020304" pitchFamily="2" charset="0"/>
                <a:ea typeface="宋体" panose="02010600030101010101" pitchFamily="2" charset="-122"/>
                <a:sym typeface="Arial" panose="020B0604020202020204" pitchFamily="34" charset="0"/>
              </a:rPr>
              <a:t>所有极点的</a:t>
            </a:r>
            <a:r>
              <a:rPr lang="zh-CN" altLang="en-US" sz="2400" dirty="0">
                <a:solidFill>
                  <a:srgbClr val="C00000"/>
                </a:solidFill>
                <a:latin typeface="Times New Roman" panose="02020603050405020304" pitchFamily="2" charset="0"/>
                <a:ea typeface="宋体" panose="02010600030101010101" pitchFamily="2" charset="-122"/>
                <a:sym typeface="Arial" panose="020B0604020202020204" pitchFamily="34" charset="0"/>
              </a:rPr>
              <a:t>逆时针闭合</a:t>
            </a:r>
            <a:r>
              <a:rPr lang="zh-CN" altLang="en-US" sz="2400" dirty="0">
                <a:latin typeface="Times New Roman" panose="02020603050405020304" pitchFamily="2" charset="0"/>
                <a:ea typeface="宋体" panose="02010600030101010101" pitchFamily="2" charset="-122"/>
                <a:sym typeface="Arial" panose="020B0604020202020204" pitchFamily="34" charset="0"/>
              </a:rPr>
              <a:t>积分曲线，位于收敛域内，通常</a:t>
            </a:r>
            <a:r>
              <a:rPr lang="zh-CN" altLang="en-US" sz="2400" dirty="0">
                <a:solidFill>
                  <a:srgbClr val="C00000"/>
                </a:solidFill>
                <a:latin typeface="Times New Roman" panose="02020603050405020304" pitchFamily="2" charset="0"/>
                <a:ea typeface="宋体" panose="02010600030101010101" pitchFamily="2" charset="-122"/>
                <a:sym typeface="Arial" panose="020B0604020202020204" pitchFamily="34" charset="0"/>
              </a:rPr>
              <a:t>X(z)z</a:t>
            </a:r>
            <a:r>
              <a:rPr lang="zh-CN" altLang="en-US" sz="2400" baseline="30000" dirty="0">
                <a:solidFill>
                  <a:srgbClr val="C00000"/>
                </a:solidFill>
                <a:latin typeface="Times New Roman" panose="02020603050405020304" pitchFamily="2" charset="0"/>
                <a:ea typeface="宋体" panose="02010600030101010101" pitchFamily="2" charset="-122"/>
                <a:sym typeface="Arial" panose="020B0604020202020204" pitchFamily="34" charset="0"/>
              </a:rPr>
              <a:t>n-1</a:t>
            </a:r>
            <a:r>
              <a:rPr lang="zh-CN" altLang="en-US" sz="2400" dirty="0">
                <a:latin typeface="Times New Roman" panose="02020603050405020304" pitchFamily="2" charset="0"/>
                <a:ea typeface="宋体" panose="02010600030101010101" pitchFamily="2" charset="-122"/>
                <a:sym typeface="Arial" panose="020B0604020202020204" pitchFamily="34" charset="0"/>
              </a:rPr>
              <a:t>是z的有理函数，其奇点都是孤立点（极点）。借助于复变函数的</a:t>
            </a:r>
            <a:r>
              <a:rPr lang="zh-CN" altLang="en-US" sz="2400" dirty="0">
                <a:solidFill>
                  <a:srgbClr val="C00000"/>
                </a:solidFill>
                <a:latin typeface="Times New Roman" panose="02020603050405020304" pitchFamily="2" charset="0"/>
                <a:ea typeface="宋体" panose="02010600030101010101" pitchFamily="2" charset="-122"/>
                <a:sym typeface="Arial" panose="020B0604020202020204" pitchFamily="34" charset="0"/>
              </a:rPr>
              <a:t>留数定理，将上述积分表示为围线C</a:t>
            </a:r>
            <a:r>
              <a:rPr lang="zh-CN" altLang="en-US" sz="2400" b="1" u="sng" dirty="0">
                <a:solidFill>
                  <a:srgbClr val="C00000"/>
                </a:solidFill>
                <a:latin typeface="Times New Roman" panose="02020603050405020304" pitchFamily="2" charset="0"/>
                <a:ea typeface="宋体" panose="02010600030101010101" pitchFamily="2" charset="-122"/>
                <a:sym typeface="Arial" panose="020B0604020202020204" pitchFamily="34" charset="0"/>
              </a:rPr>
              <a:t>内</a:t>
            </a:r>
            <a:r>
              <a:rPr lang="zh-CN" altLang="en-US" sz="2400" dirty="0">
                <a:solidFill>
                  <a:srgbClr val="C00000"/>
                </a:solidFill>
                <a:latin typeface="Times New Roman" panose="02020603050405020304" pitchFamily="2" charset="0"/>
                <a:ea typeface="宋体" panose="02010600030101010101" pitchFamily="2" charset="-122"/>
                <a:sym typeface="Arial" panose="020B0604020202020204" pitchFamily="34" charset="0"/>
              </a:rPr>
              <a:t>所包含</a:t>
            </a:r>
            <a:r>
              <a:rPr lang="zh-CN" altLang="en-US" sz="2400" b="1" u="sng" dirty="0">
                <a:solidFill>
                  <a:srgbClr val="C00000"/>
                </a:solidFill>
                <a:latin typeface="Times New Roman" panose="02020603050405020304" pitchFamily="2" charset="0"/>
                <a:ea typeface="宋体" panose="02010600030101010101" pitchFamily="2" charset="-122"/>
                <a:sym typeface="Arial" panose="020B0604020202020204" pitchFamily="34" charset="0"/>
              </a:rPr>
              <a:t>X(z)z</a:t>
            </a:r>
            <a:r>
              <a:rPr lang="zh-CN" altLang="en-US" sz="2400" b="1" u="sng" baseline="30000" dirty="0">
                <a:solidFill>
                  <a:srgbClr val="C00000"/>
                </a:solidFill>
                <a:latin typeface="Times New Roman" panose="02020603050405020304" pitchFamily="2" charset="0"/>
                <a:ea typeface="宋体" panose="02010600030101010101" pitchFamily="2" charset="-122"/>
                <a:sym typeface="Arial" panose="020B0604020202020204" pitchFamily="34" charset="0"/>
              </a:rPr>
              <a:t>n-1</a:t>
            </a:r>
            <a:r>
              <a:rPr lang="zh-CN" altLang="en-US" sz="2400" dirty="0">
                <a:solidFill>
                  <a:srgbClr val="C00000"/>
                </a:solidFill>
                <a:latin typeface="Times New Roman" panose="02020603050405020304" pitchFamily="2" charset="0"/>
                <a:ea typeface="宋体" panose="02010600030101010101" pitchFamily="2" charset="-122"/>
                <a:sym typeface="Arial" panose="020B0604020202020204" pitchFamily="34" charset="0"/>
              </a:rPr>
              <a:t>的各极点留数之和，</a:t>
            </a:r>
            <a:r>
              <a:rPr lang="zh-CN" altLang="en-US" sz="2400" dirty="0">
                <a:latin typeface="Times New Roman" panose="02020603050405020304" pitchFamily="2" charset="0"/>
                <a:ea typeface="宋体" panose="02010600030101010101" pitchFamily="2" charset="-122"/>
                <a:sym typeface="Arial" panose="020B0604020202020204" pitchFamily="34" charset="0"/>
              </a:rPr>
              <a:t>即</a:t>
            </a:r>
          </a:p>
          <a:p>
            <a:pPr algn="just">
              <a:lnSpc>
                <a:spcPct val="140000"/>
              </a:lnSpc>
            </a:pPr>
            <a:endParaRPr lang="zh-CN" altLang="en-US" sz="2400" dirty="0">
              <a:latin typeface="Times New Roman" panose="02020603050405020304" pitchFamily="2" charset="0"/>
              <a:ea typeface="宋体" panose="02010600030101010101" pitchFamily="2" charset="-122"/>
              <a:sym typeface="Arial" panose="020B0604020202020204" pitchFamily="34" charset="0"/>
            </a:endParaRPr>
          </a:p>
          <a:p>
            <a:pPr algn="just">
              <a:lnSpc>
                <a:spcPct val="140000"/>
              </a:lnSpc>
            </a:pPr>
            <a:endParaRPr lang="zh-CN" altLang="en-US" sz="2400" dirty="0">
              <a:latin typeface="Times New Roman" panose="02020603050405020304" pitchFamily="2" charset="0"/>
              <a:ea typeface="宋体" panose="02010600030101010101" pitchFamily="2" charset="-122"/>
              <a:sym typeface="Arial" panose="020B0604020202020204" pitchFamily="34" charset="0"/>
            </a:endParaRPr>
          </a:p>
          <a:p>
            <a:pPr algn="just">
              <a:lnSpc>
                <a:spcPct val="140000"/>
              </a:lnSpc>
            </a:pPr>
            <a:endParaRPr lang="zh-CN" altLang="en-US" sz="2400" dirty="0">
              <a:latin typeface="Times New Roman" panose="02020603050405020304" pitchFamily="2" charset="0"/>
              <a:ea typeface="宋体" panose="02010600030101010101" pitchFamily="2" charset="-122"/>
              <a:sym typeface="Arial" panose="020B0604020202020204" pitchFamily="34" charset="0"/>
            </a:endParaRPr>
          </a:p>
          <a:p>
            <a:pPr algn="just">
              <a:lnSpc>
                <a:spcPct val="140000"/>
              </a:lnSpc>
            </a:pPr>
            <a:r>
              <a:rPr lang="zh-CN" altLang="en-US" sz="2400" dirty="0">
                <a:latin typeface="Times New Roman" panose="02020603050405020304" pitchFamily="2" charset="0"/>
                <a:ea typeface="宋体" panose="02010600030101010101" pitchFamily="2" charset="-122"/>
                <a:sym typeface="Arial" panose="020B0604020202020204" pitchFamily="34" charset="0"/>
              </a:rPr>
              <a:t>其中，Res表示极点的留数，z</a:t>
            </a:r>
            <a:r>
              <a:rPr lang="zh-CN" altLang="en-US" sz="2400" baseline="-25000" dirty="0">
                <a:latin typeface="Times New Roman" panose="02020603050405020304" pitchFamily="2" charset="0"/>
                <a:ea typeface="宋体" panose="02010600030101010101" pitchFamily="2" charset="-122"/>
                <a:sym typeface="Arial" panose="020B0604020202020204" pitchFamily="34" charset="0"/>
              </a:rPr>
              <a:t>k</a:t>
            </a:r>
            <a:r>
              <a:rPr lang="zh-CN" altLang="en-US" sz="2400" dirty="0">
                <a:latin typeface="Times New Roman" panose="02020603050405020304" pitchFamily="2" charset="0"/>
                <a:ea typeface="宋体" panose="02010600030101010101" pitchFamily="2" charset="-122"/>
                <a:sym typeface="Arial" panose="020B0604020202020204" pitchFamily="34" charset="0"/>
              </a:rPr>
              <a:t>为X(z)z</a:t>
            </a:r>
            <a:r>
              <a:rPr lang="zh-CN" altLang="en-US" sz="2400" baseline="30000" dirty="0">
                <a:latin typeface="Times New Roman" panose="02020603050405020304" pitchFamily="2" charset="0"/>
                <a:ea typeface="宋体" panose="02010600030101010101" pitchFamily="2" charset="-122"/>
                <a:sym typeface="Arial" panose="020B0604020202020204" pitchFamily="34" charset="0"/>
              </a:rPr>
              <a:t>n-1</a:t>
            </a:r>
            <a:r>
              <a:rPr lang="zh-CN" altLang="en-US" sz="2400" dirty="0">
                <a:latin typeface="Times New Roman" panose="02020603050405020304" pitchFamily="2" charset="0"/>
                <a:ea typeface="宋体" panose="02010600030101010101" pitchFamily="2" charset="-122"/>
                <a:sym typeface="Arial" panose="020B0604020202020204" pitchFamily="34" charset="0"/>
              </a:rPr>
              <a:t>的极点</a:t>
            </a:r>
          </a:p>
        </p:txBody>
      </p:sp>
      <p:graphicFrame>
        <p:nvGraphicFramePr>
          <p:cNvPr id="64514" name="对象 102406"/>
          <p:cNvGraphicFramePr>
            <a:graphicFrameLocks noChangeAspect="1"/>
          </p:cNvGraphicFramePr>
          <p:nvPr/>
        </p:nvGraphicFramePr>
        <p:xfrm>
          <a:off x="1801813" y="3717925"/>
          <a:ext cx="5610225" cy="1554163"/>
        </p:xfrm>
        <a:graphic>
          <a:graphicData uri="http://schemas.openxmlformats.org/presentationml/2006/ole">
            <mc:AlternateContent xmlns:mc="http://schemas.openxmlformats.org/markup-compatibility/2006">
              <mc:Choice xmlns:v="urn:schemas-microsoft-com:vml" Requires="v">
                <p:oleObj r:id="rId3" imgW="2527300" imgH="774065" progId="Equation.3">
                  <p:embed/>
                </p:oleObj>
              </mc:Choice>
              <mc:Fallback>
                <p:oleObj r:id="rId3" imgW="2527300" imgH="774065" progId="Equation.3">
                  <p:embed/>
                  <p:pic>
                    <p:nvPicPr>
                      <p:cNvPr id="0" name="图片 3240"/>
                      <p:cNvPicPr/>
                      <p:nvPr/>
                    </p:nvPicPr>
                    <p:blipFill>
                      <a:blip r:embed="rId4"/>
                      <a:stretch>
                        <a:fillRect/>
                      </a:stretch>
                    </p:blipFill>
                    <p:spPr>
                      <a:xfrm>
                        <a:off x="1801813" y="3717925"/>
                        <a:ext cx="5610225" cy="1554163"/>
                      </a:xfrm>
                      <a:prstGeom prst="rect">
                        <a:avLst/>
                      </a:prstGeom>
                      <a:noFill/>
                      <a:ln w="38100">
                        <a:noFill/>
                        <a:miter/>
                      </a:ln>
                    </p:spPr>
                  </p:pic>
                </p:oleObj>
              </mc:Fallback>
            </mc:AlternateContent>
          </a:graphicData>
        </a:graphic>
      </p:graphicFrame>
      <p:graphicFrame>
        <p:nvGraphicFramePr>
          <p:cNvPr id="64515" name="对象 566274"/>
          <p:cNvGraphicFramePr/>
          <p:nvPr/>
        </p:nvGraphicFramePr>
        <p:xfrm>
          <a:off x="1116013" y="676275"/>
          <a:ext cx="6713537" cy="862013"/>
        </p:xfrm>
        <a:graphic>
          <a:graphicData uri="http://schemas.openxmlformats.org/presentationml/2006/ole">
            <mc:AlternateContent xmlns:mc="http://schemas.openxmlformats.org/markup-compatibility/2006">
              <mc:Choice xmlns:v="urn:schemas-microsoft-com:vml" Requires="v">
                <p:oleObj r:id="rId5" imgW="7543800" imgH="901700" progId="Equation.DSMT4">
                  <p:embed/>
                </p:oleObj>
              </mc:Choice>
              <mc:Fallback>
                <p:oleObj r:id="rId5" imgW="7543800" imgH="901700" progId="Equation.DSMT4">
                  <p:embed/>
                  <p:pic>
                    <p:nvPicPr>
                      <p:cNvPr id="0" name="图片 3234"/>
                      <p:cNvPicPr/>
                      <p:nvPr/>
                    </p:nvPicPr>
                    <p:blipFill>
                      <a:blip r:embed="rId6">
                        <a:lum bright="-100000"/>
                      </a:blip>
                      <a:stretch>
                        <a:fillRect/>
                      </a:stretch>
                    </p:blipFill>
                    <p:spPr>
                      <a:xfrm>
                        <a:off x="1116013" y="676275"/>
                        <a:ext cx="6713537" cy="862013"/>
                      </a:xfrm>
                      <a:prstGeom prst="rect">
                        <a:avLst/>
                      </a:prstGeom>
                      <a:noFill/>
                      <a:ln w="38100">
                        <a:noFill/>
                        <a:miter/>
                      </a:ln>
                    </p:spPr>
                  </p:pic>
                </p:oleObj>
              </mc:Fallback>
            </mc:AlternateContent>
          </a:graphicData>
        </a:graphic>
      </p:graphicFrame>
      <mc:AlternateContent xmlns:mc="http://schemas.openxmlformats.org/markup-compatibility/2006" xmlns:p14="http://schemas.microsoft.com/office/powerpoint/2010/main">
        <mc:Choice Requires="p14">
          <p:contentPart p14:bwMode="auto" r:id="rId7">
            <p14:nvContentPartPr>
              <p14:cNvPr id="2" name="墨迹 1">
                <a:extLst>
                  <a:ext uri="{FF2B5EF4-FFF2-40B4-BE49-F238E27FC236}">
                    <a16:creationId xmlns:a16="http://schemas.microsoft.com/office/drawing/2014/main" id="{304D439C-F048-65E1-BB89-A9D195897E82}"/>
                  </a:ext>
                </a:extLst>
              </p14:cNvPr>
              <p14:cNvContentPartPr/>
              <p14:nvPr/>
            </p14:nvContentPartPr>
            <p14:xfrm>
              <a:off x="3472705" y="1468505"/>
              <a:ext cx="2670120" cy="92880"/>
            </p14:xfrm>
          </p:contentPart>
        </mc:Choice>
        <mc:Fallback xmlns="">
          <p:pic>
            <p:nvPicPr>
              <p:cNvPr id="2" name="墨迹 1">
                <a:extLst>
                  <a:ext uri="{FF2B5EF4-FFF2-40B4-BE49-F238E27FC236}">
                    <a16:creationId xmlns:a16="http://schemas.microsoft.com/office/drawing/2014/main" id="{304D439C-F048-65E1-BB89-A9D195897E82}"/>
                  </a:ext>
                </a:extLst>
              </p:cNvPr>
              <p:cNvPicPr/>
              <p:nvPr/>
            </p:nvPicPr>
            <p:blipFill>
              <a:blip r:embed="rId8"/>
              <a:stretch>
                <a:fillRect/>
              </a:stretch>
            </p:blipFill>
            <p:spPr>
              <a:xfrm>
                <a:off x="3454705" y="1450865"/>
                <a:ext cx="2705760" cy="12852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4" name="墨迹 3">
                <a:extLst>
                  <a:ext uri="{FF2B5EF4-FFF2-40B4-BE49-F238E27FC236}">
                    <a16:creationId xmlns:a16="http://schemas.microsoft.com/office/drawing/2014/main" id="{0D49A40E-E2E2-DA97-BD39-4F1D17EF15A7}"/>
                  </a:ext>
                </a:extLst>
              </p14:cNvPr>
              <p14:cNvContentPartPr/>
              <p14:nvPr/>
            </p14:nvContentPartPr>
            <p14:xfrm>
              <a:off x="4664305" y="1302185"/>
              <a:ext cx="886680" cy="360"/>
            </p14:xfrm>
          </p:contentPart>
        </mc:Choice>
        <mc:Fallback xmlns="">
          <p:pic>
            <p:nvPicPr>
              <p:cNvPr id="4" name="墨迹 3">
                <a:extLst>
                  <a:ext uri="{FF2B5EF4-FFF2-40B4-BE49-F238E27FC236}">
                    <a16:creationId xmlns:a16="http://schemas.microsoft.com/office/drawing/2014/main" id="{0D49A40E-E2E2-DA97-BD39-4F1D17EF15A7}"/>
                  </a:ext>
                </a:extLst>
              </p:cNvPr>
              <p:cNvPicPr/>
              <p:nvPr/>
            </p:nvPicPr>
            <p:blipFill>
              <a:blip r:embed="rId10"/>
              <a:stretch>
                <a:fillRect/>
              </a:stretch>
            </p:blipFill>
            <p:spPr>
              <a:xfrm>
                <a:off x="4646305" y="1284185"/>
                <a:ext cx="922320" cy="36000"/>
              </a:xfrm>
              <a:prstGeom prst="rect">
                <a:avLst/>
              </a:prstGeom>
            </p:spPr>
          </p:pic>
        </mc:Fallback>
      </mc:AlternateContent>
    </p:spTree>
  </p:cSld>
  <p:clrMapOvr>
    <a:masterClrMapping/>
  </p:clrMapOvr>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6561" name="对象 24579"/>
          <p:cNvGraphicFramePr>
            <a:graphicFrameLocks noChangeAspect="1"/>
          </p:cNvGraphicFramePr>
          <p:nvPr/>
        </p:nvGraphicFramePr>
        <p:xfrm>
          <a:off x="712788" y="2803525"/>
          <a:ext cx="4554537" cy="2700338"/>
        </p:xfrm>
        <a:graphic>
          <a:graphicData uri="http://schemas.openxmlformats.org/presentationml/2006/ole">
            <mc:AlternateContent xmlns:mc="http://schemas.openxmlformats.org/markup-compatibility/2006">
              <mc:Choice xmlns:v="urn:schemas-microsoft-com:vml" Requires="v">
                <p:oleObj r:id="rId2" imgW="1879600" imgH="1143000" progId="Equation.3">
                  <p:embed/>
                </p:oleObj>
              </mc:Choice>
              <mc:Fallback>
                <p:oleObj r:id="rId2" imgW="1879600" imgH="1143000" progId="Equation.3">
                  <p:embed/>
                  <p:pic>
                    <p:nvPicPr>
                      <p:cNvPr id="0" name="图片 3233"/>
                      <p:cNvPicPr/>
                      <p:nvPr/>
                    </p:nvPicPr>
                    <p:blipFill>
                      <a:blip r:embed="rId3"/>
                      <a:stretch>
                        <a:fillRect/>
                      </a:stretch>
                    </p:blipFill>
                    <p:spPr>
                      <a:xfrm>
                        <a:off x="712788" y="2803525"/>
                        <a:ext cx="4554537" cy="2700338"/>
                      </a:xfrm>
                      <a:prstGeom prst="rect">
                        <a:avLst/>
                      </a:prstGeom>
                      <a:noFill/>
                      <a:ln w="38100">
                        <a:noFill/>
                        <a:miter/>
                      </a:ln>
                    </p:spPr>
                  </p:pic>
                </p:oleObj>
              </mc:Fallback>
            </mc:AlternateContent>
          </a:graphicData>
        </a:graphic>
      </p:graphicFrame>
      <p:grpSp>
        <p:nvGrpSpPr>
          <p:cNvPr id="66562" name="组合 565254"/>
          <p:cNvGrpSpPr/>
          <p:nvPr/>
        </p:nvGrpSpPr>
        <p:grpSpPr>
          <a:xfrm>
            <a:off x="5481638" y="2640013"/>
            <a:ext cx="3451225" cy="3038475"/>
            <a:chOff x="3408" y="2160"/>
            <a:chExt cx="2364" cy="2112"/>
          </a:xfrm>
        </p:grpSpPr>
        <p:sp>
          <p:nvSpPr>
            <p:cNvPr id="66563" name="椭圆 565255"/>
            <p:cNvSpPr/>
            <p:nvPr/>
          </p:nvSpPr>
          <p:spPr>
            <a:xfrm>
              <a:off x="3504" y="2496"/>
              <a:ext cx="1680" cy="1680"/>
            </a:xfrm>
            <a:prstGeom prst="ellipse">
              <a:avLst/>
            </a:prstGeom>
            <a:pattFill prst="pct10">
              <a:fgClr>
                <a:schemeClr val="tx1"/>
              </a:fgClr>
              <a:bgClr>
                <a:schemeClr val="bg1"/>
              </a:bgClr>
            </a:pattFill>
            <a:ln w="25400" cap="sq" cmpd="sng">
              <a:solidFill>
                <a:schemeClr val="tx1"/>
              </a:solidFill>
              <a:prstDash val="solid"/>
              <a:round/>
              <a:headEnd type="none" w="sm" len="sm"/>
              <a:tailEnd type="none" w="sm" len="sm"/>
            </a:ln>
          </p:spPr>
          <p:txBody>
            <a:bodyPr anchor="t" anchorCtr="0"/>
            <a:lstStyle/>
            <a:p>
              <a:endParaRPr lang="zh-CN" altLang="en-US">
                <a:latin typeface="Arial" panose="020B0604020202020204" pitchFamily="34" charset="0"/>
                <a:ea typeface="宋体" panose="02010600030101010101" pitchFamily="2" charset="-122"/>
              </a:endParaRPr>
            </a:p>
          </p:txBody>
        </p:sp>
        <p:sp>
          <p:nvSpPr>
            <p:cNvPr id="66564" name="椭圆 565256"/>
            <p:cNvSpPr/>
            <p:nvPr/>
          </p:nvSpPr>
          <p:spPr>
            <a:xfrm>
              <a:off x="3936" y="2928"/>
              <a:ext cx="768" cy="768"/>
            </a:xfrm>
            <a:prstGeom prst="ellipse">
              <a:avLst/>
            </a:prstGeom>
            <a:solidFill>
              <a:schemeClr val="bg1"/>
            </a:solidFill>
            <a:ln w="25400" cap="sq" cmpd="sng">
              <a:solidFill>
                <a:schemeClr val="tx1"/>
              </a:solidFill>
              <a:prstDash val="solid"/>
              <a:round/>
              <a:headEnd type="none" w="sm" len="sm"/>
              <a:tailEnd type="none" w="sm" len="sm"/>
            </a:ln>
          </p:spPr>
          <p:txBody>
            <a:bodyPr anchor="t" anchorCtr="0"/>
            <a:lstStyle/>
            <a:p>
              <a:endParaRPr lang="zh-CN" altLang="en-US">
                <a:latin typeface="Arial" panose="020B0604020202020204" pitchFamily="34" charset="0"/>
                <a:ea typeface="宋体" panose="02010600030101010101" pitchFamily="2" charset="-122"/>
              </a:endParaRPr>
            </a:p>
          </p:txBody>
        </p:sp>
        <p:sp>
          <p:nvSpPr>
            <p:cNvPr id="66565" name="直接连接符 565257"/>
            <p:cNvSpPr/>
            <p:nvPr/>
          </p:nvSpPr>
          <p:spPr>
            <a:xfrm>
              <a:off x="3408" y="3312"/>
              <a:ext cx="2220" cy="0"/>
            </a:xfrm>
            <a:prstGeom prst="line">
              <a:avLst/>
            </a:prstGeom>
            <a:ln w="25400" cap="sq" cmpd="sng">
              <a:solidFill>
                <a:schemeClr val="tx1"/>
              </a:solidFill>
              <a:prstDash val="solid"/>
              <a:round/>
              <a:headEnd type="none" w="sm" len="sm"/>
              <a:tailEnd type="triangle" w="med" len="lg"/>
            </a:ln>
          </p:spPr>
        </p:sp>
        <p:sp>
          <p:nvSpPr>
            <p:cNvPr id="66566" name="直接连接符 565258"/>
            <p:cNvSpPr/>
            <p:nvPr/>
          </p:nvSpPr>
          <p:spPr>
            <a:xfrm flipV="1">
              <a:off x="4320" y="2208"/>
              <a:ext cx="0" cy="2064"/>
            </a:xfrm>
            <a:prstGeom prst="line">
              <a:avLst/>
            </a:prstGeom>
            <a:ln w="25400" cap="sq" cmpd="sng">
              <a:solidFill>
                <a:schemeClr val="tx1"/>
              </a:solidFill>
              <a:prstDash val="solid"/>
              <a:round/>
              <a:headEnd type="none" w="sm" len="sm"/>
              <a:tailEnd type="triangle" w="med" len="lg"/>
            </a:ln>
          </p:spPr>
        </p:sp>
        <p:graphicFrame>
          <p:nvGraphicFramePr>
            <p:cNvPr id="66567" name="对象 565259"/>
            <p:cNvGraphicFramePr/>
            <p:nvPr/>
          </p:nvGraphicFramePr>
          <p:xfrm>
            <a:off x="5244" y="3360"/>
            <a:ext cx="528" cy="240"/>
          </p:xfrm>
          <a:graphic>
            <a:graphicData uri="http://schemas.openxmlformats.org/presentationml/2006/ole">
              <mc:AlternateContent xmlns:mc="http://schemas.openxmlformats.org/markup-compatibility/2006">
                <mc:Choice xmlns:v="urn:schemas-microsoft-com:vml" Requires="v">
                  <p:oleObj r:id="rId4" imgW="838200" imgH="381000" progId="Equation.DSMT4">
                    <p:embed/>
                  </p:oleObj>
                </mc:Choice>
                <mc:Fallback>
                  <p:oleObj r:id="rId4" imgW="838200" imgH="381000" progId="Equation.DSMT4">
                    <p:embed/>
                    <p:pic>
                      <p:nvPicPr>
                        <p:cNvPr id="0" name="图片 3237"/>
                        <p:cNvPicPr/>
                        <p:nvPr/>
                      </p:nvPicPr>
                      <p:blipFill>
                        <a:blip r:embed="rId5">
                          <a:lum bright="-100000"/>
                        </a:blip>
                        <a:stretch>
                          <a:fillRect/>
                        </a:stretch>
                      </p:blipFill>
                      <p:spPr>
                        <a:xfrm>
                          <a:off x="5244" y="3360"/>
                          <a:ext cx="528" cy="240"/>
                        </a:xfrm>
                        <a:prstGeom prst="rect">
                          <a:avLst/>
                        </a:prstGeom>
                        <a:noFill/>
                        <a:ln w="38100">
                          <a:noFill/>
                          <a:miter/>
                        </a:ln>
                      </p:spPr>
                    </p:pic>
                  </p:oleObj>
                </mc:Fallback>
              </mc:AlternateContent>
            </a:graphicData>
          </a:graphic>
        </p:graphicFrame>
        <p:graphicFrame>
          <p:nvGraphicFramePr>
            <p:cNvPr id="66568" name="对象 565260"/>
            <p:cNvGraphicFramePr/>
            <p:nvPr/>
          </p:nvGraphicFramePr>
          <p:xfrm>
            <a:off x="4368" y="2160"/>
            <a:ext cx="664" cy="240"/>
          </p:xfrm>
          <a:graphic>
            <a:graphicData uri="http://schemas.openxmlformats.org/presentationml/2006/ole">
              <mc:AlternateContent xmlns:mc="http://schemas.openxmlformats.org/markup-compatibility/2006">
                <mc:Choice xmlns:v="urn:schemas-microsoft-com:vml" Requires="v">
                  <p:oleObj r:id="rId6" imgW="1054100" imgH="381000" progId="Equation.DSMT4">
                    <p:embed/>
                  </p:oleObj>
                </mc:Choice>
                <mc:Fallback>
                  <p:oleObj r:id="rId6" imgW="1054100" imgH="381000" progId="Equation.DSMT4">
                    <p:embed/>
                    <p:pic>
                      <p:nvPicPr>
                        <p:cNvPr id="0" name="图片 3238"/>
                        <p:cNvPicPr/>
                        <p:nvPr/>
                      </p:nvPicPr>
                      <p:blipFill>
                        <a:blip r:embed="rId7">
                          <a:lum bright="-100000"/>
                        </a:blip>
                        <a:stretch>
                          <a:fillRect/>
                        </a:stretch>
                      </p:blipFill>
                      <p:spPr>
                        <a:xfrm>
                          <a:off x="4368" y="2160"/>
                          <a:ext cx="664" cy="240"/>
                        </a:xfrm>
                        <a:prstGeom prst="rect">
                          <a:avLst/>
                        </a:prstGeom>
                        <a:noFill/>
                        <a:ln w="38100">
                          <a:noFill/>
                          <a:miter/>
                        </a:ln>
                      </p:spPr>
                    </p:pic>
                  </p:oleObj>
                </mc:Fallback>
              </mc:AlternateContent>
            </a:graphicData>
          </a:graphic>
        </p:graphicFrame>
        <p:graphicFrame>
          <p:nvGraphicFramePr>
            <p:cNvPr id="66569" name="对象 565261"/>
            <p:cNvGraphicFramePr/>
            <p:nvPr/>
          </p:nvGraphicFramePr>
          <p:xfrm>
            <a:off x="4176" y="3360"/>
            <a:ext cx="128" cy="192"/>
          </p:xfrm>
          <a:graphic>
            <a:graphicData uri="http://schemas.openxmlformats.org/presentationml/2006/ole">
              <mc:AlternateContent xmlns:mc="http://schemas.openxmlformats.org/markup-compatibility/2006">
                <mc:Choice xmlns:v="urn:schemas-microsoft-com:vml" Requires="v">
                  <p:oleObj r:id="rId8" imgW="203200" imgH="304800" progId="Equation.DSMT4">
                    <p:embed/>
                  </p:oleObj>
                </mc:Choice>
                <mc:Fallback>
                  <p:oleObj r:id="rId8" imgW="203200" imgH="304800" progId="Equation.DSMT4">
                    <p:embed/>
                    <p:pic>
                      <p:nvPicPr>
                        <p:cNvPr id="0" name="图片 3254"/>
                        <p:cNvPicPr/>
                        <p:nvPr/>
                      </p:nvPicPr>
                      <p:blipFill>
                        <a:blip r:embed="rId9">
                          <a:lum bright="-100000"/>
                        </a:blip>
                        <a:stretch>
                          <a:fillRect/>
                        </a:stretch>
                      </p:blipFill>
                      <p:spPr>
                        <a:xfrm>
                          <a:off x="4176" y="3360"/>
                          <a:ext cx="128" cy="192"/>
                        </a:xfrm>
                        <a:prstGeom prst="rect">
                          <a:avLst/>
                        </a:prstGeom>
                        <a:noFill/>
                        <a:ln w="38100">
                          <a:noFill/>
                          <a:miter/>
                        </a:ln>
                      </p:spPr>
                    </p:pic>
                  </p:oleObj>
                </mc:Fallback>
              </mc:AlternateContent>
            </a:graphicData>
          </a:graphic>
        </p:graphicFrame>
        <p:graphicFrame>
          <p:nvGraphicFramePr>
            <p:cNvPr id="66570" name="对象 565262"/>
            <p:cNvGraphicFramePr/>
            <p:nvPr/>
          </p:nvGraphicFramePr>
          <p:xfrm>
            <a:off x="4416" y="3024"/>
            <a:ext cx="288" cy="288"/>
          </p:xfrm>
          <a:graphic>
            <a:graphicData uri="http://schemas.openxmlformats.org/presentationml/2006/ole">
              <mc:AlternateContent xmlns:mc="http://schemas.openxmlformats.org/markup-compatibility/2006">
                <mc:Choice xmlns:v="urn:schemas-microsoft-com:vml" Requires="v">
                  <p:oleObj r:id="rId10" imgW="482600" imgH="482600" progId="Equation.DSMT4">
                    <p:embed/>
                  </p:oleObj>
                </mc:Choice>
                <mc:Fallback>
                  <p:oleObj r:id="rId10" imgW="482600" imgH="482600" progId="Equation.DSMT4">
                    <p:embed/>
                    <p:pic>
                      <p:nvPicPr>
                        <p:cNvPr id="0" name="图片 3249"/>
                        <p:cNvPicPr/>
                        <p:nvPr/>
                      </p:nvPicPr>
                      <p:blipFill>
                        <a:blip r:embed="rId11">
                          <a:lum bright="-100000"/>
                        </a:blip>
                        <a:stretch>
                          <a:fillRect/>
                        </a:stretch>
                      </p:blipFill>
                      <p:spPr>
                        <a:xfrm>
                          <a:off x="4416" y="3024"/>
                          <a:ext cx="288" cy="288"/>
                        </a:xfrm>
                        <a:prstGeom prst="rect">
                          <a:avLst/>
                        </a:prstGeom>
                        <a:noFill/>
                        <a:ln w="38100">
                          <a:noFill/>
                          <a:miter/>
                        </a:ln>
                      </p:spPr>
                    </p:pic>
                  </p:oleObj>
                </mc:Fallback>
              </mc:AlternateContent>
            </a:graphicData>
          </a:graphic>
        </p:graphicFrame>
        <p:graphicFrame>
          <p:nvGraphicFramePr>
            <p:cNvPr id="66571" name="对象 565263"/>
            <p:cNvGraphicFramePr/>
            <p:nvPr/>
          </p:nvGraphicFramePr>
          <p:xfrm>
            <a:off x="5184" y="2992"/>
            <a:ext cx="288" cy="288"/>
          </p:xfrm>
          <a:graphic>
            <a:graphicData uri="http://schemas.openxmlformats.org/presentationml/2006/ole">
              <mc:AlternateContent xmlns:mc="http://schemas.openxmlformats.org/markup-compatibility/2006">
                <mc:Choice xmlns:v="urn:schemas-microsoft-com:vml" Requires="v">
                  <p:oleObj r:id="rId12" imgW="482600" imgH="482600" progId="Equation.DSMT4">
                    <p:embed/>
                  </p:oleObj>
                </mc:Choice>
                <mc:Fallback>
                  <p:oleObj r:id="rId12" imgW="482600" imgH="482600" progId="Equation.DSMT4">
                    <p:embed/>
                    <p:pic>
                      <p:nvPicPr>
                        <p:cNvPr id="0" name="图片 3245"/>
                        <p:cNvPicPr/>
                        <p:nvPr/>
                      </p:nvPicPr>
                      <p:blipFill>
                        <a:blip r:embed="rId13">
                          <a:lum bright="-100000"/>
                        </a:blip>
                        <a:stretch>
                          <a:fillRect/>
                        </a:stretch>
                      </p:blipFill>
                      <p:spPr>
                        <a:xfrm>
                          <a:off x="5184" y="2992"/>
                          <a:ext cx="288" cy="288"/>
                        </a:xfrm>
                        <a:prstGeom prst="rect">
                          <a:avLst/>
                        </a:prstGeom>
                        <a:noFill/>
                        <a:ln w="38100">
                          <a:noFill/>
                          <a:miter/>
                        </a:ln>
                      </p:spPr>
                    </p:pic>
                  </p:oleObj>
                </mc:Fallback>
              </mc:AlternateContent>
            </a:graphicData>
          </a:graphic>
        </p:graphicFrame>
        <p:sp>
          <p:nvSpPr>
            <p:cNvPr id="66572" name="椭圆 565264"/>
            <p:cNvSpPr/>
            <p:nvPr/>
          </p:nvSpPr>
          <p:spPr>
            <a:xfrm>
              <a:off x="3744" y="2736"/>
              <a:ext cx="1152" cy="1152"/>
            </a:xfrm>
            <a:prstGeom prst="ellipse">
              <a:avLst/>
            </a:prstGeom>
            <a:noFill/>
            <a:ln w="25400" cap="sq" cmpd="sng">
              <a:solidFill>
                <a:schemeClr val="tx1"/>
              </a:solidFill>
              <a:prstDash val="solid"/>
              <a:round/>
              <a:headEnd type="none" w="sm" len="sm"/>
              <a:tailEnd type="none" w="sm" len="sm"/>
            </a:ln>
          </p:spPr>
          <p:txBody>
            <a:bodyPr anchor="t" anchorCtr="0"/>
            <a:lstStyle/>
            <a:p>
              <a:endParaRPr lang="zh-CN" altLang="en-US">
                <a:latin typeface="Arial" panose="020B0604020202020204" pitchFamily="34" charset="0"/>
                <a:ea typeface="宋体" panose="02010600030101010101" pitchFamily="2" charset="-122"/>
              </a:endParaRPr>
            </a:p>
          </p:txBody>
        </p:sp>
        <p:grpSp>
          <p:nvGrpSpPr>
            <p:cNvPr id="66573" name="组合 565265"/>
            <p:cNvGrpSpPr/>
            <p:nvPr/>
          </p:nvGrpSpPr>
          <p:grpSpPr>
            <a:xfrm>
              <a:off x="4704" y="2880"/>
              <a:ext cx="106" cy="139"/>
              <a:chOff x="1536" y="1728"/>
              <a:chExt cx="71" cy="78"/>
            </a:xfrm>
          </p:grpSpPr>
          <p:sp>
            <p:nvSpPr>
              <p:cNvPr id="66574" name="直接连接符 565266"/>
              <p:cNvSpPr/>
              <p:nvPr/>
            </p:nvSpPr>
            <p:spPr>
              <a:xfrm>
                <a:off x="1536" y="1728"/>
                <a:ext cx="67" cy="62"/>
              </a:xfrm>
              <a:prstGeom prst="line">
                <a:avLst/>
              </a:prstGeom>
              <a:ln w="25400" cap="sq" cmpd="sng">
                <a:solidFill>
                  <a:schemeClr val="tx1"/>
                </a:solidFill>
                <a:prstDash val="solid"/>
                <a:round/>
                <a:headEnd type="none" w="sm" len="sm"/>
                <a:tailEnd type="none" w="sm" len="sm"/>
              </a:ln>
            </p:spPr>
          </p:sp>
          <p:sp>
            <p:nvSpPr>
              <p:cNvPr id="66575" name="直接连接符 565267"/>
              <p:cNvSpPr/>
              <p:nvPr/>
            </p:nvSpPr>
            <p:spPr>
              <a:xfrm>
                <a:off x="1536" y="1728"/>
                <a:ext cx="59" cy="74"/>
              </a:xfrm>
              <a:prstGeom prst="line">
                <a:avLst/>
              </a:prstGeom>
              <a:ln w="25400" cap="sq" cmpd="sng">
                <a:solidFill>
                  <a:schemeClr val="tx1"/>
                </a:solidFill>
                <a:prstDash val="solid"/>
                <a:round/>
                <a:headEnd type="none" w="sm" len="sm"/>
                <a:tailEnd type="none" w="sm" len="sm"/>
              </a:ln>
            </p:spPr>
          </p:sp>
          <p:sp>
            <p:nvSpPr>
              <p:cNvPr id="66576" name="直接连接符 565268"/>
              <p:cNvSpPr/>
              <p:nvPr/>
            </p:nvSpPr>
            <p:spPr>
              <a:xfrm>
                <a:off x="1536" y="1728"/>
                <a:ext cx="71" cy="59"/>
              </a:xfrm>
              <a:prstGeom prst="line">
                <a:avLst/>
              </a:prstGeom>
              <a:ln w="25400" cap="sq" cmpd="sng">
                <a:solidFill>
                  <a:schemeClr val="tx1"/>
                </a:solidFill>
                <a:prstDash val="solid"/>
                <a:round/>
                <a:headEnd type="none" w="sm" len="sm"/>
                <a:tailEnd type="none" w="sm" len="sm"/>
              </a:ln>
            </p:spPr>
          </p:sp>
          <p:sp>
            <p:nvSpPr>
              <p:cNvPr id="66577" name="直接连接符 565269"/>
              <p:cNvSpPr/>
              <p:nvPr/>
            </p:nvSpPr>
            <p:spPr>
              <a:xfrm>
                <a:off x="1536" y="1728"/>
                <a:ext cx="53" cy="78"/>
              </a:xfrm>
              <a:prstGeom prst="line">
                <a:avLst/>
              </a:prstGeom>
              <a:ln w="25400" cap="sq" cmpd="sng">
                <a:solidFill>
                  <a:schemeClr val="tx1"/>
                </a:solidFill>
                <a:prstDash val="solid"/>
                <a:round/>
                <a:headEnd type="none" w="sm" len="sm"/>
                <a:tailEnd type="none" w="sm" len="sm"/>
              </a:ln>
            </p:spPr>
          </p:sp>
        </p:grpSp>
        <p:graphicFrame>
          <p:nvGraphicFramePr>
            <p:cNvPr id="66578" name="对象 565270"/>
            <p:cNvGraphicFramePr/>
            <p:nvPr/>
          </p:nvGraphicFramePr>
          <p:xfrm>
            <a:off x="4716" y="2736"/>
            <a:ext cx="132" cy="144"/>
          </p:xfrm>
          <a:graphic>
            <a:graphicData uri="http://schemas.openxmlformats.org/presentationml/2006/ole">
              <mc:AlternateContent xmlns:mc="http://schemas.openxmlformats.org/markup-compatibility/2006">
                <mc:Choice xmlns:v="urn:schemas-microsoft-com:vml" Requires="v">
                  <p:oleObj r:id="rId14" imgW="279400" imgH="304800" progId="Equation.DSMT4">
                    <p:embed/>
                  </p:oleObj>
                </mc:Choice>
                <mc:Fallback>
                  <p:oleObj r:id="rId14" imgW="279400" imgH="304800" progId="Equation.DSMT4">
                    <p:embed/>
                    <p:pic>
                      <p:nvPicPr>
                        <p:cNvPr id="0" name="图片 3251"/>
                        <p:cNvPicPr/>
                        <p:nvPr/>
                      </p:nvPicPr>
                      <p:blipFill>
                        <a:blip r:embed="rId15">
                          <a:lum bright="-100000"/>
                        </a:blip>
                        <a:stretch>
                          <a:fillRect/>
                        </a:stretch>
                      </p:blipFill>
                      <p:spPr>
                        <a:xfrm>
                          <a:off x="4716" y="2736"/>
                          <a:ext cx="132" cy="144"/>
                        </a:xfrm>
                        <a:prstGeom prst="rect">
                          <a:avLst/>
                        </a:prstGeom>
                        <a:noFill/>
                        <a:ln w="38100">
                          <a:noFill/>
                          <a:miter/>
                        </a:ln>
                      </p:spPr>
                    </p:pic>
                  </p:oleObj>
                </mc:Fallback>
              </mc:AlternateContent>
            </a:graphicData>
          </a:graphic>
        </p:graphicFrame>
      </p:grpSp>
      <p:sp>
        <p:nvSpPr>
          <p:cNvPr id="66579" name="文本框 3"/>
          <p:cNvSpPr txBox="1"/>
          <p:nvPr/>
        </p:nvSpPr>
        <p:spPr>
          <a:xfrm>
            <a:off x="628650" y="1012825"/>
            <a:ext cx="8304213" cy="1411288"/>
          </a:xfrm>
          <a:prstGeom prst="rect">
            <a:avLst/>
          </a:prstGeom>
          <a:noFill/>
          <a:ln w="9525">
            <a:noFill/>
          </a:ln>
        </p:spPr>
        <p:txBody>
          <a:bodyPr wrap="square" anchor="t" anchorCtr="0">
            <a:spAutoFit/>
          </a:bodyPr>
          <a:lstStyle/>
          <a:p>
            <a:pPr>
              <a:lnSpc>
                <a:spcPct val="165000"/>
              </a:lnSpc>
            </a:pPr>
            <a:r>
              <a:rPr lang="zh-CN" altLang="en-US" sz="2400">
                <a:latin typeface="Times New Roman" panose="02020603050405020304" pitchFamily="2" charset="0"/>
                <a:ea typeface="宋体" panose="02010600030101010101" pitchFamily="2" charset="-122"/>
              </a:rPr>
              <a:t>若被积函数</a:t>
            </a:r>
            <a:r>
              <a:rPr lang="en-US" altLang="zh-CN" sz="2400">
                <a:solidFill>
                  <a:srgbClr val="C00000"/>
                </a:solidFill>
                <a:latin typeface="Times New Roman" panose="02020603050405020304" pitchFamily="2" charset="0"/>
                <a:ea typeface="宋体" panose="02010600030101010101" pitchFamily="2" charset="-122"/>
              </a:rPr>
              <a:t>X(z)z</a:t>
            </a:r>
            <a:r>
              <a:rPr lang="en-US" altLang="zh-CN" sz="2400" baseline="30000">
                <a:solidFill>
                  <a:srgbClr val="C00000"/>
                </a:solidFill>
                <a:latin typeface="Times New Roman" panose="02020603050405020304" pitchFamily="2" charset="0"/>
                <a:ea typeface="宋体" panose="02010600030101010101" pitchFamily="2" charset="-122"/>
              </a:rPr>
              <a:t>n-1</a:t>
            </a:r>
            <a:r>
              <a:rPr lang="zh-CN" altLang="en-US" sz="2400">
                <a:latin typeface="Times New Roman" panose="02020603050405020304" pitchFamily="2" charset="0"/>
                <a:ea typeface="宋体" panose="02010600030101010101" pitchFamily="2" charset="-122"/>
              </a:rPr>
              <a:t>在围线</a:t>
            </a:r>
            <a:r>
              <a:rPr lang="en-US" altLang="zh-CN" sz="2400">
                <a:latin typeface="Times New Roman" panose="02020603050405020304" pitchFamily="2" charset="0"/>
                <a:ea typeface="宋体" panose="02010600030101010101" pitchFamily="2" charset="-122"/>
              </a:rPr>
              <a:t>C</a:t>
            </a:r>
            <a:r>
              <a:rPr lang="zh-CN" altLang="en-US" sz="2400">
                <a:latin typeface="Times New Roman" panose="02020603050405020304" pitchFamily="2" charset="0"/>
                <a:ea typeface="宋体" panose="02010600030101010101" pitchFamily="2" charset="-122"/>
              </a:rPr>
              <a:t>上连续，在</a:t>
            </a:r>
            <a:r>
              <a:rPr lang="en-US" altLang="zh-CN" sz="2400">
                <a:latin typeface="Times New Roman" panose="02020603050405020304" pitchFamily="2" charset="0"/>
                <a:ea typeface="宋体" panose="02010600030101010101" pitchFamily="2" charset="-122"/>
              </a:rPr>
              <a:t>C</a:t>
            </a:r>
            <a:r>
              <a:rPr lang="zh-CN" altLang="en-US" sz="2400">
                <a:latin typeface="Times New Roman" panose="02020603050405020304" pitchFamily="2" charset="0"/>
                <a:ea typeface="宋体" panose="02010600030101010101" pitchFamily="2" charset="-122"/>
              </a:rPr>
              <a:t>以内有</a:t>
            </a:r>
            <a:r>
              <a:rPr lang="en-US" altLang="zh-CN" sz="2400">
                <a:solidFill>
                  <a:srgbClr val="C00000"/>
                </a:solidFill>
                <a:latin typeface="Times New Roman" panose="02020603050405020304" pitchFamily="2" charset="0"/>
                <a:ea typeface="宋体" panose="02010600030101010101" pitchFamily="2" charset="-122"/>
              </a:rPr>
              <a:t>K</a:t>
            </a:r>
            <a:r>
              <a:rPr lang="zh-CN" altLang="en-US" sz="2400">
                <a:solidFill>
                  <a:srgbClr val="C00000"/>
                </a:solidFill>
                <a:latin typeface="Times New Roman" panose="02020603050405020304" pitchFamily="2" charset="0"/>
                <a:ea typeface="宋体" panose="02010600030101010101" pitchFamily="2" charset="-122"/>
              </a:rPr>
              <a:t>个极点</a:t>
            </a:r>
            <a:r>
              <a:rPr lang="en-US" altLang="zh-CN" sz="2400">
                <a:solidFill>
                  <a:srgbClr val="C00000"/>
                </a:solidFill>
                <a:latin typeface="Times New Roman" panose="02020603050405020304" pitchFamily="2" charset="0"/>
                <a:ea typeface="宋体" panose="02010600030101010101" pitchFamily="2" charset="-122"/>
              </a:rPr>
              <a:t>z</a:t>
            </a:r>
            <a:r>
              <a:rPr lang="en-US" altLang="zh-CN" sz="2400" baseline="-25000">
                <a:solidFill>
                  <a:srgbClr val="C00000"/>
                </a:solidFill>
                <a:latin typeface="Times New Roman" panose="02020603050405020304" pitchFamily="2" charset="0"/>
                <a:ea typeface="宋体" panose="02010600030101010101" pitchFamily="2" charset="-122"/>
              </a:rPr>
              <a:t>k</a:t>
            </a:r>
            <a:r>
              <a:rPr lang="zh-CN" altLang="en-US" sz="2400">
                <a:latin typeface="Times New Roman" panose="02020603050405020304" pitchFamily="2" charset="0"/>
                <a:ea typeface="宋体" panose="02010600030101010101" pitchFamily="2" charset="-122"/>
              </a:rPr>
              <a:t>，而在</a:t>
            </a:r>
            <a:r>
              <a:rPr lang="en-US" altLang="zh-CN" sz="2400">
                <a:solidFill>
                  <a:srgbClr val="C00000"/>
                </a:solidFill>
                <a:latin typeface="Times New Roman" panose="02020603050405020304" pitchFamily="2" charset="0"/>
                <a:ea typeface="宋体" panose="02010600030101010101" pitchFamily="2" charset="-122"/>
              </a:rPr>
              <a:t>C</a:t>
            </a:r>
            <a:r>
              <a:rPr lang="zh-CN" altLang="en-US" sz="2400">
                <a:solidFill>
                  <a:srgbClr val="C00000"/>
                </a:solidFill>
                <a:latin typeface="Times New Roman" panose="02020603050405020304" pitchFamily="2" charset="0"/>
                <a:ea typeface="宋体" panose="02010600030101010101" pitchFamily="2" charset="-122"/>
              </a:rPr>
              <a:t>以外有</a:t>
            </a:r>
            <a:r>
              <a:rPr lang="en-US" altLang="zh-CN" sz="2400">
                <a:solidFill>
                  <a:srgbClr val="C00000"/>
                </a:solidFill>
                <a:latin typeface="Times New Roman" panose="02020603050405020304" pitchFamily="2" charset="0"/>
                <a:ea typeface="宋体" panose="02010600030101010101" pitchFamily="2" charset="-122"/>
              </a:rPr>
              <a:t>M</a:t>
            </a:r>
            <a:r>
              <a:rPr lang="zh-CN" altLang="en-US" sz="2400">
                <a:solidFill>
                  <a:srgbClr val="C00000"/>
                </a:solidFill>
                <a:latin typeface="Times New Roman" panose="02020603050405020304" pitchFamily="2" charset="0"/>
                <a:ea typeface="宋体" panose="02010600030101010101" pitchFamily="2" charset="-122"/>
              </a:rPr>
              <a:t>个极点</a:t>
            </a:r>
            <a:r>
              <a:rPr lang="en-US" altLang="zh-CN" sz="2400">
                <a:solidFill>
                  <a:srgbClr val="C00000"/>
                </a:solidFill>
                <a:latin typeface="Times New Roman" panose="02020603050405020304" pitchFamily="2" charset="0"/>
                <a:ea typeface="宋体" panose="02010600030101010101" pitchFamily="2" charset="-122"/>
              </a:rPr>
              <a:t>z</a:t>
            </a:r>
            <a:r>
              <a:rPr lang="en-US" altLang="zh-CN" sz="2400" baseline="-25000">
                <a:solidFill>
                  <a:srgbClr val="C00000"/>
                </a:solidFill>
                <a:latin typeface="Times New Roman" panose="02020603050405020304" pitchFamily="2" charset="0"/>
                <a:ea typeface="宋体" panose="02010600030101010101" pitchFamily="2" charset="-122"/>
              </a:rPr>
              <a:t>m</a:t>
            </a:r>
            <a:r>
              <a:rPr lang="zh-CN" altLang="en-US" sz="2400">
                <a:latin typeface="Times New Roman" panose="02020603050405020304" pitchFamily="2" charset="0"/>
                <a:ea typeface="宋体" panose="02010600030101010101" pitchFamily="2" charset="-122"/>
              </a:rPr>
              <a:t>，则有：</a:t>
            </a:r>
            <a:r>
              <a:rPr lang="zh-CN" altLang="en-US" sz="2800">
                <a:latin typeface="Times New Roman" panose="02020603050405020304" pitchFamily="2" charset="0"/>
                <a:ea typeface="宋体" panose="02010600030101010101" pitchFamily="2" charset="-122"/>
              </a:rPr>
              <a:t>  </a:t>
            </a:r>
          </a:p>
        </p:txBody>
      </p:sp>
      <p:sp>
        <p:nvSpPr>
          <p:cNvPr id="66580" name="文本框 1"/>
          <p:cNvSpPr txBox="1"/>
          <p:nvPr/>
        </p:nvSpPr>
        <p:spPr>
          <a:xfrm>
            <a:off x="712788" y="5743575"/>
            <a:ext cx="7051675" cy="460375"/>
          </a:xfrm>
          <a:prstGeom prst="rect">
            <a:avLst/>
          </a:prstGeom>
          <a:noFill/>
          <a:ln w="9525">
            <a:noFill/>
          </a:ln>
        </p:spPr>
        <p:txBody>
          <a:bodyPr wrap="none" anchor="t" anchorCtr="0">
            <a:spAutoFit/>
          </a:bodyPr>
          <a:lstStyle/>
          <a:p>
            <a:r>
              <a:rPr lang="zh-CN" altLang="en-US" sz="2400" b="1" dirty="0">
                <a:solidFill>
                  <a:srgbClr val="C00000"/>
                </a:solidFill>
                <a:latin typeface="Times New Roman" panose="02020603050405020304" pitchFamily="2" charset="0"/>
                <a:ea typeface="宋体" panose="02010600030101010101" pitchFamily="2" charset="-122"/>
              </a:rPr>
              <a:t>分母多项式z的阶次比分子多项式高二阶或二阶以上</a:t>
            </a:r>
          </a:p>
        </p:txBody>
      </p:sp>
      <p:grpSp>
        <p:nvGrpSpPr>
          <p:cNvPr id="5" name="组合 4">
            <a:extLst>
              <a:ext uri="{FF2B5EF4-FFF2-40B4-BE49-F238E27FC236}">
                <a16:creationId xmlns:a16="http://schemas.microsoft.com/office/drawing/2014/main" id="{2E9C5B5F-D253-0BCC-844C-220BC2403B3C}"/>
              </a:ext>
            </a:extLst>
          </p:cNvPr>
          <p:cNvGrpSpPr/>
          <p:nvPr/>
        </p:nvGrpSpPr>
        <p:grpSpPr>
          <a:xfrm>
            <a:off x="2096425" y="1560305"/>
            <a:ext cx="6419520" cy="83880"/>
            <a:chOff x="2096425" y="1560305"/>
            <a:chExt cx="6419520" cy="83880"/>
          </a:xfrm>
        </p:grpSpPr>
        <mc:AlternateContent xmlns:mc="http://schemas.openxmlformats.org/markup-compatibility/2006" xmlns:p14="http://schemas.microsoft.com/office/powerpoint/2010/main">
          <mc:Choice Requires="p14">
            <p:contentPart p14:bwMode="auto" r:id="rId16">
              <p14:nvContentPartPr>
                <p14:cNvPr id="2" name="墨迹 1">
                  <a:extLst>
                    <a:ext uri="{FF2B5EF4-FFF2-40B4-BE49-F238E27FC236}">
                      <a16:creationId xmlns:a16="http://schemas.microsoft.com/office/drawing/2014/main" id="{145A58F5-42D1-42E4-F661-1CF37B658ECE}"/>
                    </a:ext>
                  </a:extLst>
                </p14:cNvPr>
                <p14:cNvContentPartPr/>
                <p14:nvPr/>
              </p14:nvContentPartPr>
              <p14:xfrm>
                <a:off x="2096425" y="1643825"/>
                <a:ext cx="990000" cy="360"/>
              </p14:xfrm>
            </p:contentPart>
          </mc:Choice>
          <mc:Fallback xmlns="">
            <p:pic>
              <p:nvPicPr>
                <p:cNvPr id="2" name="墨迹 1">
                  <a:extLst>
                    <a:ext uri="{FF2B5EF4-FFF2-40B4-BE49-F238E27FC236}">
                      <a16:creationId xmlns:a16="http://schemas.microsoft.com/office/drawing/2014/main" id="{145A58F5-42D1-42E4-F661-1CF37B658ECE}"/>
                    </a:ext>
                  </a:extLst>
                </p:cNvPr>
                <p:cNvPicPr/>
                <p:nvPr/>
              </p:nvPicPr>
              <p:blipFill>
                <a:blip r:embed="rId17"/>
                <a:stretch>
                  <a:fillRect/>
                </a:stretch>
              </p:blipFill>
              <p:spPr>
                <a:xfrm>
                  <a:off x="2078785" y="1625825"/>
                  <a:ext cx="1025640" cy="3600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3" name="墨迹 2">
                  <a:extLst>
                    <a:ext uri="{FF2B5EF4-FFF2-40B4-BE49-F238E27FC236}">
                      <a16:creationId xmlns:a16="http://schemas.microsoft.com/office/drawing/2014/main" id="{4A08A12C-CE88-8E2B-6F77-838118090F3A}"/>
                    </a:ext>
                  </a:extLst>
                </p14:cNvPr>
                <p14:cNvContentPartPr/>
                <p14:nvPr/>
              </p14:nvContentPartPr>
              <p14:xfrm>
                <a:off x="3731185" y="1606385"/>
                <a:ext cx="1431000" cy="37800"/>
              </p14:xfrm>
            </p:contentPart>
          </mc:Choice>
          <mc:Fallback xmlns="">
            <p:pic>
              <p:nvPicPr>
                <p:cNvPr id="3" name="墨迹 2">
                  <a:extLst>
                    <a:ext uri="{FF2B5EF4-FFF2-40B4-BE49-F238E27FC236}">
                      <a16:creationId xmlns:a16="http://schemas.microsoft.com/office/drawing/2014/main" id="{4A08A12C-CE88-8E2B-6F77-838118090F3A}"/>
                    </a:ext>
                  </a:extLst>
                </p:cNvPr>
                <p:cNvPicPr/>
                <p:nvPr/>
              </p:nvPicPr>
              <p:blipFill>
                <a:blip r:embed="rId19"/>
                <a:stretch>
                  <a:fillRect/>
                </a:stretch>
              </p:blipFill>
              <p:spPr>
                <a:xfrm>
                  <a:off x="3713545" y="1588745"/>
                  <a:ext cx="1466640" cy="7344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4" name="墨迹 3">
                  <a:extLst>
                    <a:ext uri="{FF2B5EF4-FFF2-40B4-BE49-F238E27FC236}">
                      <a16:creationId xmlns:a16="http://schemas.microsoft.com/office/drawing/2014/main" id="{5794D043-B382-3CBF-484B-B97C3CFA008D}"/>
                    </a:ext>
                  </a:extLst>
                </p14:cNvPr>
                <p14:cNvContentPartPr/>
                <p14:nvPr/>
              </p14:nvContentPartPr>
              <p14:xfrm>
                <a:off x="5772385" y="1560305"/>
                <a:ext cx="2743560" cy="75960"/>
              </p14:xfrm>
            </p:contentPart>
          </mc:Choice>
          <mc:Fallback xmlns="">
            <p:pic>
              <p:nvPicPr>
                <p:cNvPr id="4" name="墨迹 3">
                  <a:extLst>
                    <a:ext uri="{FF2B5EF4-FFF2-40B4-BE49-F238E27FC236}">
                      <a16:creationId xmlns:a16="http://schemas.microsoft.com/office/drawing/2014/main" id="{5794D043-B382-3CBF-484B-B97C3CFA008D}"/>
                    </a:ext>
                  </a:extLst>
                </p:cNvPr>
                <p:cNvPicPr/>
                <p:nvPr/>
              </p:nvPicPr>
              <p:blipFill>
                <a:blip r:embed="rId21"/>
                <a:stretch>
                  <a:fillRect/>
                </a:stretch>
              </p:blipFill>
              <p:spPr>
                <a:xfrm>
                  <a:off x="5754385" y="1542305"/>
                  <a:ext cx="2779200" cy="1116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22">
            <p14:nvContentPartPr>
              <p14:cNvPr id="6" name="墨迹 5">
                <a:extLst>
                  <a:ext uri="{FF2B5EF4-FFF2-40B4-BE49-F238E27FC236}">
                    <a16:creationId xmlns:a16="http://schemas.microsoft.com/office/drawing/2014/main" id="{6118303E-2626-7DDA-C84D-2FCE8336D86C}"/>
                  </a:ext>
                </a:extLst>
              </p14:cNvPr>
              <p14:cNvContentPartPr/>
              <p14:nvPr/>
            </p14:nvContentPartPr>
            <p14:xfrm>
              <a:off x="1486945" y="2299745"/>
              <a:ext cx="2603880" cy="9720"/>
            </p14:xfrm>
          </p:contentPart>
        </mc:Choice>
        <mc:Fallback xmlns="">
          <p:pic>
            <p:nvPicPr>
              <p:cNvPr id="6" name="墨迹 5">
                <a:extLst>
                  <a:ext uri="{FF2B5EF4-FFF2-40B4-BE49-F238E27FC236}">
                    <a16:creationId xmlns:a16="http://schemas.microsoft.com/office/drawing/2014/main" id="{6118303E-2626-7DDA-C84D-2FCE8336D86C}"/>
                  </a:ext>
                </a:extLst>
              </p:cNvPr>
              <p:cNvPicPr/>
              <p:nvPr/>
            </p:nvPicPr>
            <p:blipFill>
              <a:blip r:embed="rId23"/>
              <a:stretch>
                <a:fillRect/>
              </a:stretch>
            </p:blipFill>
            <p:spPr>
              <a:xfrm>
                <a:off x="1468945" y="2281745"/>
                <a:ext cx="2639520" cy="45360"/>
              </a:xfrm>
              <a:prstGeom prst="rect">
                <a:avLst/>
              </a:prstGeom>
            </p:spPr>
          </p:pic>
        </mc:Fallback>
      </mc:AlternateContent>
      <p:grpSp>
        <p:nvGrpSpPr>
          <p:cNvPr id="10" name="组合 9">
            <a:extLst>
              <a:ext uri="{FF2B5EF4-FFF2-40B4-BE49-F238E27FC236}">
                <a16:creationId xmlns:a16="http://schemas.microsoft.com/office/drawing/2014/main" id="{C2A6BF9B-9C53-B1AE-29B2-CECAA1269076}"/>
              </a:ext>
            </a:extLst>
          </p:cNvPr>
          <p:cNvGrpSpPr/>
          <p:nvPr/>
        </p:nvGrpSpPr>
        <p:grpSpPr>
          <a:xfrm>
            <a:off x="5007385" y="5318705"/>
            <a:ext cx="74160" cy="75240"/>
            <a:chOff x="5007385" y="5318705"/>
            <a:chExt cx="74160" cy="75240"/>
          </a:xfrm>
        </p:grpSpPr>
        <mc:AlternateContent xmlns:mc="http://schemas.openxmlformats.org/markup-compatibility/2006" xmlns:p14="http://schemas.microsoft.com/office/powerpoint/2010/main">
          <mc:Choice Requires="p14">
            <p:contentPart p14:bwMode="auto" r:id="rId24">
              <p14:nvContentPartPr>
                <p14:cNvPr id="8" name="墨迹 7">
                  <a:extLst>
                    <a:ext uri="{FF2B5EF4-FFF2-40B4-BE49-F238E27FC236}">
                      <a16:creationId xmlns:a16="http://schemas.microsoft.com/office/drawing/2014/main" id="{F0C57EA2-27E9-037A-D346-509C9B5F505F}"/>
                    </a:ext>
                  </a:extLst>
                </p14:cNvPr>
                <p14:cNvContentPartPr/>
                <p14:nvPr/>
              </p14:nvContentPartPr>
              <p14:xfrm>
                <a:off x="5007385" y="5318705"/>
                <a:ext cx="74160" cy="75240"/>
              </p14:xfrm>
            </p:contentPart>
          </mc:Choice>
          <mc:Fallback xmlns="">
            <p:pic>
              <p:nvPicPr>
                <p:cNvPr id="8" name="墨迹 7">
                  <a:extLst>
                    <a:ext uri="{FF2B5EF4-FFF2-40B4-BE49-F238E27FC236}">
                      <a16:creationId xmlns:a16="http://schemas.microsoft.com/office/drawing/2014/main" id="{F0C57EA2-27E9-037A-D346-509C9B5F505F}"/>
                    </a:ext>
                  </a:extLst>
                </p:cNvPr>
                <p:cNvPicPr/>
                <p:nvPr/>
              </p:nvPicPr>
              <p:blipFill>
                <a:blip r:embed="rId25"/>
                <a:stretch>
                  <a:fillRect/>
                </a:stretch>
              </p:blipFill>
              <p:spPr>
                <a:xfrm>
                  <a:off x="4989745" y="5300705"/>
                  <a:ext cx="109800" cy="11088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9" name="墨迹 8">
                  <a:extLst>
                    <a:ext uri="{FF2B5EF4-FFF2-40B4-BE49-F238E27FC236}">
                      <a16:creationId xmlns:a16="http://schemas.microsoft.com/office/drawing/2014/main" id="{8A2BFAA3-166F-BB10-E41D-0D4D0C4BD3D6}"/>
                    </a:ext>
                  </a:extLst>
                </p14:cNvPr>
                <p14:cNvContentPartPr/>
                <p14:nvPr/>
              </p14:nvContentPartPr>
              <p14:xfrm>
                <a:off x="5042665" y="5369825"/>
                <a:ext cx="11520" cy="5760"/>
              </p14:xfrm>
            </p:contentPart>
          </mc:Choice>
          <mc:Fallback xmlns="">
            <p:pic>
              <p:nvPicPr>
                <p:cNvPr id="9" name="墨迹 8">
                  <a:extLst>
                    <a:ext uri="{FF2B5EF4-FFF2-40B4-BE49-F238E27FC236}">
                      <a16:creationId xmlns:a16="http://schemas.microsoft.com/office/drawing/2014/main" id="{8A2BFAA3-166F-BB10-E41D-0D4D0C4BD3D6}"/>
                    </a:ext>
                  </a:extLst>
                </p:cNvPr>
                <p:cNvPicPr/>
                <p:nvPr/>
              </p:nvPicPr>
              <p:blipFill>
                <a:blip r:embed="rId27"/>
                <a:stretch>
                  <a:fillRect/>
                </a:stretch>
              </p:blipFill>
              <p:spPr>
                <a:xfrm>
                  <a:off x="5025025" y="5351825"/>
                  <a:ext cx="47160" cy="414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28">
            <p14:nvContentPartPr>
              <p14:cNvPr id="11" name="墨迹 10">
                <a:extLst>
                  <a:ext uri="{FF2B5EF4-FFF2-40B4-BE49-F238E27FC236}">
                    <a16:creationId xmlns:a16="http://schemas.microsoft.com/office/drawing/2014/main" id="{F0CCBF56-4478-85D7-097D-9CC1D538076E}"/>
                  </a:ext>
                </a:extLst>
              </p14:cNvPr>
              <p14:cNvContentPartPr/>
              <p14:nvPr/>
            </p14:nvContentPartPr>
            <p14:xfrm>
              <a:off x="747865" y="6104225"/>
              <a:ext cx="6816240" cy="102960"/>
            </p14:xfrm>
          </p:contentPart>
        </mc:Choice>
        <mc:Fallback xmlns="">
          <p:pic>
            <p:nvPicPr>
              <p:cNvPr id="11" name="墨迹 10">
                <a:extLst>
                  <a:ext uri="{FF2B5EF4-FFF2-40B4-BE49-F238E27FC236}">
                    <a16:creationId xmlns:a16="http://schemas.microsoft.com/office/drawing/2014/main" id="{F0CCBF56-4478-85D7-097D-9CC1D538076E}"/>
                  </a:ext>
                </a:extLst>
              </p:cNvPr>
              <p:cNvPicPr/>
              <p:nvPr/>
            </p:nvPicPr>
            <p:blipFill>
              <a:blip r:embed="rId29"/>
              <a:stretch>
                <a:fillRect/>
              </a:stretch>
            </p:blipFill>
            <p:spPr>
              <a:xfrm>
                <a:off x="730225" y="6086225"/>
                <a:ext cx="6851880" cy="13860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12" name="墨迹 11">
                <a:extLst>
                  <a:ext uri="{FF2B5EF4-FFF2-40B4-BE49-F238E27FC236}">
                    <a16:creationId xmlns:a16="http://schemas.microsoft.com/office/drawing/2014/main" id="{D594D7E0-BC2D-27CB-E0A8-72E0B7F0A6C5}"/>
                  </a:ext>
                </a:extLst>
              </p14:cNvPr>
              <p14:cNvContentPartPr/>
              <p14:nvPr/>
            </p14:nvContentPartPr>
            <p14:xfrm>
              <a:off x="1769905" y="6252905"/>
              <a:ext cx="271800" cy="130680"/>
            </p14:xfrm>
          </p:contentPart>
        </mc:Choice>
        <mc:Fallback xmlns="">
          <p:pic>
            <p:nvPicPr>
              <p:cNvPr id="12" name="墨迹 11">
                <a:extLst>
                  <a:ext uri="{FF2B5EF4-FFF2-40B4-BE49-F238E27FC236}">
                    <a16:creationId xmlns:a16="http://schemas.microsoft.com/office/drawing/2014/main" id="{D594D7E0-BC2D-27CB-E0A8-72E0B7F0A6C5}"/>
                  </a:ext>
                </a:extLst>
              </p:cNvPr>
              <p:cNvPicPr/>
              <p:nvPr/>
            </p:nvPicPr>
            <p:blipFill>
              <a:blip r:embed="rId31"/>
              <a:stretch>
                <a:fillRect/>
              </a:stretch>
            </p:blipFill>
            <p:spPr>
              <a:xfrm>
                <a:off x="1752265" y="6234905"/>
                <a:ext cx="307440" cy="166320"/>
              </a:xfrm>
              <a:prstGeom prst="rect">
                <a:avLst/>
              </a:prstGeom>
            </p:spPr>
          </p:pic>
        </mc:Fallback>
      </mc:AlternateContent>
      <p:grpSp>
        <p:nvGrpSpPr>
          <p:cNvPr id="23" name="组合 22">
            <a:extLst>
              <a:ext uri="{FF2B5EF4-FFF2-40B4-BE49-F238E27FC236}">
                <a16:creationId xmlns:a16="http://schemas.microsoft.com/office/drawing/2014/main" id="{8F491C3D-9899-37E6-EC14-361009F9485F}"/>
              </a:ext>
            </a:extLst>
          </p:cNvPr>
          <p:cNvGrpSpPr/>
          <p:nvPr/>
        </p:nvGrpSpPr>
        <p:grpSpPr>
          <a:xfrm>
            <a:off x="1551385" y="6114305"/>
            <a:ext cx="683280" cy="259200"/>
            <a:chOff x="1551385" y="6114305"/>
            <a:chExt cx="683280" cy="259200"/>
          </a:xfrm>
        </p:grpSpPr>
        <mc:AlternateContent xmlns:mc="http://schemas.openxmlformats.org/markup-compatibility/2006" xmlns:p14="http://schemas.microsoft.com/office/powerpoint/2010/main">
          <mc:Choice Requires="p14">
            <p:contentPart p14:bwMode="auto" r:id="rId32">
              <p14:nvContentPartPr>
                <p14:cNvPr id="13" name="墨迹 12">
                  <a:extLst>
                    <a:ext uri="{FF2B5EF4-FFF2-40B4-BE49-F238E27FC236}">
                      <a16:creationId xmlns:a16="http://schemas.microsoft.com/office/drawing/2014/main" id="{C0D83E93-9EEB-87AD-0214-36DF78934ABA}"/>
                    </a:ext>
                  </a:extLst>
                </p14:cNvPr>
                <p14:cNvContentPartPr/>
                <p14:nvPr/>
              </p14:nvContentPartPr>
              <p14:xfrm>
                <a:off x="1847305" y="6279185"/>
                <a:ext cx="203040" cy="82800"/>
              </p14:xfrm>
            </p:contentPart>
          </mc:Choice>
          <mc:Fallback xmlns="">
            <p:pic>
              <p:nvPicPr>
                <p:cNvPr id="13" name="墨迹 12">
                  <a:extLst>
                    <a:ext uri="{FF2B5EF4-FFF2-40B4-BE49-F238E27FC236}">
                      <a16:creationId xmlns:a16="http://schemas.microsoft.com/office/drawing/2014/main" id="{C0D83E93-9EEB-87AD-0214-36DF78934ABA}"/>
                    </a:ext>
                  </a:extLst>
                </p:cNvPr>
                <p:cNvPicPr/>
                <p:nvPr/>
              </p:nvPicPr>
              <p:blipFill>
                <a:blip r:embed="rId33"/>
                <a:stretch>
                  <a:fillRect/>
                </a:stretch>
              </p:blipFill>
              <p:spPr>
                <a:xfrm>
                  <a:off x="1829305" y="6261545"/>
                  <a:ext cx="238680" cy="11844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14" name="墨迹 13">
                  <a:extLst>
                    <a:ext uri="{FF2B5EF4-FFF2-40B4-BE49-F238E27FC236}">
                      <a16:creationId xmlns:a16="http://schemas.microsoft.com/office/drawing/2014/main" id="{29B0644E-9616-1C39-99C1-62BD712EDB6A}"/>
                    </a:ext>
                  </a:extLst>
                </p14:cNvPr>
                <p14:cNvContentPartPr/>
                <p14:nvPr/>
              </p14:nvContentPartPr>
              <p14:xfrm>
                <a:off x="1754785" y="6373145"/>
                <a:ext cx="285840" cy="360"/>
              </p14:xfrm>
            </p:contentPart>
          </mc:Choice>
          <mc:Fallback xmlns="">
            <p:pic>
              <p:nvPicPr>
                <p:cNvPr id="14" name="墨迹 13">
                  <a:extLst>
                    <a:ext uri="{FF2B5EF4-FFF2-40B4-BE49-F238E27FC236}">
                      <a16:creationId xmlns:a16="http://schemas.microsoft.com/office/drawing/2014/main" id="{29B0644E-9616-1C39-99C1-62BD712EDB6A}"/>
                    </a:ext>
                  </a:extLst>
                </p:cNvPr>
                <p:cNvPicPr/>
                <p:nvPr/>
              </p:nvPicPr>
              <p:blipFill>
                <a:blip r:embed="rId35"/>
                <a:stretch>
                  <a:fillRect/>
                </a:stretch>
              </p:blipFill>
              <p:spPr>
                <a:xfrm>
                  <a:off x="1736785" y="6355145"/>
                  <a:ext cx="321480" cy="36000"/>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16" name="墨迹 15">
                  <a:extLst>
                    <a:ext uri="{FF2B5EF4-FFF2-40B4-BE49-F238E27FC236}">
                      <a16:creationId xmlns:a16="http://schemas.microsoft.com/office/drawing/2014/main" id="{D734141E-8B1D-32DB-97FF-D1F6F952A9DB}"/>
                    </a:ext>
                  </a:extLst>
                </p14:cNvPr>
                <p14:cNvContentPartPr/>
                <p14:nvPr/>
              </p14:nvContentPartPr>
              <p14:xfrm>
                <a:off x="1579825" y="6142025"/>
                <a:ext cx="9000" cy="43920"/>
              </p14:xfrm>
            </p:contentPart>
          </mc:Choice>
          <mc:Fallback xmlns="">
            <p:pic>
              <p:nvPicPr>
                <p:cNvPr id="16" name="墨迹 15">
                  <a:extLst>
                    <a:ext uri="{FF2B5EF4-FFF2-40B4-BE49-F238E27FC236}">
                      <a16:creationId xmlns:a16="http://schemas.microsoft.com/office/drawing/2014/main" id="{D734141E-8B1D-32DB-97FF-D1F6F952A9DB}"/>
                    </a:ext>
                  </a:extLst>
                </p:cNvPr>
                <p:cNvPicPr/>
                <p:nvPr/>
              </p:nvPicPr>
              <p:blipFill>
                <a:blip r:embed="rId37"/>
                <a:stretch>
                  <a:fillRect/>
                </a:stretch>
              </p:blipFill>
              <p:spPr>
                <a:xfrm>
                  <a:off x="1562185" y="6124025"/>
                  <a:ext cx="44640" cy="79560"/>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17" name="墨迹 16">
                  <a:extLst>
                    <a:ext uri="{FF2B5EF4-FFF2-40B4-BE49-F238E27FC236}">
                      <a16:creationId xmlns:a16="http://schemas.microsoft.com/office/drawing/2014/main" id="{6548F63C-FCC1-1C3F-ED46-BED608FA685F}"/>
                    </a:ext>
                  </a:extLst>
                </p14:cNvPr>
                <p14:cNvContentPartPr/>
                <p14:nvPr/>
              </p14:nvContentPartPr>
              <p14:xfrm>
                <a:off x="1911745" y="6132665"/>
                <a:ext cx="9360" cy="25200"/>
              </p14:xfrm>
            </p:contentPart>
          </mc:Choice>
          <mc:Fallback xmlns="">
            <p:pic>
              <p:nvPicPr>
                <p:cNvPr id="17" name="墨迹 16">
                  <a:extLst>
                    <a:ext uri="{FF2B5EF4-FFF2-40B4-BE49-F238E27FC236}">
                      <a16:creationId xmlns:a16="http://schemas.microsoft.com/office/drawing/2014/main" id="{6548F63C-FCC1-1C3F-ED46-BED608FA685F}"/>
                    </a:ext>
                  </a:extLst>
                </p:cNvPr>
                <p:cNvPicPr/>
                <p:nvPr/>
              </p:nvPicPr>
              <p:blipFill>
                <a:blip r:embed="rId39"/>
                <a:stretch>
                  <a:fillRect/>
                </a:stretch>
              </p:blipFill>
              <p:spPr>
                <a:xfrm>
                  <a:off x="1894105" y="6115025"/>
                  <a:ext cx="45000" cy="60840"/>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18" name="墨迹 17">
                  <a:extLst>
                    <a:ext uri="{FF2B5EF4-FFF2-40B4-BE49-F238E27FC236}">
                      <a16:creationId xmlns:a16="http://schemas.microsoft.com/office/drawing/2014/main" id="{EB6EF48A-E96C-5747-E5E5-5972B3B2C882}"/>
                    </a:ext>
                  </a:extLst>
                </p14:cNvPr>
                <p14:cNvContentPartPr/>
                <p14:nvPr/>
              </p14:nvContentPartPr>
              <p14:xfrm>
                <a:off x="1908865" y="6169745"/>
                <a:ext cx="12240" cy="41400"/>
              </p14:xfrm>
            </p:contentPart>
          </mc:Choice>
          <mc:Fallback xmlns="">
            <p:pic>
              <p:nvPicPr>
                <p:cNvPr id="18" name="墨迹 17">
                  <a:extLst>
                    <a:ext uri="{FF2B5EF4-FFF2-40B4-BE49-F238E27FC236}">
                      <a16:creationId xmlns:a16="http://schemas.microsoft.com/office/drawing/2014/main" id="{EB6EF48A-E96C-5747-E5E5-5972B3B2C882}"/>
                    </a:ext>
                  </a:extLst>
                </p:cNvPr>
                <p:cNvPicPr/>
                <p:nvPr/>
              </p:nvPicPr>
              <p:blipFill>
                <a:blip r:embed="rId41"/>
                <a:stretch>
                  <a:fillRect/>
                </a:stretch>
              </p:blipFill>
              <p:spPr>
                <a:xfrm>
                  <a:off x="1890865" y="6152105"/>
                  <a:ext cx="47880" cy="77040"/>
                </a:xfrm>
                <a:prstGeom prst="rect">
                  <a:avLst/>
                </a:prstGeom>
              </p:spPr>
            </p:pic>
          </mc:Fallback>
        </mc:AlternateContent>
        <mc:AlternateContent xmlns:mc="http://schemas.openxmlformats.org/markup-compatibility/2006" xmlns:p14="http://schemas.microsoft.com/office/powerpoint/2010/main">
          <mc:Choice Requires="p14">
            <p:contentPart p14:bwMode="auto" r:id="rId42">
              <p14:nvContentPartPr>
                <p14:cNvPr id="19" name="墨迹 18">
                  <a:extLst>
                    <a:ext uri="{FF2B5EF4-FFF2-40B4-BE49-F238E27FC236}">
                      <a16:creationId xmlns:a16="http://schemas.microsoft.com/office/drawing/2014/main" id="{791C46D5-DB6A-A2E5-0C18-E259E8F1EA92}"/>
                    </a:ext>
                  </a:extLst>
                </p14:cNvPr>
                <p14:cNvContentPartPr/>
                <p14:nvPr/>
              </p14:nvContentPartPr>
              <p14:xfrm>
                <a:off x="2226025" y="6114305"/>
                <a:ext cx="360" cy="82440"/>
              </p14:xfrm>
            </p:contentPart>
          </mc:Choice>
          <mc:Fallback xmlns="">
            <p:pic>
              <p:nvPicPr>
                <p:cNvPr id="19" name="墨迹 18">
                  <a:extLst>
                    <a:ext uri="{FF2B5EF4-FFF2-40B4-BE49-F238E27FC236}">
                      <a16:creationId xmlns:a16="http://schemas.microsoft.com/office/drawing/2014/main" id="{791C46D5-DB6A-A2E5-0C18-E259E8F1EA92}"/>
                    </a:ext>
                  </a:extLst>
                </p:cNvPr>
                <p:cNvPicPr/>
                <p:nvPr/>
              </p:nvPicPr>
              <p:blipFill>
                <a:blip r:embed="rId43"/>
                <a:stretch>
                  <a:fillRect/>
                </a:stretch>
              </p:blipFill>
              <p:spPr>
                <a:xfrm>
                  <a:off x="2208025" y="6096305"/>
                  <a:ext cx="36000" cy="118080"/>
                </a:xfrm>
                <a:prstGeom prst="rect">
                  <a:avLst/>
                </a:prstGeom>
              </p:spPr>
            </p:pic>
          </mc:Fallback>
        </mc:AlternateContent>
        <mc:AlternateContent xmlns:mc="http://schemas.openxmlformats.org/markup-compatibility/2006" xmlns:p14="http://schemas.microsoft.com/office/powerpoint/2010/main">
          <mc:Choice Requires="p14">
            <p:contentPart p14:bwMode="auto" r:id="rId44">
              <p14:nvContentPartPr>
                <p14:cNvPr id="20" name="墨迹 19">
                  <a:extLst>
                    <a:ext uri="{FF2B5EF4-FFF2-40B4-BE49-F238E27FC236}">
                      <a16:creationId xmlns:a16="http://schemas.microsoft.com/office/drawing/2014/main" id="{4645F5A3-034D-CA21-1D5C-3B7951E77722}"/>
                    </a:ext>
                  </a:extLst>
                </p14:cNvPr>
                <p14:cNvContentPartPr/>
                <p14:nvPr/>
              </p14:nvContentPartPr>
              <p14:xfrm>
                <a:off x="1551385" y="6123305"/>
                <a:ext cx="10080" cy="43920"/>
              </p14:xfrm>
            </p:contentPart>
          </mc:Choice>
          <mc:Fallback xmlns="">
            <p:pic>
              <p:nvPicPr>
                <p:cNvPr id="20" name="墨迹 19">
                  <a:extLst>
                    <a:ext uri="{FF2B5EF4-FFF2-40B4-BE49-F238E27FC236}">
                      <a16:creationId xmlns:a16="http://schemas.microsoft.com/office/drawing/2014/main" id="{4645F5A3-034D-CA21-1D5C-3B7951E77722}"/>
                    </a:ext>
                  </a:extLst>
                </p:cNvPr>
                <p:cNvPicPr/>
                <p:nvPr/>
              </p:nvPicPr>
              <p:blipFill>
                <a:blip r:embed="rId45"/>
                <a:stretch>
                  <a:fillRect/>
                </a:stretch>
              </p:blipFill>
              <p:spPr>
                <a:xfrm>
                  <a:off x="1533745" y="6105665"/>
                  <a:ext cx="45720" cy="79560"/>
                </a:xfrm>
                <a:prstGeom prst="rect">
                  <a:avLst/>
                </a:prstGeom>
              </p:spPr>
            </p:pic>
          </mc:Fallback>
        </mc:AlternateContent>
        <mc:AlternateContent xmlns:mc="http://schemas.openxmlformats.org/markup-compatibility/2006" xmlns:p14="http://schemas.microsoft.com/office/powerpoint/2010/main">
          <mc:Choice Requires="p14">
            <p:contentPart p14:bwMode="auto" r:id="rId46">
              <p14:nvContentPartPr>
                <p14:cNvPr id="21" name="墨迹 20">
                  <a:extLst>
                    <a:ext uri="{FF2B5EF4-FFF2-40B4-BE49-F238E27FC236}">
                      <a16:creationId xmlns:a16="http://schemas.microsoft.com/office/drawing/2014/main" id="{20A92499-985A-73FA-DF06-E93C9E6691FA}"/>
                    </a:ext>
                  </a:extLst>
                </p14:cNvPr>
                <p14:cNvContentPartPr/>
                <p14:nvPr/>
              </p14:nvContentPartPr>
              <p14:xfrm>
                <a:off x="1920745" y="6142025"/>
                <a:ext cx="7920" cy="43920"/>
              </p14:xfrm>
            </p:contentPart>
          </mc:Choice>
          <mc:Fallback xmlns="">
            <p:pic>
              <p:nvPicPr>
                <p:cNvPr id="21" name="墨迹 20">
                  <a:extLst>
                    <a:ext uri="{FF2B5EF4-FFF2-40B4-BE49-F238E27FC236}">
                      <a16:creationId xmlns:a16="http://schemas.microsoft.com/office/drawing/2014/main" id="{20A92499-985A-73FA-DF06-E93C9E6691FA}"/>
                    </a:ext>
                  </a:extLst>
                </p:cNvPr>
                <p:cNvPicPr/>
                <p:nvPr/>
              </p:nvPicPr>
              <p:blipFill>
                <a:blip r:embed="rId47"/>
                <a:stretch>
                  <a:fillRect/>
                </a:stretch>
              </p:blipFill>
              <p:spPr>
                <a:xfrm>
                  <a:off x="1903105" y="6124025"/>
                  <a:ext cx="43560" cy="79560"/>
                </a:xfrm>
                <a:prstGeom prst="rect">
                  <a:avLst/>
                </a:prstGeom>
              </p:spPr>
            </p:pic>
          </mc:Fallback>
        </mc:AlternateContent>
        <mc:AlternateContent xmlns:mc="http://schemas.openxmlformats.org/markup-compatibility/2006" xmlns:p14="http://schemas.microsoft.com/office/powerpoint/2010/main">
          <mc:Choice Requires="p14">
            <p:contentPart p14:bwMode="auto" r:id="rId48">
              <p14:nvContentPartPr>
                <p14:cNvPr id="22" name="墨迹 21">
                  <a:extLst>
                    <a:ext uri="{FF2B5EF4-FFF2-40B4-BE49-F238E27FC236}">
                      <a16:creationId xmlns:a16="http://schemas.microsoft.com/office/drawing/2014/main" id="{1CCB65A9-C0A7-1199-2B62-C21739E042FB}"/>
                    </a:ext>
                  </a:extLst>
                </p14:cNvPr>
                <p14:cNvContentPartPr/>
                <p14:nvPr/>
              </p14:nvContentPartPr>
              <p14:xfrm>
                <a:off x="1551385" y="6193865"/>
                <a:ext cx="683280" cy="32040"/>
              </p14:xfrm>
            </p:contentPart>
          </mc:Choice>
          <mc:Fallback xmlns="">
            <p:pic>
              <p:nvPicPr>
                <p:cNvPr id="22" name="墨迹 21">
                  <a:extLst>
                    <a:ext uri="{FF2B5EF4-FFF2-40B4-BE49-F238E27FC236}">
                      <a16:creationId xmlns:a16="http://schemas.microsoft.com/office/drawing/2014/main" id="{1CCB65A9-C0A7-1199-2B62-C21739E042FB}"/>
                    </a:ext>
                  </a:extLst>
                </p:cNvPr>
                <p:cNvPicPr/>
                <p:nvPr/>
              </p:nvPicPr>
              <p:blipFill>
                <a:blip r:embed="rId49"/>
                <a:stretch>
                  <a:fillRect/>
                </a:stretch>
              </p:blipFill>
              <p:spPr>
                <a:xfrm>
                  <a:off x="1533745" y="6175865"/>
                  <a:ext cx="718920" cy="6768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50">
            <p14:nvContentPartPr>
              <p14:cNvPr id="30" name="墨迹 29">
                <a:extLst>
                  <a:ext uri="{FF2B5EF4-FFF2-40B4-BE49-F238E27FC236}">
                    <a16:creationId xmlns:a16="http://schemas.microsoft.com/office/drawing/2014/main" id="{15E2BEB2-D924-491F-1315-F5942CC51488}"/>
                  </a:ext>
                </a:extLst>
              </p14:cNvPr>
              <p14:cNvContentPartPr/>
              <p14:nvPr/>
            </p14:nvContentPartPr>
            <p14:xfrm>
              <a:off x="1477585" y="2289305"/>
              <a:ext cx="2613960" cy="29520"/>
            </p14:xfrm>
          </p:contentPart>
        </mc:Choice>
        <mc:Fallback xmlns="">
          <p:pic>
            <p:nvPicPr>
              <p:cNvPr id="30" name="墨迹 29">
                <a:extLst>
                  <a:ext uri="{FF2B5EF4-FFF2-40B4-BE49-F238E27FC236}">
                    <a16:creationId xmlns:a16="http://schemas.microsoft.com/office/drawing/2014/main" id="{15E2BEB2-D924-491F-1315-F5942CC51488}"/>
                  </a:ext>
                </a:extLst>
              </p:cNvPr>
              <p:cNvPicPr/>
              <p:nvPr/>
            </p:nvPicPr>
            <p:blipFill>
              <a:blip r:embed="rId51"/>
              <a:stretch>
                <a:fillRect/>
              </a:stretch>
            </p:blipFill>
            <p:spPr>
              <a:xfrm>
                <a:off x="1459585" y="2271665"/>
                <a:ext cx="2649600" cy="65160"/>
              </a:xfrm>
              <a:prstGeom prst="rect">
                <a:avLst/>
              </a:prstGeom>
            </p:spPr>
          </p:pic>
        </mc:Fallback>
      </mc:AlternateContent>
      <p:grpSp>
        <p:nvGrpSpPr>
          <p:cNvPr id="34" name="组合 33">
            <a:extLst>
              <a:ext uri="{FF2B5EF4-FFF2-40B4-BE49-F238E27FC236}">
                <a16:creationId xmlns:a16="http://schemas.microsoft.com/office/drawing/2014/main" id="{05C19C77-E97F-3B54-7A02-5D33A7DC869A}"/>
              </a:ext>
            </a:extLst>
          </p:cNvPr>
          <p:cNvGrpSpPr/>
          <p:nvPr/>
        </p:nvGrpSpPr>
        <p:grpSpPr>
          <a:xfrm>
            <a:off x="1329985" y="2290385"/>
            <a:ext cx="185040" cy="29880"/>
            <a:chOff x="1329985" y="2290385"/>
            <a:chExt cx="185040" cy="29880"/>
          </a:xfrm>
        </p:grpSpPr>
        <mc:AlternateContent xmlns:mc="http://schemas.openxmlformats.org/markup-compatibility/2006" xmlns:p14="http://schemas.microsoft.com/office/powerpoint/2010/main">
          <mc:Choice Requires="p14">
            <p:contentPart p14:bwMode="auto" r:id="rId52">
              <p14:nvContentPartPr>
                <p14:cNvPr id="31" name="墨迹 30">
                  <a:extLst>
                    <a:ext uri="{FF2B5EF4-FFF2-40B4-BE49-F238E27FC236}">
                      <a16:creationId xmlns:a16="http://schemas.microsoft.com/office/drawing/2014/main" id="{5007C3FD-508F-408B-A9AB-822A997D2F97}"/>
                    </a:ext>
                  </a:extLst>
                </p14:cNvPr>
                <p14:cNvContentPartPr/>
                <p14:nvPr/>
              </p14:nvContentPartPr>
              <p14:xfrm>
                <a:off x="1366705" y="2316665"/>
                <a:ext cx="148320" cy="3600"/>
              </p14:xfrm>
            </p:contentPart>
          </mc:Choice>
          <mc:Fallback xmlns="">
            <p:pic>
              <p:nvPicPr>
                <p:cNvPr id="31" name="墨迹 30">
                  <a:extLst>
                    <a:ext uri="{FF2B5EF4-FFF2-40B4-BE49-F238E27FC236}">
                      <a16:creationId xmlns:a16="http://schemas.microsoft.com/office/drawing/2014/main" id="{5007C3FD-508F-408B-A9AB-822A997D2F97}"/>
                    </a:ext>
                  </a:extLst>
                </p:cNvPr>
                <p:cNvPicPr/>
                <p:nvPr/>
              </p:nvPicPr>
              <p:blipFill>
                <a:blip r:embed="rId53"/>
                <a:stretch>
                  <a:fillRect/>
                </a:stretch>
              </p:blipFill>
              <p:spPr>
                <a:xfrm>
                  <a:off x="1349065" y="2298665"/>
                  <a:ext cx="183960" cy="39240"/>
                </a:xfrm>
                <a:prstGeom prst="rect">
                  <a:avLst/>
                </a:prstGeom>
              </p:spPr>
            </p:pic>
          </mc:Fallback>
        </mc:AlternateContent>
        <mc:AlternateContent xmlns:mc="http://schemas.openxmlformats.org/markup-compatibility/2006" xmlns:p14="http://schemas.microsoft.com/office/powerpoint/2010/main">
          <mc:Choice Requires="p14">
            <p:contentPart p14:bwMode="auto" r:id="rId54">
              <p14:nvContentPartPr>
                <p14:cNvPr id="32" name="墨迹 31">
                  <a:extLst>
                    <a:ext uri="{FF2B5EF4-FFF2-40B4-BE49-F238E27FC236}">
                      <a16:creationId xmlns:a16="http://schemas.microsoft.com/office/drawing/2014/main" id="{BA4ECDD2-4095-0230-C67E-8504B4F131BB}"/>
                    </a:ext>
                  </a:extLst>
                </p14:cNvPr>
                <p14:cNvContentPartPr/>
                <p14:nvPr/>
              </p14:nvContentPartPr>
              <p14:xfrm>
                <a:off x="1329985" y="2290385"/>
                <a:ext cx="156600" cy="360"/>
              </p14:xfrm>
            </p:contentPart>
          </mc:Choice>
          <mc:Fallback xmlns="">
            <p:pic>
              <p:nvPicPr>
                <p:cNvPr id="32" name="墨迹 31">
                  <a:extLst>
                    <a:ext uri="{FF2B5EF4-FFF2-40B4-BE49-F238E27FC236}">
                      <a16:creationId xmlns:a16="http://schemas.microsoft.com/office/drawing/2014/main" id="{BA4ECDD2-4095-0230-C67E-8504B4F131BB}"/>
                    </a:ext>
                  </a:extLst>
                </p:cNvPr>
                <p:cNvPicPr/>
                <p:nvPr/>
              </p:nvPicPr>
              <p:blipFill>
                <a:blip r:embed="rId55"/>
                <a:stretch>
                  <a:fillRect/>
                </a:stretch>
              </p:blipFill>
              <p:spPr>
                <a:xfrm>
                  <a:off x="1311985" y="2272385"/>
                  <a:ext cx="192240" cy="36000"/>
                </a:xfrm>
                <a:prstGeom prst="rect">
                  <a:avLst/>
                </a:prstGeom>
              </p:spPr>
            </p:pic>
          </mc:Fallback>
        </mc:AlternateContent>
        <mc:AlternateContent xmlns:mc="http://schemas.openxmlformats.org/markup-compatibility/2006" xmlns:p14="http://schemas.microsoft.com/office/powerpoint/2010/main">
          <mc:Choice Requires="p14">
            <p:contentPart p14:bwMode="auto" r:id="rId56">
              <p14:nvContentPartPr>
                <p14:cNvPr id="33" name="墨迹 32">
                  <a:extLst>
                    <a:ext uri="{FF2B5EF4-FFF2-40B4-BE49-F238E27FC236}">
                      <a16:creationId xmlns:a16="http://schemas.microsoft.com/office/drawing/2014/main" id="{E92CF2F9-6B80-83FC-199D-E9FFF366C938}"/>
                    </a:ext>
                  </a:extLst>
                </p14:cNvPr>
                <p14:cNvContentPartPr/>
                <p14:nvPr/>
              </p14:nvContentPartPr>
              <p14:xfrm>
                <a:off x="1329985" y="2308745"/>
                <a:ext cx="165960" cy="360"/>
              </p14:xfrm>
            </p:contentPart>
          </mc:Choice>
          <mc:Fallback xmlns="">
            <p:pic>
              <p:nvPicPr>
                <p:cNvPr id="33" name="墨迹 32">
                  <a:extLst>
                    <a:ext uri="{FF2B5EF4-FFF2-40B4-BE49-F238E27FC236}">
                      <a16:creationId xmlns:a16="http://schemas.microsoft.com/office/drawing/2014/main" id="{E92CF2F9-6B80-83FC-199D-E9FFF366C938}"/>
                    </a:ext>
                  </a:extLst>
                </p:cNvPr>
                <p:cNvPicPr/>
                <p:nvPr/>
              </p:nvPicPr>
              <p:blipFill>
                <a:blip r:embed="rId57"/>
                <a:stretch>
                  <a:fillRect/>
                </a:stretch>
              </p:blipFill>
              <p:spPr>
                <a:xfrm>
                  <a:off x="1311985" y="2291105"/>
                  <a:ext cx="201600" cy="36000"/>
                </a:xfrm>
                <a:prstGeom prst="rect">
                  <a:avLst/>
                </a:prstGeom>
              </p:spPr>
            </p:pic>
          </mc:Fallback>
        </mc:AlternateContent>
      </p:grpSp>
    </p:spTree>
  </p:cSld>
  <p:clrMapOvr>
    <a:masterClrMapping/>
  </p:clrMapOvr>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5" name="文本框 104452"/>
          <p:cNvSpPr txBox="1"/>
          <p:nvPr/>
        </p:nvSpPr>
        <p:spPr>
          <a:xfrm>
            <a:off x="539750" y="1165225"/>
            <a:ext cx="8245475" cy="2157413"/>
          </a:xfrm>
          <a:prstGeom prst="rect">
            <a:avLst/>
          </a:prstGeom>
          <a:noFill/>
          <a:ln w="9525">
            <a:noFill/>
          </a:ln>
        </p:spPr>
        <p:txBody>
          <a:bodyPr wrap="square" anchor="t" anchorCtr="0">
            <a:spAutoFit/>
          </a:bodyPr>
          <a:lstStyle/>
          <a:p>
            <a:pPr algn="just">
              <a:lnSpc>
                <a:spcPct val="140000"/>
              </a:lnSpc>
            </a:pPr>
            <a:r>
              <a:rPr lang="zh-CN" altLang="en-US" sz="2400" dirty="0">
                <a:latin typeface="Times New Roman" panose="02020603050405020304" pitchFamily="2" charset="0"/>
                <a:ea typeface="宋体" panose="02010600030101010101" pitchFamily="2" charset="-122"/>
                <a:sym typeface="Arial" panose="020B0604020202020204" pitchFamily="34" charset="0"/>
              </a:rPr>
              <a:t>设z</a:t>
            </a:r>
            <a:r>
              <a:rPr lang="zh-CN" altLang="en-US" sz="2400" baseline="-25000" dirty="0">
                <a:latin typeface="Times New Roman" panose="02020603050405020304" pitchFamily="2" charset="0"/>
                <a:ea typeface="宋体" panose="02010600030101010101" pitchFamily="2" charset="-122"/>
                <a:sym typeface="Arial" panose="020B0604020202020204" pitchFamily="34" charset="0"/>
              </a:rPr>
              <a:t>r</a:t>
            </a:r>
            <a:r>
              <a:rPr lang="zh-CN" altLang="en-US" sz="2400" dirty="0">
                <a:latin typeface="Times New Roman" panose="02020603050405020304" pitchFamily="2" charset="0"/>
                <a:ea typeface="宋体" panose="02010600030101010101" pitchFamily="2" charset="-122"/>
                <a:sym typeface="Arial" panose="020B0604020202020204" pitchFamily="34" charset="0"/>
              </a:rPr>
              <a:t>是X(z)z</a:t>
            </a:r>
            <a:r>
              <a:rPr lang="zh-CN" altLang="en-US" sz="2400" baseline="30000" dirty="0">
                <a:latin typeface="Times New Roman" panose="02020603050405020304" pitchFamily="2" charset="0"/>
                <a:ea typeface="宋体" panose="02010600030101010101" pitchFamily="2" charset="-122"/>
                <a:sym typeface="Arial" panose="020B0604020202020204" pitchFamily="34" charset="0"/>
              </a:rPr>
              <a:t>n-1</a:t>
            </a:r>
            <a:r>
              <a:rPr lang="zh-CN" altLang="en-US" sz="2400" dirty="0">
                <a:latin typeface="Times New Roman" panose="02020603050405020304" pitchFamily="2" charset="0"/>
                <a:ea typeface="宋体" panose="02010600030101010101" pitchFamily="2" charset="-122"/>
                <a:sym typeface="Arial" panose="020B0604020202020204" pitchFamily="34" charset="0"/>
              </a:rPr>
              <a:t>的</a:t>
            </a:r>
            <a:r>
              <a:rPr lang="zh-CN" altLang="en-US" sz="2400" dirty="0">
                <a:solidFill>
                  <a:srgbClr val="C00000"/>
                </a:solidFill>
                <a:latin typeface="Times New Roman" panose="02020603050405020304" pitchFamily="2" charset="0"/>
                <a:ea typeface="宋体" panose="02010600030101010101" pitchFamily="2" charset="-122"/>
                <a:sym typeface="Arial" panose="020B0604020202020204" pitchFamily="34" charset="0"/>
              </a:rPr>
              <a:t>一阶极点</a:t>
            </a:r>
            <a:r>
              <a:rPr lang="zh-CN" altLang="en-US" sz="2400" dirty="0">
                <a:latin typeface="Times New Roman" panose="02020603050405020304" pitchFamily="2" charset="0"/>
                <a:ea typeface="宋体" panose="02010600030101010101" pitchFamily="2" charset="-122"/>
                <a:sym typeface="Arial" panose="020B0604020202020204" pitchFamily="34" charset="0"/>
              </a:rPr>
              <a:t>，则有</a:t>
            </a:r>
          </a:p>
          <a:p>
            <a:pPr algn="just">
              <a:lnSpc>
                <a:spcPct val="140000"/>
              </a:lnSpc>
            </a:pPr>
            <a:endParaRPr lang="zh-CN" altLang="en-US" sz="2400" dirty="0">
              <a:latin typeface="Times New Roman" panose="02020603050405020304" pitchFamily="2" charset="0"/>
              <a:ea typeface="宋体" panose="02010600030101010101" pitchFamily="2" charset="-122"/>
              <a:sym typeface="Arial" panose="020B0604020202020204" pitchFamily="34" charset="0"/>
            </a:endParaRPr>
          </a:p>
          <a:p>
            <a:pPr algn="just">
              <a:lnSpc>
                <a:spcPct val="140000"/>
              </a:lnSpc>
            </a:pPr>
            <a:endParaRPr lang="zh-CN" altLang="en-US" sz="2400" dirty="0">
              <a:latin typeface="Times New Roman" panose="02020603050405020304" pitchFamily="2" charset="0"/>
              <a:ea typeface="宋体" panose="02010600030101010101" pitchFamily="2" charset="-122"/>
              <a:sym typeface="Arial" panose="020B0604020202020204" pitchFamily="34" charset="0"/>
            </a:endParaRPr>
          </a:p>
          <a:p>
            <a:pPr algn="just">
              <a:lnSpc>
                <a:spcPct val="140000"/>
              </a:lnSpc>
            </a:pPr>
            <a:r>
              <a:rPr lang="zh-CN" altLang="en-US" sz="2400" dirty="0">
                <a:latin typeface="Times New Roman" panose="02020603050405020304" pitchFamily="2" charset="0"/>
                <a:ea typeface="宋体" panose="02010600030101010101" pitchFamily="2" charset="-122"/>
                <a:sym typeface="Arial" panose="020B0604020202020204" pitchFamily="34" charset="0"/>
              </a:rPr>
              <a:t>若z</a:t>
            </a:r>
            <a:r>
              <a:rPr lang="zh-CN" altLang="en-US" sz="2400" baseline="-25000" dirty="0">
                <a:latin typeface="Times New Roman" panose="02020603050405020304" pitchFamily="2" charset="0"/>
                <a:ea typeface="宋体" panose="02010600030101010101" pitchFamily="2" charset="-122"/>
                <a:sym typeface="Arial" panose="020B0604020202020204" pitchFamily="34" charset="0"/>
              </a:rPr>
              <a:t>r</a:t>
            </a:r>
            <a:r>
              <a:rPr lang="zh-CN" altLang="en-US" sz="2400" dirty="0">
                <a:latin typeface="Times New Roman" panose="02020603050405020304" pitchFamily="2" charset="0"/>
                <a:ea typeface="宋体" panose="02010600030101010101" pitchFamily="2" charset="-122"/>
                <a:sym typeface="Arial" panose="020B0604020202020204" pitchFamily="34" charset="0"/>
              </a:rPr>
              <a:t>是X(z)z</a:t>
            </a:r>
            <a:r>
              <a:rPr lang="zh-CN" altLang="en-US" sz="2400" baseline="30000" dirty="0">
                <a:latin typeface="Times New Roman" panose="02020603050405020304" pitchFamily="2" charset="0"/>
                <a:ea typeface="宋体" panose="02010600030101010101" pitchFamily="2" charset="-122"/>
                <a:sym typeface="Arial" panose="020B0604020202020204" pitchFamily="34" charset="0"/>
              </a:rPr>
              <a:t>n-1</a:t>
            </a:r>
            <a:r>
              <a:rPr lang="zh-CN" altLang="en-US" sz="2400" dirty="0">
                <a:latin typeface="Times New Roman" panose="02020603050405020304" pitchFamily="2" charset="0"/>
                <a:ea typeface="宋体" panose="02010600030101010101" pitchFamily="2" charset="-122"/>
                <a:sym typeface="Arial" panose="020B0604020202020204" pitchFamily="34" charset="0"/>
              </a:rPr>
              <a:t>的</a:t>
            </a:r>
            <a:r>
              <a:rPr lang="en-US" altLang="zh-CN" sz="2400" i="1" dirty="0">
                <a:solidFill>
                  <a:srgbClr val="C00000"/>
                </a:solidFill>
                <a:latin typeface="Times New Roman" panose="02020603050405020304" pitchFamily="2" charset="0"/>
                <a:ea typeface="宋体" panose="02010600030101010101" pitchFamily="2" charset="-122"/>
                <a:sym typeface="Arial" panose="020B0604020202020204" pitchFamily="34" charset="0"/>
              </a:rPr>
              <a:t>l</a:t>
            </a:r>
            <a:r>
              <a:rPr lang="zh-CN" altLang="en-US" sz="2400" dirty="0">
                <a:solidFill>
                  <a:srgbClr val="C00000"/>
                </a:solidFill>
                <a:latin typeface="Times New Roman" panose="02020603050405020304" pitchFamily="2" charset="0"/>
                <a:ea typeface="宋体" panose="02010600030101010101" pitchFamily="2" charset="-122"/>
                <a:sym typeface="Arial" panose="020B0604020202020204" pitchFamily="34" charset="0"/>
              </a:rPr>
              <a:t>阶(多重)极点</a:t>
            </a:r>
            <a:r>
              <a:rPr lang="zh-CN" altLang="en-US" sz="2400" dirty="0">
                <a:latin typeface="Times New Roman" panose="02020603050405020304" pitchFamily="2" charset="0"/>
                <a:ea typeface="宋体" panose="02010600030101010101" pitchFamily="2" charset="-122"/>
                <a:sym typeface="Arial" panose="020B0604020202020204" pitchFamily="34" charset="0"/>
              </a:rPr>
              <a:t>，则有</a:t>
            </a:r>
          </a:p>
        </p:txBody>
      </p:sp>
      <p:graphicFrame>
        <p:nvGraphicFramePr>
          <p:cNvPr id="67586" name="对象 104453">
            <a:hlinkClick r:id="" action="ppaction://ole?verb=0"/>
          </p:cNvPr>
          <p:cNvGraphicFramePr>
            <a:graphicFrameLocks noChangeAspect="1"/>
          </p:cNvGraphicFramePr>
          <p:nvPr/>
        </p:nvGraphicFramePr>
        <p:xfrm>
          <a:off x="989013" y="2073275"/>
          <a:ext cx="7610475" cy="590550"/>
        </p:xfrm>
        <a:graphic>
          <a:graphicData uri="http://schemas.openxmlformats.org/presentationml/2006/ole">
            <mc:AlternateContent xmlns:mc="http://schemas.openxmlformats.org/markup-compatibility/2006">
              <mc:Choice xmlns:v="urn:schemas-microsoft-com:vml" Requires="v">
                <p:oleObj r:id="rId3" imgW="3873500" imgH="304800" progId="Equation.3">
                  <p:embed/>
                </p:oleObj>
              </mc:Choice>
              <mc:Fallback>
                <p:oleObj r:id="rId3" imgW="3873500" imgH="304800" progId="Equation.3">
                  <p:embed/>
                  <p:pic>
                    <p:nvPicPr>
                      <p:cNvPr id="0" name="图片 3252"/>
                      <p:cNvPicPr/>
                      <p:nvPr/>
                    </p:nvPicPr>
                    <p:blipFill>
                      <a:blip r:embed="rId4"/>
                      <a:stretch>
                        <a:fillRect/>
                      </a:stretch>
                    </p:blipFill>
                    <p:spPr>
                      <a:xfrm>
                        <a:off x="989013" y="2073275"/>
                        <a:ext cx="7610475" cy="590550"/>
                      </a:xfrm>
                      <a:prstGeom prst="rect">
                        <a:avLst/>
                      </a:prstGeom>
                      <a:noFill/>
                      <a:ln w="38100">
                        <a:noFill/>
                        <a:miter/>
                      </a:ln>
                    </p:spPr>
                  </p:pic>
                </p:oleObj>
              </mc:Fallback>
            </mc:AlternateContent>
          </a:graphicData>
        </a:graphic>
      </p:graphicFrame>
      <p:graphicFrame>
        <p:nvGraphicFramePr>
          <p:cNvPr id="67587" name="对象 104454">
            <a:hlinkClick r:id="" action="ppaction://ole?verb=0"/>
          </p:cNvPr>
          <p:cNvGraphicFramePr>
            <a:graphicFrameLocks noChangeAspect="1"/>
          </p:cNvGraphicFramePr>
          <p:nvPr/>
        </p:nvGraphicFramePr>
        <p:xfrm>
          <a:off x="981075" y="3568700"/>
          <a:ext cx="5807075" cy="1762125"/>
        </p:xfrm>
        <a:graphic>
          <a:graphicData uri="http://schemas.openxmlformats.org/presentationml/2006/ole">
            <mc:AlternateContent xmlns:mc="http://schemas.openxmlformats.org/markup-compatibility/2006">
              <mc:Choice xmlns:v="urn:schemas-microsoft-com:vml" Requires="v">
                <p:oleObj r:id="rId5" imgW="3187700" imgH="965200" progId="Equation.3">
                  <p:embed/>
                </p:oleObj>
              </mc:Choice>
              <mc:Fallback>
                <p:oleObj r:id="rId5" imgW="3187700" imgH="965200" progId="Equation.3">
                  <p:embed/>
                  <p:pic>
                    <p:nvPicPr>
                      <p:cNvPr id="0" name="图片 3253"/>
                      <p:cNvPicPr/>
                      <p:nvPr/>
                    </p:nvPicPr>
                    <p:blipFill>
                      <a:blip r:embed="rId6"/>
                      <a:stretch>
                        <a:fillRect/>
                      </a:stretch>
                    </p:blipFill>
                    <p:spPr>
                      <a:xfrm>
                        <a:off x="981075" y="3568700"/>
                        <a:ext cx="5807075" cy="1762125"/>
                      </a:xfrm>
                      <a:prstGeom prst="rect">
                        <a:avLst/>
                      </a:prstGeom>
                      <a:noFill/>
                      <a:ln w="38100">
                        <a:noFill/>
                        <a:miter/>
                      </a:ln>
                    </p:spPr>
                  </p:pic>
                </p:oleObj>
              </mc:Fallback>
            </mc:AlternateContent>
          </a:graphicData>
        </a:graphic>
      </p:graphicFrame>
    </p:spTree>
  </p:cSld>
  <p:clrMapOvr>
    <a:masterClrMapping/>
  </p:clrMapOvr>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9633" name="对象 568321"/>
          <p:cNvGraphicFramePr/>
          <p:nvPr/>
        </p:nvGraphicFramePr>
        <p:xfrm>
          <a:off x="609600" y="506413"/>
          <a:ext cx="6553200" cy="762000"/>
        </p:xfrm>
        <a:graphic>
          <a:graphicData uri="http://schemas.openxmlformats.org/presentationml/2006/ole">
            <mc:AlternateContent xmlns:mc="http://schemas.openxmlformats.org/markup-compatibility/2006">
              <mc:Choice xmlns:v="urn:schemas-microsoft-com:vml" Requires="v">
                <p:oleObj r:id="rId2" imgW="8187690" imgH="951865" progId="Equation.DSMT4">
                  <p:embed/>
                </p:oleObj>
              </mc:Choice>
              <mc:Fallback>
                <p:oleObj r:id="rId2" imgW="8187690" imgH="951865" progId="Equation.DSMT4">
                  <p:embed/>
                  <p:pic>
                    <p:nvPicPr>
                      <p:cNvPr id="0" name="图片 3247"/>
                      <p:cNvPicPr/>
                      <p:nvPr/>
                    </p:nvPicPr>
                    <p:blipFill>
                      <a:blip r:embed="rId3">
                        <a:lum bright="-100000"/>
                      </a:blip>
                      <a:stretch>
                        <a:fillRect/>
                      </a:stretch>
                    </p:blipFill>
                    <p:spPr>
                      <a:xfrm>
                        <a:off x="609600" y="506413"/>
                        <a:ext cx="6553200" cy="762000"/>
                      </a:xfrm>
                      <a:prstGeom prst="rect">
                        <a:avLst/>
                      </a:prstGeom>
                      <a:noFill/>
                      <a:ln w="38100">
                        <a:noFill/>
                        <a:miter/>
                      </a:ln>
                    </p:spPr>
                  </p:pic>
                </p:oleObj>
              </mc:Fallback>
            </mc:AlternateContent>
          </a:graphicData>
        </a:graphic>
      </p:graphicFrame>
      <p:grpSp>
        <p:nvGrpSpPr>
          <p:cNvPr id="69634" name="组合 568322"/>
          <p:cNvGrpSpPr/>
          <p:nvPr/>
        </p:nvGrpSpPr>
        <p:grpSpPr>
          <a:xfrm>
            <a:off x="5651500" y="3213100"/>
            <a:ext cx="2744788" cy="2439988"/>
            <a:chOff x="3396" y="2160"/>
            <a:chExt cx="2412" cy="2112"/>
          </a:xfrm>
        </p:grpSpPr>
        <p:sp>
          <p:nvSpPr>
            <p:cNvPr id="69635" name="椭圆 568323"/>
            <p:cNvSpPr/>
            <p:nvPr/>
          </p:nvSpPr>
          <p:spPr>
            <a:xfrm>
              <a:off x="3492" y="2496"/>
              <a:ext cx="1680" cy="1680"/>
            </a:xfrm>
            <a:prstGeom prst="ellipse">
              <a:avLst/>
            </a:prstGeom>
            <a:pattFill prst="pct10">
              <a:fgClr>
                <a:schemeClr val="tx1"/>
              </a:fgClr>
              <a:bgClr>
                <a:schemeClr val="bg1"/>
              </a:bgClr>
            </a:pattFill>
            <a:ln w="25400" cap="sq" cmpd="sng">
              <a:solidFill>
                <a:schemeClr val="tx1"/>
              </a:solidFill>
              <a:prstDash val="solid"/>
              <a:round/>
              <a:headEnd type="none" w="sm" len="sm"/>
              <a:tailEnd type="none" w="sm" len="sm"/>
            </a:ln>
          </p:spPr>
          <p:txBody>
            <a:bodyPr anchor="t" anchorCtr="0"/>
            <a:lstStyle/>
            <a:p>
              <a:endParaRPr lang="zh-CN" altLang="en-US">
                <a:latin typeface="Arial" panose="020B0604020202020204" pitchFamily="34" charset="0"/>
                <a:ea typeface="宋体" panose="02010600030101010101" pitchFamily="2" charset="-122"/>
              </a:endParaRPr>
            </a:p>
          </p:txBody>
        </p:sp>
        <p:sp>
          <p:nvSpPr>
            <p:cNvPr id="69636" name="椭圆 568324"/>
            <p:cNvSpPr/>
            <p:nvPr/>
          </p:nvSpPr>
          <p:spPr>
            <a:xfrm>
              <a:off x="3924" y="2928"/>
              <a:ext cx="768" cy="768"/>
            </a:xfrm>
            <a:prstGeom prst="ellipse">
              <a:avLst/>
            </a:prstGeom>
            <a:solidFill>
              <a:schemeClr val="bg1"/>
            </a:solidFill>
            <a:ln w="25400" cap="sq" cmpd="sng">
              <a:solidFill>
                <a:schemeClr val="tx1"/>
              </a:solidFill>
              <a:prstDash val="solid"/>
              <a:round/>
              <a:headEnd type="none" w="sm" len="sm"/>
              <a:tailEnd type="none" w="sm" len="sm"/>
            </a:ln>
          </p:spPr>
          <p:txBody>
            <a:bodyPr anchor="t" anchorCtr="0"/>
            <a:lstStyle/>
            <a:p>
              <a:endParaRPr lang="zh-CN" altLang="en-US">
                <a:latin typeface="Arial" panose="020B0604020202020204" pitchFamily="34" charset="0"/>
                <a:ea typeface="宋体" panose="02010600030101010101" pitchFamily="2" charset="-122"/>
              </a:endParaRPr>
            </a:p>
          </p:txBody>
        </p:sp>
        <p:sp>
          <p:nvSpPr>
            <p:cNvPr id="69637" name="直接连接符 568325"/>
            <p:cNvSpPr/>
            <p:nvPr/>
          </p:nvSpPr>
          <p:spPr>
            <a:xfrm>
              <a:off x="3396" y="3312"/>
              <a:ext cx="2220" cy="0"/>
            </a:xfrm>
            <a:prstGeom prst="line">
              <a:avLst/>
            </a:prstGeom>
            <a:ln w="25400" cap="sq" cmpd="sng">
              <a:solidFill>
                <a:schemeClr val="tx1"/>
              </a:solidFill>
              <a:prstDash val="solid"/>
              <a:round/>
              <a:headEnd type="none" w="sm" len="sm"/>
              <a:tailEnd type="triangle" w="med" len="lg"/>
            </a:ln>
          </p:spPr>
        </p:sp>
        <p:sp>
          <p:nvSpPr>
            <p:cNvPr id="69638" name="直接连接符 568326"/>
            <p:cNvSpPr/>
            <p:nvPr/>
          </p:nvSpPr>
          <p:spPr>
            <a:xfrm flipV="1">
              <a:off x="4308" y="2208"/>
              <a:ext cx="0" cy="2064"/>
            </a:xfrm>
            <a:prstGeom prst="line">
              <a:avLst/>
            </a:prstGeom>
            <a:ln w="25400" cap="sq" cmpd="sng">
              <a:solidFill>
                <a:schemeClr val="tx1"/>
              </a:solidFill>
              <a:prstDash val="solid"/>
              <a:round/>
              <a:headEnd type="none" w="sm" len="sm"/>
              <a:tailEnd type="triangle" w="med" len="lg"/>
            </a:ln>
          </p:spPr>
        </p:sp>
        <p:graphicFrame>
          <p:nvGraphicFramePr>
            <p:cNvPr id="69639" name="对象 568327"/>
            <p:cNvGraphicFramePr/>
            <p:nvPr/>
          </p:nvGraphicFramePr>
          <p:xfrm>
            <a:off x="5280" y="3360"/>
            <a:ext cx="528" cy="240"/>
          </p:xfrm>
          <a:graphic>
            <a:graphicData uri="http://schemas.openxmlformats.org/presentationml/2006/ole">
              <mc:AlternateContent xmlns:mc="http://schemas.openxmlformats.org/markup-compatibility/2006">
                <mc:Choice xmlns:v="urn:schemas-microsoft-com:vml" Requires="v">
                  <p:oleObj r:id="rId4" imgW="838200" imgH="381000" progId="Equation.DSMT4">
                    <p:embed/>
                  </p:oleObj>
                </mc:Choice>
                <mc:Fallback>
                  <p:oleObj r:id="rId4" imgW="838200" imgH="381000" progId="Equation.DSMT4">
                    <p:embed/>
                    <p:pic>
                      <p:nvPicPr>
                        <p:cNvPr id="0" name="图片 3246"/>
                        <p:cNvPicPr/>
                        <p:nvPr/>
                      </p:nvPicPr>
                      <p:blipFill>
                        <a:blip r:embed="rId5">
                          <a:lum bright="-100000"/>
                        </a:blip>
                        <a:stretch>
                          <a:fillRect/>
                        </a:stretch>
                      </p:blipFill>
                      <p:spPr>
                        <a:xfrm>
                          <a:off x="5280" y="3360"/>
                          <a:ext cx="528" cy="240"/>
                        </a:xfrm>
                        <a:prstGeom prst="rect">
                          <a:avLst/>
                        </a:prstGeom>
                        <a:noFill/>
                        <a:ln w="38100">
                          <a:noFill/>
                          <a:miter/>
                        </a:ln>
                      </p:spPr>
                    </p:pic>
                  </p:oleObj>
                </mc:Fallback>
              </mc:AlternateContent>
            </a:graphicData>
          </a:graphic>
        </p:graphicFrame>
        <p:graphicFrame>
          <p:nvGraphicFramePr>
            <p:cNvPr id="69640" name="对象 568328"/>
            <p:cNvGraphicFramePr/>
            <p:nvPr/>
          </p:nvGraphicFramePr>
          <p:xfrm>
            <a:off x="4356" y="2160"/>
            <a:ext cx="664" cy="240"/>
          </p:xfrm>
          <a:graphic>
            <a:graphicData uri="http://schemas.openxmlformats.org/presentationml/2006/ole">
              <mc:AlternateContent xmlns:mc="http://schemas.openxmlformats.org/markup-compatibility/2006">
                <mc:Choice xmlns:v="urn:schemas-microsoft-com:vml" Requires="v">
                  <p:oleObj r:id="rId6" imgW="1054100" imgH="381000" progId="Equation.DSMT4">
                    <p:embed/>
                  </p:oleObj>
                </mc:Choice>
                <mc:Fallback>
                  <p:oleObj r:id="rId6" imgW="1054100" imgH="381000" progId="Equation.DSMT4">
                    <p:embed/>
                    <p:pic>
                      <p:nvPicPr>
                        <p:cNvPr id="0" name="图片 3248"/>
                        <p:cNvPicPr/>
                        <p:nvPr/>
                      </p:nvPicPr>
                      <p:blipFill>
                        <a:blip r:embed="rId7">
                          <a:lum bright="-100000"/>
                        </a:blip>
                        <a:stretch>
                          <a:fillRect/>
                        </a:stretch>
                      </p:blipFill>
                      <p:spPr>
                        <a:xfrm>
                          <a:off x="4356" y="2160"/>
                          <a:ext cx="664" cy="240"/>
                        </a:xfrm>
                        <a:prstGeom prst="rect">
                          <a:avLst/>
                        </a:prstGeom>
                        <a:noFill/>
                        <a:ln w="38100">
                          <a:noFill/>
                          <a:miter/>
                        </a:ln>
                      </p:spPr>
                    </p:pic>
                  </p:oleObj>
                </mc:Fallback>
              </mc:AlternateContent>
            </a:graphicData>
          </a:graphic>
        </p:graphicFrame>
        <p:graphicFrame>
          <p:nvGraphicFramePr>
            <p:cNvPr id="69641" name="对象 568329"/>
            <p:cNvGraphicFramePr/>
            <p:nvPr/>
          </p:nvGraphicFramePr>
          <p:xfrm>
            <a:off x="4164" y="3360"/>
            <a:ext cx="128" cy="192"/>
          </p:xfrm>
          <a:graphic>
            <a:graphicData uri="http://schemas.openxmlformats.org/presentationml/2006/ole">
              <mc:AlternateContent xmlns:mc="http://schemas.openxmlformats.org/markup-compatibility/2006">
                <mc:Choice xmlns:v="urn:schemas-microsoft-com:vml" Requires="v">
                  <p:oleObj r:id="rId8" imgW="203200" imgH="304800" progId="Equation.DSMT4">
                    <p:embed/>
                  </p:oleObj>
                </mc:Choice>
                <mc:Fallback>
                  <p:oleObj r:id="rId8" imgW="203200" imgH="304800" progId="Equation.DSMT4">
                    <p:embed/>
                    <p:pic>
                      <p:nvPicPr>
                        <p:cNvPr id="0" name="图片 3250"/>
                        <p:cNvPicPr/>
                        <p:nvPr/>
                      </p:nvPicPr>
                      <p:blipFill>
                        <a:blip r:embed="rId9">
                          <a:lum bright="-100000"/>
                        </a:blip>
                        <a:stretch>
                          <a:fillRect/>
                        </a:stretch>
                      </p:blipFill>
                      <p:spPr>
                        <a:xfrm>
                          <a:off x="4164" y="3360"/>
                          <a:ext cx="128" cy="192"/>
                        </a:xfrm>
                        <a:prstGeom prst="rect">
                          <a:avLst/>
                        </a:prstGeom>
                        <a:noFill/>
                        <a:ln w="38100">
                          <a:noFill/>
                          <a:miter/>
                        </a:ln>
                      </p:spPr>
                    </p:pic>
                  </p:oleObj>
                </mc:Fallback>
              </mc:AlternateContent>
            </a:graphicData>
          </a:graphic>
        </p:graphicFrame>
        <p:sp>
          <p:nvSpPr>
            <p:cNvPr id="69642" name="椭圆 568330"/>
            <p:cNvSpPr/>
            <p:nvPr/>
          </p:nvSpPr>
          <p:spPr>
            <a:xfrm>
              <a:off x="3732" y="2736"/>
              <a:ext cx="1152" cy="1152"/>
            </a:xfrm>
            <a:prstGeom prst="ellipse">
              <a:avLst/>
            </a:prstGeom>
            <a:noFill/>
            <a:ln w="25400" cap="sq" cmpd="sng">
              <a:solidFill>
                <a:schemeClr val="tx1"/>
              </a:solidFill>
              <a:prstDash val="solid"/>
              <a:round/>
              <a:headEnd type="none" w="sm" len="sm"/>
              <a:tailEnd type="none" w="sm" len="sm"/>
            </a:ln>
          </p:spPr>
          <p:txBody>
            <a:bodyPr anchor="t" anchorCtr="0"/>
            <a:lstStyle/>
            <a:p>
              <a:endParaRPr lang="zh-CN" altLang="en-US">
                <a:latin typeface="Arial" panose="020B0604020202020204" pitchFamily="34" charset="0"/>
                <a:ea typeface="宋体" panose="02010600030101010101" pitchFamily="2" charset="-122"/>
              </a:endParaRPr>
            </a:p>
          </p:txBody>
        </p:sp>
        <p:grpSp>
          <p:nvGrpSpPr>
            <p:cNvPr id="69643" name="组合 568331"/>
            <p:cNvGrpSpPr/>
            <p:nvPr/>
          </p:nvGrpSpPr>
          <p:grpSpPr>
            <a:xfrm>
              <a:off x="4692" y="2880"/>
              <a:ext cx="99" cy="121"/>
              <a:chOff x="1536" y="1728"/>
              <a:chExt cx="71" cy="78"/>
            </a:xfrm>
          </p:grpSpPr>
          <p:sp>
            <p:nvSpPr>
              <p:cNvPr id="69644" name="直接连接符 568332"/>
              <p:cNvSpPr/>
              <p:nvPr/>
            </p:nvSpPr>
            <p:spPr>
              <a:xfrm>
                <a:off x="1536" y="1728"/>
                <a:ext cx="67" cy="62"/>
              </a:xfrm>
              <a:prstGeom prst="line">
                <a:avLst/>
              </a:prstGeom>
              <a:ln w="25400" cap="sq" cmpd="sng">
                <a:solidFill>
                  <a:schemeClr val="tx1"/>
                </a:solidFill>
                <a:prstDash val="solid"/>
                <a:round/>
                <a:headEnd type="none" w="sm" len="sm"/>
                <a:tailEnd type="none" w="sm" len="sm"/>
              </a:ln>
            </p:spPr>
          </p:sp>
          <p:sp>
            <p:nvSpPr>
              <p:cNvPr id="69645" name="直接连接符 568333"/>
              <p:cNvSpPr/>
              <p:nvPr/>
            </p:nvSpPr>
            <p:spPr>
              <a:xfrm>
                <a:off x="1536" y="1728"/>
                <a:ext cx="59" cy="74"/>
              </a:xfrm>
              <a:prstGeom prst="line">
                <a:avLst/>
              </a:prstGeom>
              <a:ln w="25400" cap="sq" cmpd="sng">
                <a:solidFill>
                  <a:schemeClr val="tx1"/>
                </a:solidFill>
                <a:prstDash val="solid"/>
                <a:round/>
                <a:headEnd type="none" w="sm" len="sm"/>
                <a:tailEnd type="none" w="sm" len="sm"/>
              </a:ln>
            </p:spPr>
          </p:sp>
          <p:sp>
            <p:nvSpPr>
              <p:cNvPr id="69646" name="直接连接符 568334"/>
              <p:cNvSpPr/>
              <p:nvPr/>
            </p:nvSpPr>
            <p:spPr>
              <a:xfrm>
                <a:off x="1536" y="1728"/>
                <a:ext cx="71" cy="59"/>
              </a:xfrm>
              <a:prstGeom prst="line">
                <a:avLst/>
              </a:prstGeom>
              <a:ln w="25400" cap="sq" cmpd="sng">
                <a:solidFill>
                  <a:schemeClr val="tx1"/>
                </a:solidFill>
                <a:prstDash val="solid"/>
                <a:round/>
                <a:headEnd type="none" w="sm" len="sm"/>
                <a:tailEnd type="none" w="sm" len="sm"/>
              </a:ln>
            </p:spPr>
          </p:sp>
          <p:sp>
            <p:nvSpPr>
              <p:cNvPr id="69647" name="直接连接符 568335"/>
              <p:cNvSpPr/>
              <p:nvPr/>
            </p:nvSpPr>
            <p:spPr>
              <a:xfrm>
                <a:off x="1536" y="1728"/>
                <a:ext cx="53" cy="78"/>
              </a:xfrm>
              <a:prstGeom prst="line">
                <a:avLst/>
              </a:prstGeom>
              <a:ln w="25400" cap="sq" cmpd="sng">
                <a:solidFill>
                  <a:schemeClr val="tx1"/>
                </a:solidFill>
                <a:prstDash val="solid"/>
                <a:round/>
                <a:headEnd type="none" w="sm" len="sm"/>
                <a:tailEnd type="none" w="sm" len="sm"/>
              </a:ln>
            </p:spPr>
          </p:sp>
        </p:grpSp>
        <p:graphicFrame>
          <p:nvGraphicFramePr>
            <p:cNvPr id="69648" name="对象 568336"/>
            <p:cNvGraphicFramePr/>
            <p:nvPr/>
          </p:nvGraphicFramePr>
          <p:xfrm>
            <a:off x="4716" y="2736"/>
            <a:ext cx="132" cy="144"/>
          </p:xfrm>
          <a:graphic>
            <a:graphicData uri="http://schemas.openxmlformats.org/presentationml/2006/ole">
              <mc:AlternateContent xmlns:mc="http://schemas.openxmlformats.org/markup-compatibility/2006">
                <mc:Choice xmlns:v="urn:schemas-microsoft-com:vml" Requires="v">
                  <p:oleObj r:id="rId10" imgW="279400" imgH="304800" progId="Equation.DSMT4">
                    <p:embed/>
                  </p:oleObj>
                </mc:Choice>
                <mc:Fallback>
                  <p:oleObj r:id="rId10" imgW="279400" imgH="304800" progId="Equation.DSMT4">
                    <p:embed/>
                    <p:pic>
                      <p:nvPicPr>
                        <p:cNvPr id="0" name="图片 3363"/>
                        <p:cNvPicPr/>
                        <p:nvPr/>
                      </p:nvPicPr>
                      <p:blipFill>
                        <a:blip r:embed="rId11">
                          <a:lum bright="-100000"/>
                        </a:blip>
                        <a:stretch>
                          <a:fillRect/>
                        </a:stretch>
                      </p:blipFill>
                      <p:spPr>
                        <a:xfrm>
                          <a:off x="4716" y="2736"/>
                          <a:ext cx="132" cy="144"/>
                        </a:xfrm>
                        <a:prstGeom prst="rect">
                          <a:avLst/>
                        </a:prstGeom>
                        <a:noFill/>
                        <a:ln w="38100">
                          <a:noFill/>
                          <a:miter/>
                        </a:ln>
                      </p:spPr>
                    </p:pic>
                  </p:oleObj>
                </mc:Fallback>
              </mc:AlternateContent>
            </a:graphicData>
          </a:graphic>
        </p:graphicFrame>
        <p:grpSp>
          <p:nvGrpSpPr>
            <p:cNvPr id="69649" name="组合 568337"/>
            <p:cNvGrpSpPr/>
            <p:nvPr/>
          </p:nvGrpSpPr>
          <p:grpSpPr>
            <a:xfrm>
              <a:off x="5122" y="3241"/>
              <a:ext cx="92" cy="157"/>
              <a:chOff x="4743" y="1344"/>
              <a:chExt cx="92" cy="157"/>
            </a:xfrm>
          </p:grpSpPr>
          <p:sp>
            <p:nvSpPr>
              <p:cNvPr id="69650" name="直接连接符 568338"/>
              <p:cNvSpPr/>
              <p:nvPr/>
            </p:nvSpPr>
            <p:spPr>
              <a:xfrm flipH="1">
                <a:off x="4743" y="1349"/>
                <a:ext cx="90" cy="133"/>
              </a:xfrm>
              <a:prstGeom prst="line">
                <a:avLst/>
              </a:prstGeom>
              <a:ln w="25400" cap="sq" cmpd="sng">
                <a:solidFill>
                  <a:srgbClr val="FF9900"/>
                </a:solidFill>
                <a:prstDash val="solid"/>
                <a:round/>
                <a:headEnd type="none" w="sm" len="sm"/>
                <a:tailEnd type="none" w="sm" len="sm"/>
              </a:ln>
            </p:spPr>
          </p:sp>
          <p:sp>
            <p:nvSpPr>
              <p:cNvPr id="69651" name="直接连接符 568339"/>
              <p:cNvSpPr/>
              <p:nvPr/>
            </p:nvSpPr>
            <p:spPr>
              <a:xfrm>
                <a:off x="4752" y="1344"/>
                <a:ext cx="83" cy="157"/>
              </a:xfrm>
              <a:prstGeom prst="line">
                <a:avLst/>
              </a:prstGeom>
              <a:ln w="25400" cap="sq" cmpd="sng">
                <a:solidFill>
                  <a:srgbClr val="FF9900"/>
                </a:solidFill>
                <a:prstDash val="solid"/>
                <a:round/>
                <a:headEnd type="none" w="sm" len="sm"/>
                <a:tailEnd type="none" w="sm" len="sm"/>
              </a:ln>
            </p:spPr>
          </p:sp>
        </p:grpSp>
        <p:graphicFrame>
          <p:nvGraphicFramePr>
            <p:cNvPr id="69652" name="对象 568340"/>
            <p:cNvGraphicFramePr/>
            <p:nvPr/>
          </p:nvGraphicFramePr>
          <p:xfrm>
            <a:off x="5210" y="3110"/>
            <a:ext cx="136" cy="184"/>
          </p:xfrm>
          <a:graphic>
            <a:graphicData uri="http://schemas.openxmlformats.org/presentationml/2006/ole">
              <mc:AlternateContent xmlns:mc="http://schemas.openxmlformats.org/markup-compatibility/2006">
                <mc:Choice xmlns:v="urn:schemas-microsoft-com:vml" Requires="v">
                  <p:oleObj r:id="rId12" imgW="215900" imgH="292100" progId="Equation.DSMT4">
                    <p:embed/>
                  </p:oleObj>
                </mc:Choice>
                <mc:Fallback>
                  <p:oleObj r:id="rId12" imgW="215900" imgH="292100" progId="Equation.DSMT4">
                    <p:embed/>
                    <p:pic>
                      <p:nvPicPr>
                        <p:cNvPr id="0" name="图片 3360"/>
                        <p:cNvPicPr/>
                        <p:nvPr/>
                      </p:nvPicPr>
                      <p:blipFill>
                        <a:blip r:embed="rId13">
                          <a:lum bright="-100000"/>
                        </a:blip>
                        <a:stretch>
                          <a:fillRect/>
                        </a:stretch>
                      </p:blipFill>
                      <p:spPr>
                        <a:xfrm>
                          <a:off x="5210" y="3110"/>
                          <a:ext cx="136" cy="184"/>
                        </a:xfrm>
                        <a:prstGeom prst="rect">
                          <a:avLst/>
                        </a:prstGeom>
                        <a:noFill/>
                        <a:ln w="38100">
                          <a:noFill/>
                          <a:miter/>
                        </a:ln>
                      </p:spPr>
                    </p:pic>
                  </p:oleObj>
                </mc:Fallback>
              </mc:AlternateContent>
            </a:graphicData>
          </a:graphic>
        </p:graphicFrame>
        <p:grpSp>
          <p:nvGrpSpPr>
            <p:cNvPr id="69653" name="组合 568341"/>
            <p:cNvGrpSpPr/>
            <p:nvPr/>
          </p:nvGrpSpPr>
          <p:grpSpPr>
            <a:xfrm>
              <a:off x="4624" y="3232"/>
              <a:ext cx="135" cy="176"/>
              <a:chOff x="4743" y="1344"/>
              <a:chExt cx="92" cy="157"/>
            </a:xfrm>
          </p:grpSpPr>
          <p:sp>
            <p:nvSpPr>
              <p:cNvPr id="69654" name="直接连接符 568342"/>
              <p:cNvSpPr/>
              <p:nvPr/>
            </p:nvSpPr>
            <p:spPr>
              <a:xfrm flipH="1">
                <a:off x="4743" y="1349"/>
                <a:ext cx="90" cy="133"/>
              </a:xfrm>
              <a:prstGeom prst="line">
                <a:avLst/>
              </a:prstGeom>
              <a:ln w="25400" cap="sq" cmpd="sng">
                <a:solidFill>
                  <a:srgbClr val="FF9900"/>
                </a:solidFill>
                <a:prstDash val="solid"/>
                <a:round/>
                <a:headEnd type="none" w="sm" len="sm"/>
                <a:tailEnd type="none" w="sm" len="sm"/>
              </a:ln>
            </p:spPr>
          </p:sp>
          <p:sp>
            <p:nvSpPr>
              <p:cNvPr id="69655" name="直接连接符 568343"/>
              <p:cNvSpPr/>
              <p:nvPr/>
            </p:nvSpPr>
            <p:spPr>
              <a:xfrm>
                <a:off x="4752" y="1344"/>
                <a:ext cx="83" cy="157"/>
              </a:xfrm>
              <a:prstGeom prst="line">
                <a:avLst/>
              </a:prstGeom>
              <a:ln w="25400" cap="sq" cmpd="sng">
                <a:solidFill>
                  <a:srgbClr val="FF9900"/>
                </a:solidFill>
                <a:prstDash val="solid"/>
                <a:round/>
                <a:headEnd type="none" w="sm" len="sm"/>
                <a:tailEnd type="none" w="sm" len="sm"/>
              </a:ln>
            </p:spPr>
          </p:sp>
        </p:grpSp>
        <p:graphicFrame>
          <p:nvGraphicFramePr>
            <p:cNvPr id="69656" name="对象 568344"/>
            <p:cNvGraphicFramePr/>
            <p:nvPr/>
          </p:nvGraphicFramePr>
          <p:xfrm>
            <a:off x="4320" y="3072"/>
            <a:ext cx="336" cy="200"/>
          </p:xfrm>
          <a:graphic>
            <a:graphicData uri="http://schemas.openxmlformats.org/presentationml/2006/ole">
              <mc:AlternateContent xmlns:mc="http://schemas.openxmlformats.org/markup-compatibility/2006">
                <mc:Choice xmlns:v="urn:schemas-microsoft-com:vml" Requires="v">
                  <p:oleObj r:id="rId14" imgW="533400" imgH="317500" progId="Equation.DSMT4">
                    <p:embed/>
                  </p:oleObj>
                </mc:Choice>
                <mc:Fallback>
                  <p:oleObj r:id="rId14" imgW="533400" imgH="317500" progId="Equation.DSMT4">
                    <p:embed/>
                    <p:pic>
                      <p:nvPicPr>
                        <p:cNvPr id="0" name="图片 3359"/>
                        <p:cNvPicPr/>
                        <p:nvPr/>
                      </p:nvPicPr>
                      <p:blipFill>
                        <a:blip r:embed="rId15">
                          <a:lum bright="-100000"/>
                        </a:blip>
                        <a:stretch>
                          <a:fillRect/>
                        </a:stretch>
                      </p:blipFill>
                      <p:spPr>
                        <a:xfrm>
                          <a:off x="4320" y="3072"/>
                          <a:ext cx="336" cy="200"/>
                        </a:xfrm>
                        <a:prstGeom prst="rect">
                          <a:avLst/>
                        </a:prstGeom>
                        <a:noFill/>
                        <a:ln w="38100">
                          <a:noFill/>
                          <a:miter/>
                        </a:ln>
                      </p:spPr>
                    </p:pic>
                  </p:oleObj>
                </mc:Fallback>
              </mc:AlternateContent>
            </a:graphicData>
          </a:graphic>
        </p:graphicFrame>
      </p:grpSp>
      <p:graphicFrame>
        <p:nvGraphicFramePr>
          <p:cNvPr id="69657" name="对象 568345"/>
          <p:cNvGraphicFramePr/>
          <p:nvPr/>
        </p:nvGraphicFramePr>
        <p:xfrm>
          <a:off x="609600" y="1371600"/>
          <a:ext cx="6421438" cy="762000"/>
        </p:xfrm>
        <a:graphic>
          <a:graphicData uri="http://schemas.openxmlformats.org/presentationml/2006/ole">
            <mc:AlternateContent xmlns:mc="http://schemas.openxmlformats.org/markup-compatibility/2006">
              <mc:Choice xmlns:v="urn:schemas-microsoft-com:vml" Requires="v">
                <p:oleObj r:id="rId16" imgW="8023225" imgH="951865" progId="Equation.DSMT4">
                  <p:embed/>
                </p:oleObj>
              </mc:Choice>
              <mc:Fallback>
                <p:oleObj r:id="rId16" imgW="8023225" imgH="951865" progId="Equation.DSMT4">
                  <p:embed/>
                  <p:pic>
                    <p:nvPicPr>
                      <p:cNvPr id="0" name="图片 3371"/>
                      <p:cNvPicPr/>
                      <p:nvPr/>
                    </p:nvPicPr>
                    <p:blipFill>
                      <a:blip r:embed="rId17">
                        <a:lum bright="-100000"/>
                      </a:blip>
                      <a:stretch>
                        <a:fillRect/>
                      </a:stretch>
                    </p:blipFill>
                    <p:spPr>
                      <a:xfrm>
                        <a:off x="609600" y="1371600"/>
                        <a:ext cx="6421438" cy="762000"/>
                      </a:xfrm>
                      <a:prstGeom prst="rect">
                        <a:avLst/>
                      </a:prstGeom>
                      <a:noFill/>
                      <a:ln w="38100">
                        <a:noFill/>
                        <a:miter/>
                      </a:ln>
                    </p:spPr>
                  </p:pic>
                </p:oleObj>
              </mc:Fallback>
            </mc:AlternateContent>
          </a:graphicData>
        </a:graphic>
      </p:graphicFrame>
      <p:graphicFrame>
        <p:nvGraphicFramePr>
          <p:cNvPr id="69658" name="对象 568346"/>
          <p:cNvGraphicFramePr/>
          <p:nvPr/>
        </p:nvGraphicFramePr>
        <p:xfrm>
          <a:off x="1370013" y="2095500"/>
          <a:ext cx="5988050" cy="762000"/>
        </p:xfrm>
        <a:graphic>
          <a:graphicData uri="http://schemas.openxmlformats.org/presentationml/2006/ole">
            <mc:AlternateContent xmlns:mc="http://schemas.openxmlformats.org/markup-compatibility/2006">
              <mc:Choice xmlns:v="urn:schemas-microsoft-com:vml" Requires="v">
                <p:oleObj r:id="rId18" imgW="7480300" imgH="952500" progId="Equation.DSMT4">
                  <p:embed/>
                </p:oleObj>
              </mc:Choice>
              <mc:Fallback>
                <p:oleObj r:id="rId18" imgW="7480300" imgH="952500" progId="Equation.DSMT4">
                  <p:embed/>
                  <p:pic>
                    <p:nvPicPr>
                      <p:cNvPr id="0" name="图片 3361"/>
                      <p:cNvPicPr/>
                      <p:nvPr/>
                    </p:nvPicPr>
                    <p:blipFill>
                      <a:blip r:embed="rId19">
                        <a:lum bright="-100000"/>
                      </a:blip>
                      <a:stretch>
                        <a:fillRect/>
                      </a:stretch>
                    </p:blipFill>
                    <p:spPr>
                      <a:xfrm>
                        <a:off x="1370013" y="2095500"/>
                        <a:ext cx="5988050" cy="762000"/>
                      </a:xfrm>
                      <a:prstGeom prst="rect">
                        <a:avLst/>
                      </a:prstGeom>
                      <a:noFill/>
                      <a:ln w="38100">
                        <a:noFill/>
                        <a:miter/>
                      </a:ln>
                    </p:spPr>
                  </p:pic>
                </p:oleObj>
              </mc:Fallback>
            </mc:AlternateContent>
          </a:graphicData>
        </a:graphic>
      </p:graphicFrame>
      <p:graphicFrame>
        <p:nvGraphicFramePr>
          <p:cNvPr id="69659" name="对象 568347"/>
          <p:cNvGraphicFramePr/>
          <p:nvPr/>
        </p:nvGraphicFramePr>
        <p:xfrm>
          <a:off x="755650" y="2924175"/>
          <a:ext cx="4114800" cy="1117600"/>
        </p:xfrm>
        <a:graphic>
          <a:graphicData uri="http://schemas.openxmlformats.org/presentationml/2006/ole">
            <mc:AlternateContent xmlns:mc="http://schemas.openxmlformats.org/markup-compatibility/2006">
              <mc:Choice xmlns:v="urn:schemas-microsoft-com:vml" Requires="v">
                <p:oleObj r:id="rId20" imgW="5143500" imgH="1397000" progId="Equation.DSMT4">
                  <p:embed/>
                </p:oleObj>
              </mc:Choice>
              <mc:Fallback>
                <p:oleObj r:id="rId20" imgW="5143500" imgH="1397000" progId="Equation.DSMT4">
                  <p:embed/>
                  <p:pic>
                    <p:nvPicPr>
                      <p:cNvPr id="0" name="图片 3370"/>
                      <p:cNvPicPr/>
                      <p:nvPr/>
                    </p:nvPicPr>
                    <p:blipFill>
                      <a:blip r:embed="rId21">
                        <a:lum bright="-100000"/>
                      </a:blip>
                      <a:stretch>
                        <a:fillRect/>
                      </a:stretch>
                    </p:blipFill>
                    <p:spPr>
                      <a:xfrm>
                        <a:off x="755650" y="2924175"/>
                        <a:ext cx="4114800" cy="1117600"/>
                      </a:xfrm>
                      <a:prstGeom prst="rect">
                        <a:avLst/>
                      </a:prstGeom>
                      <a:noFill/>
                      <a:ln w="38100">
                        <a:noFill/>
                        <a:miter/>
                      </a:ln>
                    </p:spPr>
                  </p:pic>
                </p:oleObj>
              </mc:Fallback>
            </mc:AlternateContent>
          </a:graphicData>
        </a:graphic>
      </p:graphicFrame>
      <p:graphicFrame>
        <p:nvGraphicFramePr>
          <p:cNvPr id="69660" name="对象 568348"/>
          <p:cNvGraphicFramePr/>
          <p:nvPr/>
        </p:nvGraphicFramePr>
        <p:xfrm>
          <a:off x="755650" y="4154488"/>
          <a:ext cx="2339975" cy="569912"/>
        </p:xfrm>
        <a:graphic>
          <a:graphicData uri="http://schemas.openxmlformats.org/presentationml/2006/ole">
            <mc:AlternateContent xmlns:mc="http://schemas.openxmlformats.org/markup-compatibility/2006">
              <mc:Choice xmlns:v="urn:schemas-microsoft-com:vml" Requires="v">
                <p:oleObj r:id="rId22" imgW="2919730" imgH="711200" progId="Equation.DSMT4">
                  <p:embed/>
                </p:oleObj>
              </mc:Choice>
              <mc:Fallback>
                <p:oleObj r:id="rId22" imgW="2919730" imgH="711200" progId="Equation.DSMT4">
                  <p:embed/>
                  <p:pic>
                    <p:nvPicPr>
                      <p:cNvPr id="0" name="图片 3368"/>
                      <p:cNvPicPr/>
                      <p:nvPr/>
                    </p:nvPicPr>
                    <p:blipFill>
                      <a:blip r:embed="rId23">
                        <a:lum bright="-100000"/>
                      </a:blip>
                      <a:stretch>
                        <a:fillRect/>
                      </a:stretch>
                    </p:blipFill>
                    <p:spPr>
                      <a:xfrm>
                        <a:off x="755650" y="4154488"/>
                        <a:ext cx="2339975" cy="569912"/>
                      </a:xfrm>
                      <a:prstGeom prst="rect">
                        <a:avLst/>
                      </a:prstGeom>
                      <a:noFill/>
                      <a:ln w="38100">
                        <a:noFill/>
                        <a:miter/>
                      </a:ln>
                    </p:spPr>
                  </p:pic>
                </p:oleObj>
              </mc:Fallback>
            </mc:AlternateContent>
          </a:graphicData>
        </a:graphic>
      </p:graphicFrame>
      <p:graphicFrame>
        <p:nvGraphicFramePr>
          <p:cNvPr id="69661" name="对象 568349"/>
          <p:cNvGraphicFramePr/>
          <p:nvPr/>
        </p:nvGraphicFramePr>
        <p:xfrm>
          <a:off x="1392238" y="4778375"/>
          <a:ext cx="3395662" cy="955675"/>
        </p:xfrm>
        <a:graphic>
          <a:graphicData uri="http://schemas.openxmlformats.org/presentationml/2006/ole">
            <mc:AlternateContent xmlns:mc="http://schemas.openxmlformats.org/markup-compatibility/2006">
              <mc:Choice xmlns:v="urn:schemas-microsoft-com:vml" Requires="v">
                <p:oleObj r:id="rId24" imgW="4241800" imgH="1193800" progId="Equation.DSMT4">
                  <p:embed/>
                </p:oleObj>
              </mc:Choice>
              <mc:Fallback>
                <p:oleObj r:id="rId24" imgW="4241800" imgH="1193800" progId="Equation.DSMT4">
                  <p:embed/>
                  <p:pic>
                    <p:nvPicPr>
                      <p:cNvPr id="0" name="图片 3372"/>
                      <p:cNvPicPr/>
                      <p:nvPr/>
                    </p:nvPicPr>
                    <p:blipFill>
                      <a:blip r:embed="rId25">
                        <a:lum bright="-100000"/>
                      </a:blip>
                      <a:stretch>
                        <a:fillRect/>
                      </a:stretch>
                    </p:blipFill>
                    <p:spPr>
                      <a:xfrm>
                        <a:off x="1392238" y="4778375"/>
                        <a:ext cx="3395662" cy="955675"/>
                      </a:xfrm>
                      <a:prstGeom prst="rect">
                        <a:avLst/>
                      </a:prstGeom>
                      <a:noFill/>
                      <a:ln w="38100">
                        <a:noFill/>
                        <a:miter/>
                      </a:ln>
                    </p:spPr>
                  </p:pic>
                </p:oleObj>
              </mc:Fallback>
            </mc:AlternateContent>
          </a:graphicData>
        </a:graphic>
      </p:graphicFrame>
      <p:graphicFrame>
        <p:nvGraphicFramePr>
          <p:cNvPr id="69662" name="对象 568350"/>
          <p:cNvGraphicFramePr/>
          <p:nvPr/>
        </p:nvGraphicFramePr>
        <p:xfrm>
          <a:off x="4549775" y="4778375"/>
          <a:ext cx="669925" cy="711200"/>
        </p:xfrm>
        <a:graphic>
          <a:graphicData uri="http://schemas.openxmlformats.org/presentationml/2006/ole">
            <mc:AlternateContent xmlns:mc="http://schemas.openxmlformats.org/markup-compatibility/2006">
              <mc:Choice xmlns:v="urn:schemas-microsoft-com:vml" Requires="v">
                <p:oleObj r:id="rId26" imgW="838835" imgH="889635" progId="Equation.DSMT4">
                  <p:embed/>
                </p:oleObj>
              </mc:Choice>
              <mc:Fallback>
                <p:oleObj r:id="rId26" imgW="838835" imgH="889635" progId="Equation.DSMT4">
                  <p:embed/>
                  <p:pic>
                    <p:nvPicPr>
                      <p:cNvPr id="0" name="图片 3362"/>
                      <p:cNvPicPr/>
                      <p:nvPr/>
                    </p:nvPicPr>
                    <p:blipFill>
                      <a:blip r:embed="rId27">
                        <a:lum bright="-100000"/>
                      </a:blip>
                      <a:stretch>
                        <a:fillRect/>
                      </a:stretch>
                    </p:blipFill>
                    <p:spPr>
                      <a:xfrm>
                        <a:off x="4549775" y="4778375"/>
                        <a:ext cx="669925" cy="711200"/>
                      </a:xfrm>
                      <a:prstGeom prst="rect">
                        <a:avLst/>
                      </a:prstGeom>
                      <a:noFill/>
                      <a:ln w="38100">
                        <a:noFill/>
                        <a:miter/>
                      </a:ln>
                    </p:spPr>
                  </p:pic>
                </p:oleObj>
              </mc:Fallback>
            </mc:AlternateContent>
          </a:graphicData>
        </a:graphic>
      </p:graphicFrame>
      <p:grpSp>
        <p:nvGrpSpPr>
          <p:cNvPr id="5" name="组合 4">
            <a:extLst>
              <a:ext uri="{FF2B5EF4-FFF2-40B4-BE49-F238E27FC236}">
                <a16:creationId xmlns:a16="http://schemas.microsoft.com/office/drawing/2014/main" id="{4417EC38-72B8-592A-5D1B-C320D9AF4F14}"/>
              </a:ext>
            </a:extLst>
          </p:cNvPr>
          <p:cNvGrpSpPr/>
          <p:nvPr/>
        </p:nvGrpSpPr>
        <p:grpSpPr>
          <a:xfrm>
            <a:off x="4174705" y="1080065"/>
            <a:ext cx="1154520" cy="28440"/>
            <a:chOff x="4174705" y="1080065"/>
            <a:chExt cx="1154520" cy="28440"/>
          </a:xfrm>
        </p:grpSpPr>
        <mc:AlternateContent xmlns:mc="http://schemas.openxmlformats.org/markup-compatibility/2006" xmlns:p14="http://schemas.microsoft.com/office/powerpoint/2010/main">
          <mc:Choice Requires="p14">
            <p:contentPart p14:bwMode="auto" r:id="rId28">
              <p14:nvContentPartPr>
                <p14:cNvPr id="2" name="墨迹 1">
                  <a:extLst>
                    <a:ext uri="{FF2B5EF4-FFF2-40B4-BE49-F238E27FC236}">
                      <a16:creationId xmlns:a16="http://schemas.microsoft.com/office/drawing/2014/main" id="{79AC058E-9E97-C807-159F-F6C4E5AF199C}"/>
                    </a:ext>
                  </a:extLst>
                </p14:cNvPr>
                <p14:cNvContentPartPr/>
                <p14:nvPr/>
              </p14:nvContentPartPr>
              <p14:xfrm>
                <a:off x="4359385" y="1089785"/>
                <a:ext cx="360" cy="360"/>
              </p14:xfrm>
            </p:contentPart>
          </mc:Choice>
          <mc:Fallback xmlns="">
            <p:pic>
              <p:nvPicPr>
                <p:cNvPr id="2" name="墨迹 1">
                  <a:extLst>
                    <a:ext uri="{FF2B5EF4-FFF2-40B4-BE49-F238E27FC236}">
                      <a16:creationId xmlns:a16="http://schemas.microsoft.com/office/drawing/2014/main" id="{79AC058E-9E97-C807-159F-F6C4E5AF199C}"/>
                    </a:ext>
                  </a:extLst>
                </p:cNvPr>
                <p:cNvPicPr/>
                <p:nvPr/>
              </p:nvPicPr>
              <p:blipFill>
                <a:blip r:embed="rId29"/>
                <a:stretch>
                  <a:fillRect/>
                </a:stretch>
              </p:blipFill>
              <p:spPr>
                <a:xfrm>
                  <a:off x="4341385" y="1072145"/>
                  <a:ext cx="36000" cy="3600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3" name="墨迹 2">
                  <a:extLst>
                    <a:ext uri="{FF2B5EF4-FFF2-40B4-BE49-F238E27FC236}">
                      <a16:creationId xmlns:a16="http://schemas.microsoft.com/office/drawing/2014/main" id="{729058E5-14C1-CF08-48C5-E9624605B7DA}"/>
                    </a:ext>
                  </a:extLst>
                </p14:cNvPr>
                <p14:cNvContentPartPr/>
                <p14:nvPr/>
              </p14:nvContentPartPr>
              <p14:xfrm>
                <a:off x="4174705" y="1080065"/>
                <a:ext cx="1154520" cy="28440"/>
              </p14:xfrm>
            </p:contentPart>
          </mc:Choice>
          <mc:Fallback xmlns="">
            <p:pic>
              <p:nvPicPr>
                <p:cNvPr id="3" name="墨迹 2">
                  <a:extLst>
                    <a:ext uri="{FF2B5EF4-FFF2-40B4-BE49-F238E27FC236}">
                      <a16:creationId xmlns:a16="http://schemas.microsoft.com/office/drawing/2014/main" id="{729058E5-14C1-CF08-48C5-E9624605B7DA}"/>
                    </a:ext>
                  </a:extLst>
                </p:cNvPr>
                <p:cNvPicPr/>
                <p:nvPr/>
              </p:nvPicPr>
              <p:blipFill>
                <a:blip r:embed="rId31"/>
                <a:stretch>
                  <a:fillRect/>
                </a:stretch>
              </p:blipFill>
              <p:spPr>
                <a:xfrm>
                  <a:off x="4156705" y="1062425"/>
                  <a:ext cx="1190160" cy="6408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32">
            <p14:nvContentPartPr>
              <p14:cNvPr id="4" name="墨迹 3">
                <a:extLst>
                  <a:ext uri="{FF2B5EF4-FFF2-40B4-BE49-F238E27FC236}">
                    <a16:creationId xmlns:a16="http://schemas.microsoft.com/office/drawing/2014/main" id="{86DE2F1A-12B8-96CC-CC7E-95D20F50C34D}"/>
                  </a:ext>
                </a:extLst>
              </p14:cNvPr>
              <p14:cNvContentPartPr/>
              <p14:nvPr/>
            </p14:nvContentPartPr>
            <p14:xfrm>
              <a:off x="6166585" y="1015625"/>
              <a:ext cx="313920" cy="167760"/>
            </p14:xfrm>
          </p:contentPart>
        </mc:Choice>
        <mc:Fallback xmlns="">
          <p:pic>
            <p:nvPicPr>
              <p:cNvPr id="4" name="墨迹 3">
                <a:extLst>
                  <a:ext uri="{FF2B5EF4-FFF2-40B4-BE49-F238E27FC236}">
                    <a16:creationId xmlns:a16="http://schemas.microsoft.com/office/drawing/2014/main" id="{86DE2F1A-12B8-96CC-CC7E-95D20F50C34D}"/>
                  </a:ext>
                </a:extLst>
              </p:cNvPr>
              <p:cNvPicPr/>
              <p:nvPr/>
            </p:nvPicPr>
            <p:blipFill>
              <a:blip r:embed="rId33"/>
              <a:stretch>
                <a:fillRect/>
              </a:stretch>
            </p:blipFill>
            <p:spPr>
              <a:xfrm>
                <a:off x="6148945" y="997985"/>
                <a:ext cx="349560" cy="203400"/>
              </a:xfrm>
              <a:prstGeom prst="rect">
                <a:avLst/>
              </a:prstGeom>
            </p:spPr>
          </p:pic>
        </mc:Fallback>
      </mc:AlternateContent>
      <p:grpSp>
        <p:nvGrpSpPr>
          <p:cNvPr id="9" name="组合 8">
            <a:extLst>
              <a:ext uri="{FF2B5EF4-FFF2-40B4-BE49-F238E27FC236}">
                <a16:creationId xmlns:a16="http://schemas.microsoft.com/office/drawing/2014/main" id="{86C45247-6892-250A-62A9-11B4FEB35642}"/>
              </a:ext>
            </a:extLst>
          </p:cNvPr>
          <p:cNvGrpSpPr/>
          <p:nvPr/>
        </p:nvGrpSpPr>
        <p:grpSpPr>
          <a:xfrm>
            <a:off x="1708705" y="1015625"/>
            <a:ext cx="18720" cy="19080"/>
            <a:chOff x="1708705" y="1015625"/>
            <a:chExt cx="18720" cy="19080"/>
          </a:xfrm>
        </p:grpSpPr>
        <mc:AlternateContent xmlns:mc="http://schemas.openxmlformats.org/markup-compatibility/2006" xmlns:p14="http://schemas.microsoft.com/office/powerpoint/2010/main">
          <mc:Choice Requires="p14">
            <p:contentPart p14:bwMode="auto" r:id="rId34">
              <p14:nvContentPartPr>
                <p14:cNvPr id="6" name="墨迹 5">
                  <a:extLst>
                    <a:ext uri="{FF2B5EF4-FFF2-40B4-BE49-F238E27FC236}">
                      <a16:creationId xmlns:a16="http://schemas.microsoft.com/office/drawing/2014/main" id="{6728FFD3-AC90-3B39-A995-775D7F82D25D}"/>
                    </a:ext>
                  </a:extLst>
                </p14:cNvPr>
                <p14:cNvContentPartPr/>
                <p14:nvPr/>
              </p14:nvContentPartPr>
              <p14:xfrm>
                <a:off x="1708705" y="1025345"/>
                <a:ext cx="360" cy="360"/>
              </p14:xfrm>
            </p:contentPart>
          </mc:Choice>
          <mc:Fallback xmlns="">
            <p:pic>
              <p:nvPicPr>
                <p:cNvPr id="6" name="墨迹 5">
                  <a:extLst>
                    <a:ext uri="{FF2B5EF4-FFF2-40B4-BE49-F238E27FC236}">
                      <a16:creationId xmlns:a16="http://schemas.microsoft.com/office/drawing/2014/main" id="{6728FFD3-AC90-3B39-A995-775D7F82D25D}"/>
                    </a:ext>
                  </a:extLst>
                </p:cNvPr>
                <p:cNvPicPr/>
                <p:nvPr/>
              </p:nvPicPr>
              <p:blipFill>
                <a:blip r:embed="rId29"/>
                <a:stretch>
                  <a:fillRect/>
                </a:stretch>
              </p:blipFill>
              <p:spPr>
                <a:xfrm>
                  <a:off x="1690705" y="1007345"/>
                  <a:ext cx="36000" cy="36000"/>
                </a:xfrm>
                <a:prstGeom prst="rect">
                  <a:avLst/>
                </a:prstGeom>
              </p:spPr>
            </p:pic>
          </mc:Fallback>
        </mc:AlternateContent>
        <mc:AlternateContent xmlns:mc="http://schemas.openxmlformats.org/markup-compatibility/2006" xmlns:p14="http://schemas.microsoft.com/office/powerpoint/2010/main">
          <mc:Choice Requires="p14">
            <p:contentPart p14:bwMode="auto" r:id="rId35">
              <p14:nvContentPartPr>
                <p14:cNvPr id="7" name="墨迹 6">
                  <a:extLst>
                    <a:ext uri="{FF2B5EF4-FFF2-40B4-BE49-F238E27FC236}">
                      <a16:creationId xmlns:a16="http://schemas.microsoft.com/office/drawing/2014/main" id="{054A310F-FCF7-EBD0-AA04-BE7F91D0BADF}"/>
                    </a:ext>
                  </a:extLst>
                </p14:cNvPr>
                <p14:cNvContentPartPr/>
                <p14:nvPr/>
              </p14:nvContentPartPr>
              <p14:xfrm>
                <a:off x="1717705" y="1034345"/>
                <a:ext cx="360" cy="360"/>
              </p14:xfrm>
            </p:contentPart>
          </mc:Choice>
          <mc:Fallback xmlns="">
            <p:pic>
              <p:nvPicPr>
                <p:cNvPr id="7" name="墨迹 6">
                  <a:extLst>
                    <a:ext uri="{FF2B5EF4-FFF2-40B4-BE49-F238E27FC236}">
                      <a16:creationId xmlns:a16="http://schemas.microsoft.com/office/drawing/2014/main" id="{054A310F-FCF7-EBD0-AA04-BE7F91D0BADF}"/>
                    </a:ext>
                  </a:extLst>
                </p:cNvPr>
                <p:cNvPicPr/>
                <p:nvPr/>
              </p:nvPicPr>
              <p:blipFill>
                <a:blip r:embed="rId29"/>
                <a:stretch>
                  <a:fillRect/>
                </a:stretch>
              </p:blipFill>
              <p:spPr>
                <a:xfrm>
                  <a:off x="1699705" y="1016345"/>
                  <a:ext cx="36000" cy="36000"/>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8" name="墨迹 7">
                  <a:extLst>
                    <a:ext uri="{FF2B5EF4-FFF2-40B4-BE49-F238E27FC236}">
                      <a16:creationId xmlns:a16="http://schemas.microsoft.com/office/drawing/2014/main" id="{996D58F7-B906-124A-0A5A-B9EF6F04F83A}"/>
                    </a:ext>
                  </a:extLst>
                </p14:cNvPr>
                <p14:cNvContentPartPr/>
                <p14:nvPr/>
              </p14:nvContentPartPr>
              <p14:xfrm>
                <a:off x="1721305" y="1015625"/>
                <a:ext cx="6120" cy="10800"/>
              </p14:xfrm>
            </p:contentPart>
          </mc:Choice>
          <mc:Fallback xmlns="">
            <p:pic>
              <p:nvPicPr>
                <p:cNvPr id="8" name="墨迹 7">
                  <a:extLst>
                    <a:ext uri="{FF2B5EF4-FFF2-40B4-BE49-F238E27FC236}">
                      <a16:creationId xmlns:a16="http://schemas.microsoft.com/office/drawing/2014/main" id="{996D58F7-B906-124A-0A5A-B9EF6F04F83A}"/>
                    </a:ext>
                  </a:extLst>
                </p:cNvPr>
                <p:cNvPicPr/>
                <p:nvPr/>
              </p:nvPicPr>
              <p:blipFill>
                <a:blip r:embed="rId37"/>
                <a:stretch>
                  <a:fillRect/>
                </a:stretch>
              </p:blipFill>
              <p:spPr>
                <a:xfrm>
                  <a:off x="1703305" y="997985"/>
                  <a:ext cx="41760" cy="4644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38">
            <p14:nvContentPartPr>
              <p14:cNvPr id="10" name="墨迹 9">
                <a:extLst>
                  <a:ext uri="{FF2B5EF4-FFF2-40B4-BE49-F238E27FC236}">
                    <a16:creationId xmlns:a16="http://schemas.microsoft.com/office/drawing/2014/main" id="{49CC8EF3-B1E0-B15E-6A11-8EEB781C6A81}"/>
                  </a:ext>
                </a:extLst>
              </p14:cNvPr>
              <p14:cNvContentPartPr/>
              <p14:nvPr/>
            </p14:nvContentPartPr>
            <p14:xfrm>
              <a:off x="1191385" y="1905905"/>
              <a:ext cx="418680" cy="15480"/>
            </p14:xfrm>
          </p:contentPart>
        </mc:Choice>
        <mc:Fallback xmlns="">
          <p:pic>
            <p:nvPicPr>
              <p:cNvPr id="10" name="墨迹 9">
                <a:extLst>
                  <a:ext uri="{FF2B5EF4-FFF2-40B4-BE49-F238E27FC236}">
                    <a16:creationId xmlns:a16="http://schemas.microsoft.com/office/drawing/2014/main" id="{49CC8EF3-B1E0-B15E-6A11-8EEB781C6A81}"/>
                  </a:ext>
                </a:extLst>
              </p:cNvPr>
              <p:cNvPicPr/>
              <p:nvPr/>
            </p:nvPicPr>
            <p:blipFill>
              <a:blip r:embed="rId39"/>
              <a:stretch>
                <a:fillRect/>
              </a:stretch>
            </p:blipFill>
            <p:spPr>
              <a:xfrm>
                <a:off x="1173385" y="1887905"/>
                <a:ext cx="454320" cy="51120"/>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11" name="墨迹 10">
                <a:extLst>
                  <a:ext uri="{FF2B5EF4-FFF2-40B4-BE49-F238E27FC236}">
                    <a16:creationId xmlns:a16="http://schemas.microsoft.com/office/drawing/2014/main" id="{0658A161-98DD-E290-56AE-8B17451D3E6E}"/>
                  </a:ext>
                </a:extLst>
              </p14:cNvPr>
              <p14:cNvContentPartPr/>
              <p14:nvPr/>
            </p14:nvContentPartPr>
            <p14:xfrm>
              <a:off x="1200745" y="2007785"/>
              <a:ext cx="387000" cy="24480"/>
            </p14:xfrm>
          </p:contentPart>
        </mc:Choice>
        <mc:Fallback xmlns="">
          <p:pic>
            <p:nvPicPr>
              <p:cNvPr id="11" name="墨迹 10">
                <a:extLst>
                  <a:ext uri="{FF2B5EF4-FFF2-40B4-BE49-F238E27FC236}">
                    <a16:creationId xmlns:a16="http://schemas.microsoft.com/office/drawing/2014/main" id="{0658A161-98DD-E290-56AE-8B17451D3E6E}"/>
                  </a:ext>
                </a:extLst>
              </p:cNvPr>
              <p:cNvPicPr/>
              <p:nvPr/>
            </p:nvPicPr>
            <p:blipFill>
              <a:blip r:embed="rId41"/>
              <a:stretch>
                <a:fillRect/>
              </a:stretch>
            </p:blipFill>
            <p:spPr>
              <a:xfrm>
                <a:off x="1182745" y="1989785"/>
                <a:ext cx="422640" cy="60120"/>
              </a:xfrm>
              <a:prstGeom prst="rect">
                <a:avLst/>
              </a:prstGeom>
            </p:spPr>
          </p:pic>
        </mc:Fallback>
      </mc:AlternateContent>
      <mc:AlternateContent xmlns:mc="http://schemas.openxmlformats.org/markup-compatibility/2006" xmlns:p14="http://schemas.microsoft.com/office/powerpoint/2010/main">
        <mc:Choice Requires="p14">
          <p:contentPart p14:bwMode="auto" r:id="rId42">
            <p14:nvContentPartPr>
              <p14:cNvPr id="12" name="墨迹 11">
                <a:extLst>
                  <a:ext uri="{FF2B5EF4-FFF2-40B4-BE49-F238E27FC236}">
                    <a16:creationId xmlns:a16="http://schemas.microsoft.com/office/drawing/2014/main" id="{89B7B473-8320-CADF-37D9-FD11A6C60DE4}"/>
                  </a:ext>
                </a:extLst>
              </p14:cNvPr>
              <p14:cNvContentPartPr/>
              <p14:nvPr/>
            </p14:nvContentPartPr>
            <p14:xfrm>
              <a:off x="4791385" y="1878545"/>
              <a:ext cx="11520" cy="6120"/>
            </p14:xfrm>
          </p:contentPart>
        </mc:Choice>
        <mc:Fallback xmlns="">
          <p:pic>
            <p:nvPicPr>
              <p:cNvPr id="12" name="墨迹 11">
                <a:extLst>
                  <a:ext uri="{FF2B5EF4-FFF2-40B4-BE49-F238E27FC236}">
                    <a16:creationId xmlns:a16="http://schemas.microsoft.com/office/drawing/2014/main" id="{89B7B473-8320-CADF-37D9-FD11A6C60DE4}"/>
                  </a:ext>
                </a:extLst>
              </p:cNvPr>
              <p:cNvPicPr/>
              <p:nvPr/>
            </p:nvPicPr>
            <p:blipFill>
              <a:blip r:embed="rId43"/>
              <a:stretch>
                <a:fillRect/>
              </a:stretch>
            </p:blipFill>
            <p:spPr>
              <a:xfrm>
                <a:off x="4773385" y="1860545"/>
                <a:ext cx="47160" cy="41760"/>
              </a:xfrm>
              <a:prstGeom prst="rect">
                <a:avLst/>
              </a:prstGeom>
            </p:spPr>
          </p:pic>
        </mc:Fallback>
      </mc:AlternateContent>
      <mc:AlternateContent xmlns:mc="http://schemas.openxmlformats.org/markup-compatibility/2006" xmlns:p14="http://schemas.microsoft.com/office/powerpoint/2010/main">
        <mc:Choice Requires="p14">
          <p:contentPart p14:bwMode="auto" r:id="rId44">
            <p14:nvContentPartPr>
              <p14:cNvPr id="13" name="墨迹 12">
                <a:extLst>
                  <a:ext uri="{FF2B5EF4-FFF2-40B4-BE49-F238E27FC236}">
                    <a16:creationId xmlns:a16="http://schemas.microsoft.com/office/drawing/2014/main" id="{77611F2A-BD26-EEAD-36C4-8E25311D08F3}"/>
                  </a:ext>
                </a:extLst>
              </p14:cNvPr>
              <p14:cNvContentPartPr/>
              <p14:nvPr/>
            </p14:nvContentPartPr>
            <p14:xfrm>
              <a:off x="5550625" y="2964665"/>
              <a:ext cx="1902960" cy="46800"/>
            </p14:xfrm>
          </p:contentPart>
        </mc:Choice>
        <mc:Fallback xmlns="">
          <p:pic>
            <p:nvPicPr>
              <p:cNvPr id="13" name="墨迹 12">
                <a:extLst>
                  <a:ext uri="{FF2B5EF4-FFF2-40B4-BE49-F238E27FC236}">
                    <a16:creationId xmlns:a16="http://schemas.microsoft.com/office/drawing/2014/main" id="{77611F2A-BD26-EEAD-36C4-8E25311D08F3}"/>
                  </a:ext>
                </a:extLst>
              </p:cNvPr>
              <p:cNvPicPr/>
              <p:nvPr/>
            </p:nvPicPr>
            <p:blipFill>
              <a:blip r:embed="rId45"/>
              <a:stretch>
                <a:fillRect/>
              </a:stretch>
            </p:blipFill>
            <p:spPr>
              <a:xfrm>
                <a:off x="5532985" y="2947025"/>
                <a:ext cx="1938600" cy="82440"/>
              </a:xfrm>
              <a:prstGeom prst="rect">
                <a:avLst/>
              </a:prstGeom>
            </p:spPr>
          </p:pic>
        </mc:Fallback>
      </mc:AlternateContent>
      <mc:AlternateContent xmlns:mc="http://schemas.openxmlformats.org/markup-compatibility/2006" xmlns:p14="http://schemas.microsoft.com/office/powerpoint/2010/main">
        <mc:Choice Requires="p14">
          <p:contentPart p14:bwMode="auto" r:id="rId46">
            <p14:nvContentPartPr>
              <p14:cNvPr id="15" name="墨迹 14">
                <a:extLst>
                  <a:ext uri="{FF2B5EF4-FFF2-40B4-BE49-F238E27FC236}">
                    <a16:creationId xmlns:a16="http://schemas.microsoft.com/office/drawing/2014/main" id="{2F9A8063-409A-BC7D-4FD5-76FBFC480D9C}"/>
                  </a:ext>
                </a:extLst>
              </p14:cNvPr>
              <p14:cNvContentPartPr/>
              <p14:nvPr/>
            </p14:nvContentPartPr>
            <p14:xfrm>
              <a:off x="1034065" y="3250865"/>
              <a:ext cx="693360" cy="9720"/>
            </p14:xfrm>
          </p:contentPart>
        </mc:Choice>
        <mc:Fallback xmlns="">
          <p:pic>
            <p:nvPicPr>
              <p:cNvPr id="15" name="墨迹 14">
                <a:extLst>
                  <a:ext uri="{FF2B5EF4-FFF2-40B4-BE49-F238E27FC236}">
                    <a16:creationId xmlns:a16="http://schemas.microsoft.com/office/drawing/2014/main" id="{2F9A8063-409A-BC7D-4FD5-76FBFC480D9C}"/>
                  </a:ext>
                </a:extLst>
              </p:cNvPr>
              <p:cNvPicPr/>
              <p:nvPr/>
            </p:nvPicPr>
            <p:blipFill>
              <a:blip r:embed="rId47"/>
              <a:stretch>
                <a:fillRect/>
              </a:stretch>
            </p:blipFill>
            <p:spPr>
              <a:xfrm>
                <a:off x="1016065" y="3232865"/>
                <a:ext cx="729000" cy="45360"/>
              </a:xfrm>
              <a:prstGeom prst="rect">
                <a:avLst/>
              </a:prstGeom>
            </p:spPr>
          </p:pic>
        </mc:Fallback>
      </mc:AlternateContent>
      <p:grpSp>
        <p:nvGrpSpPr>
          <p:cNvPr id="20" name="组合 19">
            <a:extLst>
              <a:ext uri="{FF2B5EF4-FFF2-40B4-BE49-F238E27FC236}">
                <a16:creationId xmlns:a16="http://schemas.microsoft.com/office/drawing/2014/main" id="{37F14DE2-49C0-8D73-059D-F02DA0881A53}"/>
              </a:ext>
            </a:extLst>
          </p:cNvPr>
          <p:cNvGrpSpPr/>
          <p:nvPr/>
        </p:nvGrpSpPr>
        <p:grpSpPr>
          <a:xfrm>
            <a:off x="1219105" y="3278585"/>
            <a:ext cx="245520" cy="186480"/>
            <a:chOff x="1219105" y="3278585"/>
            <a:chExt cx="245520" cy="186480"/>
          </a:xfrm>
        </p:grpSpPr>
        <mc:AlternateContent xmlns:mc="http://schemas.openxmlformats.org/markup-compatibility/2006" xmlns:p14="http://schemas.microsoft.com/office/powerpoint/2010/main">
          <mc:Choice Requires="p14">
            <p:contentPart p14:bwMode="auto" r:id="rId48">
              <p14:nvContentPartPr>
                <p14:cNvPr id="16" name="墨迹 15">
                  <a:extLst>
                    <a:ext uri="{FF2B5EF4-FFF2-40B4-BE49-F238E27FC236}">
                      <a16:creationId xmlns:a16="http://schemas.microsoft.com/office/drawing/2014/main" id="{79733417-D71B-7D77-457A-A2152B14CD63}"/>
                    </a:ext>
                  </a:extLst>
                </p14:cNvPr>
                <p14:cNvContentPartPr/>
                <p14:nvPr/>
              </p14:nvContentPartPr>
              <p14:xfrm>
                <a:off x="1219105" y="3296945"/>
                <a:ext cx="245520" cy="168120"/>
              </p14:xfrm>
            </p:contentPart>
          </mc:Choice>
          <mc:Fallback xmlns="">
            <p:pic>
              <p:nvPicPr>
                <p:cNvPr id="16" name="墨迹 15">
                  <a:extLst>
                    <a:ext uri="{FF2B5EF4-FFF2-40B4-BE49-F238E27FC236}">
                      <a16:creationId xmlns:a16="http://schemas.microsoft.com/office/drawing/2014/main" id="{79733417-D71B-7D77-457A-A2152B14CD63}"/>
                    </a:ext>
                  </a:extLst>
                </p:cNvPr>
                <p:cNvPicPr/>
                <p:nvPr/>
              </p:nvPicPr>
              <p:blipFill>
                <a:blip r:embed="rId49"/>
                <a:stretch>
                  <a:fillRect/>
                </a:stretch>
              </p:blipFill>
              <p:spPr>
                <a:xfrm>
                  <a:off x="1201465" y="3279305"/>
                  <a:ext cx="281160" cy="203760"/>
                </a:xfrm>
                <a:prstGeom prst="rect">
                  <a:avLst/>
                </a:prstGeom>
              </p:spPr>
            </p:pic>
          </mc:Fallback>
        </mc:AlternateContent>
        <mc:AlternateContent xmlns:mc="http://schemas.openxmlformats.org/markup-compatibility/2006" xmlns:p14="http://schemas.microsoft.com/office/powerpoint/2010/main">
          <mc:Choice Requires="p14">
            <p:contentPart p14:bwMode="auto" r:id="rId50">
              <p14:nvContentPartPr>
                <p14:cNvPr id="17" name="墨迹 16">
                  <a:extLst>
                    <a:ext uri="{FF2B5EF4-FFF2-40B4-BE49-F238E27FC236}">
                      <a16:creationId xmlns:a16="http://schemas.microsoft.com/office/drawing/2014/main" id="{4D620E67-8EC6-D4D4-54EA-4D6555B76B81}"/>
                    </a:ext>
                  </a:extLst>
                </p14:cNvPr>
                <p14:cNvContentPartPr/>
                <p14:nvPr/>
              </p14:nvContentPartPr>
              <p14:xfrm>
                <a:off x="1348345" y="3296945"/>
                <a:ext cx="104400" cy="102240"/>
              </p14:xfrm>
            </p:contentPart>
          </mc:Choice>
          <mc:Fallback xmlns="">
            <p:pic>
              <p:nvPicPr>
                <p:cNvPr id="17" name="墨迹 16">
                  <a:extLst>
                    <a:ext uri="{FF2B5EF4-FFF2-40B4-BE49-F238E27FC236}">
                      <a16:creationId xmlns:a16="http://schemas.microsoft.com/office/drawing/2014/main" id="{4D620E67-8EC6-D4D4-54EA-4D6555B76B81}"/>
                    </a:ext>
                  </a:extLst>
                </p:cNvPr>
                <p:cNvPicPr/>
                <p:nvPr/>
              </p:nvPicPr>
              <p:blipFill>
                <a:blip r:embed="rId51"/>
                <a:stretch>
                  <a:fillRect/>
                </a:stretch>
              </p:blipFill>
              <p:spPr>
                <a:xfrm>
                  <a:off x="1330345" y="3279305"/>
                  <a:ext cx="140040" cy="137880"/>
                </a:xfrm>
                <a:prstGeom prst="rect">
                  <a:avLst/>
                </a:prstGeom>
              </p:spPr>
            </p:pic>
          </mc:Fallback>
        </mc:AlternateContent>
        <mc:AlternateContent xmlns:mc="http://schemas.openxmlformats.org/markup-compatibility/2006" xmlns:p14="http://schemas.microsoft.com/office/powerpoint/2010/main">
          <mc:Choice Requires="p14">
            <p:contentPart p14:bwMode="auto" r:id="rId52">
              <p14:nvContentPartPr>
                <p14:cNvPr id="19" name="墨迹 18">
                  <a:extLst>
                    <a:ext uri="{FF2B5EF4-FFF2-40B4-BE49-F238E27FC236}">
                      <a16:creationId xmlns:a16="http://schemas.microsoft.com/office/drawing/2014/main" id="{360C2A07-B787-7879-E827-D454A144A4DF}"/>
                    </a:ext>
                  </a:extLst>
                </p14:cNvPr>
                <p14:cNvContentPartPr/>
                <p14:nvPr/>
              </p14:nvContentPartPr>
              <p14:xfrm>
                <a:off x="1339345" y="3278585"/>
                <a:ext cx="360" cy="16920"/>
              </p14:xfrm>
            </p:contentPart>
          </mc:Choice>
          <mc:Fallback xmlns="">
            <p:pic>
              <p:nvPicPr>
                <p:cNvPr id="19" name="墨迹 18">
                  <a:extLst>
                    <a:ext uri="{FF2B5EF4-FFF2-40B4-BE49-F238E27FC236}">
                      <a16:creationId xmlns:a16="http://schemas.microsoft.com/office/drawing/2014/main" id="{360C2A07-B787-7879-E827-D454A144A4DF}"/>
                    </a:ext>
                  </a:extLst>
                </p:cNvPr>
                <p:cNvPicPr/>
                <p:nvPr/>
              </p:nvPicPr>
              <p:blipFill>
                <a:blip r:embed="rId53"/>
                <a:stretch>
                  <a:fillRect/>
                </a:stretch>
              </p:blipFill>
              <p:spPr>
                <a:xfrm>
                  <a:off x="1321345" y="3260945"/>
                  <a:ext cx="36000" cy="5256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54">
            <p14:nvContentPartPr>
              <p14:cNvPr id="22" name="墨迹 21">
                <a:extLst>
                  <a:ext uri="{FF2B5EF4-FFF2-40B4-BE49-F238E27FC236}">
                    <a16:creationId xmlns:a16="http://schemas.microsoft.com/office/drawing/2014/main" id="{361D13F9-F05F-79DF-C2E6-CC2416AA1A66}"/>
                  </a:ext>
                </a:extLst>
              </p14:cNvPr>
              <p14:cNvContentPartPr/>
              <p14:nvPr/>
            </p14:nvContentPartPr>
            <p14:xfrm>
              <a:off x="1237465" y="3445265"/>
              <a:ext cx="240480" cy="18720"/>
            </p14:xfrm>
          </p:contentPart>
        </mc:Choice>
        <mc:Fallback xmlns="">
          <p:pic>
            <p:nvPicPr>
              <p:cNvPr id="22" name="墨迹 21">
                <a:extLst>
                  <a:ext uri="{FF2B5EF4-FFF2-40B4-BE49-F238E27FC236}">
                    <a16:creationId xmlns:a16="http://schemas.microsoft.com/office/drawing/2014/main" id="{361D13F9-F05F-79DF-C2E6-CC2416AA1A66}"/>
                  </a:ext>
                </a:extLst>
              </p:cNvPr>
              <p:cNvPicPr/>
              <p:nvPr/>
            </p:nvPicPr>
            <p:blipFill>
              <a:blip r:embed="rId55"/>
              <a:stretch>
                <a:fillRect/>
              </a:stretch>
            </p:blipFill>
            <p:spPr>
              <a:xfrm>
                <a:off x="1219465" y="3427265"/>
                <a:ext cx="276120" cy="54360"/>
              </a:xfrm>
              <a:prstGeom prst="rect">
                <a:avLst/>
              </a:prstGeom>
            </p:spPr>
          </p:pic>
        </mc:Fallback>
      </mc:AlternateContent>
      <mc:AlternateContent xmlns:mc="http://schemas.openxmlformats.org/markup-compatibility/2006" xmlns:p14="http://schemas.microsoft.com/office/powerpoint/2010/main">
        <mc:Choice Requires="p14">
          <p:contentPart p14:bwMode="auto" r:id="rId56">
            <p14:nvContentPartPr>
              <p14:cNvPr id="23" name="墨迹 22">
                <a:extLst>
                  <a:ext uri="{FF2B5EF4-FFF2-40B4-BE49-F238E27FC236}">
                    <a16:creationId xmlns:a16="http://schemas.microsoft.com/office/drawing/2014/main" id="{B3CB7C8F-4BDC-47B6-4127-4CCF85DB9E8C}"/>
                  </a:ext>
                </a:extLst>
              </p14:cNvPr>
              <p14:cNvContentPartPr/>
              <p14:nvPr/>
            </p14:nvContentPartPr>
            <p14:xfrm>
              <a:off x="757225" y="3859985"/>
              <a:ext cx="4063320" cy="56880"/>
            </p14:xfrm>
          </p:contentPart>
        </mc:Choice>
        <mc:Fallback xmlns="">
          <p:pic>
            <p:nvPicPr>
              <p:cNvPr id="23" name="墨迹 22">
                <a:extLst>
                  <a:ext uri="{FF2B5EF4-FFF2-40B4-BE49-F238E27FC236}">
                    <a16:creationId xmlns:a16="http://schemas.microsoft.com/office/drawing/2014/main" id="{B3CB7C8F-4BDC-47B6-4127-4CCF85DB9E8C}"/>
                  </a:ext>
                </a:extLst>
              </p:cNvPr>
              <p:cNvPicPr/>
              <p:nvPr/>
            </p:nvPicPr>
            <p:blipFill>
              <a:blip r:embed="rId57"/>
              <a:stretch>
                <a:fillRect/>
              </a:stretch>
            </p:blipFill>
            <p:spPr>
              <a:xfrm>
                <a:off x="739585" y="3841985"/>
                <a:ext cx="4098960" cy="92520"/>
              </a:xfrm>
              <a:prstGeom prst="rect">
                <a:avLst/>
              </a:prstGeom>
            </p:spPr>
          </p:pic>
        </mc:Fallback>
      </mc:AlternateContent>
      <p:grpSp>
        <p:nvGrpSpPr>
          <p:cNvPr id="26" name="组合 25">
            <a:extLst>
              <a:ext uri="{FF2B5EF4-FFF2-40B4-BE49-F238E27FC236}">
                <a16:creationId xmlns:a16="http://schemas.microsoft.com/office/drawing/2014/main" id="{3EC131BE-6E62-156D-2641-C9A04E979A82}"/>
              </a:ext>
            </a:extLst>
          </p:cNvPr>
          <p:cNvGrpSpPr/>
          <p:nvPr/>
        </p:nvGrpSpPr>
        <p:grpSpPr>
          <a:xfrm>
            <a:off x="7126705" y="4498985"/>
            <a:ext cx="586080" cy="64080"/>
            <a:chOff x="7126705" y="4498985"/>
            <a:chExt cx="586080" cy="64080"/>
          </a:xfrm>
        </p:grpSpPr>
        <mc:AlternateContent xmlns:mc="http://schemas.openxmlformats.org/markup-compatibility/2006" xmlns:p14="http://schemas.microsoft.com/office/powerpoint/2010/main">
          <mc:Choice Requires="p14">
            <p:contentPart p14:bwMode="auto" r:id="rId58">
              <p14:nvContentPartPr>
                <p14:cNvPr id="24" name="墨迹 23">
                  <a:extLst>
                    <a:ext uri="{FF2B5EF4-FFF2-40B4-BE49-F238E27FC236}">
                      <a16:creationId xmlns:a16="http://schemas.microsoft.com/office/drawing/2014/main" id="{C9D33DFF-596D-97EA-C0D2-1143A842CA5B}"/>
                    </a:ext>
                  </a:extLst>
                </p14:cNvPr>
                <p14:cNvContentPartPr/>
                <p14:nvPr/>
              </p14:nvContentPartPr>
              <p14:xfrm>
                <a:off x="7126705" y="4539305"/>
                <a:ext cx="6120" cy="23760"/>
              </p14:xfrm>
            </p:contentPart>
          </mc:Choice>
          <mc:Fallback xmlns="">
            <p:pic>
              <p:nvPicPr>
                <p:cNvPr id="24" name="墨迹 23">
                  <a:extLst>
                    <a:ext uri="{FF2B5EF4-FFF2-40B4-BE49-F238E27FC236}">
                      <a16:creationId xmlns:a16="http://schemas.microsoft.com/office/drawing/2014/main" id="{C9D33DFF-596D-97EA-C0D2-1143A842CA5B}"/>
                    </a:ext>
                  </a:extLst>
                </p:cNvPr>
                <p:cNvPicPr/>
                <p:nvPr/>
              </p:nvPicPr>
              <p:blipFill>
                <a:blip r:embed="rId59"/>
                <a:stretch>
                  <a:fillRect/>
                </a:stretch>
              </p:blipFill>
              <p:spPr>
                <a:xfrm>
                  <a:off x="7109065" y="4521305"/>
                  <a:ext cx="41760" cy="59400"/>
                </a:xfrm>
                <a:prstGeom prst="rect">
                  <a:avLst/>
                </a:prstGeom>
              </p:spPr>
            </p:pic>
          </mc:Fallback>
        </mc:AlternateContent>
        <mc:AlternateContent xmlns:mc="http://schemas.openxmlformats.org/markup-compatibility/2006" xmlns:p14="http://schemas.microsoft.com/office/powerpoint/2010/main">
          <mc:Choice Requires="p14">
            <p:contentPart p14:bwMode="auto" r:id="rId60">
              <p14:nvContentPartPr>
                <p14:cNvPr id="25" name="墨迹 24">
                  <a:extLst>
                    <a:ext uri="{FF2B5EF4-FFF2-40B4-BE49-F238E27FC236}">
                      <a16:creationId xmlns:a16="http://schemas.microsoft.com/office/drawing/2014/main" id="{8081A873-5AF5-5230-2916-F112CC9355C5}"/>
                    </a:ext>
                  </a:extLst>
                </p14:cNvPr>
                <p14:cNvContentPartPr/>
                <p14:nvPr/>
              </p14:nvContentPartPr>
              <p14:xfrm>
                <a:off x="7667425" y="4498985"/>
                <a:ext cx="45360" cy="61560"/>
              </p14:xfrm>
            </p:contentPart>
          </mc:Choice>
          <mc:Fallback xmlns="">
            <p:pic>
              <p:nvPicPr>
                <p:cNvPr id="25" name="墨迹 24">
                  <a:extLst>
                    <a:ext uri="{FF2B5EF4-FFF2-40B4-BE49-F238E27FC236}">
                      <a16:creationId xmlns:a16="http://schemas.microsoft.com/office/drawing/2014/main" id="{8081A873-5AF5-5230-2916-F112CC9355C5}"/>
                    </a:ext>
                  </a:extLst>
                </p:cNvPr>
                <p:cNvPicPr/>
                <p:nvPr/>
              </p:nvPicPr>
              <p:blipFill>
                <a:blip r:embed="rId61"/>
                <a:stretch>
                  <a:fillRect/>
                </a:stretch>
              </p:blipFill>
              <p:spPr>
                <a:xfrm>
                  <a:off x="7649785" y="4481345"/>
                  <a:ext cx="81000" cy="972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62">
            <p14:nvContentPartPr>
              <p14:cNvPr id="27" name="墨迹 26">
                <a:extLst>
                  <a:ext uri="{FF2B5EF4-FFF2-40B4-BE49-F238E27FC236}">
                    <a16:creationId xmlns:a16="http://schemas.microsoft.com/office/drawing/2014/main" id="{E05FE950-7F82-29E1-8BE4-BAE40324C699}"/>
                  </a:ext>
                </a:extLst>
              </p14:cNvPr>
              <p14:cNvContentPartPr/>
              <p14:nvPr/>
            </p14:nvContentPartPr>
            <p14:xfrm>
              <a:off x="6345145" y="2410265"/>
              <a:ext cx="9720" cy="34560"/>
            </p14:xfrm>
          </p:contentPart>
        </mc:Choice>
        <mc:Fallback xmlns="">
          <p:pic>
            <p:nvPicPr>
              <p:cNvPr id="27" name="墨迹 26">
                <a:extLst>
                  <a:ext uri="{FF2B5EF4-FFF2-40B4-BE49-F238E27FC236}">
                    <a16:creationId xmlns:a16="http://schemas.microsoft.com/office/drawing/2014/main" id="{E05FE950-7F82-29E1-8BE4-BAE40324C699}"/>
                  </a:ext>
                </a:extLst>
              </p:cNvPr>
              <p:cNvPicPr/>
              <p:nvPr/>
            </p:nvPicPr>
            <p:blipFill>
              <a:blip r:embed="rId63"/>
              <a:stretch>
                <a:fillRect/>
              </a:stretch>
            </p:blipFill>
            <p:spPr>
              <a:xfrm>
                <a:off x="6327505" y="2392625"/>
                <a:ext cx="45360" cy="70200"/>
              </a:xfrm>
              <a:prstGeom prst="rect">
                <a:avLst/>
              </a:prstGeom>
            </p:spPr>
          </p:pic>
        </mc:Fallback>
      </mc:AlternateContent>
      <p:grpSp>
        <p:nvGrpSpPr>
          <p:cNvPr id="30" name="组合 29">
            <a:extLst>
              <a:ext uri="{FF2B5EF4-FFF2-40B4-BE49-F238E27FC236}">
                <a16:creationId xmlns:a16="http://schemas.microsoft.com/office/drawing/2014/main" id="{55805395-DB24-9315-5ED9-B2B3C9F37F67}"/>
              </a:ext>
            </a:extLst>
          </p:cNvPr>
          <p:cNvGrpSpPr/>
          <p:nvPr/>
        </p:nvGrpSpPr>
        <p:grpSpPr>
          <a:xfrm>
            <a:off x="6733225" y="1819505"/>
            <a:ext cx="2130120" cy="462240"/>
            <a:chOff x="6733225" y="1819505"/>
            <a:chExt cx="2130120" cy="462240"/>
          </a:xfrm>
        </p:grpSpPr>
        <mc:AlternateContent xmlns:mc="http://schemas.openxmlformats.org/markup-compatibility/2006" xmlns:p14="http://schemas.microsoft.com/office/powerpoint/2010/main">
          <mc:Choice Requires="p14">
            <p:contentPart p14:bwMode="auto" r:id="rId64">
              <p14:nvContentPartPr>
                <p14:cNvPr id="28" name="墨迹 27">
                  <a:extLst>
                    <a:ext uri="{FF2B5EF4-FFF2-40B4-BE49-F238E27FC236}">
                      <a16:creationId xmlns:a16="http://schemas.microsoft.com/office/drawing/2014/main" id="{E6FCFEDE-1D7B-0905-5DA1-6B3F77066B63}"/>
                    </a:ext>
                  </a:extLst>
                </p14:cNvPr>
                <p14:cNvContentPartPr/>
                <p14:nvPr/>
              </p14:nvContentPartPr>
              <p14:xfrm>
                <a:off x="6733225" y="1940825"/>
                <a:ext cx="1913040" cy="340920"/>
              </p14:xfrm>
            </p:contentPart>
          </mc:Choice>
          <mc:Fallback xmlns="">
            <p:pic>
              <p:nvPicPr>
                <p:cNvPr id="28" name="墨迹 27">
                  <a:extLst>
                    <a:ext uri="{FF2B5EF4-FFF2-40B4-BE49-F238E27FC236}">
                      <a16:creationId xmlns:a16="http://schemas.microsoft.com/office/drawing/2014/main" id="{E6FCFEDE-1D7B-0905-5DA1-6B3F77066B63}"/>
                    </a:ext>
                  </a:extLst>
                </p:cNvPr>
                <p:cNvPicPr/>
                <p:nvPr/>
              </p:nvPicPr>
              <p:blipFill>
                <a:blip r:embed="rId65"/>
                <a:stretch>
                  <a:fillRect/>
                </a:stretch>
              </p:blipFill>
              <p:spPr>
                <a:xfrm>
                  <a:off x="6715225" y="1923185"/>
                  <a:ext cx="1948680" cy="376560"/>
                </a:xfrm>
                <a:prstGeom prst="rect">
                  <a:avLst/>
                </a:prstGeom>
              </p:spPr>
            </p:pic>
          </mc:Fallback>
        </mc:AlternateContent>
        <mc:AlternateContent xmlns:mc="http://schemas.openxmlformats.org/markup-compatibility/2006" xmlns:p14="http://schemas.microsoft.com/office/powerpoint/2010/main">
          <mc:Choice Requires="p14">
            <p:contentPart p14:bwMode="auto" r:id="rId66">
              <p14:nvContentPartPr>
                <p14:cNvPr id="29" name="墨迹 28">
                  <a:extLst>
                    <a:ext uri="{FF2B5EF4-FFF2-40B4-BE49-F238E27FC236}">
                      <a16:creationId xmlns:a16="http://schemas.microsoft.com/office/drawing/2014/main" id="{4D1BD086-4FB5-0F13-2871-85EC92D68D1E}"/>
                    </a:ext>
                  </a:extLst>
                </p14:cNvPr>
                <p14:cNvContentPartPr/>
                <p14:nvPr/>
              </p14:nvContentPartPr>
              <p14:xfrm>
                <a:off x="8626465" y="1819505"/>
                <a:ext cx="236880" cy="213840"/>
              </p14:xfrm>
            </p:contentPart>
          </mc:Choice>
          <mc:Fallback xmlns="">
            <p:pic>
              <p:nvPicPr>
                <p:cNvPr id="29" name="墨迹 28">
                  <a:extLst>
                    <a:ext uri="{FF2B5EF4-FFF2-40B4-BE49-F238E27FC236}">
                      <a16:creationId xmlns:a16="http://schemas.microsoft.com/office/drawing/2014/main" id="{4D1BD086-4FB5-0F13-2871-85EC92D68D1E}"/>
                    </a:ext>
                  </a:extLst>
                </p:cNvPr>
                <p:cNvPicPr/>
                <p:nvPr/>
              </p:nvPicPr>
              <p:blipFill>
                <a:blip r:embed="rId67"/>
                <a:stretch>
                  <a:fillRect/>
                </a:stretch>
              </p:blipFill>
              <p:spPr>
                <a:xfrm>
                  <a:off x="8608825" y="1801505"/>
                  <a:ext cx="272520" cy="249480"/>
                </a:xfrm>
                <a:prstGeom prst="rect">
                  <a:avLst/>
                </a:prstGeom>
              </p:spPr>
            </p:pic>
          </mc:Fallback>
        </mc:AlternateContent>
      </p:grpSp>
    </p:spTree>
  </p:cSld>
  <p:clrMapOvr>
    <a:masterClrMapping/>
  </p:clrMapOvr>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0657" name="对象 569345"/>
          <p:cNvGraphicFramePr/>
          <p:nvPr/>
        </p:nvGraphicFramePr>
        <p:xfrm>
          <a:off x="1042988" y="476250"/>
          <a:ext cx="6450012" cy="1130300"/>
        </p:xfrm>
        <a:graphic>
          <a:graphicData uri="http://schemas.openxmlformats.org/presentationml/2006/ole">
            <mc:AlternateContent xmlns:mc="http://schemas.openxmlformats.org/markup-compatibility/2006">
              <mc:Choice xmlns:v="urn:schemas-microsoft-com:vml" Requires="v">
                <p:oleObj r:id="rId2" imgW="7975600" imgH="1397000" progId="Equation.DSMT4">
                  <p:embed/>
                </p:oleObj>
              </mc:Choice>
              <mc:Fallback>
                <p:oleObj r:id="rId2" imgW="7975600" imgH="1397000" progId="Equation.DSMT4">
                  <p:embed/>
                  <p:pic>
                    <p:nvPicPr>
                      <p:cNvPr id="0" name="图片 3364"/>
                      <p:cNvPicPr/>
                      <p:nvPr/>
                    </p:nvPicPr>
                    <p:blipFill>
                      <a:blip r:embed="rId3">
                        <a:lum bright="-100000"/>
                      </a:blip>
                      <a:stretch>
                        <a:fillRect/>
                      </a:stretch>
                    </p:blipFill>
                    <p:spPr>
                      <a:xfrm>
                        <a:off x="1042988" y="476250"/>
                        <a:ext cx="6450012" cy="1130300"/>
                      </a:xfrm>
                      <a:prstGeom prst="rect">
                        <a:avLst/>
                      </a:prstGeom>
                      <a:noFill/>
                      <a:ln w="38100">
                        <a:noFill/>
                        <a:miter/>
                      </a:ln>
                    </p:spPr>
                  </p:pic>
                </p:oleObj>
              </mc:Fallback>
            </mc:AlternateContent>
          </a:graphicData>
        </a:graphic>
      </p:graphicFrame>
      <p:graphicFrame>
        <p:nvGraphicFramePr>
          <p:cNvPr id="70658" name="对象 569346"/>
          <p:cNvGraphicFramePr/>
          <p:nvPr/>
        </p:nvGraphicFramePr>
        <p:xfrm>
          <a:off x="1066800" y="2819400"/>
          <a:ext cx="2527300" cy="339725"/>
        </p:xfrm>
        <a:graphic>
          <a:graphicData uri="http://schemas.openxmlformats.org/presentationml/2006/ole">
            <mc:AlternateContent xmlns:mc="http://schemas.openxmlformats.org/markup-compatibility/2006">
              <mc:Choice xmlns:v="urn:schemas-microsoft-com:vml" Requires="v">
                <p:oleObj r:id="rId4" imgW="3124200" imgH="419100" progId="Equation.DSMT4">
                  <p:embed/>
                </p:oleObj>
              </mc:Choice>
              <mc:Fallback>
                <p:oleObj r:id="rId4" imgW="3124200" imgH="419100" progId="Equation.DSMT4">
                  <p:embed/>
                  <p:pic>
                    <p:nvPicPr>
                      <p:cNvPr id="0" name="图片 3375"/>
                      <p:cNvPicPr/>
                      <p:nvPr/>
                    </p:nvPicPr>
                    <p:blipFill>
                      <a:blip r:embed="rId5">
                        <a:lum bright="-100000"/>
                      </a:blip>
                      <a:stretch>
                        <a:fillRect/>
                      </a:stretch>
                    </p:blipFill>
                    <p:spPr>
                      <a:xfrm>
                        <a:off x="1066800" y="2819400"/>
                        <a:ext cx="2527300" cy="339725"/>
                      </a:xfrm>
                      <a:prstGeom prst="rect">
                        <a:avLst/>
                      </a:prstGeom>
                      <a:noFill/>
                      <a:ln w="38100">
                        <a:noFill/>
                        <a:miter/>
                      </a:ln>
                    </p:spPr>
                  </p:pic>
                </p:oleObj>
              </mc:Fallback>
            </mc:AlternateContent>
          </a:graphicData>
        </a:graphic>
      </p:graphicFrame>
      <p:graphicFrame>
        <p:nvGraphicFramePr>
          <p:cNvPr id="70659" name="对象 569347"/>
          <p:cNvGraphicFramePr/>
          <p:nvPr/>
        </p:nvGraphicFramePr>
        <p:xfrm>
          <a:off x="1331913" y="3284538"/>
          <a:ext cx="3635375" cy="893762"/>
        </p:xfrm>
        <a:graphic>
          <a:graphicData uri="http://schemas.openxmlformats.org/presentationml/2006/ole">
            <mc:AlternateContent xmlns:mc="http://schemas.openxmlformats.org/markup-compatibility/2006">
              <mc:Choice xmlns:v="urn:schemas-microsoft-com:vml" Requires="v">
                <p:oleObj r:id="rId6" imgW="4495800" imgH="1104900" progId="Equation.DSMT4">
                  <p:embed/>
                </p:oleObj>
              </mc:Choice>
              <mc:Fallback>
                <p:oleObj r:id="rId6" imgW="4495800" imgH="1104900" progId="Equation.DSMT4">
                  <p:embed/>
                  <p:pic>
                    <p:nvPicPr>
                      <p:cNvPr id="0" name="图片 3373"/>
                      <p:cNvPicPr/>
                      <p:nvPr/>
                    </p:nvPicPr>
                    <p:blipFill>
                      <a:blip r:embed="rId7">
                        <a:lum bright="-100000"/>
                      </a:blip>
                      <a:stretch>
                        <a:fillRect/>
                      </a:stretch>
                    </p:blipFill>
                    <p:spPr>
                      <a:xfrm>
                        <a:off x="1331913" y="3284538"/>
                        <a:ext cx="3635375" cy="893762"/>
                      </a:xfrm>
                      <a:prstGeom prst="rect">
                        <a:avLst/>
                      </a:prstGeom>
                      <a:noFill/>
                      <a:ln w="38100">
                        <a:noFill/>
                        <a:miter/>
                      </a:ln>
                    </p:spPr>
                  </p:pic>
                </p:oleObj>
              </mc:Fallback>
            </mc:AlternateContent>
          </a:graphicData>
        </a:graphic>
      </p:graphicFrame>
      <p:graphicFrame>
        <p:nvGraphicFramePr>
          <p:cNvPr id="70660" name="对象 569348"/>
          <p:cNvGraphicFramePr/>
          <p:nvPr/>
        </p:nvGraphicFramePr>
        <p:xfrm>
          <a:off x="1331913" y="4221163"/>
          <a:ext cx="760412" cy="719137"/>
        </p:xfrm>
        <a:graphic>
          <a:graphicData uri="http://schemas.openxmlformats.org/presentationml/2006/ole">
            <mc:AlternateContent xmlns:mc="http://schemas.openxmlformats.org/markup-compatibility/2006">
              <mc:Choice xmlns:v="urn:schemas-microsoft-com:vml" Requires="v">
                <p:oleObj r:id="rId8" imgW="940435" imgH="889635" progId="Equation.DSMT4">
                  <p:embed/>
                </p:oleObj>
              </mc:Choice>
              <mc:Fallback>
                <p:oleObj r:id="rId8" imgW="940435" imgH="889635" progId="Equation.DSMT4">
                  <p:embed/>
                  <p:pic>
                    <p:nvPicPr>
                      <p:cNvPr id="0" name="图片 3365"/>
                      <p:cNvPicPr/>
                      <p:nvPr/>
                    </p:nvPicPr>
                    <p:blipFill>
                      <a:blip r:embed="rId9">
                        <a:lum bright="-100000"/>
                      </a:blip>
                      <a:stretch>
                        <a:fillRect/>
                      </a:stretch>
                    </p:blipFill>
                    <p:spPr>
                      <a:xfrm>
                        <a:off x="1331913" y="4221163"/>
                        <a:ext cx="760412" cy="719137"/>
                      </a:xfrm>
                      <a:prstGeom prst="rect">
                        <a:avLst/>
                      </a:prstGeom>
                      <a:noFill/>
                      <a:ln w="38100">
                        <a:noFill/>
                        <a:miter/>
                      </a:ln>
                    </p:spPr>
                  </p:pic>
                </p:oleObj>
              </mc:Fallback>
            </mc:AlternateContent>
          </a:graphicData>
        </a:graphic>
      </p:graphicFrame>
      <p:graphicFrame>
        <p:nvGraphicFramePr>
          <p:cNvPr id="70661" name="对象 569349"/>
          <p:cNvGraphicFramePr/>
          <p:nvPr/>
        </p:nvGraphicFramePr>
        <p:xfrm>
          <a:off x="971550" y="1773238"/>
          <a:ext cx="6234113" cy="760412"/>
        </p:xfrm>
        <a:graphic>
          <a:graphicData uri="http://schemas.openxmlformats.org/presentationml/2006/ole">
            <mc:AlternateContent xmlns:mc="http://schemas.openxmlformats.org/markup-compatibility/2006">
              <mc:Choice xmlns:v="urn:schemas-microsoft-com:vml" Requires="v">
                <p:oleObj r:id="rId10" imgW="7708900" imgH="939800" progId="Equation.DSMT4">
                  <p:embed/>
                </p:oleObj>
              </mc:Choice>
              <mc:Fallback>
                <p:oleObj r:id="rId10" imgW="7708900" imgH="939800" progId="Equation.DSMT4">
                  <p:embed/>
                  <p:pic>
                    <p:nvPicPr>
                      <p:cNvPr id="0" name="图片 3366"/>
                      <p:cNvPicPr/>
                      <p:nvPr/>
                    </p:nvPicPr>
                    <p:blipFill>
                      <a:blip r:embed="rId11">
                        <a:lum bright="-100000"/>
                      </a:blip>
                      <a:stretch>
                        <a:fillRect/>
                      </a:stretch>
                    </p:blipFill>
                    <p:spPr>
                      <a:xfrm>
                        <a:off x="971550" y="1773238"/>
                        <a:ext cx="6234113" cy="760412"/>
                      </a:xfrm>
                      <a:prstGeom prst="rect">
                        <a:avLst/>
                      </a:prstGeom>
                      <a:noFill/>
                      <a:ln w="38100">
                        <a:noFill/>
                        <a:miter/>
                      </a:ln>
                    </p:spPr>
                  </p:pic>
                </p:oleObj>
              </mc:Fallback>
            </mc:AlternateContent>
          </a:graphicData>
        </a:graphic>
      </p:graphicFrame>
      <p:graphicFrame>
        <p:nvGraphicFramePr>
          <p:cNvPr id="70662" name="对象 569350"/>
          <p:cNvGraphicFramePr/>
          <p:nvPr/>
        </p:nvGraphicFramePr>
        <p:xfrm>
          <a:off x="1116013" y="5084763"/>
          <a:ext cx="4252912" cy="719137"/>
        </p:xfrm>
        <a:graphic>
          <a:graphicData uri="http://schemas.openxmlformats.org/presentationml/2006/ole">
            <mc:AlternateContent xmlns:mc="http://schemas.openxmlformats.org/markup-compatibility/2006">
              <mc:Choice xmlns:v="urn:schemas-microsoft-com:vml" Requires="v">
                <p:oleObj r:id="rId12" imgW="5257800" imgH="889000" progId="Equation.DSMT4">
                  <p:embed/>
                </p:oleObj>
              </mc:Choice>
              <mc:Fallback>
                <p:oleObj r:id="rId12" imgW="5257800" imgH="889000" progId="Equation.DSMT4">
                  <p:embed/>
                  <p:pic>
                    <p:nvPicPr>
                      <p:cNvPr id="0" name="图片 3358"/>
                      <p:cNvPicPr/>
                      <p:nvPr/>
                    </p:nvPicPr>
                    <p:blipFill>
                      <a:blip r:embed="rId13">
                        <a:lum bright="-100000"/>
                      </a:blip>
                      <a:stretch>
                        <a:fillRect/>
                      </a:stretch>
                    </p:blipFill>
                    <p:spPr>
                      <a:xfrm>
                        <a:off x="1116013" y="5084763"/>
                        <a:ext cx="4252912" cy="719137"/>
                      </a:xfrm>
                      <a:prstGeom prst="rect">
                        <a:avLst/>
                      </a:prstGeom>
                      <a:noFill/>
                      <a:ln w="38100">
                        <a:noFill/>
                        <a:miter/>
                      </a:ln>
                    </p:spPr>
                  </p:pic>
                </p:oleObj>
              </mc:Fallback>
            </mc:AlternateContent>
          </a:graphicData>
        </a:graphic>
      </p:graphicFrame>
      <p:grpSp>
        <p:nvGrpSpPr>
          <p:cNvPr id="70663" name="组合 569351"/>
          <p:cNvGrpSpPr/>
          <p:nvPr/>
        </p:nvGrpSpPr>
        <p:grpSpPr>
          <a:xfrm>
            <a:off x="5867400" y="3352800"/>
            <a:ext cx="2665413" cy="2308225"/>
            <a:chOff x="3696" y="2112"/>
            <a:chExt cx="2076" cy="1872"/>
          </a:xfrm>
        </p:grpSpPr>
        <p:sp>
          <p:nvSpPr>
            <p:cNvPr id="70664" name="椭圆 569352"/>
            <p:cNvSpPr/>
            <p:nvPr/>
          </p:nvSpPr>
          <p:spPr>
            <a:xfrm>
              <a:off x="3782" y="2410"/>
              <a:ext cx="1506" cy="1489"/>
            </a:xfrm>
            <a:prstGeom prst="ellipse">
              <a:avLst/>
            </a:prstGeom>
            <a:pattFill prst="pct10">
              <a:fgClr>
                <a:schemeClr val="tx1"/>
              </a:fgClr>
              <a:bgClr>
                <a:schemeClr val="bg1"/>
              </a:bgClr>
            </a:pattFill>
            <a:ln w="25400" cap="sq" cmpd="sng">
              <a:solidFill>
                <a:schemeClr val="tx1"/>
              </a:solidFill>
              <a:prstDash val="solid"/>
              <a:round/>
              <a:headEnd type="none" w="sm" len="sm"/>
              <a:tailEnd type="none" w="sm" len="sm"/>
            </a:ln>
          </p:spPr>
          <p:txBody>
            <a:bodyPr anchor="t" anchorCtr="0"/>
            <a:lstStyle/>
            <a:p>
              <a:endParaRPr lang="zh-CN" altLang="en-US">
                <a:latin typeface="Arial" panose="020B0604020202020204" pitchFamily="34" charset="0"/>
                <a:ea typeface="宋体" panose="02010600030101010101" pitchFamily="2" charset="-122"/>
              </a:endParaRPr>
            </a:p>
          </p:txBody>
        </p:sp>
        <p:sp>
          <p:nvSpPr>
            <p:cNvPr id="70665" name="椭圆 569353"/>
            <p:cNvSpPr/>
            <p:nvPr/>
          </p:nvSpPr>
          <p:spPr>
            <a:xfrm>
              <a:off x="4169" y="2793"/>
              <a:ext cx="689" cy="680"/>
            </a:xfrm>
            <a:prstGeom prst="ellipse">
              <a:avLst/>
            </a:prstGeom>
            <a:solidFill>
              <a:schemeClr val="bg1"/>
            </a:solidFill>
            <a:ln w="25400" cap="sq" cmpd="sng">
              <a:solidFill>
                <a:schemeClr val="tx1"/>
              </a:solidFill>
              <a:prstDash val="solid"/>
              <a:round/>
              <a:headEnd type="none" w="sm" len="sm"/>
              <a:tailEnd type="none" w="sm" len="sm"/>
            </a:ln>
          </p:spPr>
          <p:txBody>
            <a:bodyPr anchor="t" anchorCtr="0"/>
            <a:lstStyle/>
            <a:p>
              <a:endParaRPr lang="zh-CN" altLang="en-US">
                <a:latin typeface="Arial" panose="020B0604020202020204" pitchFamily="34" charset="0"/>
                <a:ea typeface="宋体" panose="02010600030101010101" pitchFamily="2" charset="-122"/>
              </a:endParaRPr>
            </a:p>
          </p:txBody>
        </p:sp>
        <p:sp>
          <p:nvSpPr>
            <p:cNvPr id="70666" name="直接连接符 569354"/>
            <p:cNvSpPr/>
            <p:nvPr/>
          </p:nvSpPr>
          <p:spPr>
            <a:xfrm>
              <a:off x="3696" y="3133"/>
              <a:ext cx="1990" cy="0"/>
            </a:xfrm>
            <a:prstGeom prst="line">
              <a:avLst/>
            </a:prstGeom>
            <a:ln w="25400" cap="sq" cmpd="sng">
              <a:solidFill>
                <a:schemeClr val="tx1"/>
              </a:solidFill>
              <a:prstDash val="solid"/>
              <a:round/>
              <a:headEnd type="none" w="sm" len="sm"/>
              <a:tailEnd type="triangle" w="med" len="lg"/>
            </a:ln>
          </p:spPr>
        </p:sp>
        <p:sp>
          <p:nvSpPr>
            <p:cNvPr id="70667" name="直接连接符 569355"/>
            <p:cNvSpPr/>
            <p:nvPr/>
          </p:nvSpPr>
          <p:spPr>
            <a:xfrm flipV="1">
              <a:off x="4513" y="2155"/>
              <a:ext cx="0" cy="1829"/>
            </a:xfrm>
            <a:prstGeom prst="line">
              <a:avLst/>
            </a:prstGeom>
            <a:ln w="25400" cap="sq" cmpd="sng">
              <a:solidFill>
                <a:schemeClr val="tx1"/>
              </a:solidFill>
              <a:prstDash val="solid"/>
              <a:round/>
              <a:headEnd type="none" w="sm" len="sm"/>
              <a:tailEnd type="triangle" w="med" len="lg"/>
            </a:ln>
          </p:spPr>
        </p:sp>
        <p:graphicFrame>
          <p:nvGraphicFramePr>
            <p:cNvPr id="70668" name="对象 569356"/>
            <p:cNvGraphicFramePr/>
            <p:nvPr/>
          </p:nvGraphicFramePr>
          <p:xfrm>
            <a:off x="5299" y="3176"/>
            <a:ext cx="473" cy="212"/>
          </p:xfrm>
          <a:graphic>
            <a:graphicData uri="http://schemas.openxmlformats.org/presentationml/2006/ole">
              <mc:AlternateContent xmlns:mc="http://schemas.openxmlformats.org/markup-compatibility/2006">
                <mc:Choice xmlns:v="urn:schemas-microsoft-com:vml" Requires="v">
                  <p:oleObj r:id="rId14" imgW="838200" imgH="381000" progId="Equation.DSMT4">
                    <p:embed/>
                  </p:oleObj>
                </mc:Choice>
                <mc:Fallback>
                  <p:oleObj r:id="rId14" imgW="838200" imgH="381000" progId="Equation.DSMT4">
                    <p:embed/>
                    <p:pic>
                      <p:nvPicPr>
                        <p:cNvPr id="0" name="图片 3367"/>
                        <p:cNvPicPr/>
                        <p:nvPr/>
                      </p:nvPicPr>
                      <p:blipFill>
                        <a:blip r:embed="rId15">
                          <a:lum bright="-100000"/>
                        </a:blip>
                        <a:stretch>
                          <a:fillRect/>
                        </a:stretch>
                      </p:blipFill>
                      <p:spPr>
                        <a:xfrm>
                          <a:off x="5299" y="3176"/>
                          <a:ext cx="473" cy="212"/>
                        </a:xfrm>
                        <a:prstGeom prst="rect">
                          <a:avLst/>
                        </a:prstGeom>
                        <a:noFill/>
                        <a:ln w="38100">
                          <a:noFill/>
                          <a:miter/>
                        </a:ln>
                      </p:spPr>
                    </p:pic>
                  </p:oleObj>
                </mc:Fallback>
              </mc:AlternateContent>
            </a:graphicData>
          </a:graphic>
        </p:graphicFrame>
        <p:graphicFrame>
          <p:nvGraphicFramePr>
            <p:cNvPr id="70669" name="对象 569357"/>
            <p:cNvGraphicFramePr/>
            <p:nvPr/>
          </p:nvGraphicFramePr>
          <p:xfrm>
            <a:off x="4557" y="2112"/>
            <a:ext cx="595" cy="213"/>
          </p:xfrm>
          <a:graphic>
            <a:graphicData uri="http://schemas.openxmlformats.org/presentationml/2006/ole">
              <mc:AlternateContent xmlns:mc="http://schemas.openxmlformats.org/markup-compatibility/2006">
                <mc:Choice xmlns:v="urn:schemas-microsoft-com:vml" Requires="v">
                  <p:oleObj r:id="rId16" imgW="1054100" imgH="381000" progId="Equation.DSMT4">
                    <p:embed/>
                  </p:oleObj>
                </mc:Choice>
                <mc:Fallback>
                  <p:oleObj r:id="rId16" imgW="1054100" imgH="381000" progId="Equation.DSMT4">
                    <p:embed/>
                    <p:pic>
                      <p:nvPicPr>
                        <p:cNvPr id="0" name="图片 3374"/>
                        <p:cNvPicPr/>
                        <p:nvPr/>
                      </p:nvPicPr>
                      <p:blipFill>
                        <a:blip r:embed="rId17">
                          <a:lum bright="-100000"/>
                        </a:blip>
                        <a:stretch>
                          <a:fillRect/>
                        </a:stretch>
                      </p:blipFill>
                      <p:spPr>
                        <a:xfrm>
                          <a:off x="4557" y="2112"/>
                          <a:ext cx="595" cy="213"/>
                        </a:xfrm>
                        <a:prstGeom prst="rect">
                          <a:avLst/>
                        </a:prstGeom>
                        <a:noFill/>
                        <a:ln w="38100">
                          <a:noFill/>
                          <a:miter/>
                        </a:ln>
                      </p:spPr>
                    </p:pic>
                  </p:oleObj>
                </mc:Fallback>
              </mc:AlternateContent>
            </a:graphicData>
          </a:graphic>
        </p:graphicFrame>
        <p:graphicFrame>
          <p:nvGraphicFramePr>
            <p:cNvPr id="70670" name="对象 569358"/>
            <p:cNvGraphicFramePr/>
            <p:nvPr/>
          </p:nvGraphicFramePr>
          <p:xfrm>
            <a:off x="4384" y="3176"/>
            <a:ext cx="115" cy="170"/>
          </p:xfrm>
          <a:graphic>
            <a:graphicData uri="http://schemas.openxmlformats.org/presentationml/2006/ole">
              <mc:AlternateContent xmlns:mc="http://schemas.openxmlformats.org/markup-compatibility/2006">
                <mc:Choice xmlns:v="urn:schemas-microsoft-com:vml" Requires="v">
                  <p:oleObj r:id="rId18" imgW="203200" imgH="304800" progId="Equation.DSMT4">
                    <p:embed/>
                  </p:oleObj>
                </mc:Choice>
                <mc:Fallback>
                  <p:oleObj r:id="rId18" imgW="203200" imgH="304800" progId="Equation.DSMT4">
                    <p:embed/>
                    <p:pic>
                      <p:nvPicPr>
                        <p:cNvPr id="0" name="图片 3369"/>
                        <p:cNvPicPr/>
                        <p:nvPr/>
                      </p:nvPicPr>
                      <p:blipFill>
                        <a:blip r:embed="rId19">
                          <a:lum bright="-100000"/>
                        </a:blip>
                        <a:stretch>
                          <a:fillRect/>
                        </a:stretch>
                      </p:blipFill>
                      <p:spPr>
                        <a:xfrm>
                          <a:off x="4384" y="3176"/>
                          <a:ext cx="115" cy="170"/>
                        </a:xfrm>
                        <a:prstGeom prst="rect">
                          <a:avLst/>
                        </a:prstGeom>
                        <a:noFill/>
                        <a:ln w="38100">
                          <a:noFill/>
                          <a:miter/>
                        </a:ln>
                      </p:spPr>
                    </p:pic>
                  </p:oleObj>
                </mc:Fallback>
              </mc:AlternateContent>
            </a:graphicData>
          </a:graphic>
        </p:graphicFrame>
        <p:sp>
          <p:nvSpPr>
            <p:cNvPr id="70671" name="椭圆 569359"/>
            <p:cNvSpPr/>
            <p:nvPr/>
          </p:nvSpPr>
          <p:spPr>
            <a:xfrm>
              <a:off x="3997" y="2623"/>
              <a:ext cx="1033" cy="1021"/>
            </a:xfrm>
            <a:prstGeom prst="ellipse">
              <a:avLst/>
            </a:prstGeom>
            <a:noFill/>
            <a:ln w="25400" cap="sq" cmpd="sng">
              <a:solidFill>
                <a:schemeClr val="tx1"/>
              </a:solidFill>
              <a:prstDash val="solid"/>
              <a:round/>
              <a:headEnd type="none" w="sm" len="sm"/>
              <a:tailEnd type="none" w="sm" len="sm"/>
            </a:ln>
          </p:spPr>
          <p:txBody>
            <a:bodyPr anchor="t" anchorCtr="0"/>
            <a:lstStyle/>
            <a:p>
              <a:endParaRPr lang="zh-CN" altLang="en-US">
                <a:latin typeface="Arial" panose="020B0604020202020204" pitchFamily="34" charset="0"/>
                <a:ea typeface="宋体" panose="02010600030101010101" pitchFamily="2" charset="-122"/>
              </a:endParaRPr>
            </a:p>
          </p:txBody>
        </p:sp>
        <p:grpSp>
          <p:nvGrpSpPr>
            <p:cNvPr id="70672" name="组合 569360"/>
            <p:cNvGrpSpPr/>
            <p:nvPr/>
          </p:nvGrpSpPr>
          <p:grpSpPr>
            <a:xfrm>
              <a:off x="4858" y="2750"/>
              <a:ext cx="88" cy="107"/>
              <a:chOff x="1536" y="1728"/>
              <a:chExt cx="71" cy="78"/>
            </a:xfrm>
          </p:grpSpPr>
          <p:sp>
            <p:nvSpPr>
              <p:cNvPr id="70673" name="直接连接符 569361"/>
              <p:cNvSpPr/>
              <p:nvPr/>
            </p:nvSpPr>
            <p:spPr>
              <a:xfrm>
                <a:off x="1536" y="1728"/>
                <a:ext cx="67" cy="62"/>
              </a:xfrm>
              <a:prstGeom prst="line">
                <a:avLst/>
              </a:prstGeom>
              <a:ln w="25400" cap="sq" cmpd="sng">
                <a:solidFill>
                  <a:schemeClr val="tx1"/>
                </a:solidFill>
                <a:prstDash val="solid"/>
                <a:round/>
                <a:headEnd type="none" w="sm" len="sm"/>
                <a:tailEnd type="none" w="sm" len="sm"/>
              </a:ln>
            </p:spPr>
          </p:sp>
          <p:sp>
            <p:nvSpPr>
              <p:cNvPr id="70674" name="直接连接符 569362"/>
              <p:cNvSpPr/>
              <p:nvPr/>
            </p:nvSpPr>
            <p:spPr>
              <a:xfrm>
                <a:off x="1536" y="1728"/>
                <a:ext cx="59" cy="74"/>
              </a:xfrm>
              <a:prstGeom prst="line">
                <a:avLst/>
              </a:prstGeom>
              <a:ln w="25400" cap="sq" cmpd="sng">
                <a:solidFill>
                  <a:schemeClr val="tx1"/>
                </a:solidFill>
                <a:prstDash val="solid"/>
                <a:round/>
                <a:headEnd type="none" w="sm" len="sm"/>
                <a:tailEnd type="none" w="sm" len="sm"/>
              </a:ln>
            </p:spPr>
          </p:sp>
          <p:sp>
            <p:nvSpPr>
              <p:cNvPr id="70675" name="直接连接符 569363"/>
              <p:cNvSpPr/>
              <p:nvPr/>
            </p:nvSpPr>
            <p:spPr>
              <a:xfrm>
                <a:off x="1536" y="1728"/>
                <a:ext cx="71" cy="59"/>
              </a:xfrm>
              <a:prstGeom prst="line">
                <a:avLst/>
              </a:prstGeom>
              <a:ln w="25400" cap="sq" cmpd="sng">
                <a:solidFill>
                  <a:schemeClr val="tx1"/>
                </a:solidFill>
                <a:prstDash val="solid"/>
                <a:round/>
                <a:headEnd type="none" w="sm" len="sm"/>
                <a:tailEnd type="none" w="sm" len="sm"/>
              </a:ln>
            </p:spPr>
          </p:sp>
          <p:sp>
            <p:nvSpPr>
              <p:cNvPr id="70676" name="直接连接符 569364"/>
              <p:cNvSpPr/>
              <p:nvPr/>
            </p:nvSpPr>
            <p:spPr>
              <a:xfrm>
                <a:off x="1536" y="1728"/>
                <a:ext cx="53" cy="78"/>
              </a:xfrm>
              <a:prstGeom prst="line">
                <a:avLst/>
              </a:prstGeom>
              <a:ln w="25400" cap="sq" cmpd="sng">
                <a:solidFill>
                  <a:schemeClr val="tx1"/>
                </a:solidFill>
                <a:prstDash val="solid"/>
                <a:round/>
                <a:headEnd type="none" w="sm" len="sm"/>
                <a:tailEnd type="none" w="sm" len="sm"/>
              </a:ln>
            </p:spPr>
          </p:sp>
        </p:grpSp>
        <p:graphicFrame>
          <p:nvGraphicFramePr>
            <p:cNvPr id="70677" name="对象 569365"/>
            <p:cNvGraphicFramePr/>
            <p:nvPr/>
          </p:nvGraphicFramePr>
          <p:xfrm>
            <a:off x="4879" y="2623"/>
            <a:ext cx="119" cy="127"/>
          </p:xfrm>
          <a:graphic>
            <a:graphicData uri="http://schemas.openxmlformats.org/presentationml/2006/ole">
              <mc:AlternateContent xmlns:mc="http://schemas.openxmlformats.org/markup-compatibility/2006">
                <mc:Choice xmlns:v="urn:schemas-microsoft-com:vml" Requires="v">
                  <p:oleObj r:id="rId20" imgW="279400" imgH="304800" progId="Equation.DSMT4">
                    <p:embed/>
                  </p:oleObj>
                </mc:Choice>
                <mc:Fallback>
                  <p:oleObj r:id="rId20" imgW="279400" imgH="304800" progId="Equation.DSMT4">
                    <p:embed/>
                    <p:pic>
                      <p:nvPicPr>
                        <p:cNvPr id="0" name="图片 3376"/>
                        <p:cNvPicPr/>
                        <p:nvPr/>
                      </p:nvPicPr>
                      <p:blipFill>
                        <a:blip r:embed="rId21">
                          <a:lum bright="-100000"/>
                        </a:blip>
                        <a:stretch>
                          <a:fillRect/>
                        </a:stretch>
                      </p:blipFill>
                      <p:spPr>
                        <a:xfrm>
                          <a:off x="4879" y="2623"/>
                          <a:ext cx="119" cy="127"/>
                        </a:xfrm>
                        <a:prstGeom prst="rect">
                          <a:avLst/>
                        </a:prstGeom>
                        <a:noFill/>
                        <a:ln w="38100">
                          <a:noFill/>
                          <a:miter/>
                        </a:ln>
                      </p:spPr>
                    </p:pic>
                  </p:oleObj>
                </mc:Fallback>
              </mc:AlternateContent>
            </a:graphicData>
          </a:graphic>
        </p:graphicFrame>
        <p:grpSp>
          <p:nvGrpSpPr>
            <p:cNvPr id="70678" name="组合 569366"/>
            <p:cNvGrpSpPr/>
            <p:nvPr/>
          </p:nvGrpSpPr>
          <p:grpSpPr>
            <a:xfrm>
              <a:off x="5243" y="3070"/>
              <a:ext cx="83" cy="139"/>
              <a:chOff x="4743" y="1344"/>
              <a:chExt cx="92" cy="157"/>
            </a:xfrm>
          </p:grpSpPr>
          <p:sp>
            <p:nvSpPr>
              <p:cNvPr id="70679" name="直接连接符 569367"/>
              <p:cNvSpPr/>
              <p:nvPr/>
            </p:nvSpPr>
            <p:spPr>
              <a:xfrm flipH="1">
                <a:off x="4743" y="1349"/>
                <a:ext cx="90" cy="133"/>
              </a:xfrm>
              <a:prstGeom prst="line">
                <a:avLst/>
              </a:prstGeom>
              <a:ln w="25400" cap="sq" cmpd="sng">
                <a:solidFill>
                  <a:srgbClr val="FF9900"/>
                </a:solidFill>
                <a:prstDash val="solid"/>
                <a:round/>
                <a:headEnd type="none" w="sm" len="sm"/>
                <a:tailEnd type="none" w="sm" len="sm"/>
              </a:ln>
            </p:spPr>
          </p:sp>
          <p:sp>
            <p:nvSpPr>
              <p:cNvPr id="70680" name="直接连接符 569368"/>
              <p:cNvSpPr/>
              <p:nvPr/>
            </p:nvSpPr>
            <p:spPr>
              <a:xfrm>
                <a:off x="4752" y="1344"/>
                <a:ext cx="83" cy="157"/>
              </a:xfrm>
              <a:prstGeom prst="line">
                <a:avLst/>
              </a:prstGeom>
              <a:ln w="25400" cap="sq" cmpd="sng">
                <a:solidFill>
                  <a:srgbClr val="FF9900"/>
                </a:solidFill>
                <a:prstDash val="solid"/>
                <a:round/>
                <a:headEnd type="none" w="sm" len="sm"/>
                <a:tailEnd type="none" w="sm" len="sm"/>
              </a:ln>
            </p:spPr>
          </p:sp>
        </p:grpSp>
        <p:graphicFrame>
          <p:nvGraphicFramePr>
            <p:cNvPr id="70681" name="对象 569369"/>
            <p:cNvGraphicFramePr/>
            <p:nvPr/>
          </p:nvGraphicFramePr>
          <p:xfrm>
            <a:off x="5322" y="2954"/>
            <a:ext cx="122" cy="163"/>
          </p:xfrm>
          <a:graphic>
            <a:graphicData uri="http://schemas.openxmlformats.org/presentationml/2006/ole">
              <mc:AlternateContent xmlns:mc="http://schemas.openxmlformats.org/markup-compatibility/2006">
                <mc:Choice xmlns:v="urn:schemas-microsoft-com:vml" Requires="v">
                  <p:oleObj r:id="rId22" imgW="215900" imgH="292100" progId="Equation.DSMT4">
                    <p:embed/>
                  </p:oleObj>
                </mc:Choice>
                <mc:Fallback>
                  <p:oleObj r:id="rId22" imgW="215900" imgH="292100" progId="Equation.DSMT4">
                    <p:embed/>
                    <p:pic>
                      <p:nvPicPr>
                        <p:cNvPr id="0" name="图片 3278"/>
                        <p:cNvPicPr/>
                        <p:nvPr/>
                      </p:nvPicPr>
                      <p:blipFill>
                        <a:blip r:embed="rId23">
                          <a:lum bright="-100000"/>
                        </a:blip>
                        <a:stretch>
                          <a:fillRect/>
                        </a:stretch>
                      </p:blipFill>
                      <p:spPr>
                        <a:xfrm>
                          <a:off x="5322" y="2954"/>
                          <a:ext cx="122" cy="163"/>
                        </a:xfrm>
                        <a:prstGeom prst="rect">
                          <a:avLst/>
                        </a:prstGeom>
                        <a:noFill/>
                        <a:ln w="38100">
                          <a:noFill/>
                          <a:miter/>
                        </a:ln>
                      </p:spPr>
                    </p:pic>
                  </p:oleObj>
                </mc:Fallback>
              </mc:AlternateContent>
            </a:graphicData>
          </a:graphic>
        </p:graphicFrame>
        <p:grpSp>
          <p:nvGrpSpPr>
            <p:cNvPr id="70682" name="组合 569370"/>
            <p:cNvGrpSpPr/>
            <p:nvPr/>
          </p:nvGrpSpPr>
          <p:grpSpPr>
            <a:xfrm>
              <a:off x="4797" y="3062"/>
              <a:ext cx="121" cy="156"/>
              <a:chOff x="4743" y="1344"/>
              <a:chExt cx="92" cy="157"/>
            </a:xfrm>
          </p:grpSpPr>
          <p:sp>
            <p:nvSpPr>
              <p:cNvPr id="70683" name="直接连接符 569371"/>
              <p:cNvSpPr/>
              <p:nvPr/>
            </p:nvSpPr>
            <p:spPr>
              <a:xfrm flipH="1">
                <a:off x="4743" y="1349"/>
                <a:ext cx="90" cy="133"/>
              </a:xfrm>
              <a:prstGeom prst="line">
                <a:avLst/>
              </a:prstGeom>
              <a:ln w="25400" cap="sq" cmpd="sng">
                <a:solidFill>
                  <a:srgbClr val="FF9900"/>
                </a:solidFill>
                <a:prstDash val="solid"/>
                <a:round/>
                <a:headEnd type="none" w="sm" len="sm"/>
                <a:tailEnd type="none" w="sm" len="sm"/>
              </a:ln>
            </p:spPr>
          </p:sp>
          <p:sp>
            <p:nvSpPr>
              <p:cNvPr id="70684" name="直接连接符 569372"/>
              <p:cNvSpPr/>
              <p:nvPr/>
            </p:nvSpPr>
            <p:spPr>
              <a:xfrm>
                <a:off x="4752" y="1344"/>
                <a:ext cx="83" cy="157"/>
              </a:xfrm>
              <a:prstGeom prst="line">
                <a:avLst/>
              </a:prstGeom>
              <a:ln w="25400" cap="sq" cmpd="sng">
                <a:solidFill>
                  <a:srgbClr val="FF9900"/>
                </a:solidFill>
                <a:prstDash val="solid"/>
                <a:round/>
                <a:headEnd type="none" w="sm" len="sm"/>
                <a:tailEnd type="none" w="sm" len="sm"/>
              </a:ln>
            </p:spPr>
          </p:sp>
        </p:grpSp>
        <p:graphicFrame>
          <p:nvGraphicFramePr>
            <p:cNvPr id="70685" name="对象 569373"/>
            <p:cNvGraphicFramePr/>
            <p:nvPr/>
          </p:nvGraphicFramePr>
          <p:xfrm>
            <a:off x="4524" y="2920"/>
            <a:ext cx="301" cy="178"/>
          </p:xfrm>
          <a:graphic>
            <a:graphicData uri="http://schemas.openxmlformats.org/presentationml/2006/ole">
              <mc:AlternateContent xmlns:mc="http://schemas.openxmlformats.org/markup-compatibility/2006">
                <mc:Choice xmlns:v="urn:schemas-microsoft-com:vml" Requires="v">
                  <p:oleObj r:id="rId24" imgW="533400" imgH="317500" progId="Equation.DSMT4">
                    <p:embed/>
                  </p:oleObj>
                </mc:Choice>
                <mc:Fallback>
                  <p:oleObj r:id="rId24" imgW="533400" imgH="317500" progId="Equation.DSMT4">
                    <p:embed/>
                    <p:pic>
                      <p:nvPicPr>
                        <p:cNvPr id="0" name="图片 3275"/>
                        <p:cNvPicPr/>
                        <p:nvPr/>
                      </p:nvPicPr>
                      <p:blipFill>
                        <a:blip r:embed="rId25">
                          <a:lum bright="-100000"/>
                        </a:blip>
                        <a:stretch>
                          <a:fillRect/>
                        </a:stretch>
                      </p:blipFill>
                      <p:spPr>
                        <a:xfrm>
                          <a:off x="4524" y="2920"/>
                          <a:ext cx="301" cy="178"/>
                        </a:xfrm>
                        <a:prstGeom prst="rect">
                          <a:avLst/>
                        </a:prstGeom>
                        <a:noFill/>
                        <a:ln w="38100">
                          <a:noFill/>
                          <a:miter/>
                        </a:ln>
                      </p:spPr>
                    </p:pic>
                  </p:oleObj>
                </mc:Fallback>
              </mc:AlternateContent>
            </a:graphicData>
          </a:graphic>
        </p:graphicFrame>
        <p:grpSp>
          <p:nvGrpSpPr>
            <p:cNvPr id="70686" name="组合 569374"/>
            <p:cNvGrpSpPr/>
            <p:nvPr/>
          </p:nvGrpSpPr>
          <p:grpSpPr>
            <a:xfrm>
              <a:off x="4439" y="3060"/>
              <a:ext cx="121" cy="156"/>
              <a:chOff x="4743" y="1344"/>
              <a:chExt cx="92" cy="157"/>
            </a:xfrm>
          </p:grpSpPr>
          <p:sp>
            <p:nvSpPr>
              <p:cNvPr id="70687" name="直接连接符 569375"/>
              <p:cNvSpPr/>
              <p:nvPr/>
            </p:nvSpPr>
            <p:spPr>
              <a:xfrm flipH="1">
                <a:off x="4743" y="1349"/>
                <a:ext cx="90" cy="133"/>
              </a:xfrm>
              <a:prstGeom prst="line">
                <a:avLst/>
              </a:prstGeom>
              <a:ln w="25400" cap="sq" cmpd="sng">
                <a:solidFill>
                  <a:srgbClr val="FF9900"/>
                </a:solidFill>
                <a:prstDash val="solid"/>
                <a:round/>
                <a:headEnd type="none" w="sm" len="sm"/>
                <a:tailEnd type="none" w="sm" len="sm"/>
              </a:ln>
            </p:spPr>
          </p:sp>
          <p:sp>
            <p:nvSpPr>
              <p:cNvPr id="70688" name="直接连接符 569376"/>
              <p:cNvSpPr/>
              <p:nvPr/>
            </p:nvSpPr>
            <p:spPr>
              <a:xfrm>
                <a:off x="4752" y="1344"/>
                <a:ext cx="83" cy="157"/>
              </a:xfrm>
              <a:prstGeom prst="line">
                <a:avLst/>
              </a:prstGeom>
              <a:ln w="25400" cap="sq" cmpd="sng">
                <a:solidFill>
                  <a:srgbClr val="FF9900"/>
                </a:solidFill>
                <a:prstDash val="solid"/>
                <a:round/>
                <a:headEnd type="none" w="sm" len="sm"/>
                <a:tailEnd type="none" w="sm" len="sm"/>
              </a:ln>
            </p:spPr>
          </p:sp>
        </p:grpSp>
      </p:grpSp>
      <p:graphicFrame>
        <p:nvGraphicFramePr>
          <p:cNvPr id="70689" name="对象 3">
            <a:hlinkClick r:id="" action="ppaction://ole?verb=0"/>
          </p:cNvPr>
          <p:cNvGraphicFramePr>
            <a:graphicFrameLocks noChangeAspect="1"/>
          </p:cNvGraphicFramePr>
          <p:nvPr/>
        </p:nvGraphicFramePr>
        <p:xfrm>
          <a:off x="2414588" y="463550"/>
          <a:ext cx="1093787" cy="357188"/>
        </p:xfrm>
        <a:graphic>
          <a:graphicData uri="http://schemas.openxmlformats.org/presentationml/2006/ole">
            <mc:AlternateContent xmlns:mc="http://schemas.openxmlformats.org/markup-compatibility/2006">
              <mc:Choice xmlns:v="urn:schemas-microsoft-com:vml" Requires="v">
                <p:oleObj r:id="rId26" imgW="584200" imgH="190500" progId="Equation.KSEE3">
                  <p:embed/>
                </p:oleObj>
              </mc:Choice>
              <mc:Fallback>
                <p:oleObj r:id="rId26" imgW="584200" imgH="190500" progId="Equation.KSEE3">
                  <p:embed/>
                  <p:pic>
                    <p:nvPicPr>
                      <p:cNvPr id="0" name="图片 3276"/>
                      <p:cNvPicPr/>
                      <p:nvPr/>
                    </p:nvPicPr>
                    <p:blipFill>
                      <a:blip r:embed="rId27"/>
                      <a:stretch>
                        <a:fillRect/>
                      </a:stretch>
                    </p:blipFill>
                    <p:spPr>
                      <a:xfrm>
                        <a:off x="2414588" y="463550"/>
                        <a:ext cx="1093787" cy="357188"/>
                      </a:xfrm>
                      <a:prstGeom prst="rect">
                        <a:avLst/>
                      </a:prstGeom>
                      <a:noFill/>
                      <a:ln w="9525" cap="flat" cmpd="sng">
                        <a:solidFill>
                          <a:srgbClr val="C00000"/>
                        </a:solidFill>
                        <a:prstDash val="solid"/>
                        <a:round/>
                        <a:headEnd type="none" w="med" len="med"/>
                        <a:tailEnd type="none" w="med" len="med"/>
                      </a:ln>
                    </p:spPr>
                  </p:pic>
                </p:oleObj>
              </mc:Fallback>
            </mc:AlternateContent>
          </a:graphicData>
        </a:graphic>
      </p:graphicFrame>
      <mc:AlternateContent xmlns:mc="http://schemas.openxmlformats.org/markup-compatibility/2006" xmlns:p14="http://schemas.microsoft.com/office/powerpoint/2010/main">
        <mc:Choice Requires="p14">
          <p:contentPart p14:bwMode="auto" r:id="rId28">
            <p14:nvContentPartPr>
              <p14:cNvPr id="42" name="墨迹 41">
                <a:extLst>
                  <a:ext uri="{FF2B5EF4-FFF2-40B4-BE49-F238E27FC236}">
                    <a16:creationId xmlns:a16="http://schemas.microsoft.com/office/drawing/2014/main" id="{E5E58DC4-1820-DACE-3920-B0112A018A41}"/>
                  </a:ext>
                </a:extLst>
              </p14:cNvPr>
              <p14:cNvContentPartPr/>
              <p14:nvPr/>
            </p14:nvContentPartPr>
            <p14:xfrm>
              <a:off x="2133505" y="4590065"/>
              <a:ext cx="109800" cy="95760"/>
            </p14:xfrm>
          </p:contentPart>
        </mc:Choice>
        <mc:Fallback xmlns="">
          <p:pic>
            <p:nvPicPr>
              <p:cNvPr id="42" name="墨迹 41">
                <a:extLst>
                  <a:ext uri="{FF2B5EF4-FFF2-40B4-BE49-F238E27FC236}">
                    <a16:creationId xmlns:a16="http://schemas.microsoft.com/office/drawing/2014/main" id="{E5E58DC4-1820-DACE-3920-B0112A018A41}"/>
                  </a:ext>
                </a:extLst>
              </p:cNvPr>
              <p:cNvPicPr/>
              <p:nvPr/>
            </p:nvPicPr>
            <p:blipFill>
              <a:blip r:embed="rId29"/>
              <a:stretch>
                <a:fillRect/>
              </a:stretch>
            </p:blipFill>
            <p:spPr>
              <a:xfrm>
                <a:off x="2115505" y="4572425"/>
                <a:ext cx="145440" cy="131400"/>
              </a:xfrm>
              <a:prstGeom prst="rect">
                <a:avLst/>
              </a:prstGeom>
            </p:spPr>
          </p:pic>
        </mc:Fallback>
      </mc:AlternateContent>
      <p:grpSp>
        <p:nvGrpSpPr>
          <p:cNvPr id="48" name="组合 47">
            <a:extLst>
              <a:ext uri="{FF2B5EF4-FFF2-40B4-BE49-F238E27FC236}">
                <a16:creationId xmlns:a16="http://schemas.microsoft.com/office/drawing/2014/main" id="{64AB50D2-C48F-AD2A-94FE-C951920AB0C6}"/>
              </a:ext>
            </a:extLst>
          </p:cNvPr>
          <p:cNvGrpSpPr/>
          <p:nvPr/>
        </p:nvGrpSpPr>
        <p:grpSpPr>
          <a:xfrm>
            <a:off x="2105785" y="4434905"/>
            <a:ext cx="212400" cy="263160"/>
            <a:chOff x="2105785" y="4434905"/>
            <a:chExt cx="212400" cy="263160"/>
          </a:xfrm>
        </p:grpSpPr>
        <mc:AlternateContent xmlns:mc="http://schemas.openxmlformats.org/markup-compatibility/2006" xmlns:p14="http://schemas.microsoft.com/office/powerpoint/2010/main">
          <mc:Choice Requires="p14">
            <p:contentPart p14:bwMode="auto" r:id="rId30">
              <p14:nvContentPartPr>
                <p14:cNvPr id="43" name="墨迹 42">
                  <a:extLst>
                    <a:ext uri="{FF2B5EF4-FFF2-40B4-BE49-F238E27FC236}">
                      <a16:creationId xmlns:a16="http://schemas.microsoft.com/office/drawing/2014/main" id="{656CDA2F-72B8-8E2F-BD5B-4295E2D3BF5D}"/>
                    </a:ext>
                  </a:extLst>
                </p14:cNvPr>
                <p14:cNvContentPartPr/>
                <p14:nvPr/>
              </p14:nvContentPartPr>
              <p14:xfrm>
                <a:off x="2105785" y="4459025"/>
                <a:ext cx="200520" cy="239040"/>
              </p14:xfrm>
            </p:contentPart>
          </mc:Choice>
          <mc:Fallback xmlns="">
            <p:pic>
              <p:nvPicPr>
                <p:cNvPr id="43" name="墨迹 42">
                  <a:extLst>
                    <a:ext uri="{FF2B5EF4-FFF2-40B4-BE49-F238E27FC236}">
                      <a16:creationId xmlns:a16="http://schemas.microsoft.com/office/drawing/2014/main" id="{656CDA2F-72B8-8E2F-BD5B-4295E2D3BF5D}"/>
                    </a:ext>
                  </a:extLst>
                </p:cNvPr>
                <p:cNvPicPr/>
                <p:nvPr/>
              </p:nvPicPr>
              <p:blipFill>
                <a:blip r:embed="rId31"/>
                <a:stretch>
                  <a:fillRect/>
                </a:stretch>
              </p:blipFill>
              <p:spPr>
                <a:xfrm>
                  <a:off x="2088145" y="4441025"/>
                  <a:ext cx="236160" cy="27468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44" name="墨迹 43">
                  <a:extLst>
                    <a:ext uri="{FF2B5EF4-FFF2-40B4-BE49-F238E27FC236}">
                      <a16:creationId xmlns:a16="http://schemas.microsoft.com/office/drawing/2014/main" id="{D782975B-05BD-5497-0ECF-4F8A73B0A504}"/>
                    </a:ext>
                  </a:extLst>
                </p14:cNvPr>
                <p14:cNvContentPartPr/>
                <p14:nvPr/>
              </p14:nvContentPartPr>
              <p14:xfrm>
                <a:off x="2226025" y="4434905"/>
                <a:ext cx="72720" cy="249480"/>
              </p14:xfrm>
            </p:contentPart>
          </mc:Choice>
          <mc:Fallback xmlns="">
            <p:pic>
              <p:nvPicPr>
                <p:cNvPr id="44" name="墨迹 43">
                  <a:extLst>
                    <a:ext uri="{FF2B5EF4-FFF2-40B4-BE49-F238E27FC236}">
                      <a16:creationId xmlns:a16="http://schemas.microsoft.com/office/drawing/2014/main" id="{D782975B-05BD-5497-0ECF-4F8A73B0A504}"/>
                    </a:ext>
                  </a:extLst>
                </p:cNvPr>
                <p:cNvPicPr/>
                <p:nvPr/>
              </p:nvPicPr>
              <p:blipFill>
                <a:blip r:embed="rId33"/>
                <a:stretch>
                  <a:fillRect/>
                </a:stretch>
              </p:blipFill>
              <p:spPr>
                <a:xfrm>
                  <a:off x="2208025" y="4417265"/>
                  <a:ext cx="108360" cy="28512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47" name="墨迹 46">
                  <a:extLst>
                    <a:ext uri="{FF2B5EF4-FFF2-40B4-BE49-F238E27FC236}">
                      <a16:creationId xmlns:a16="http://schemas.microsoft.com/office/drawing/2014/main" id="{95B40072-E400-25C7-F9FF-F0C196CBB285}"/>
                    </a:ext>
                  </a:extLst>
                </p14:cNvPr>
                <p14:cNvContentPartPr/>
                <p14:nvPr/>
              </p14:nvContentPartPr>
              <p14:xfrm>
                <a:off x="2239705" y="4442465"/>
                <a:ext cx="78480" cy="198360"/>
              </p14:xfrm>
            </p:contentPart>
          </mc:Choice>
          <mc:Fallback xmlns="">
            <p:pic>
              <p:nvPicPr>
                <p:cNvPr id="47" name="墨迹 46">
                  <a:extLst>
                    <a:ext uri="{FF2B5EF4-FFF2-40B4-BE49-F238E27FC236}">
                      <a16:creationId xmlns:a16="http://schemas.microsoft.com/office/drawing/2014/main" id="{95B40072-E400-25C7-F9FF-F0C196CBB285}"/>
                    </a:ext>
                  </a:extLst>
                </p:cNvPr>
                <p:cNvPicPr/>
                <p:nvPr/>
              </p:nvPicPr>
              <p:blipFill>
                <a:blip r:embed="rId35"/>
                <a:stretch>
                  <a:fillRect/>
                </a:stretch>
              </p:blipFill>
              <p:spPr>
                <a:xfrm>
                  <a:off x="2222065" y="4424825"/>
                  <a:ext cx="114120" cy="2340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36">
            <p14:nvContentPartPr>
              <p14:cNvPr id="49" name="墨迹 48">
                <a:extLst>
                  <a:ext uri="{FF2B5EF4-FFF2-40B4-BE49-F238E27FC236}">
                    <a16:creationId xmlns:a16="http://schemas.microsoft.com/office/drawing/2014/main" id="{677E197C-3F9E-84B9-19D6-C53758604AF7}"/>
                  </a:ext>
                </a:extLst>
              </p14:cNvPr>
              <p14:cNvContentPartPr/>
              <p14:nvPr/>
            </p14:nvContentPartPr>
            <p14:xfrm>
              <a:off x="5282785" y="1421345"/>
              <a:ext cx="360360" cy="56880"/>
            </p14:xfrm>
          </p:contentPart>
        </mc:Choice>
        <mc:Fallback xmlns="">
          <p:pic>
            <p:nvPicPr>
              <p:cNvPr id="49" name="墨迹 48">
                <a:extLst>
                  <a:ext uri="{FF2B5EF4-FFF2-40B4-BE49-F238E27FC236}">
                    <a16:creationId xmlns:a16="http://schemas.microsoft.com/office/drawing/2014/main" id="{677E197C-3F9E-84B9-19D6-C53758604AF7}"/>
                  </a:ext>
                </a:extLst>
              </p:cNvPr>
              <p:cNvPicPr/>
              <p:nvPr/>
            </p:nvPicPr>
            <p:blipFill>
              <a:blip r:embed="rId37"/>
              <a:stretch>
                <a:fillRect/>
              </a:stretch>
            </p:blipFill>
            <p:spPr>
              <a:xfrm>
                <a:off x="5265145" y="1403345"/>
                <a:ext cx="396000" cy="92520"/>
              </a:xfrm>
              <a:prstGeom prst="rect">
                <a:avLst/>
              </a:prstGeom>
            </p:spPr>
          </p:pic>
        </mc:Fallback>
      </mc:AlternateContent>
    </p:spTree>
  </p:cSld>
  <p:clrMapOvr>
    <a:masterClrMapping/>
  </p:clrMapOvr>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1681" name="对象 570369"/>
          <p:cNvGraphicFramePr/>
          <p:nvPr/>
        </p:nvGraphicFramePr>
        <p:xfrm>
          <a:off x="1116013" y="404813"/>
          <a:ext cx="5803900" cy="733425"/>
        </p:xfrm>
        <a:graphic>
          <a:graphicData uri="http://schemas.openxmlformats.org/presentationml/2006/ole">
            <mc:AlternateContent xmlns:mc="http://schemas.openxmlformats.org/markup-compatibility/2006">
              <mc:Choice xmlns:v="urn:schemas-microsoft-com:vml" Requires="v">
                <p:oleObj r:id="rId2" imgW="7540625" imgH="951865" progId="Equation.DSMT4">
                  <p:embed/>
                </p:oleObj>
              </mc:Choice>
              <mc:Fallback>
                <p:oleObj r:id="rId2" imgW="7540625" imgH="951865" progId="Equation.DSMT4">
                  <p:embed/>
                  <p:pic>
                    <p:nvPicPr>
                      <p:cNvPr id="0" name="图片 3277"/>
                      <p:cNvPicPr/>
                      <p:nvPr/>
                    </p:nvPicPr>
                    <p:blipFill>
                      <a:blip r:embed="rId3">
                        <a:lum bright="-100000"/>
                      </a:blip>
                      <a:stretch>
                        <a:fillRect/>
                      </a:stretch>
                    </p:blipFill>
                    <p:spPr>
                      <a:xfrm>
                        <a:off x="1116013" y="404813"/>
                        <a:ext cx="5803900" cy="733425"/>
                      </a:xfrm>
                      <a:prstGeom prst="rect">
                        <a:avLst/>
                      </a:prstGeom>
                      <a:noFill/>
                      <a:ln w="38100">
                        <a:noFill/>
                        <a:miter/>
                      </a:ln>
                    </p:spPr>
                  </p:pic>
                </p:oleObj>
              </mc:Fallback>
            </mc:AlternateContent>
          </a:graphicData>
        </a:graphic>
      </p:graphicFrame>
      <p:grpSp>
        <p:nvGrpSpPr>
          <p:cNvPr id="71682" name="组合 570370"/>
          <p:cNvGrpSpPr/>
          <p:nvPr/>
        </p:nvGrpSpPr>
        <p:grpSpPr>
          <a:xfrm>
            <a:off x="5219700" y="1341438"/>
            <a:ext cx="2520950" cy="1936750"/>
            <a:chOff x="3312" y="2160"/>
            <a:chExt cx="2448" cy="2112"/>
          </a:xfrm>
        </p:grpSpPr>
        <p:sp>
          <p:nvSpPr>
            <p:cNvPr id="71683" name="椭圆 570371"/>
            <p:cNvSpPr/>
            <p:nvPr/>
          </p:nvSpPr>
          <p:spPr>
            <a:xfrm>
              <a:off x="3312" y="2400"/>
              <a:ext cx="1884" cy="1824"/>
            </a:xfrm>
            <a:prstGeom prst="ellipse">
              <a:avLst/>
            </a:prstGeom>
            <a:pattFill prst="pct10">
              <a:fgClr>
                <a:schemeClr val="tx1"/>
              </a:fgClr>
              <a:bgClr>
                <a:schemeClr val="bg1"/>
              </a:bgClr>
            </a:pattFill>
            <a:ln w="25400">
              <a:noFill/>
            </a:ln>
          </p:spPr>
          <p:txBody>
            <a:bodyPr anchor="t" anchorCtr="0"/>
            <a:lstStyle/>
            <a:p>
              <a:endParaRPr lang="zh-CN" altLang="en-US">
                <a:latin typeface="Arial" panose="020B0604020202020204" pitchFamily="34" charset="0"/>
                <a:ea typeface="宋体" panose="02010600030101010101" pitchFamily="2" charset="-122"/>
              </a:endParaRPr>
            </a:p>
          </p:txBody>
        </p:sp>
        <p:sp>
          <p:nvSpPr>
            <p:cNvPr id="71684" name="椭圆 570372"/>
            <p:cNvSpPr/>
            <p:nvPr/>
          </p:nvSpPr>
          <p:spPr>
            <a:xfrm>
              <a:off x="3648" y="2688"/>
              <a:ext cx="1260" cy="1248"/>
            </a:xfrm>
            <a:prstGeom prst="ellipse">
              <a:avLst/>
            </a:prstGeom>
            <a:solidFill>
              <a:schemeClr val="bg1"/>
            </a:solidFill>
            <a:ln w="25400" cap="sq" cmpd="sng">
              <a:solidFill>
                <a:schemeClr val="tx1"/>
              </a:solidFill>
              <a:prstDash val="solid"/>
              <a:round/>
              <a:headEnd type="none" w="sm" len="sm"/>
              <a:tailEnd type="none" w="sm" len="sm"/>
            </a:ln>
          </p:spPr>
          <p:txBody>
            <a:bodyPr anchor="t" anchorCtr="0"/>
            <a:lstStyle/>
            <a:p>
              <a:endParaRPr lang="zh-CN" altLang="en-US">
                <a:latin typeface="Arial" panose="020B0604020202020204" pitchFamily="34" charset="0"/>
                <a:ea typeface="宋体" panose="02010600030101010101" pitchFamily="2" charset="-122"/>
              </a:endParaRPr>
            </a:p>
          </p:txBody>
        </p:sp>
        <p:sp>
          <p:nvSpPr>
            <p:cNvPr id="71685" name="直接连接符 570373"/>
            <p:cNvSpPr/>
            <p:nvPr/>
          </p:nvSpPr>
          <p:spPr>
            <a:xfrm>
              <a:off x="3348" y="3312"/>
              <a:ext cx="2220" cy="0"/>
            </a:xfrm>
            <a:prstGeom prst="line">
              <a:avLst/>
            </a:prstGeom>
            <a:ln w="25400" cap="sq" cmpd="sng">
              <a:solidFill>
                <a:schemeClr val="tx1"/>
              </a:solidFill>
              <a:prstDash val="solid"/>
              <a:round/>
              <a:headEnd type="none" w="sm" len="sm"/>
              <a:tailEnd type="triangle" w="med" len="lg"/>
            </a:ln>
          </p:spPr>
        </p:sp>
        <p:sp>
          <p:nvSpPr>
            <p:cNvPr id="71686" name="直接连接符 570374"/>
            <p:cNvSpPr/>
            <p:nvPr/>
          </p:nvSpPr>
          <p:spPr>
            <a:xfrm flipV="1">
              <a:off x="4260" y="2208"/>
              <a:ext cx="0" cy="2064"/>
            </a:xfrm>
            <a:prstGeom prst="line">
              <a:avLst/>
            </a:prstGeom>
            <a:ln w="25400" cap="sq" cmpd="sng">
              <a:solidFill>
                <a:schemeClr val="tx1"/>
              </a:solidFill>
              <a:prstDash val="solid"/>
              <a:round/>
              <a:headEnd type="none" w="sm" len="sm"/>
              <a:tailEnd type="triangle" w="med" len="lg"/>
            </a:ln>
          </p:spPr>
        </p:sp>
        <p:graphicFrame>
          <p:nvGraphicFramePr>
            <p:cNvPr id="71687" name="对象 570375"/>
            <p:cNvGraphicFramePr/>
            <p:nvPr/>
          </p:nvGraphicFramePr>
          <p:xfrm>
            <a:off x="5232" y="3360"/>
            <a:ext cx="528" cy="240"/>
          </p:xfrm>
          <a:graphic>
            <a:graphicData uri="http://schemas.openxmlformats.org/presentationml/2006/ole">
              <mc:AlternateContent xmlns:mc="http://schemas.openxmlformats.org/markup-compatibility/2006">
                <mc:Choice xmlns:v="urn:schemas-microsoft-com:vml" Requires="v">
                  <p:oleObj r:id="rId4" imgW="838200" imgH="381000" progId="Equation.DSMT4">
                    <p:embed/>
                  </p:oleObj>
                </mc:Choice>
                <mc:Fallback>
                  <p:oleObj r:id="rId4" imgW="838200" imgH="381000" progId="Equation.DSMT4">
                    <p:embed/>
                    <p:pic>
                      <p:nvPicPr>
                        <p:cNvPr id="0" name="图片 3270"/>
                        <p:cNvPicPr/>
                        <p:nvPr/>
                      </p:nvPicPr>
                      <p:blipFill>
                        <a:blip r:embed="rId5">
                          <a:lum bright="-100000"/>
                        </a:blip>
                        <a:stretch>
                          <a:fillRect/>
                        </a:stretch>
                      </p:blipFill>
                      <p:spPr>
                        <a:xfrm>
                          <a:off x="5232" y="3360"/>
                          <a:ext cx="528" cy="240"/>
                        </a:xfrm>
                        <a:prstGeom prst="rect">
                          <a:avLst/>
                        </a:prstGeom>
                        <a:noFill/>
                        <a:ln w="38100">
                          <a:noFill/>
                          <a:miter/>
                        </a:ln>
                      </p:spPr>
                    </p:pic>
                  </p:oleObj>
                </mc:Fallback>
              </mc:AlternateContent>
            </a:graphicData>
          </a:graphic>
        </p:graphicFrame>
        <p:graphicFrame>
          <p:nvGraphicFramePr>
            <p:cNvPr id="71688" name="对象 570376"/>
            <p:cNvGraphicFramePr/>
            <p:nvPr/>
          </p:nvGraphicFramePr>
          <p:xfrm>
            <a:off x="4308" y="2160"/>
            <a:ext cx="664" cy="240"/>
          </p:xfrm>
          <a:graphic>
            <a:graphicData uri="http://schemas.openxmlformats.org/presentationml/2006/ole">
              <mc:AlternateContent xmlns:mc="http://schemas.openxmlformats.org/markup-compatibility/2006">
                <mc:Choice xmlns:v="urn:schemas-microsoft-com:vml" Requires="v">
                  <p:oleObj r:id="rId6" imgW="1054100" imgH="381000" progId="Equation.DSMT4">
                    <p:embed/>
                  </p:oleObj>
                </mc:Choice>
                <mc:Fallback>
                  <p:oleObj r:id="rId6" imgW="1054100" imgH="381000" progId="Equation.DSMT4">
                    <p:embed/>
                    <p:pic>
                      <p:nvPicPr>
                        <p:cNvPr id="0" name="图片 3273"/>
                        <p:cNvPicPr/>
                        <p:nvPr/>
                      </p:nvPicPr>
                      <p:blipFill>
                        <a:blip r:embed="rId7">
                          <a:lum bright="-100000"/>
                        </a:blip>
                        <a:stretch>
                          <a:fillRect/>
                        </a:stretch>
                      </p:blipFill>
                      <p:spPr>
                        <a:xfrm>
                          <a:off x="4308" y="2160"/>
                          <a:ext cx="664" cy="240"/>
                        </a:xfrm>
                        <a:prstGeom prst="rect">
                          <a:avLst/>
                        </a:prstGeom>
                        <a:noFill/>
                        <a:ln w="38100">
                          <a:noFill/>
                          <a:miter/>
                        </a:ln>
                      </p:spPr>
                    </p:pic>
                  </p:oleObj>
                </mc:Fallback>
              </mc:AlternateContent>
            </a:graphicData>
          </a:graphic>
        </p:graphicFrame>
        <p:graphicFrame>
          <p:nvGraphicFramePr>
            <p:cNvPr id="71689" name="对象 570377"/>
            <p:cNvGraphicFramePr/>
            <p:nvPr/>
          </p:nvGraphicFramePr>
          <p:xfrm>
            <a:off x="4116" y="3360"/>
            <a:ext cx="128" cy="192"/>
          </p:xfrm>
          <a:graphic>
            <a:graphicData uri="http://schemas.openxmlformats.org/presentationml/2006/ole">
              <mc:AlternateContent xmlns:mc="http://schemas.openxmlformats.org/markup-compatibility/2006">
                <mc:Choice xmlns:v="urn:schemas-microsoft-com:vml" Requires="v">
                  <p:oleObj r:id="rId8" imgW="203200" imgH="304800" progId="Equation.DSMT4">
                    <p:embed/>
                  </p:oleObj>
                </mc:Choice>
                <mc:Fallback>
                  <p:oleObj r:id="rId8" imgW="203200" imgH="304800" progId="Equation.DSMT4">
                    <p:embed/>
                    <p:pic>
                      <p:nvPicPr>
                        <p:cNvPr id="0" name="图片 3267"/>
                        <p:cNvPicPr/>
                        <p:nvPr/>
                      </p:nvPicPr>
                      <p:blipFill>
                        <a:blip r:embed="rId9">
                          <a:lum bright="-100000"/>
                        </a:blip>
                        <a:stretch>
                          <a:fillRect/>
                        </a:stretch>
                      </p:blipFill>
                      <p:spPr>
                        <a:xfrm>
                          <a:off x="4116" y="3360"/>
                          <a:ext cx="128" cy="192"/>
                        </a:xfrm>
                        <a:prstGeom prst="rect">
                          <a:avLst/>
                        </a:prstGeom>
                        <a:noFill/>
                        <a:ln w="38100">
                          <a:noFill/>
                          <a:miter/>
                        </a:ln>
                      </p:spPr>
                    </p:pic>
                  </p:oleObj>
                </mc:Fallback>
              </mc:AlternateContent>
            </a:graphicData>
          </a:graphic>
        </p:graphicFrame>
        <p:sp>
          <p:nvSpPr>
            <p:cNvPr id="71690" name="椭圆 570378"/>
            <p:cNvSpPr/>
            <p:nvPr/>
          </p:nvSpPr>
          <p:spPr>
            <a:xfrm>
              <a:off x="3504" y="2544"/>
              <a:ext cx="1536" cy="1536"/>
            </a:xfrm>
            <a:prstGeom prst="ellipse">
              <a:avLst/>
            </a:prstGeom>
            <a:noFill/>
            <a:ln w="25400" cap="sq" cmpd="sng">
              <a:solidFill>
                <a:schemeClr val="tx1"/>
              </a:solidFill>
              <a:prstDash val="solid"/>
              <a:round/>
              <a:headEnd type="none" w="sm" len="sm"/>
              <a:tailEnd type="none" w="sm" len="sm"/>
            </a:ln>
          </p:spPr>
          <p:txBody>
            <a:bodyPr anchor="t" anchorCtr="0"/>
            <a:lstStyle/>
            <a:p>
              <a:endParaRPr lang="zh-CN" altLang="en-US">
                <a:latin typeface="Arial" panose="020B0604020202020204" pitchFamily="34" charset="0"/>
                <a:ea typeface="宋体" panose="02010600030101010101" pitchFamily="2" charset="-122"/>
              </a:endParaRPr>
            </a:p>
          </p:txBody>
        </p:sp>
        <p:grpSp>
          <p:nvGrpSpPr>
            <p:cNvPr id="71691" name="组合 570379"/>
            <p:cNvGrpSpPr/>
            <p:nvPr/>
          </p:nvGrpSpPr>
          <p:grpSpPr>
            <a:xfrm>
              <a:off x="4748" y="2706"/>
              <a:ext cx="129" cy="131"/>
              <a:chOff x="1536" y="1728"/>
              <a:chExt cx="71" cy="78"/>
            </a:xfrm>
          </p:grpSpPr>
          <p:sp>
            <p:nvSpPr>
              <p:cNvPr id="71692" name="直接连接符 570380"/>
              <p:cNvSpPr/>
              <p:nvPr/>
            </p:nvSpPr>
            <p:spPr>
              <a:xfrm>
                <a:off x="1536" y="1728"/>
                <a:ext cx="67" cy="62"/>
              </a:xfrm>
              <a:prstGeom prst="line">
                <a:avLst/>
              </a:prstGeom>
              <a:ln w="25400" cap="sq" cmpd="sng">
                <a:solidFill>
                  <a:schemeClr val="tx1"/>
                </a:solidFill>
                <a:prstDash val="solid"/>
                <a:round/>
                <a:headEnd type="none" w="sm" len="sm"/>
                <a:tailEnd type="none" w="sm" len="sm"/>
              </a:ln>
            </p:spPr>
          </p:sp>
          <p:sp>
            <p:nvSpPr>
              <p:cNvPr id="71693" name="直接连接符 570381"/>
              <p:cNvSpPr/>
              <p:nvPr/>
            </p:nvSpPr>
            <p:spPr>
              <a:xfrm>
                <a:off x="1536" y="1728"/>
                <a:ext cx="59" cy="74"/>
              </a:xfrm>
              <a:prstGeom prst="line">
                <a:avLst/>
              </a:prstGeom>
              <a:ln w="25400" cap="sq" cmpd="sng">
                <a:solidFill>
                  <a:schemeClr val="tx1"/>
                </a:solidFill>
                <a:prstDash val="solid"/>
                <a:round/>
                <a:headEnd type="none" w="sm" len="sm"/>
                <a:tailEnd type="none" w="sm" len="sm"/>
              </a:ln>
            </p:spPr>
          </p:sp>
          <p:sp>
            <p:nvSpPr>
              <p:cNvPr id="71694" name="直接连接符 570382"/>
              <p:cNvSpPr/>
              <p:nvPr/>
            </p:nvSpPr>
            <p:spPr>
              <a:xfrm>
                <a:off x="1536" y="1728"/>
                <a:ext cx="71" cy="59"/>
              </a:xfrm>
              <a:prstGeom prst="line">
                <a:avLst/>
              </a:prstGeom>
              <a:ln w="25400" cap="sq" cmpd="sng">
                <a:solidFill>
                  <a:schemeClr val="tx1"/>
                </a:solidFill>
                <a:prstDash val="solid"/>
                <a:round/>
                <a:headEnd type="none" w="sm" len="sm"/>
                <a:tailEnd type="none" w="sm" len="sm"/>
              </a:ln>
            </p:spPr>
          </p:sp>
          <p:sp>
            <p:nvSpPr>
              <p:cNvPr id="71695" name="直接连接符 570383"/>
              <p:cNvSpPr/>
              <p:nvPr/>
            </p:nvSpPr>
            <p:spPr>
              <a:xfrm>
                <a:off x="1536" y="1728"/>
                <a:ext cx="53" cy="78"/>
              </a:xfrm>
              <a:prstGeom prst="line">
                <a:avLst/>
              </a:prstGeom>
              <a:ln w="25400" cap="sq" cmpd="sng">
                <a:solidFill>
                  <a:schemeClr val="tx1"/>
                </a:solidFill>
                <a:prstDash val="solid"/>
                <a:round/>
                <a:headEnd type="none" w="sm" len="sm"/>
                <a:tailEnd type="none" w="sm" len="sm"/>
              </a:ln>
            </p:spPr>
          </p:sp>
        </p:grpSp>
        <p:graphicFrame>
          <p:nvGraphicFramePr>
            <p:cNvPr id="71696" name="对象 570384"/>
            <p:cNvGraphicFramePr/>
            <p:nvPr/>
          </p:nvGraphicFramePr>
          <p:xfrm>
            <a:off x="4764" y="2562"/>
            <a:ext cx="132" cy="144"/>
          </p:xfrm>
          <a:graphic>
            <a:graphicData uri="http://schemas.openxmlformats.org/presentationml/2006/ole">
              <mc:AlternateContent xmlns:mc="http://schemas.openxmlformats.org/markup-compatibility/2006">
                <mc:Choice xmlns:v="urn:schemas-microsoft-com:vml" Requires="v">
                  <p:oleObj r:id="rId10" imgW="279400" imgH="304800" progId="Equation.DSMT4">
                    <p:embed/>
                  </p:oleObj>
                </mc:Choice>
                <mc:Fallback>
                  <p:oleObj r:id="rId10" imgW="279400" imgH="304800" progId="Equation.DSMT4">
                    <p:embed/>
                    <p:pic>
                      <p:nvPicPr>
                        <p:cNvPr id="0" name="图片 3268"/>
                        <p:cNvPicPr/>
                        <p:nvPr/>
                      </p:nvPicPr>
                      <p:blipFill>
                        <a:blip r:embed="rId11">
                          <a:lum bright="-100000"/>
                        </a:blip>
                        <a:stretch>
                          <a:fillRect/>
                        </a:stretch>
                      </p:blipFill>
                      <p:spPr>
                        <a:xfrm>
                          <a:off x="4764" y="2562"/>
                          <a:ext cx="132" cy="144"/>
                        </a:xfrm>
                        <a:prstGeom prst="rect">
                          <a:avLst/>
                        </a:prstGeom>
                        <a:noFill/>
                        <a:ln w="38100">
                          <a:noFill/>
                          <a:miter/>
                        </a:ln>
                      </p:spPr>
                    </p:pic>
                  </p:oleObj>
                </mc:Fallback>
              </mc:AlternateContent>
            </a:graphicData>
          </a:graphic>
        </p:graphicFrame>
        <p:grpSp>
          <p:nvGrpSpPr>
            <p:cNvPr id="71697" name="组合 570385"/>
            <p:cNvGrpSpPr/>
            <p:nvPr/>
          </p:nvGrpSpPr>
          <p:grpSpPr>
            <a:xfrm>
              <a:off x="4864" y="3241"/>
              <a:ext cx="92" cy="157"/>
              <a:chOff x="4743" y="1344"/>
              <a:chExt cx="92" cy="157"/>
            </a:xfrm>
          </p:grpSpPr>
          <p:sp>
            <p:nvSpPr>
              <p:cNvPr id="71698" name="直接连接符 570386"/>
              <p:cNvSpPr/>
              <p:nvPr/>
            </p:nvSpPr>
            <p:spPr>
              <a:xfrm flipH="1">
                <a:off x="4743" y="1349"/>
                <a:ext cx="90" cy="133"/>
              </a:xfrm>
              <a:prstGeom prst="line">
                <a:avLst/>
              </a:prstGeom>
              <a:ln w="25400" cap="sq" cmpd="sng">
                <a:solidFill>
                  <a:srgbClr val="FF9900"/>
                </a:solidFill>
                <a:prstDash val="solid"/>
                <a:round/>
                <a:headEnd type="none" w="sm" len="sm"/>
                <a:tailEnd type="none" w="sm" len="sm"/>
              </a:ln>
            </p:spPr>
          </p:sp>
          <p:sp>
            <p:nvSpPr>
              <p:cNvPr id="71699" name="直接连接符 570387"/>
              <p:cNvSpPr/>
              <p:nvPr/>
            </p:nvSpPr>
            <p:spPr>
              <a:xfrm>
                <a:off x="4752" y="1344"/>
                <a:ext cx="83" cy="157"/>
              </a:xfrm>
              <a:prstGeom prst="line">
                <a:avLst/>
              </a:prstGeom>
              <a:ln w="25400" cap="sq" cmpd="sng">
                <a:solidFill>
                  <a:srgbClr val="FF9900"/>
                </a:solidFill>
                <a:prstDash val="solid"/>
                <a:round/>
                <a:headEnd type="none" w="sm" len="sm"/>
                <a:tailEnd type="none" w="sm" len="sm"/>
              </a:ln>
            </p:spPr>
          </p:sp>
        </p:grpSp>
        <p:graphicFrame>
          <p:nvGraphicFramePr>
            <p:cNvPr id="71700" name="对象 570388"/>
            <p:cNvGraphicFramePr/>
            <p:nvPr/>
          </p:nvGraphicFramePr>
          <p:xfrm>
            <a:off x="4712" y="3368"/>
            <a:ext cx="136" cy="184"/>
          </p:xfrm>
          <a:graphic>
            <a:graphicData uri="http://schemas.openxmlformats.org/presentationml/2006/ole">
              <mc:AlternateContent xmlns:mc="http://schemas.openxmlformats.org/markup-compatibility/2006">
                <mc:Choice xmlns:v="urn:schemas-microsoft-com:vml" Requires="v">
                  <p:oleObj r:id="rId12" imgW="215900" imgH="292100" progId="Equation.DSMT4">
                    <p:embed/>
                  </p:oleObj>
                </mc:Choice>
                <mc:Fallback>
                  <p:oleObj r:id="rId12" imgW="215900" imgH="292100" progId="Equation.DSMT4">
                    <p:embed/>
                    <p:pic>
                      <p:nvPicPr>
                        <p:cNvPr id="0" name="图片 3274"/>
                        <p:cNvPicPr/>
                        <p:nvPr/>
                      </p:nvPicPr>
                      <p:blipFill>
                        <a:blip r:embed="rId13">
                          <a:lum bright="-100000"/>
                        </a:blip>
                        <a:stretch>
                          <a:fillRect/>
                        </a:stretch>
                      </p:blipFill>
                      <p:spPr>
                        <a:xfrm>
                          <a:off x="4712" y="3368"/>
                          <a:ext cx="136" cy="184"/>
                        </a:xfrm>
                        <a:prstGeom prst="rect">
                          <a:avLst/>
                        </a:prstGeom>
                        <a:noFill/>
                        <a:ln w="38100">
                          <a:noFill/>
                          <a:miter/>
                        </a:ln>
                      </p:spPr>
                    </p:pic>
                  </p:oleObj>
                </mc:Fallback>
              </mc:AlternateContent>
            </a:graphicData>
          </a:graphic>
        </p:graphicFrame>
        <p:grpSp>
          <p:nvGrpSpPr>
            <p:cNvPr id="71701" name="组合 570389"/>
            <p:cNvGrpSpPr/>
            <p:nvPr/>
          </p:nvGrpSpPr>
          <p:grpSpPr>
            <a:xfrm>
              <a:off x="4384" y="3232"/>
              <a:ext cx="135" cy="176"/>
              <a:chOff x="4743" y="1344"/>
              <a:chExt cx="92" cy="157"/>
            </a:xfrm>
          </p:grpSpPr>
          <p:sp>
            <p:nvSpPr>
              <p:cNvPr id="71702" name="直接连接符 570390"/>
              <p:cNvSpPr/>
              <p:nvPr/>
            </p:nvSpPr>
            <p:spPr>
              <a:xfrm flipH="1">
                <a:off x="4743" y="1349"/>
                <a:ext cx="90" cy="133"/>
              </a:xfrm>
              <a:prstGeom prst="line">
                <a:avLst/>
              </a:prstGeom>
              <a:ln w="25400" cap="sq" cmpd="sng">
                <a:solidFill>
                  <a:srgbClr val="FF9900"/>
                </a:solidFill>
                <a:prstDash val="solid"/>
                <a:round/>
                <a:headEnd type="none" w="sm" len="sm"/>
                <a:tailEnd type="none" w="sm" len="sm"/>
              </a:ln>
            </p:spPr>
          </p:sp>
          <p:sp>
            <p:nvSpPr>
              <p:cNvPr id="71703" name="直接连接符 570391"/>
              <p:cNvSpPr/>
              <p:nvPr/>
            </p:nvSpPr>
            <p:spPr>
              <a:xfrm>
                <a:off x="4752" y="1344"/>
                <a:ext cx="83" cy="157"/>
              </a:xfrm>
              <a:prstGeom prst="line">
                <a:avLst/>
              </a:prstGeom>
              <a:ln w="25400" cap="sq" cmpd="sng">
                <a:solidFill>
                  <a:srgbClr val="FF9900"/>
                </a:solidFill>
                <a:prstDash val="solid"/>
                <a:round/>
                <a:headEnd type="none" w="sm" len="sm"/>
                <a:tailEnd type="none" w="sm" len="sm"/>
              </a:ln>
            </p:spPr>
          </p:sp>
        </p:grpSp>
        <p:graphicFrame>
          <p:nvGraphicFramePr>
            <p:cNvPr id="71704" name="对象 570392"/>
            <p:cNvGraphicFramePr/>
            <p:nvPr/>
          </p:nvGraphicFramePr>
          <p:xfrm>
            <a:off x="4320" y="3024"/>
            <a:ext cx="336" cy="200"/>
          </p:xfrm>
          <a:graphic>
            <a:graphicData uri="http://schemas.openxmlformats.org/presentationml/2006/ole">
              <mc:AlternateContent xmlns:mc="http://schemas.openxmlformats.org/markup-compatibility/2006">
                <mc:Choice xmlns:v="urn:schemas-microsoft-com:vml" Requires="v">
                  <p:oleObj r:id="rId14" imgW="533400" imgH="317500" progId="Equation.DSMT4">
                    <p:embed/>
                  </p:oleObj>
                </mc:Choice>
                <mc:Fallback>
                  <p:oleObj r:id="rId14" imgW="533400" imgH="317500" progId="Equation.DSMT4">
                    <p:embed/>
                    <p:pic>
                      <p:nvPicPr>
                        <p:cNvPr id="0" name="图片 3269"/>
                        <p:cNvPicPr/>
                        <p:nvPr/>
                      </p:nvPicPr>
                      <p:blipFill>
                        <a:blip r:embed="rId15">
                          <a:lum bright="-100000"/>
                        </a:blip>
                        <a:stretch>
                          <a:fillRect/>
                        </a:stretch>
                      </p:blipFill>
                      <p:spPr>
                        <a:xfrm>
                          <a:off x="4320" y="3024"/>
                          <a:ext cx="336" cy="200"/>
                        </a:xfrm>
                        <a:prstGeom prst="rect">
                          <a:avLst/>
                        </a:prstGeom>
                        <a:noFill/>
                        <a:ln w="38100">
                          <a:noFill/>
                          <a:miter/>
                        </a:ln>
                      </p:spPr>
                    </p:pic>
                  </p:oleObj>
                </mc:Fallback>
              </mc:AlternateContent>
            </a:graphicData>
          </a:graphic>
        </p:graphicFrame>
      </p:grpSp>
      <p:graphicFrame>
        <p:nvGraphicFramePr>
          <p:cNvPr id="71705" name="对象 570393"/>
          <p:cNvGraphicFramePr/>
          <p:nvPr/>
        </p:nvGraphicFramePr>
        <p:xfrm>
          <a:off x="1116013" y="1628775"/>
          <a:ext cx="3125787" cy="312738"/>
        </p:xfrm>
        <a:graphic>
          <a:graphicData uri="http://schemas.openxmlformats.org/presentationml/2006/ole">
            <mc:AlternateContent xmlns:mc="http://schemas.openxmlformats.org/markup-compatibility/2006">
              <mc:Choice xmlns:v="urn:schemas-microsoft-com:vml" Requires="v">
                <p:oleObj r:id="rId16" imgW="4060190" imgH="405765" progId="Equation.DSMT4">
                  <p:embed/>
                </p:oleObj>
              </mc:Choice>
              <mc:Fallback>
                <p:oleObj r:id="rId16" imgW="4060190" imgH="405765" progId="Equation.DSMT4">
                  <p:embed/>
                  <p:pic>
                    <p:nvPicPr>
                      <p:cNvPr id="0" name="图片 3271"/>
                      <p:cNvPicPr/>
                      <p:nvPr/>
                    </p:nvPicPr>
                    <p:blipFill>
                      <a:blip r:embed="rId17">
                        <a:lum bright="-100000"/>
                      </a:blip>
                      <a:stretch>
                        <a:fillRect/>
                      </a:stretch>
                    </p:blipFill>
                    <p:spPr>
                      <a:xfrm>
                        <a:off x="1116013" y="1628775"/>
                        <a:ext cx="3125787" cy="312738"/>
                      </a:xfrm>
                      <a:prstGeom prst="rect">
                        <a:avLst/>
                      </a:prstGeom>
                      <a:noFill/>
                      <a:ln w="38100">
                        <a:noFill/>
                        <a:miter/>
                      </a:ln>
                    </p:spPr>
                  </p:pic>
                </p:oleObj>
              </mc:Fallback>
            </mc:AlternateContent>
          </a:graphicData>
        </a:graphic>
      </p:graphicFrame>
      <p:graphicFrame>
        <p:nvGraphicFramePr>
          <p:cNvPr id="71706" name="对象 570394"/>
          <p:cNvGraphicFramePr/>
          <p:nvPr/>
        </p:nvGraphicFramePr>
        <p:xfrm>
          <a:off x="1835150" y="2589213"/>
          <a:ext cx="2344738" cy="839787"/>
        </p:xfrm>
        <a:graphic>
          <a:graphicData uri="http://schemas.openxmlformats.org/presentationml/2006/ole">
            <mc:AlternateContent xmlns:mc="http://schemas.openxmlformats.org/markup-compatibility/2006">
              <mc:Choice xmlns:v="urn:schemas-microsoft-com:vml" Requires="v">
                <p:oleObj r:id="rId18" imgW="3046730" imgH="1091565" progId="Equation.DSMT4">
                  <p:embed/>
                </p:oleObj>
              </mc:Choice>
              <mc:Fallback>
                <p:oleObj r:id="rId18" imgW="3046730" imgH="1091565" progId="Equation.DSMT4">
                  <p:embed/>
                  <p:pic>
                    <p:nvPicPr>
                      <p:cNvPr id="0" name="图片 3272"/>
                      <p:cNvPicPr/>
                      <p:nvPr/>
                    </p:nvPicPr>
                    <p:blipFill>
                      <a:blip r:embed="rId19">
                        <a:lum bright="-100000"/>
                      </a:blip>
                      <a:stretch>
                        <a:fillRect/>
                      </a:stretch>
                    </p:blipFill>
                    <p:spPr>
                      <a:xfrm>
                        <a:off x="1835150" y="2589213"/>
                        <a:ext cx="2344738" cy="839787"/>
                      </a:xfrm>
                      <a:prstGeom prst="rect">
                        <a:avLst/>
                      </a:prstGeom>
                      <a:noFill/>
                      <a:ln w="38100">
                        <a:noFill/>
                        <a:miter/>
                      </a:ln>
                    </p:spPr>
                  </p:pic>
                </p:oleObj>
              </mc:Fallback>
            </mc:AlternateContent>
          </a:graphicData>
        </a:graphic>
      </p:graphicFrame>
      <p:graphicFrame>
        <p:nvGraphicFramePr>
          <p:cNvPr id="71707" name="对象 570395"/>
          <p:cNvGraphicFramePr/>
          <p:nvPr/>
        </p:nvGraphicFramePr>
        <p:xfrm>
          <a:off x="1663700" y="3644900"/>
          <a:ext cx="4856163" cy="331788"/>
        </p:xfrm>
        <a:graphic>
          <a:graphicData uri="http://schemas.openxmlformats.org/presentationml/2006/ole">
            <mc:AlternateContent xmlns:mc="http://schemas.openxmlformats.org/markup-compatibility/2006">
              <mc:Choice xmlns:v="urn:schemas-microsoft-com:vml" Requires="v">
                <p:oleObj r:id="rId20" imgW="6309360" imgH="431800" progId="Equation.DSMT4">
                  <p:embed/>
                </p:oleObj>
              </mc:Choice>
              <mc:Fallback>
                <p:oleObj r:id="rId20" imgW="6309360" imgH="431800" progId="Equation.DSMT4">
                  <p:embed/>
                  <p:pic>
                    <p:nvPicPr>
                      <p:cNvPr id="0" name="图片 3279"/>
                      <p:cNvPicPr/>
                      <p:nvPr/>
                    </p:nvPicPr>
                    <p:blipFill>
                      <a:blip r:embed="rId21">
                        <a:lum bright="-100000"/>
                      </a:blip>
                      <a:stretch>
                        <a:fillRect/>
                      </a:stretch>
                    </p:blipFill>
                    <p:spPr>
                      <a:xfrm>
                        <a:off x="1663700" y="3644900"/>
                        <a:ext cx="4856163" cy="331788"/>
                      </a:xfrm>
                      <a:prstGeom prst="rect">
                        <a:avLst/>
                      </a:prstGeom>
                      <a:noFill/>
                      <a:ln w="38100">
                        <a:noFill/>
                        <a:miter/>
                      </a:ln>
                    </p:spPr>
                  </p:pic>
                </p:oleObj>
              </mc:Fallback>
            </mc:AlternateContent>
          </a:graphicData>
        </a:graphic>
      </p:graphicFrame>
      <p:graphicFrame>
        <p:nvGraphicFramePr>
          <p:cNvPr id="71708" name="对象 570396"/>
          <p:cNvGraphicFramePr/>
          <p:nvPr/>
        </p:nvGraphicFramePr>
        <p:xfrm>
          <a:off x="1638300" y="2089150"/>
          <a:ext cx="2081213" cy="331788"/>
        </p:xfrm>
        <a:graphic>
          <a:graphicData uri="http://schemas.openxmlformats.org/presentationml/2006/ole">
            <mc:AlternateContent xmlns:mc="http://schemas.openxmlformats.org/markup-compatibility/2006">
              <mc:Choice xmlns:v="urn:schemas-microsoft-com:vml" Requires="v">
                <p:oleObj r:id="rId22" imgW="2703830" imgH="431800" progId="Equation.DSMT4">
                  <p:embed/>
                </p:oleObj>
              </mc:Choice>
              <mc:Fallback>
                <p:oleObj r:id="rId22" imgW="2703830" imgH="431800" progId="Equation.DSMT4">
                  <p:embed/>
                  <p:pic>
                    <p:nvPicPr>
                      <p:cNvPr id="0" name="图片 3290"/>
                      <p:cNvPicPr/>
                      <p:nvPr/>
                    </p:nvPicPr>
                    <p:blipFill>
                      <a:blip r:embed="rId23">
                        <a:lum bright="-100000"/>
                      </a:blip>
                      <a:stretch>
                        <a:fillRect/>
                      </a:stretch>
                    </p:blipFill>
                    <p:spPr>
                      <a:xfrm>
                        <a:off x="1638300" y="2089150"/>
                        <a:ext cx="2081213" cy="331788"/>
                      </a:xfrm>
                      <a:prstGeom prst="rect">
                        <a:avLst/>
                      </a:prstGeom>
                      <a:noFill/>
                      <a:ln w="38100">
                        <a:noFill/>
                        <a:miter/>
                      </a:ln>
                    </p:spPr>
                  </p:pic>
                </p:oleObj>
              </mc:Fallback>
            </mc:AlternateContent>
          </a:graphicData>
        </a:graphic>
      </p:graphicFrame>
      <p:graphicFrame>
        <p:nvGraphicFramePr>
          <p:cNvPr id="71709" name="对象 570397"/>
          <p:cNvGraphicFramePr/>
          <p:nvPr/>
        </p:nvGraphicFramePr>
        <p:xfrm>
          <a:off x="1692275" y="4076700"/>
          <a:ext cx="5627688" cy="1582738"/>
        </p:xfrm>
        <a:graphic>
          <a:graphicData uri="http://schemas.openxmlformats.org/presentationml/2006/ole">
            <mc:AlternateContent xmlns:mc="http://schemas.openxmlformats.org/markup-compatibility/2006">
              <mc:Choice xmlns:v="urn:schemas-microsoft-com:vml" Requires="v">
                <p:oleObj r:id="rId24" imgW="7315200" imgH="2057400" progId="Equation.DSMT4">
                  <p:embed/>
                </p:oleObj>
              </mc:Choice>
              <mc:Fallback>
                <p:oleObj r:id="rId24" imgW="7315200" imgH="2057400" progId="Equation.DSMT4">
                  <p:embed/>
                  <p:pic>
                    <p:nvPicPr>
                      <p:cNvPr id="0" name="图片 3291"/>
                      <p:cNvPicPr/>
                      <p:nvPr/>
                    </p:nvPicPr>
                    <p:blipFill>
                      <a:blip r:embed="rId25">
                        <a:lum bright="-100000"/>
                      </a:blip>
                      <a:stretch>
                        <a:fillRect/>
                      </a:stretch>
                    </p:blipFill>
                    <p:spPr>
                      <a:xfrm>
                        <a:off x="1692275" y="4076700"/>
                        <a:ext cx="5627688" cy="1582738"/>
                      </a:xfrm>
                      <a:prstGeom prst="rect">
                        <a:avLst/>
                      </a:prstGeom>
                      <a:noFill/>
                      <a:ln w="38100">
                        <a:noFill/>
                        <a:miter/>
                      </a:ln>
                    </p:spPr>
                  </p:pic>
                </p:oleObj>
              </mc:Fallback>
            </mc:AlternateContent>
          </a:graphicData>
        </a:graphic>
      </p:graphicFrame>
      <p:grpSp>
        <p:nvGrpSpPr>
          <p:cNvPr id="4" name="组合 3">
            <a:extLst>
              <a:ext uri="{FF2B5EF4-FFF2-40B4-BE49-F238E27FC236}">
                <a16:creationId xmlns:a16="http://schemas.microsoft.com/office/drawing/2014/main" id="{78DE26C4-7DE8-0469-AD8E-EEE7F35FDFDD}"/>
              </a:ext>
            </a:extLst>
          </p:cNvPr>
          <p:cNvGrpSpPr/>
          <p:nvPr/>
        </p:nvGrpSpPr>
        <p:grpSpPr>
          <a:xfrm>
            <a:off x="6723145" y="2327465"/>
            <a:ext cx="203400" cy="161640"/>
            <a:chOff x="6723145" y="2327465"/>
            <a:chExt cx="203400" cy="161640"/>
          </a:xfrm>
        </p:grpSpPr>
        <mc:AlternateContent xmlns:mc="http://schemas.openxmlformats.org/markup-compatibility/2006" xmlns:p14="http://schemas.microsoft.com/office/powerpoint/2010/main">
          <mc:Choice Requires="p14">
            <p:contentPart p14:bwMode="auto" r:id="rId26">
              <p14:nvContentPartPr>
                <p14:cNvPr id="2" name="墨迹 1">
                  <a:extLst>
                    <a:ext uri="{FF2B5EF4-FFF2-40B4-BE49-F238E27FC236}">
                      <a16:creationId xmlns:a16="http://schemas.microsoft.com/office/drawing/2014/main" id="{2BF149B6-0722-69DA-4305-E34A479C65D5}"/>
                    </a:ext>
                  </a:extLst>
                </p14:cNvPr>
                <p14:cNvContentPartPr/>
                <p14:nvPr/>
              </p14:nvContentPartPr>
              <p14:xfrm>
                <a:off x="6844105" y="2336825"/>
                <a:ext cx="82440" cy="148320"/>
              </p14:xfrm>
            </p:contentPart>
          </mc:Choice>
          <mc:Fallback xmlns="">
            <p:pic>
              <p:nvPicPr>
                <p:cNvPr id="2" name="墨迹 1">
                  <a:extLst>
                    <a:ext uri="{FF2B5EF4-FFF2-40B4-BE49-F238E27FC236}">
                      <a16:creationId xmlns:a16="http://schemas.microsoft.com/office/drawing/2014/main" id="{2BF149B6-0722-69DA-4305-E34A479C65D5}"/>
                    </a:ext>
                  </a:extLst>
                </p:cNvPr>
                <p:cNvPicPr/>
                <p:nvPr/>
              </p:nvPicPr>
              <p:blipFill>
                <a:blip r:embed="rId27"/>
                <a:stretch>
                  <a:fillRect/>
                </a:stretch>
              </p:blipFill>
              <p:spPr>
                <a:xfrm>
                  <a:off x="6826105" y="2318825"/>
                  <a:ext cx="118080" cy="18396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3" name="墨迹 2">
                  <a:extLst>
                    <a:ext uri="{FF2B5EF4-FFF2-40B4-BE49-F238E27FC236}">
                      <a16:creationId xmlns:a16="http://schemas.microsoft.com/office/drawing/2014/main" id="{04CC4EA0-10C0-2130-2D9A-EADC749E2A32}"/>
                    </a:ext>
                  </a:extLst>
                </p14:cNvPr>
                <p14:cNvContentPartPr/>
                <p14:nvPr/>
              </p14:nvContentPartPr>
              <p14:xfrm>
                <a:off x="6723145" y="2327465"/>
                <a:ext cx="194760" cy="161640"/>
              </p14:xfrm>
            </p:contentPart>
          </mc:Choice>
          <mc:Fallback xmlns="">
            <p:pic>
              <p:nvPicPr>
                <p:cNvPr id="3" name="墨迹 2">
                  <a:extLst>
                    <a:ext uri="{FF2B5EF4-FFF2-40B4-BE49-F238E27FC236}">
                      <a16:creationId xmlns:a16="http://schemas.microsoft.com/office/drawing/2014/main" id="{04CC4EA0-10C0-2130-2D9A-EADC749E2A32}"/>
                    </a:ext>
                  </a:extLst>
                </p:cNvPr>
                <p:cNvPicPr/>
                <p:nvPr/>
              </p:nvPicPr>
              <p:blipFill>
                <a:blip r:embed="rId29"/>
                <a:stretch>
                  <a:fillRect/>
                </a:stretch>
              </p:blipFill>
              <p:spPr>
                <a:xfrm>
                  <a:off x="6705505" y="2309465"/>
                  <a:ext cx="230400" cy="197280"/>
                </a:xfrm>
                <a:prstGeom prst="rect">
                  <a:avLst/>
                </a:prstGeom>
              </p:spPr>
            </p:pic>
          </mc:Fallback>
        </mc:AlternateContent>
      </p:grpSp>
      <p:grpSp>
        <p:nvGrpSpPr>
          <p:cNvPr id="7" name="组合 6">
            <a:extLst>
              <a:ext uri="{FF2B5EF4-FFF2-40B4-BE49-F238E27FC236}">
                <a16:creationId xmlns:a16="http://schemas.microsoft.com/office/drawing/2014/main" id="{2A979A1D-81ED-7A32-42AC-2B334EA1EE09}"/>
              </a:ext>
            </a:extLst>
          </p:cNvPr>
          <p:cNvGrpSpPr/>
          <p:nvPr/>
        </p:nvGrpSpPr>
        <p:grpSpPr>
          <a:xfrm>
            <a:off x="6212305" y="2318105"/>
            <a:ext cx="251640" cy="219240"/>
            <a:chOff x="6212305" y="2318105"/>
            <a:chExt cx="251640" cy="219240"/>
          </a:xfrm>
        </p:grpSpPr>
        <mc:AlternateContent xmlns:mc="http://schemas.openxmlformats.org/markup-compatibility/2006" xmlns:p14="http://schemas.microsoft.com/office/powerpoint/2010/main">
          <mc:Choice Requires="p14">
            <p:contentPart p14:bwMode="auto" r:id="rId30">
              <p14:nvContentPartPr>
                <p14:cNvPr id="5" name="墨迹 4">
                  <a:extLst>
                    <a:ext uri="{FF2B5EF4-FFF2-40B4-BE49-F238E27FC236}">
                      <a16:creationId xmlns:a16="http://schemas.microsoft.com/office/drawing/2014/main" id="{3B1C3191-597B-3713-EE97-002F53D79462}"/>
                    </a:ext>
                  </a:extLst>
                </p14:cNvPr>
                <p14:cNvContentPartPr/>
                <p14:nvPr/>
              </p14:nvContentPartPr>
              <p14:xfrm>
                <a:off x="6335785" y="2345825"/>
                <a:ext cx="128160" cy="156600"/>
              </p14:xfrm>
            </p:contentPart>
          </mc:Choice>
          <mc:Fallback xmlns="">
            <p:pic>
              <p:nvPicPr>
                <p:cNvPr id="5" name="墨迹 4">
                  <a:extLst>
                    <a:ext uri="{FF2B5EF4-FFF2-40B4-BE49-F238E27FC236}">
                      <a16:creationId xmlns:a16="http://schemas.microsoft.com/office/drawing/2014/main" id="{3B1C3191-597B-3713-EE97-002F53D79462}"/>
                    </a:ext>
                  </a:extLst>
                </p:cNvPr>
                <p:cNvPicPr/>
                <p:nvPr/>
              </p:nvPicPr>
              <p:blipFill>
                <a:blip r:embed="rId31"/>
                <a:stretch>
                  <a:fillRect/>
                </a:stretch>
              </p:blipFill>
              <p:spPr>
                <a:xfrm>
                  <a:off x="6318145" y="2327825"/>
                  <a:ext cx="163800" cy="19224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6" name="墨迹 5">
                  <a:extLst>
                    <a:ext uri="{FF2B5EF4-FFF2-40B4-BE49-F238E27FC236}">
                      <a16:creationId xmlns:a16="http://schemas.microsoft.com/office/drawing/2014/main" id="{972DB9C6-F0C8-D2A1-32F0-799609B1FF89}"/>
                    </a:ext>
                  </a:extLst>
                </p14:cNvPr>
                <p14:cNvContentPartPr/>
                <p14:nvPr/>
              </p14:nvContentPartPr>
              <p14:xfrm>
                <a:off x="6212305" y="2318105"/>
                <a:ext cx="234720" cy="219240"/>
              </p14:xfrm>
            </p:contentPart>
          </mc:Choice>
          <mc:Fallback xmlns="">
            <p:pic>
              <p:nvPicPr>
                <p:cNvPr id="6" name="墨迹 5">
                  <a:extLst>
                    <a:ext uri="{FF2B5EF4-FFF2-40B4-BE49-F238E27FC236}">
                      <a16:creationId xmlns:a16="http://schemas.microsoft.com/office/drawing/2014/main" id="{972DB9C6-F0C8-D2A1-32F0-799609B1FF89}"/>
                    </a:ext>
                  </a:extLst>
                </p:cNvPr>
                <p:cNvPicPr/>
                <p:nvPr/>
              </p:nvPicPr>
              <p:blipFill>
                <a:blip r:embed="rId33"/>
                <a:stretch>
                  <a:fillRect/>
                </a:stretch>
              </p:blipFill>
              <p:spPr>
                <a:xfrm>
                  <a:off x="6194665" y="2300465"/>
                  <a:ext cx="270360" cy="25488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34">
            <p14:nvContentPartPr>
              <p14:cNvPr id="8" name="墨迹 7">
                <a:extLst>
                  <a:ext uri="{FF2B5EF4-FFF2-40B4-BE49-F238E27FC236}">
                    <a16:creationId xmlns:a16="http://schemas.microsoft.com/office/drawing/2014/main" id="{4C1CBA5E-34C6-9143-B582-3F4CED663DC4}"/>
                  </a:ext>
                </a:extLst>
              </p14:cNvPr>
              <p14:cNvContentPartPr/>
              <p14:nvPr/>
            </p14:nvContentPartPr>
            <p14:xfrm>
              <a:off x="1717705" y="1994105"/>
              <a:ext cx="2419920" cy="19800"/>
            </p14:xfrm>
          </p:contentPart>
        </mc:Choice>
        <mc:Fallback xmlns="">
          <p:pic>
            <p:nvPicPr>
              <p:cNvPr id="8" name="墨迹 7">
                <a:extLst>
                  <a:ext uri="{FF2B5EF4-FFF2-40B4-BE49-F238E27FC236}">
                    <a16:creationId xmlns:a16="http://schemas.microsoft.com/office/drawing/2014/main" id="{4C1CBA5E-34C6-9143-B582-3F4CED663DC4}"/>
                  </a:ext>
                </a:extLst>
              </p:cNvPr>
              <p:cNvPicPr/>
              <p:nvPr/>
            </p:nvPicPr>
            <p:blipFill>
              <a:blip r:embed="rId35"/>
              <a:stretch>
                <a:fillRect/>
              </a:stretch>
            </p:blipFill>
            <p:spPr>
              <a:xfrm>
                <a:off x="1699705" y="1976105"/>
                <a:ext cx="2455560" cy="55440"/>
              </a:xfrm>
              <a:prstGeom prst="rect">
                <a:avLst/>
              </a:prstGeom>
            </p:spPr>
          </p:pic>
        </mc:Fallback>
      </mc:AlternateContent>
    </p:spTree>
  </p:cSld>
  <p:clrMapOvr>
    <a:masterClrMapping/>
  </p:clrMapOvr>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2705" name="对象 571393"/>
          <p:cNvGraphicFramePr/>
          <p:nvPr/>
        </p:nvGraphicFramePr>
        <p:xfrm>
          <a:off x="1044575" y="977900"/>
          <a:ext cx="1062038" cy="288925"/>
        </p:xfrm>
        <a:graphic>
          <a:graphicData uri="http://schemas.openxmlformats.org/presentationml/2006/ole">
            <mc:AlternateContent xmlns:mc="http://schemas.openxmlformats.org/markup-compatibility/2006">
              <mc:Choice xmlns:v="urn:schemas-microsoft-com:vml" Requires="v">
                <p:oleObj r:id="rId2" imgW="1397000" imgH="381000" progId="Equation.DSMT4">
                  <p:embed/>
                </p:oleObj>
              </mc:Choice>
              <mc:Fallback>
                <p:oleObj r:id="rId2" imgW="1397000" imgH="381000" progId="Equation.DSMT4">
                  <p:embed/>
                  <p:pic>
                    <p:nvPicPr>
                      <p:cNvPr id="0" name="图片 3286"/>
                      <p:cNvPicPr/>
                      <p:nvPr/>
                    </p:nvPicPr>
                    <p:blipFill>
                      <a:blip r:embed="rId3">
                        <a:lum bright="-100000"/>
                      </a:blip>
                      <a:stretch>
                        <a:fillRect/>
                      </a:stretch>
                    </p:blipFill>
                    <p:spPr>
                      <a:xfrm>
                        <a:off x="1044575" y="977900"/>
                        <a:ext cx="1062038" cy="288925"/>
                      </a:xfrm>
                      <a:prstGeom prst="rect">
                        <a:avLst/>
                      </a:prstGeom>
                      <a:noFill/>
                      <a:ln w="38100">
                        <a:noFill/>
                        <a:miter/>
                      </a:ln>
                    </p:spPr>
                  </p:pic>
                </p:oleObj>
              </mc:Fallback>
            </mc:AlternateContent>
          </a:graphicData>
        </a:graphic>
      </p:graphicFrame>
      <p:graphicFrame>
        <p:nvGraphicFramePr>
          <p:cNvPr id="72706" name="对象 571394"/>
          <p:cNvGraphicFramePr/>
          <p:nvPr/>
        </p:nvGraphicFramePr>
        <p:xfrm>
          <a:off x="2590800" y="758825"/>
          <a:ext cx="2514600" cy="725488"/>
        </p:xfrm>
        <a:graphic>
          <a:graphicData uri="http://schemas.openxmlformats.org/presentationml/2006/ole">
            <mc:AlternateContent xmlns:mc="http://schemas.openxmlformats.org/markup-compatibility/2006">
              <mc:Choice xmlns:v="urn:schemas-microsoft-com:vml" Requires="v">
                <p:oleObj r:id="rId4" imgW="3300730" imgH="951865" progId="Equation.DSMT4">
                  <p:embed/>
                </p:oleObj>
              </mc:Choice>
              <mc:Fallback>
                <p:oleObj r:id="rId4" imgW="3300730" imgH="951865" progId="Equation.DSMT4">
                  <p:embed/>
                  <p:pic>
                    <p:nvPicPr>
                      <p:cNvPr id="0" name="图片 3280"/>
                      <p:cNvPicPr/>
                      <p:nvPr/>
                    </p:nvPicPr>
                    <p:blipFill>
                      <a:blip r:embed="rId5">
                        <a:lum bright="-100000"/>
                      </a:blip>
                      <a:stretch>
                        <a:fillRect/>
                      </a:stretch>
                    </p:blipFill>
                    <p:spPr>
                      <a:xfrm>
                        <a:off x="2590800" y="758825"/>
                        <a:ext cx="2514600" cy="725488"/>
                      </a:xfrm>
                      <a:prstGeom prst="rect">
                        <a:avLst/>
                      </a:prstGeom>
                      <a:noFill/>
                      <a:ln w="38100">
                        <a:noFill/>
                        <a:miter/>
                      </a:ln>
                    </p:spPr>
                  </p:pic>
                </p:oleObj>
              </mc:Fallback>
            </mc:AlternateContent>
          </a:graphicData>
        </a:graphic>
      </p:graphicFrame>
      <p:graphicFrame>
        <p:nvGraphicFramePr>
          <p:cNvPr id="72707" name="对象 571395"/>
          <p:cNvGraphicFramePr/>
          <p:nvPr/>
        </p:nvGraphicFramePr>
        <p:xfrm>
          <a:off x="1042988" y="1700213"/>
          <a:ext cx="3662362" cy="628650"/>
        </p:xfrm>
        <a:graphic>
          <a:graphicData uri="http://schemas.openxmlformats.org/presentationml/2006/ole">
            <mc:AlternateContent xmlns:mc="http://schemas.openxmlformats.org/markup-compatibility/2006">
              <mc:Choice xmlns:v="urn:schemas-microsoft-com:vml" Requires="v">
                <p:oleObj r:id="rId6" imgW="4813300" imgH="825500" progId="Equation.DSMT4">
                  <p:embed/>
                </p:oleObj>
              </mc:Choice>
              <mc:Fallback>
                <p:oleObj r:id="rId6" imgW="4813300" imgH="825500" progId="Equation.DSMT4">
                  <p:embed/>
                  <p:pic>
                    <p:nvPicPr>
                      <p:cNvPr id="0" name="图片 3292"/>
                      <p:cNvPicPr/>
                      <p:nvPr/>
                    </p:nvPicPr>
                    <p:blipFill>
                      <a:blip r:embed="rId7">
                        <a:lum bright="-100000"/>
                      </a:blip>
                      <a:stretch>
                        <a:fillRect/>
                      </a:stretch>
                    </p:blipFill>
                    <p:spPr>
                      <a:xfrm>
                        <a:off x="1042988" y="1700213"/>
                        <a:ext cx="3662362" cy="628650"/>
                      </a:xfrm>
                      <a:prstGeom prst="rect">
                        <a:avLst/>
                      </a:prstGeom>
                      <a:noFill/>
                      <a:ln w="38100">
                        <a:noFill/>
                        <a:miter/>
                      </a:ln>
                    </p:spPr>
                  </p:pic>
                </p:oleObj>
              </mc:Fallback>
            </mc:AlternateContent>
          </a:graphicData>
        </a:graphic>
      </p:graphicFrame>
      <p:grpSp>
        <p:nvGrpSpPr>
          <p:cNvPr id="72708" name="组合 571396"/>
          <p:cNvGrpSpPr/>
          <p:nvPr/>
        </p:nvGrpSpPr>
        <p:grpSpPr>
          <a:xfrm>
            <a:off x="5508625" y="908050"/>
            <a:ext cx="2281238" cy="1887538"/>
            <a:chOff x="3312" y="2160"/>
            <a:chExt cx="2448" cy="2112"/>
          </a:xfrm>
        </p:grpSpPr>
        <p:sp>
          <p:nvSpPr>
            <p:cNvPr id="72709" name="椭圆 571397"/>
            <p:cNvSpPr/>
            <p:nvPr/>
          </p:nvSpPr>
          <p:spPr>
            <a:xfrm>
              <a:off x="3312" y="2400"/>
              <a:ext cx="1884" cy="1824"/>
            </a:xfrm>
            <a:prstGeom prst="ellipse">
              <a:avLst/>
            </a:prstGeom>
            <a:pattFill prst="pct10">
              <a:fgClr>
                <a:schemeClr val="tx1"/>
              </a:fgClr>
              <a:bgClr>
                <a:schemeClr val="bg1"/>
              </a:bgClr>
            </a:pattFill>
            <a:ln w="25400">
              <a:noFill/>
            </a:ln>
          </p:spPr>
          <p:txBody>
            <a:bodyPr anchor="t" anchorCtr="0"/>
            <a:lstStyle/>
            <a:p>
              <a:endParaRPr lang="zh-CN" altLang="en-US">
                <a:latin typeface="Arial" panose="020B0604020202020204" pitchFamily="34" charset="0"/>
                <a:ea typeface="宋体" panose="02010600030101010101" pitchFamily="2" charset="-122"/>
              </a:endParaRPr>
            </a:p>
          </p:txBody>
        </p:sp>
        <p:sp>
          <p:nvSpPr>
            <p:cNvPr id="72710" name="椭圆 571398"/>
            <p:cNvSpPr/>
            <p:nvPr/>
          </p:nvSpPr>
          <p:spPr>
            <a:xfrm>
              <a:off x="3648" y="2688"/>
              <a:ext cx="1260" cy="1248"/>
            </a:xfrm>
            <a:prstGeom prst="ellipse">
              <a:avLst/>
            </a:prstGeom>
            <a:solidFill>
              <a:schemeClr val="bg1"/>
            </a:solidFill>
            <a:ln w="25400" cap="sq" cmpd="sng">
              <a:solidFill>
                <a:schemeClr val="tx1"/>
              </a:solidFill>
              <a:prstDash val="solid"/>
              <a:round/>
              <a:headEnd type="none" w="sm" len="sm"/>
              <a:tailEnd type="none" w="sm" len="sm"/>
            </a:ln>
          </p:spPr>
          <p:txBody>
            <a:bodyPr anchor="t" anchorCtr="0"/>
            <a:lstStyle/>
            <a:p>
              <a:endParaRPr lang="zh-CN" altLang="en-US">
                <a:latin typeface="Arial" panose="020B0604020202020204" pitchFamily="34" charset="0"/>
                <a:ea typeface="宋体" panose="02010600030101010101" pitchFamily="2" charset="-122"/>
              </a:endParaRPr>
            </a:p>
          </p:txBody>
        </p:sp>
        <p:sp>
          <p:nvSpPr>
            <p:cNvPr id="72711" name="直接连接符 571399"/>
            <p:cNvSpPr/>
            <p:nvPr/>
          </p:nvSpPr>
          <p:spPr>
            <a:xfrm>
              <a:off x="3348" y="3312"/>
              <a:ext cx="2220" cy="0"/>
            </a:xfrm>
            <a:prstGeom prst="line">
              <a:avLst/>
            </a:prstGeom>
            <a:ln w="25400" cap="sq" cmpd="sng">
              <a:solidFill>
                <a:schemeClr val="tx1"/>
              </a:solidFill>
              <a:prstDash val="solid"/>
              <a:round/>
              <a:headEnd type="none" w="sm" len="sm"/>
              <a:tailEnd type="triangle" w="med" len="lg"/>
            </a:ln>
          </p:spPr>
        </p:sp>
        <p:sp>
          <p:nvSpPr>
            <p:cNvPr id="72712" name="直接连接符 571400"/>
            <p:cNvSpPr/>
            <p:nvPr/>
          </p:nvSpPr>
          <p:spPr>
            <a:xfrm flipV="1">
              <a:off x="4260" y="2208"/>
              <a:ext cx="0" cy="2064"/>
            </a:xfrm>
            <a:prstGeom prst="line">
              <a:avLst/>
            </a:prstGeom>
            <a:ln w="25400" cap="sq" cmpd="sng">
              <a:solidFill>
                <a:schemeClr val="tx1"/>
              </a:solidFill>
              <a:prstDash val="solid"/>
              <a:round/>
              <a:headEnd type="none" w="sm" len="sm"/>
              <a:tailEnd type="triangle" w="med" len="lg"/>
            </a:ln>
          </p:spPr>
        </p:sp>
        <p:graphicFrame>
          <p:nvGraphicFramePr>
            <p:cNvPr id="72713" name="对象 571401"/>
            <p:cNvGraphicFramePr/>
            <p:nvPr/>
          </p:nvGraphicFramePr>
          <p:xfrm>
            <a:off x="5232" y="3360"/>
            <a:ext cx="528" cy="240"/>
          </p:xfrm>
          <a:graphic>
            <a:graphicData uri="http://schemas.openxmlformats.org/presentationml/2006/ole">
              <mc:AlternateContent xmlns:mc="http://schemas.openxmlformats.org/markup-compatibility/2006">
                <mc:Choice xmlns:v="urn:schemas-microsoft-com:vml" Requires="v">
                  <p:oleObj r:id="rId8" imgW="838200" imgH="381000" progId="Equation.DSMT4">
                    <p:embed/>
                  </p:oleObj>
                </mc:Choice>
                <mc:Fallback>
                  <p:oleObj r:id="rId8" imgW="838200" imgH="381000" progId="Equation.DSMT4">
                    <p:embed/>
                    <p:pic>
                      <p:nvPicPr>
                        <p:cNvPr id="0" name="图片 3293"/>
                        <p:cNvPicPr/>
                        <p:nvPr/>
                      </p:nvPicPr>
                      <p:blipFill>
                        <a:blip r:embed="rId9">
                          <a:lum bright="-100000"/>
                        </a:blip>
                        <a:stretch>
                          <a:fillRect/>
                        </a:stretch>
                      </p:blipFill>
                      <p:spPr>
                        <a:xfrm>
                          <a:off x="5232" y="3360"/>
                          <a:ext cx="528" cy="240"/>
                        </a:xfrm>
                        <a:prstGeom prst="rect">
                          <a:avLst/>
                        </a:prstGeom>
                        <a:noFill/>
                        <a:ln w="38100">
                          <a:noFill/>
                          <a:miter/>
                        </a:ln>
                      </p:spPr>
                    </p:pic>
                  </p:oleObj>
                </mc:Fallback>
              </mc:AlternateContent>
            </a:graphicData>
          </a:graphic>
        </p:graphicFrame>
        <p:graphicFrame>
          <p:nvGraphicFramePr>
            <p:cNvPr id="72714" name="对象 571402"/>
            <p:cNvGraphicFramePr/>
            <p:nvPr/>
          </p:nvGraphicFramePr>
          <p:xfrm>
            <a:off x="4308" y="2160"/>
            <a:ext cx="664" cy="240"/>
          </p:xfrm>
          <a:graphic>
            <a:graphicData uri="http://schemas.openxmlformats.org/presentationml/2006/ole">
              <mc:AlternateContent xmlns:mc="http://schemas.openxmlformats.org/markup-compatibility/2006">
                <mc:Choice xmlns:v="urn:schemas-microsoft-com:vml" Requires="v">
                  <p:oleObj r:id="rId10" imgW="1054100" imgH="381000" progId="Equation.DSMT4">
                    <p:embed/>
                  </p:oleObj>
                </mc:Choice>
                <mc:Fallback>
                  <p:oleObj r:id="rId10" imgW="1054100" imgH="381000" progId="Equation.DSMT4">
                    <p:embed/>
                    <p:pic>
                      <p:nvPicPr>
                        <p:cNvPr id="0" name="图片 3294"/>
                        <p:cNvPicPr/>
                        <p:nvPr/>
                      </p:nvPicPr>
                      <p:blipFill>
                        <a:blip r:embed="rId11">
                          <a:lum bright="-100000"/>
                        </a:blip>
                        <a:stretch>
                          <a:fillRect/>
                        </a:stretch>
                      </p:blipFill>
                      <p:spPr>
                        <a:xfrm>
                          <a:off x="4308" y="2160"/>
                          <a:ext cx="664" cy="240"/>
                        </a:xfrm>
                        <a:prstGeom prst="rect">
                          <a:avLst/>
                        </a:prstGeom>
                        <a:noFill/>
                        <a:ln w="38100">
                          <a:noFill/>
                          <a:miter/>
                        </a:ln>
                      </p:spPr>
                    </p:pic>
                  </p:oleObj>
                </mc:Fallback>
              </mc:AlternateContent>
            </a:graphicData>
          </a:graphic>
        </p:graphicFrame>
        <p:graphicFrame>
          <p:nvGraphicFramePr>
            <p:cNvPr id="72715" name="对象 571403"/>
            <p:cNvGraphicFramePr/>
            <p:nvPr/>
          </p:nvGraphicFramePr>
          <p:xfrm>
            <a:off x="4116" y="3360"/>
            <a:ext cx="128" cy="192"/>
          </p:xfrm>
          <a:graphic>
            <a:graphicData uri="http://schemas.openxmlformats.org/presentationml/2006/ole">
              <mc:AlternateContent xmlns:mc="http://schemas.openxmlformats.org/markup-compatibility/2006">
                <mc:Choice xmlns:v="urn:schemas-microsoft-com:vml" Requires="v">
                  <p:oleObj r:id="rId12" imgW="203200" imgH="304800" progId="Equation.DSMT4">
                    <p:embed/>
                  </p:oleObj>
                </mc:Choice>
                <mc:Fallback>
                  <p:oleObj r:id="rId12" imgW="203200" imgH="304800" progId="Equation.DSMT4">
                    <p:embed/>
                    <p:pic>
                      <p:nvPicPr>
                        <p:cNvPr id="0" name="图片 3281"/>
                        <p:cNvPicPr/>
                        <p:nvPr/>
                      </p:nvPicPr>
                      <p:blipFill>
                        <a:blip r:embed="rId13">
                          <a:lum bright="-100000"/>
                        </a:blip>
                        <a:stretch>
                          <a:fillRect/>
                        </a:stretch>
                      </p:blipFill>
                      <p:spPr>
                        <a:xfrm>
                          <a:off x="4116" y="3360"/>
                          <a:ext cx="128" cy="192"/>
                        </a:xfrm>
                        <a:prstGeom prst="rect">
                          <a:avLst/>
                        </a:prstGeom>
                        <a:noFill/>
                        <a:ln w="38100">
                          <a:noFill/>
                          <a:miter/>
                        </a:ln>
                      </p:spPr>
                    </p:pic>
                  </p:oleObj>
                </mc:Fallback>
              </mc:AlternateContent>
            </a:graphicData>
          </a:graphic>
        </p:graphicFrame>
        <p:sp>
          <p:nvSpPr>
            <p:cNvPr id="72716" name="椭圆 571404"/>
            <p:cNvSpPr/>
            <p:nvPr/>
          </p:nvSpPr>
          <p:spPr>
            <a:xfrm>
              <a:off x="3504" y="2544"/>
              <a:ext cx="1536" cy="1536"/>
            </a:xfrm>
            <a:prstGeom prst="ellipse">
              <a:avLst/>
            </a:prstGeom>
            <a:noFill/>
            <a:ln w="25400" cap="sq" cmpd="sng">
              <a:solidFill>
                <a:schemeClr val="tx1"/>
              </a:solidFill>
              <a:prstDash val="solid"/>
              <a:round/>
              <a:headEnd type="none" w="sm" len="sm"/>
              <a:tailEnd type="none" w="sm" len="sm"/>
            </a:ln>
          </p:spPr>
          <p:txBody>
            <a:bodyPr anchor="t" anchorCtr="0"/>
            <a:lstStyle/>
            <a:p>
              <a:endParaRPr lang="zh-CN" altLang="en-US">
                <a:latin typeface="Arial" panose="020B0604020202020204" pitchFamily="34" charset="0"/>
                <a:ea typeface="宋体" panose="02010600030101010101" pitchFamily="2" charset="-122"/>
              </a:endParaRPr>
            </a:p>
          </p:txBody>
        </p:sp>
        <p:grpSp>
          <p:nvGrpSpPr>
            <p:cNvPr id="72717" name="组合 571405"/>
            <p:cNvGrpSpPr/>
            <p:nvPr/>
          </p:nvGrpSpPr>
          <p:grpSpPr>
            <a:xfrm>
              <a:off x="4748" y="2706"/>
              <a:ext cx="129" cy="131"/>
              <a:chOff x="1536" y="1728"/>
              <a:chExt cx="71" cy="78"/>
            </a:xfrm>
          </p:grpSpPr>
          <p:sp>
            <p:nvSpPr>
              <p:cNvPr id="72718" name="直接连接符 571406"/>
              <p:cNvSpPr/>
              <p:nvPr/>
            </p:nvSpPr>
            <p:spPr>
              <a:xfrm>
                <a:off x="1536" y="1728"/>
                <a:ext cx="67" cy="62"/>
              </a:xfrm>
              <a:prstGeom prst="line">
                <a:avLst/>
              </a:prstGeom>
              <a:ln w="25400" cap="sq" cmpd="sng">
                <a:solidFill>
                  <a:schemeClr val="tx1"/>
                </a:solidFill>
                <a:prstDash val="solid"/>
                <a:round/>
                <a:headEnd type="none" w="sm" len="sm"/>
                <a:tailEnd type="none" w="sm" len="sm"/>
              </a:ln>
            </p:spPr>
          </p:sp>
          <p:sp>
            <p:nvSpPr>
              <p:cNvPr id="72719" name="直接连接符 571407"/>
              <p:cNvSpPr/>
              <p:nvPr/>
            </p:nvSpPr>
            <p:spPr>
              <a:xfrm>
                <a:off x="1536" y="1728"/>
                <a:ext cx="59" cy="74"/>
              </a:xfrm>
              <a:prstGeom prst="line">
                <a:avLst/>
              </a:prstGeom>
              <a:ln w="25400" cap="sq" cmpd="sng">
                <a:solidFill>
                  <a:schemeClr val="tx1"/>
                </a:solidFill>
                <a:prstDash val="solid"/>
                <a:round/>
                <a:headEnd type="none" w="sm" len="sm"/>
                <a:tailEnd type="none" w="sm" len="sm"/>
              </a:ln>
            </p:spPr>
          </p:sp>
          <p:sp>
            <p:nvSpPr>
              <p:cNvPr id="72720" name="直接连接符 571408"/>
              <p:cNvSpPr/>
              <p:nvPr/>
            </p:nvSpPr>
            <p:spPr>
              <a:xfrm>
                <a:off x="1536" y="1728"/>
                <a:ext cx="71" cy="59"/>
              </a:xfrm>
              <a:prstGeom prst="line">
                <a:avLst/>
              </a:prstGeom>
              <a:ln w="25400" cap="sq" cmpd="sng">
                <a:solidFill>
                  <a:schemeClr val="tx1"/>
                </a:solidFill>
                <a:prstDash val="solid"/>
                <a:round/>
                <a:headEnd type="none" w="sm" len="sm"/>
                <a:tailEnd type="none" w="sm" len="sm"/>
              </a:ln>
            </p:spPr>
          </p:sp>
          <p:sp>
            <p:nvSpPr>
              <p:cNvPr id="72721" name="直接连接符 571409"/>
              <p:cNvSpPr/>
              <p:nvPr/>
            </p:nvSpPr>
            <p:spPr>
              <a:xfrm>
                <a:off x="1536" y="1728"/>
                <a:ext cx="53" cy="78"/>
              </a:xfrm>
              <a:prstGeom prst="line">
                <a:avLst/>
              </a:prstGeom>
              <a:ln w="25400" cap="sq" cmpd="sng">
                <a:solidFill>
                  <a:schemeClr val="tx1"/>
                </a:solidFill>
                <a:prstDash val="solid"/>
                <a:round/>
                <a:headEnd type="none" w="sm" len="sm"/>
                <a:tailEnd type="none" w="sm" len="sm"/>
              </a:ln>
            </p:spPr>
          </p:sp>
        </p:grpSp>
        <p:graphicFrame>
          <p:nvGraphicFramePr>
            <p:cNvPr id="72722" name="对象 571410"/>
            <p:cNvGraphicFramePr/>
            <p:nvPr/>
          </p:nvGraphicFramePr>
          <p:xfrm>
            <a:off x="4764" y="2562"/>
            <a:ext cx="132" cy="144"/>
          </p:xfrm>
          <a:graphic>
            <a:graphicData uri="http://schemas.openxmlformats.org/presentationml/2006/ole">
              <mc:AlternateContent xmlns:mc="http://schemas.openxmlformats.org/markup-compatibility/2006">
                <mc:Choice xmlns:v="urn:schemas-microsoft-com:vml" Requires="v">
                  <p:oleObj r:id="rId14" imgW="279400" imgH="304800" progId="Equation.DSMT4">
                    <p:embed/>
                  </p:oleObj>
                </mc:Choice>
                <mc:Fallback>
                  <p:oleObj r:id="rId14" imgW="279400" imgH="304800" progId="Equation.DSMT4">
                    <p:embed/>
                    <p:pic>
                      <p:nvPicPr>
                        <p:cNvPr id="0" name="图片 3289"/>
                        <p:cNvPicPr/>
                        <p:nvPr/>
                      </p:nvPicPr>
                      <p:blipFill>
                        <a:blip r:embed="rId15">
                          <a:lum bright="-100000"/>
                        </a:blip>
                        <a:stretch>
                          <a:fillRect/>
                        </a:stretch>
                      </p:blipFill>
                      <p:spPr>
                        <a:xfrm>
                          <a:off x="4764" y="2562"/>
                          <a:ext cx="132" cy="144"/>
                        </a:xfrm>
                        <a:prstGeom prst="rect">
                          <a:avLst/>
                        </a:prstGeom>
                        <a:noFill/>
                        <a:ln w="38100">
                          <a:noFill/>
                          <a:miter/>
                        </a:ln>
                      </p:spPr>
                    </p:pic>
                  </p:oleObj>
                </mc:Fallback>
              </mc:AlternateContent>
            </a:graphicData>
          </a:graphic>
        </p:graphicFrame>
        <p:grpSp>
          <p:nvGrpSpPr>
            <p:cNvPr id="72723" name="组合 571411"/>
            <p:cNvGrpSpPr/>
            <p:nvPr/>
          </p:nvGrpSpPr>
          <p:grpSpPr>
            <a:xfrm>
              <a:off x="4864" y="3241"/>
              <a:ext cx="92" cy="157"/>
              <a:chOff x="4743" y="1344"/>
              <a:chExt cx="92" cy="157"/>
            </a:xfrm>
          </p:grpSpPr>
          <p:sp>
            <p:nvSpPr>
              <p:cNvPr id="72724" name="直接连接符 571412"/>
              <p:cNvSpPr/>
              <p:nvPr/>
            </p:nvSpPr>
            <p:spPr>
              <a:xfrm flipH="1">
                <a:off x="4743" y="1349"/>
                <a:ext cx="90" cy="133"/>
              </a:xfrm>
              <a:prstGeom prst="line">
                <a:avLst/>
              </a:prstGeom>
              <a:ln w="25400" cap="sq" cmpd="sng">
                <a:solidFill>
                  <a:srgbClr val="FF9900"/>
                </a:solidFill>
                <a:prstDash val="solid"/>
                <a:round/>
                <a:headEnd type="none" w="sm" len="sm"/>
                <a:tailEnd type="none" w="sm" len="sm"/>
              </a:ln>
            </p:spPr>
          </p:sp>
          <p:sp>
            <p:nvSpPr>
              <p:cNvPr id="72725" name="直接连接符 571413"/>
              <p:cNvSpPr/>
              <p:nvPr/>
            </p:nvSpPr>
            <p:spPr>
              <a:xfrm>
                <a:off x="4752" y="1344"/>
                <a:ext cx="83" cy="157"/>
              </a:xfrm>
              <a:prstGeom prst="line">
                <a:avLst/>
              </a:prstGeom>
              <a:ln w="25400" cap="sq" cmpd="sng">
                <a:solidFill>
                  <a:srgbClr val="FF9900"/>
                </a:solidFill>
                <a:prstDash val="solid"/>
                <a:round/>
                <a:headEnd type="none" w="sm" len="sm"/>
                <a:tailEnd type="none" w="sm" len="sm"/>
              </a:ln>
            </p:spPr>
          </p:sp>
        </p:grpSp>
        <p:graphicFrame>
          <p:nvGraphicFramePr>
            <p:cNvPr id="72726" name="对象 571414"/>
            <p:cNvGraphicFramePr/>
            <p:nvPr/>
          </p:nvGraphicFramePr>
          <p:xfrm>
            <a:off x="4712" y="3368"/>
            <a:ext cx="136" cy="184"/>
          </p:xfrm>
          <a:graphic>
            <a:graphicData uri="http://schemas.openxmlformats.org/presentationml/2006/ole">
              <mc:AlternateContent xmlns:mc="http://schemas.openxmlformats.org/markup-compatibility/2006">
                <mc:Choice xmlns:v="urn:schemas-microsoft-com:vml" Requires="v">
                  <p:oleObj r:id="rId16" imgW="215900" imgH="292100" progId="Equation.DSMT4">
                    <p:embed/>
                  </p:oleObj>
                </mc:Choice>
                <mc:Fallback>
                  <p:oleObj r:id="rId16" imgW="215900" imgH="292100" progId="Equation.DSMT4">
                    <p:embed/>
                    <p:pic>
                      <p:nvPicPr>
                        <p:cNvPr id="0" name="图片 3282"/>
                        <p:cNvPicPr/>
                        <p:nvPr/>
                      </p:nvPicPr>
                      <p:blipFill>
                        <a:blip r:embed="rId17">
                          <a:lum bright="-100000"/>
                        </a:blip>
                        <a:stretch>
                          <a:fillRect/>
                        </a:stretch>
                      </p:blipFill>
                      <p:spPr>
                        <a:xfrm>
                          <a:off x="4712" y="3368"/>
                          <a:ext cx="136" cy="184"/>
                        </a:xfrm>
                        <a:prstGeom prst="rect">
                          <a:avLst/>
                        </a:prstGeom>
                        <a:noFill/>
                        <a:ln w="38100">
                          <a:noFill/>
                          <a:miter/>
                        </a:ln>
                      </p:spPr>
                    </p:pic>
                  </p:oleObj>
                </mc:Fallback>
              </mc:AlternateContent>
            </a:graphicData>
          </a:graphic>
        </p:graphicFrame>
        <p:grpSp>
          <p:nvGrpSpPr>
            <p:cNvPr id="72727" name="组合 571415"/>
            <p:cNvGrpSpPr/>
            <p:nvPr/>
          </p:nvGrpSpPr>
          <p:grpSpPr>
            <a:xfrm>
              <a:off x="4384" y="3232"/>
              <a:ext cx="135" cy="176"/>
              <a:chOff x="4743" y="1344"/>
              <a:chExt cx="92" cy="157"/>
            </a:xfrm>
          </p:grpSpPr>
          <p:sp>
            <p:nvSpPr>
              <p:cNvPr id="72728" name="直接连接符 571416"/>
              <p:cNvSpPr/>
              <p:nvPr/>
            </p:nvSpPr>
            <p:spPr>
              <a:xfrm flipH="1">
                <a:off x="4743" y="1349"/>
                <a:ext cx="90" cy="133"/>
              </a:xfrm>
              <a:prstGeom prst="line">
                <a:avLst/>
              </a:prstGeom>
              <a:ln w="25400" cap="sq" cmpd="sng">
                <a:solidFill>
                  <a:srgbClr val="FF9900"/>
                </a:solidFill>
                <a:prstDash val="solid"/>
                <a:round/>
                <a:headEnd type="none" w="sm" len="sm"/>
                <a:tailEnd type="none" w="sm" len="sm"/>
              </a:ln>
            </p:spPr>
          </p:sp>
          <p:sp>
            <p:nvSpPr>
              <p:cNvPr id="72729" name="直接连接符 571417"/>
              <p:cNvSpPr/>
              <p:nvPr/>
            </p:nvSpPr>
            <p:spPr>
              <a:xfrm>
                <a:off x="4752" y="1344"/>
                <a:ext cx="83" cy="157"/>
              </a:xfrm>
              <a:prstGeom prst="line">
                <a:avLst/>
              </a:prstGeom>
              <a:ln w="25400" cap="sq" cmpd="sng">
                <a:solidFill>
                  <a:srgbClr val="FF9900"/>
                </a:solidFill>
                <a:prstDash val="solid"/>
                <a:round/>
                <a:headEnd type="none" w="sm" len="sm"/>
                <a:tailEnd type="none" w="sm" len="sm"/>
              </a:ln>
            </p:spPr>
          </p:sp>
        </p:grpSp>
        <p:graphicFrame>
          <p:nvGraphicFramePr>
            <p:cNvPr id="72730" name="对象 571418"/>
            <p:cNvGraphicFramePr/>
            <p:nvPr/>
          </p:nvGraphicFramePr>
          <p:xfrm>
            <a:off x="4320" y="3024"/>
            <a:ext cx="336" cy="200"/>
          </p:xfrm>
          <a:graphic>
            <a:graphicData uri="http://schemas.openxmlformats.org/presentationml/2006/ole">
              <mc:AlternateContent xmlns:mc="http://schemas.openxmlformats.org/markup-compatibility/2006">
                <mc:Choice xmlns:v="urn:schemas-microsoft-com:vml" Requires="v">
                  <p:oleObj r:id="rId18" imgW="533400" imgH="317500" progId="Equation.DSMT4">
                    <p:embed/>
                  </p:oleObj>
                </mc:Choice>
                <mc:Fallback>
                  <p:oleObj r:id="rId18" imgW="533400" imgH="317500" progId="Equation.DSMT4">
                    <p:embed/>
                    <p:pic>
                      <p:nvPicPr>
                        <p:cNvPr id="0" name="图片 3283"/>
                        <p:cNvPicPr/>
                        <p:nvPr/>
                      </p:nvPicPr>
                      <p:blipFill>
                        <a:blip r:embed="rId19">
                          <a:lum bright="-100000"/>
                        </a:blip>
                        <a:stretch>
                          <a:fillRect/>
                        </a:stretch>
                      </p:blipFill>
                      <p:spPr>
                        <a:xfrm>
                          <a:off x="4320" y="3024"/>
                          <a:ext cx="336" cy="200"/>
                        </a:xfrm>
                        <a:prstGeom prst="rect">
                          <a:avLst/>
                        </a:prstGeom>
                        <a:noFill/>
                        <a:ln w="38100">
                          <a:noFill/>
                          <a:miter/>
                        </a:ln>
                      </p:spPr>
                    </p:pic>
                  </p:oleObj>
                </mc:Fallback>
              </mc:AlternateContent>
            </a:graphicData>
          </a:graphic>
        </p:graphicFrame>
      </p:grpSp>
      <p:graphicFrame>
        <p:nvGraphicFramePr>
          <p:cNvPr id="72731" name="对象 571419"/>
          <p:cNvGraphicFramePr/>
          <p:nvPr/>
        </p:nvGraphicFramePr>
        <p:xfrm>
          <a:off x="1042988" y="2492375"/>
          <a:ext cx="4017962" cy="328613"/>
        </p:xfrm>
        <a:graphic>
          <a:graphicData uri="http://schemas.openxmlformats.org/presentationml/2006/ole">
            <mc:AlternateContent xmlns:mc="http://schemas.openxmlformats.org/markup-compatibility/2006">
              <mc:Choice xmlns:v="urn:schemas-microsoft-com:vml" Requires="v">
                <p:oleObj r:id="rId20" imgW="5280660" imgH="431800" progId="Equation.DSMT4">
                  <p:embed/>
                </p:oleObj>
              </mc:Choice>
              <mc:Fallback>
                <p:oleObj r:id="rId20" imgW="5280660" imgH="431800" progId="Equation.DSMT4">
                  <p:embed/>
                  <p:pic>
                    <p:nvPicPr>
                      <p:cNvPr id="0" name="图片 3284"/>
                      <p:cNvPicPr/>
                      <p:nvPr/>
                    </p:nvPicPr>
                    <p:blipFill>
                      <a:blip r:embed="rId21">
                        <a:lum bright="-100000"/>
                      </a:blip>
                      <a:stretch>
                        <a:fillRect/>
                      </a:stretch>
                    </p:blipFill>
                    <p:spPr>
                      <a:xfrm>
                        <a:off x="1042988" y="2492375"/>
                        <a:ext cx="4017962" cy="328613"/>
                      </a:xfrm>
                      <a:prstGeom prst="rect">
                        <a:avLst/>
                      </a:prstGeom>
                      <a:noFill/>
                      <a:ln w="38100">
                        <a:noFill/>
                        <a:miter/>
                      </a:ln>
                    </p:spPr>
                  </p:pic>
                </p:oleObj>
              </mc:Fallback>
            </mc:AlternateContent>
          </a:graphicData>
        </a:graphic>
      </p:graphicFrame>
      <p:graphicFrame>
        <p:nvGraphicFramePr>
          <p:cNvPr id="72732" name="对象 571420"/>
          <p:cNvGraphicFramePr/>
          <p:nvPr/>
        </p:nvGraphicFramePr>
        <p:xfrm>
          <a:off x="1187450" y="2997200"/>
          <a:ext cx="6016625" cy="1450975"/>
        </p:xfrm>
        <a:graphic>
          <a:graphicData uri="http://schemas.openxmlformats.org/presentationml/2006/ole">
            <mc:AlternateContent xmlns:mc="http://schemas.openxmlformats.org/markup-compatibility/2006">
              <mc:Choice xmlns:v="urn:schemas-microsoft-com:vml" Requires="v">
                <p:oleObj r:id="rId22" imgW="7899400" imgH="1905000" progId="Equation.DSMT4">
                  <p:embed/>
                </p:oleObj>
              </mc:Choice>
              <mc:Fallback>
                <p:oleObj r:id="rId22" imgW="7899400" imgH="1905000" progId="Equation.DSMT4">
                  <p:embed/>
                  <p:pic>
                    <p:nvPicPr>
                      <p:cNvPr id="0" name="图片 3285"/>
                      <p:cNvPicPr/>
                      <p:nvPr/>
                    </p:nvPicPr>
                    <p:blipFill>
                      <a:blip r:embed="rId23">
                        <a:lum bright="-100000"/>
                      </a:blip>
                      <a:stretch>
                        <a:fillRect/>
                      </a:stretch>
                    </p:blipFill>
                    <p:spPr>
                      <a:xfrm>
                        <a:off x="1187450" y="2997200"/>
                        <a:ext cx="6016625" cy="1450975"/>
                      </a:xfrm>
                      <a:prstGeom prst="rect">
                        <a:avLst/>
                      </a:prstGeom>
                      <a:noFill/>
                      <a:ln w="38100">
                        <a:noFill/>
                        <a:miter/>
                      </a:ln>
                    </p:spPr>
                  </p:pic>
                </p:oleObj>
              </mc:Fallback>
            </mc:AlternateContent>
          </a:graphicData>
        </a:graphic>
      </p:graphicFrame>
      <p:graphicFrame>
        <p:nvGraphicFramePr>
          <p:cNvPr id="72733" name="对象 571421"/>
          <p:cNvGraphicFramePr/>
          <p:nvPr/>
        </p:nvGraphicFramePr>
        <p:xfrm>
          <a:off x="1258888" y="4508500"/>
          <a:ext cx="1779587" cy="638175"/>
        </p:xfrm>
        <a:graphic>
          <a:graphicData uri="http://schemas.openxmlformats.org/presentationml/2006/ole">
            <mc:AlternateContent xmlns:mc="http://schemas.openxmlformats.org/markup-compatibility/2006">
              <mc:Choice xmlns:v="urn:schemas-microsoft-com:vml" Requires="v">
                <p:oleObj r:id="rId24" imgW="2336800" imgH="838200" progId="Equation.DSMT4">
                  <p:embed/>
                </p:oleObj>
              </mc:Choice>
              <mc:Fallback>
                <p:oleObj r:id="rId24" imgW="2336800" imgH="838200" progId="Equation.DSMT4">
                  <p:embed/>
                  <p:pic>
                    <p:nvPicPr>
                      <p:cNvPr id="0" name="图片 3287"/>
                      <p:cNvPicPr/>
                      <p:nvPr/>
                    </p:nvPicPr>
                    <p:blipFill>
                      <a:blip r:embed="rId25">
                        <a:lum bright="-100000"/>
                      </a:blip>
                      <a:stretch>
                        <a:fillRect/>
                      </a:stretch>
                    </p:blipFill>
                    <p:spPr>
                      <a:xfrm>
                        <a:off x="1258888" y="4508500"/>
                        <a:ext cx="1779587" cy="638175"/>
                      </a:xfrm>
                      <a:prstGeom prst="rect">
                        <a:avLst/>
                      </a:prstGeom>
                      <a:noFill/>
                      <a:ln w="38100">
                        <a:noFill/>
                        <a:miter/>
                      </a:ln>
                    </p:spPr>
                  </p:pic>
                </p:oleObj>
              </mc:Fallback>
            </mc:AlternateContent>
          </a:graphicData>
        </a:graphic>
      </p:graphicFrame>
      <p:graphicFrame>
        <p:nvGraphicFramePr>
          <p:cNvPr id="72734" name="对象 571422"/>
          <p:cNvGraphicFramePr/>
          <p:nvPr/>
        </p:nvGraphicFramePr>
        <p:xfrm>
          <a:off x="900113" y="5229225"/>
          <a:ext cx="3016250" cy="638175"/>
        </p:xfrm>
        <a:graphic>
          <a:graphicData uri="http://schemas.openxmlformats.org/presentationml/2006/ole">
            <mc:AlternateContent xmlns:mc="http://schemas.openxmlformats.org/markup-compatibility/2006">
              <mc:Choice xmlns:v="urn:schemas-microsoft-com:vml" Requires="v">
                <p:oleObj r:id="rId26" imgW="3962400" imgH="838200" progId="Equation.DSMT4">
                  <p:embed/>
                </p:oleObj>
              </mc:Choice>
              <mc:Fallback>
                <p:oleObj r:id="rId26" imgW="3962400" imgH="838200" progId="Equation.DSMT4">
                  <p:embed/>
                  <p:pic>
                    <p:nvPicPr>
                      <p:cNvPr id="0" name="图片 3288"/>
                      <p:cNvPicPr/>
                      <p:nvPr/>
                    </p:nvPicPr>
                    <p:blipFill>
                      <a:blip r:embed="rId27">
                        <a:lum bright="-100000"/>
                      </a:blip>
                      <a:stretch>
                        <a:fillRect/>
                      </a:stretch>
                    </p:blipFill>
                    <p:spPr>
                      <a:xfrm>
                        <a:off x="900113" y="5229225"/>
                        <a:ext cx="3016250" cy="638175"/>
                      </a:xfrm>
                      <a:prstGeom prst="rect">
                        <a:avLst/>
                      </a:prstGeom>
                      <a:noFill/>
                      <a:ln w="38100">
                        <a:noFill/>
                        <a:miter/>
                      </a:ln>
                    </p:spPr>
                  </p:pic>
                </p:oleObj>
              </mc:Fallback>
            </mc:AlternateContent>
          </a:graphicData>
        </a:graphic>
      </p:graphicFrame>
      <p:grpSp>
        <p:nvGrpSpPr>
          <p:cNvPr id="72735" name="组合 571423"/>
          <p:cNvGrpSpPr/>
          <p:nvPr/>
        </p:nvGrpSpPr>
        <p:grpSpPr>
          <a:xfrm>
            <a:off x="4787900" y="4797425"/>
            <a:ext cx="2681288" cy="1187450"/>
            <a:chOff x="3016" y="3022"/>
            <a:chExt cx="1689" cy="748"/>
          </a:xfrm>
        </p:grpSpPr>
        <p:sp>
          <p:nvSpPr>
            <p:cNvPr id="72736" name="文本框 571424"/>
            <p:cNvSpPr txBox="1"/>
            <p:nvPr/>
          </p:nvSpPr>
          <p:spPr>
            <a:xfrm>
              <a:off x="3016" y="3022"/>
              <a:ext cx="1689" cy="748"/>
            </a:xfrm>
            <a:prstGeom prst="rect">
              <a:avLst/>
            </a:prstGeom>
            <a:noFill/>
            <a:ln w="12700">
              <a:noFill/>
            </a:ln>
          </p:spPr>
          <p:txBody>
            <a:bodyPr anchor="t" anchorCtr="0">
              <a:spAutoFit/>
            </a:bodyPr>
            <a:lstStyle/>
            <a:p>
              <a:pPr>
                <a:spcBef>
                  <a:spcPct val="50000"/>
                </a:spcBef>
              </a:pPr>
              <a:r>
                <a:rPr lang="zh-CN" altLang="en-US" sz="2400" dirty="0">
                  <a:latin typeface="Times New Roman" panose="02020603050405020304" pitchFamily="2" charset="0"/>
                  <a:ea typeface="宋体" panose="02010600030101010101" pitchFamily="2" charset="-122"/>
                </a:rPr>
                <a:t>思考：</a:t>
              </a:r>
              <a:r>
                <a:rPr lang="en-US" altLang="zh-CN" sz="2400" dirty="0">
                  <a:latin typeface="Times New Roman" panose="02020603050405020304" pitchFamily="2" charset="0"/>
                  <a:ea typeface="宋体" panose="02010600030101010101" pitchFamily="2" charset="-122"/>
                </a:rPr>
                <a:t>n=0,1</a:t>
              </a:r>
              <a:r>
                <a:rPr lang="zh-CN" altLang="en-US" sz="2400" dirty="0">
                  <a:latin typeface="Times New Roman" panose="02020603050405020304" pitchFamily="2" charset="0"/>
                  <a:ea typeface="宋体" panose="02010600030101010101" pitchFamily="2" charset="-122"/>
                </a:rPr>
                <a:t>时，</a:t>
              </a:r>
              <a:r>
                <a:rPr lang="en-US" altLang="zh-CN" sz="2400" dirty="0">
                  <a:latin typeface="Times New Roman" panose="02020603050405020304" pitchFamily="2" charset="0"/>
                  <a:ea typeface="宋体" panose="02010600030101010101" pitchFamily="2" charset="-122"/>
                </a:rPr>
                <a:t>F(z)</a:t>
              </a:r>
              <a:r>
                <a:rPr lang="zh-CN" altLang="en-US" sz="2400" dirty="0">
                  <a:latin typeface="Times New Roman" panose="02020603050405020304" pitchFamily="2" charset="0"/>
                  <a:ea typeface="宋体" panose="02010600030101010101" pitchFamily="2" charset="-122"/>
                </a:rPr>
                <a:t>在围线</a:t>
              </a:r>
              <a:r>
                <a:rPr lang="en-US" altLang="zh-CN" sz="2400" dirty="0">
                  <a:latin typeface="Times New Roman" panose="02020603050405020304" pitchFamily="2" charset="0"/>
                  <a:ea typeface="宋体" panose="02010600030101010101" pitchFamily="2" charset="-122"/>
                </a:rPr>
                <a:t>c</a:t>
              </a:r>
              <a:r>
                <a:rPr lang="zh-CN" altLang="en-US" sz="2400" dirty="0">
                  <a:latin typeface="Times New Roman" panose="02020603050405020304" pitchFamily="2" charset="0"/>
                  <a:ea typeface="宋体" panose="02010600030101010101" pitchFamily="2" charset="-122"/>
                </a:rPr>
                <a:t>外也无极点，为何</a:t>
              </a:r>
              <a:endParaRPr lang="zh-CN" altLang="en-US" sz="2400">
                <a:latin typeface="Times New Roman" panose="02020603050405020304" pitchFamily="2" charset="0"/>
                <a:ea typeface="宋体" panose="02010600030101010101" pitchFamily="2" charset="-122"/>
              </a:endParaRPr>
            </a:p>
          </p:txBody>
        </p:sp>
        <p:graphicFrame>
          <p:nvGraphicFramePr>
            <p:cNvPr id="72737" name="对象 571425"/>
            <p:cNvGraphicFramePr/>
            <p:nvPr/>
          </p:nvGraphicFramePr>
          <p:xfrm>
            <a:off x="4059" y="3567"/>
            <a:ext cx="563" cy="181"/>
          </p:xfrm>
          <a:graphic>
            <a:graphicData uri="http://schemas.openxmlformats.org/presentationml/2006/ole">
              <mc:AlternateContent xmlns:mc="http://schemas.openxmlformats.org/markup-compatibility/2006">
                <mc:Choice xmlns:v="urn:schemas-microsoft-com:vml" Requires="v">
                  <p:oleObj r:id="rId28" imgW="1193800" imgH="381000" progId="Equation.DSMT4">
                    <p:embed/>
                  </p:oleObj>
                </mc:Choice>
                <mc:Fallback>
                  <p:oleObj r:id="rId28" imgW="1193800" imgH="381000" progId="Equation.DSMT4">
                    <p:embed/>
                    <p:pic>
                      <p:nvPicPr>
                        <p:cNvPr id="0" name="图片 3301"/>
                        <p:cNvPicPr/>
                        <p:nvPr/>
                      </p:nvPicPr>
                      <p:blipFill>
                        <a:blip r:embed="rId29">
                          <a:lum bright="-100000"/>
                        </a:blip>
                        <a:stretch>
                          <a:fillRect/>
                        </a:stretch>
                      </p:blipFill>
                      <p:spPr>
                        <a:xfrm>
                          <a:off x="4059" y="3567"/>
                          <a:ext cx="563" cy="181"/>
                        </a:xfrm>
                        <a:prstGeom prst="rect">
                          <a:avLst/>
                        </a:prstGeom>
                        <a:noFill/>
                        <a:ln w="38100">
                          <a:noFill/>
                          <a:miter/>
                        </a:ln>
                      </p:spPr>
                    </p:pic>
                  </p:oleObj>
                </mc:Fallback>
              </mc:AlternateContent>
            </a:graphicData>
          </a:graphic>
        </p:graphicFrame>
      </p:grpSp>
    </p:spTree>
  </p:cSld>
  <p:clrMapOvr>
    <a:masterClrMapping/>
  </p:clrMapOvr>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3729" name="对象 572417"/>
          <p:cNvGraphicFramePr/>
          <p:nvPr/>
        </p:nvGraphicFramePr>
        <p:xfrm>
          <a:off x="838200" y="460375"/>
          <a:ext cx="6181725" cy="808038"/>
        </p:xfrm>
        <a:graphic>
          <a:graphicData uri="http://schemas.openxmlformats.org/presentationml/2006/ole">
            <mc:AlternateContent xmlns:mc="http://schemas.openxmlformats.org/markup-compatibility/2006">
              <mc:Choice xmlns:v="urn:schemas-microsoft-com:vml" Requires="v">
                <p:oleObj r:id="rId2" imgW="7286625" imgH="951865" progId="Equation.DSMT4">
                  <p:embed/>
                </p:oleObj>
              </mc:Choice>
              <mc:Fallback>
                <p:oleObj r:id="rId2" imgW="7286625" imgH="951865" progId="Equation.DSMT4">
                  <p:embed/>
                  <p:pic>
                    <p:nvPicPr>
                      <p:cNvPr id="0" name="图片 3304"/>
                      <p:cNvPicPr/>
                      <p:nvPr/>
                    </p:nvPicPr>
                    <p:blipFill>
                      <a:blip r:embed="rId3">
                        <a:lum bright="-100000"/>
                      </a:blip>
                      <a:stretch>
                        <a:fillRect/>
                      </a:stretch>
                    </p:blipFill>
                    <p:spPr>
                      <a:xfrm>
                        <a:off x="838200" y="460375"/>
                        <a:ext cx="6181725" cy="808038"/>
                      </a:xfrm>
                      <a:prstGeom prst="rect">
                        <a:avLst/>
                      </a:prstGeom>
                      <a:noFill/>
                      <a:ln w="38100">
                        <a:noFill/>
                        <a:miter/>
                      </a:ln>
                    </p:spPr>
                  </p:pic>
                </p:oleObj>
              </mc:Fallback>
            </mc:AlternateContent>
          </a:graphicData>
        </a:graphic>
      </p:graphicFrame>
      <p:graphicFrame>
        <p:nvGraphicFramePr>
          <p:cNvPr id="73730" name="对象 572418"/>
          <p:cNvGraphicFramePr/>
          <p:nvPr/>
        </p:nvGraphicFramePr>
        <p:xfrm>
          <a:off x="838200" y="1468438"/>
          <a:ext cx="5503863" cy="808037"/>
        </p:xfrm>
        <a:graphic>
          <a:graphicData uri="http://schemas.openxmlformats.org/presentationml/2006/ole">
            <mc:AlternateContent xmlns:mc="http://schemas.openxmlformats.org/markup-compatibility/2006">
              <mc:Choice xmlns:v="urn:schemas-microsoft-com:vml" Requires="v">
                <p:oleObj r:id="rId4" imgW="6487160" imgH="951865" progId="Equation.DSMT4">
                  <p:embed/>
                </p:oleObj>
              </mc:Choice>
              <mc:Fallback>
                <p:oleObj r:id="rId4" imgW="6487160" imgH="951865" progId="Equation.DSMT4">
                  <p:embed/>
                  <p:pic>
                    <p:nvPicPr>
                      <p:cNvPr id="0" name="图片 3308"/>
                      <p:cNvPicPr/>
                      <p:nvPr/>
                    </p:nvPicPr>
                    <p:blipFill>
                      <a:blip r:embed="rId5">
                        <a:lum bright="-100000"/>
                      </a:blip>
                      <a:stretch>
                        <a:fillRect/>
                      </a:stretch>
                    </p:blipFill>
                    <p:spPr>
                      <a:xfrm>
                        <a:off x="838200" y="1468438"/>
                        <a:ext cx="5503863" cy="808037"/>
                      </a:xfrm>
                      <a:prstGeom prst="rect">
                        <a:avLst/>
                      </a:prstGeom>
                      <a:noFill/>
                      <a:ln w="38100">
                        <a:noFill/>
                        <a:miter/>
                      </a:ln>
                    </p:spPr>
                  </p:pic>
                </p:oleObj>
              </mc:Fallback>
            </mc:AlternateContent>
          </a:graphicData>
        </a:graphic>
      </p:graphicFrame>
      <p:graphicFrame>
        <p:nvGraphicFramePr>
          <p:cNvPr id="73731" name="对象 572419"/>
          <p:cNvGraphicFramePr/>
          <p:nvPr/>
        </p:nvGraphicFramePr>
        <p:xfrm>
          <a:off x="1143000" y="2519363"/>
          <a:ext cx="6591300" cy="1270000"/>
        </p:xfrm>
        <a:graphic>
          <a:graphicData uri="http://schemas.openxmlformats.org/presentationml/2006/ole">
            <mc:AlternateContent xmlns:mc="http://schemas.openxmlformats.org/markup-compatibility/2006">
              <mc:Choice xmlns:v="urn:schemas-microsoft-com:vml" Requires="v">
                <p:oleObj r:id="rId6" imgW="7772400" imgH="1498600" progId="Equation.DSMT4">
                  <p:embed/>
                </p:oleObj>
              </mc:Choice>
              <mc:Fallback>
                <p:oleObj r:id="rId6" imgW="7772400" imgH="1498600" progId="Equation.DSMT4">
                  <p:embed/>
                  <p:pic>
                    <p:nvPicPr>
                      <p:cNvPr id="0" name="图片 3300"/>
                      <p:cNvPicPr/>
                      <p:nvPr/>
                    </p:nvPicPr>
                    <p:blipFill>
                      <a:blip r:embed="rId7">
                        <a:lum bright="-100000"/>
                      </a:blip>
                      <a:stretch>
                        <a:fillRect/>
                      </a:stretch>
                    </p:blipFill>
                    <p:spPr>
                      <a:xfrm>
                        <a:off x="1143000" y="2519363"/>
                        <a:ext cx="6591300" cy="1270000"/>
                      </a:xfrm>
                      <a:prstGeom prst="rect">
                        <a:avLst/>
                      </a:prstGeom>
                      <a:noFill/>
                      <a:ln w="38100">
                        <a:noFill/>
                        <a:miter/>
                      </a:ln>
                    </p:spPr>
                  </p:pic>
                </p:oleObj>
              </mc:Fallback>
            </mc:AlternateContent>
          </a:graphicData>
        </a:graphic>
      </p:graphicFrame>
      <p:graphicFrame>
        <p:nvGraphicFramePr>
          <p:cNvPr id="73732" name="对象 572420"/>
          <p:cNvGraphicFramePr/>
          <p:nvPr/>
        </p:nvGraphicFramePr>
        <p:xfrm>
          <a:off x="900113" y="3933825"/>
          <a:ext cx="6105525" cy="819150"/>
        </p:xfrm>
        <a:graphic>
          <a:graphicData uri="http://schemas.openxmlformats.org/presentationml/2006/ole">
            <mc:AlternateContent xmlns:mc="http://schemas.openxmlformats.org/markup-compatibility/2006">
              <mc:Choice xmlns:v="urn:schemas-microsoft-com:vml" Requires="v">
                <p:oleObj r:id="rId8" imgW="7264400" imgH="965200" progId="Equation.DSMT4">
                  <p:embed/>
                </p:oleObj>
              </mc:Choice>
              <mc:Fallback>
                <p:oleObj r:id="rId8" imgW="7264400" imgH="965200" progId="Equation.DSMT4">
                  <p:embed/>
                  <p:pic>
                    <p:nvPicPr>
                      <p:cNvPr id="0" name="图片 3302"/>
                      <p:cNvPicPr/>
                      <p:nvPr/>
                    </p:nvPicPr>
                    <p:blipFill>
                      <a:blip r:embed="rId9">
                        <a:lum bright="-100000"/>
                      </a:blip>
                      <a:stretch>
                        <a:fillRect/>
                      </a:stretch>
                    </p:blipFill>
                    <p:spPr>
                      <a:xfrm>
                        <a:off x="900113" y="3933825"/>
                        <a:ext cx="6105525" cy="819150"/>
                      </a:xfrm>
                      <a:prstGeom prst="rect">
                        <a:avLst/>
                      </a:prstGeom>
                      <a:noFill/>
                      <a:ln w="38100">
                        <a:noFill/>
                        <a:miter/>
                      </a:ln>
                    </p:spPr>
                  </p:pic>
                </p:oleObj>
              </mc:Fallback>
            </mc:AlternateContent>
          </a:graphicData>
        </a:graphic>
      </p:graphicFrame>
      <p:graphicFrame>
        <p:nvGraphicFramePr>
          <p:cNvPr id="73733" name="对象 572421"/>
          <p:cNvGraphicFramePr/>
          <p:nvPr/>
        </p:nvGraphicFramePr>
        <p:xfrm>
          <a:off x="4284663" y="4508500"/>
          <a:ext cx="1949450" cy="1571625"/>
        </p:xfrm>
        <a:graphic>
          <a:graphicData uri="http://schemas.openxmlformats.org/presentationml/2006/ole">
            <mc:AlternateContent xmlns:mc="http://schemas.openxmlformats.org/markup-compatibility/2006">
              <mc:Choice xmlns:v="urn:schemas-microsoft-com:vml" Requires="v">
                <p:oleObj r:id="rId10" imgW="2298700" imgH="1854200" progId="Equation.DSMT4">
                  <p:embed/>
                </p:oleObj>
              </mc:Choice>
              <mc:Fallback>
                <p:oleObj r:id="rId10" imgW="2298700" imgH="1854200" progId="Equation.DSMT4">
                  <p:embed/>
                  <p:pic>
                    <p:nvPicPr>
                      <p:cNvPr id="0" name="图片 3295"/>
                      <p:cNvPicPr/>
                      <p:nvPr/>
                    </p:nvPicPr>
                    <p:blipFill>
                      <a:blip r:embed="rId11">
                        <a:lum bright="-100000"/>
                      </a:blip>
                      <a:stretch>
                        <a:fillRect/>
                      </a:stretch>
                    </p:blipFill>
                    <p:spPr>
                      <a:xfrm>
                        <a:off x="4284663" y="4508500"/>
                        <a:ext cx="1949450" cy="1571625"/>
                      </a:xfrm>
                      <a:prstGeom prst="rect">
                        <a:avLst/>
                      </a:prstGeom>
                      <a:noFill/>
                      <a:ln w="38100">
                        <a:noFill/>
                        <a:miter/>
                      </a:ln>
                    </p:spPr>
                  </p:pic>
                </p:oleObj>
              </mc:Fallback>
            </mc:AlternateContent>
          </a:graphicData>
        </a:graphic>
      </p:graphicFrame>
      <p:grpSp>
        <p:nvGrpSpPr>
          <p:cNvPr id="4" name="组合 3">
            <a:extLst>
              <a:ext uri="{FF2B5EF4-FFF2-40B4-BE49-F238E27FC236}">
                <a16:creationId xmlns:a16="http://schemas.microsoft.com/office/drawing/2014/main" id="{C884DD32-7346-F849-ED74-2B82B993E08A}"/>
              </a:ext>
            </a:extLst>
          </p:cNvPr>
          <p:cNvGrpSpPr/>
          <p:nvPr/>
        </p:nvGrpSpPr>
        <p:grpSpPr>
          <a:xfrm>
            <a:off x="4738105" y="1014905"/>
            <a:ext cx="1523880" cy="93960"/>
            <a:chOff x="4738105" y="1014905"/>
            <a:chExt cx="1523880" cy="93960"/>
          </a:xfrm>
        </p:grpSpPr>
        <mc:AlternateContent xmlns:mc="http://schemas.openxmlformats.org/markup-compatibility/2006" xmlns:p14="http://schemas.microsoft.com/office/powerpoint/2010/main">
          <mc:Choice Requires="p14">
            <p:contentPart p14:bwMode="auto" r:id="rId12">
              <p14:nvContentPartPr>
                <p14:cNvPr id="2" name="墨迹 1">
                  <a:extLst>
                    <a:ext uri="{FF2B5EF4-FFF2-40B4-BE49-F238E27FC236}">
                      <a16:creationId xmlns:a16="http://schemas.microsoft.com/office/drawing/2014/main" id="{DC1C1E32-1CB0-547A-88DC-F526EB6EBE6F}"/>
                    </a:ext>
                  </a:extLst>
                </p14:cNvPr>
                <p14:cNvContentPartPr/>
                <p14:nvPr/>
              </p14:nvContentPartPr>
              <p14:xfrm>
                <a:off x="4738105" y="1080065"/>
                <a:ext cx="739080" cy="28800"/>
              </p14:xfrm>
            </p:contentPart>
          </mc:Choice>
          <mc:Fallback xmlns="">
            <p:pic>
              <p:nvPicPr>
                <p:cNvPr id="2" name="墨迹 1">
                  <a:extLst>
                    <a:ext uri="{FF2B5EF4-FFF2-40B4-BE49-F238E27FC236}">
                      <a16:creationId xmlns:a16="http://schemas.microsoft.com/office/drawing/2014/main" id="{DC1C1E32-1CB0-547A-88DC-F526EB6EBE6F}"/>
                    </a:ext>
                  </a:extLst>
                </p:cNvPr>
                <p:cNvPicPr/>
                <p:nvPr/>
              </p:nvPicPr>
              <p:blipFill>
                <a:blip r:embed="rId13"/>
                <a:stretch>
                  <a:fillRect/>
                </a:stretch>
              </p:blipFill>
              <p:spPr>
                <a:xfrm>
                  <a:off x="4720105" y="1062065"/>
                  <a:ext cx="774720" cy="6444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3" name="墨迹 2">
                  <a:extLst>
                    <a:ext uri="{FF2B5EF4-FFF2-40B4-BE49-F238E27FC236}">
                      <a16:creationId xmlns:a16="http://schemas.microsoft.com/office/drawing/2014/main" id="{CD67DC2B-95BD-5D53-6C71-3ECB8231EE70}"/>
                    </a:ext>
                  </a:extLst>
                </p14:cNvPr>
                <p14:cNvContentPartPr/>
                <p14:nvPr/>
              </p14:nvContentPartPr>
              <p14:xfrm>
                <a:off x="5975785" y="1014905"/>
                <a:ext cx="286200" cy="10800"/>
              </p14:xfrm>
            </p:contentPart>
          </mc:Choice>
          <mc:Fallback xmlns="">
            <p:pic>
              <p:nvPicPr>
                <p:cNvPr id="3" name="墨迹 2">
                  <a:extLst>
                    <a:ext uri="{FF2B5EF4-FFF2-40B4-BE49-F238E27FC236}">
                      <a16:creationId xmlns:a16="http://schemas.microsoft.com/office/drawing/2014/main" id="{CD67DC2B-95BD-5D53-6C71-3ECB8231EE70}"/>
                    </a:ext>
                  </a:extLst>
                </p:cNvPr>
                <p:cNvPicPr/>
                <p:nvPr/>
              </p:nvPicPr>
              <p:blipFill>
                <a:blip r:embed="rId15"/>
                <a:stretch>
                  <a:fillRect/>
                </a:stretch>
              </p:blipFill>
              <p:spPr>
                <a:xfrm>
                  <a:off x="5958145" y="997265"/>
                  <a:ext cx="321840" cy="4644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6">
            <p14:nvContentPartPr>
              <p14:cNvPr id="5" name="墨迹 4">
                <a:extLst>
                  <a:ext uri="{FF2B5EF4-FFF2-40B4-BE49-F238E27FC236}">
                    <a16:creationId xmlns:a16="http://schemas.microsoft.com/office/drawing/2014/main" id="{4FBD2862-6391-B9F7-C587-A19F90812D6C}"/>
                  </a:ext>
                </a:extLst>
              </p14:cNvPr>
              <p14:cNvContentPartPr/>
              <p14:nvPr/>
            </p14:nvContentPartPr>
            <p14:xfrm>
              <a:off x="2170585" y="3785825"/>
              <a:ext cx="2909160" cy="11520"/>
            </p14:xfrm>
          </p:contentPart>
        </mc:Choice>
        <mc:Fallback xmlns="">
          <p:pic>
            <p:nvPicPr>
              <p:cNvPr id="5" name="墨迹 4">
                <a:extLst>
                  <a:ext uri="{FF2B5EF4-FFF2-40B4-BE49-F238E27FC236}">
                    <a16:creationId xmlns:a16="http://schemas.microsoft.com/office/drawing/2014/main" id="{4FBD2862-6391-B9F7-C587-A19F90812D6C}"/>
                  </a:ext>
                </a:extLst>
              </p:cNvPr>
              <p:cNvPicPr/>
              <p:nvPr/>
            </p:nvPicPr>
            <p:blipFill>
              <a:blip r:embed="rId17"/>
              <a:stretch>
                <a:fillRect/>
              </a:stretch>
            </p:blipFill>
            <p:spPr>
              <a:xfrm>
                <a:off x="2152585" y="3768185"/>
                <a:ext cx="2944800" cy="4716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7" name="墨迹 6">
                <a:extLst>
                  <a:ext uri="{FF2B5EF4-FFF2-40B4-BE49-F238E27FC236}">
                    <a16:creationId xmlns:a16="http://schemas.microsoft.com/office/drawing/2014/main" id="{6C9D7A86-13EC-9B18-9C68-1F68CA943E56}"/>
                  </a:ext>
                </a:extLst>
              </p14:cNvPr>
              <p14:cNvContentPartPr/>
              <p14:nvPr/>
            </p14:nvContentPartPr>
            <p14:xfrm>
              <a:off x="3879145" y="4313225"/>
              <a:ext cx="1210320" cy="19080"/>
            </p14:xfrm>
          </p:contentPart>
        </mc:Choice>
        <mc:Fallback xmlns="">
          <p:pic>
            <p:nvPicPr>
              <p:cNvPr id="7" name="墨迹 6">
                <a:extLst>
                  <a:ext uri="{FF2B5EF4-FFF2-40B4-BE49-F238E27FC236}">
                    <a16:creationId xmlns:a16="http://schemas.microsoft.com/office/drawing/2014/main" id="{6C9D7A86-13EC-9B18-9C68-1F68CA943E56}"/>
                  </a:ext>
                </a:extLst>
              </p:cNvPr>
              <p:cNvPicPr/>
              <p:nvPr/>
            </p:nvPicPr>
            <p:blipFill>
              <a:blip r:embed="rId19"/>
              <a:stretch>
                <a:fillRect/>
              </a:stretch>
            </p:blipFill>
            <p:spPr>
              <a:xfrm>
                <a:off x="3861145" y="4295225"/>
                <a:ext cx="1245960" cy="54720"/>
              </a:xfrm>
              <a:prstGeom prst="rect">
                <a:avLst/>
              </a:prstGeom>
            </p:spPr>
          </p:pic>
        </mc:Fallback>
      </mc:AlternateContent>
      <p:grpSp>
        <p:nvGrpSpPr>
          <p:cNvPr id="10" name="组合 9">
            <a:extLst>
              <a:ext uri="{FF2B5EF4-FFF2-40B4-BE49-F238E27FC236}">
                <a16:creationId xmlns:a16="http://schemas.microsoft.com/office/drawing/2014/main" id="{EF375B3C-CF13-972B-58CE-10F126357B65}"/>
              </a:ext>
            </a:extLst>
          </p:cNvPr>
          <p:cNvGrpSpPr/>
          <p:nvPr/>
        </p:nvGrpSpPr>
        <p:grpSpPr>
          <a:xfrm>
            <a:off x="4311145" y="3915065"/>
            <a:ext cx="2485440" cy="444600"/>
            <a:chOff x="4311145" y="3915065"/>
            <a:chExt cx="2485440" cy="444600"/>
          </a:xfrm>
        </p:grpSpPr>
        <mc:AlternateContent xmlns:mc="http://schemas.openxmlformats.org/markup-compatibility/2006" xmlns:p14="http://schemas.microsoft.com/office/powerpoint/2010/main">
          <mc:Choice Requires="p14">
            <p:contentPart p14:bwMode="auto" r:id="rId20">
              <p14:nvContentPartPr>
                <p14:cNvPr id="8" name="墨迹 7">
                  <a:extLst>
                    <a:ext uri="{FF2B5EF4-FFF2-40B4-BE49-F238E27FC236}">
                      <a16:creationId xmlns:a16="http://schemas.microsoft.com/office/drawing/2014/main" id="{D7083773-EBAE-D962-EBC1-E3A5B4C07731}"/>
                    </a:ext>
                  </a:extLst>
                </p14:cNvPr>
                <p14:cNvContentPartPr/>
                <p14:nvPr/>
              </p14:nvContentPartPr>
              <p14:xfrm>
                <a:off x="4311145" y="3915065"/>
                <a:ext cx="935640" cy="444600"/>
              </p14:xfrm>
            </p:contentPart>
          </mc:Choice>
          <mc:Fallback xmlns="">
            <p:pic>
              <p:nvPicPr>
                <p:cNvPr id="8" name="墨迹 7">
                  <a:extLst>
                    <a:ext uri="{FF2B5EF4-FFF2-40B4-BE49-F238E27FC236}">
                      <a16:creationId xmlns:a16="http://schemas.microsoft.com/office/drawing/2014/main" id="{D7083773-EBAE-D962-EBC1-E3A5B4C07731}"/>
                    </a:ext>
                  </a:extLst>
                </p:cNvPr>
                <p:cNvPicPr/>
                <p:nvPr/>
              </p:nvPicPr>
              <p:blipFill>
                <a:blip r:embed="rId21"/>
                <a:stretch>
                  <a:fillRect/>
                </a:stretch>
              </p:blipFill>
              <p:spPr>
                <a:xfrm>
                  <a:off x="4293145" y="3897065"/>
                  <a:ext cx="971280" cy="48024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9" name="墨迹 8">
                  <a:extLst>
                    <a:ext uri="{FF2B5EF4-FFF2-40B4-BE49-F238E27FC236}">
                      <a16:creationId xmlns:a16="http://schemas.microsoft.com/office/drawing/2014/main" id="{7E10B5FE-6D7B-FF62-570C-0458DA529865}"/>
                    </a:ext>
                  </a:extLst>
                </p14:cNvPr>
                <p14:cNvContentPartPr/>
                <p14:nvPr/>
              </p14:nvContentPartPr>
              <p14:xfrm>
                <a:off x="5495545" y="4285505"/>
                <a:ext cx="1301040" cy="38160"/>
              </p14:xfrm>
            </p:contentPart>
          </mc:Choice>
          <mc:Fallback xmlns="">
            <p:pic>
              <p:nvPicPr>
                <p:cNvPr id="9" name="墨迹 8">
                  <a:extLst>
                    <a:ext uri="{FF2B5EF4-FFF2-40B4-BE49-F238E27FC236}">
                      <a16:creationId xmlns:a16="http://schemas.microsoft.com/office/drawing/2014/main" id="{7E10B5FE-6D7B-FF62-570C-0458DA529865}"/>
                    </a:ext>
                  </a:extLst>
                </p:cNvPr>
                <p:cNvPicPr/>
                <p:nvPr/>
              </p:nvPicPr>
              <p:blipFill>
                <a:blip r:embed="rId23"/>
                <a:stretch>
                  <a:fillRect/>
                </a:stretch>
              </p:blipFill>
              <p:spPr>
                <a:xfrm>
                  <a:off x="5477545" y="4267505"/>
                  <a:ext cx="1336680" cy="738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24">
            <p14:nvContentPartPr>
              <p14:cNvPr id="27" name="墨迹 26">
                <a:extLst>
                  <a:ext uri="{FF2B5EF4-FFF2-40B4-BE49-F238E27FC236}">
                    <a16:creationId xmlns:a16="http://schemas.microsoft.com/office/drawing/2014/main" id="{73DC15DB-765C-12FA-7A85-572187A06B2D}"/>
                  </a:ext>
                </a:extLst>
              </p14:cNvPr>
              <p14:cNvContentPartPr/>
              <p14:nvPr/>
            </p14:nvContentPartPr>
            <p14:xfrm>
              <a:off x="1716985" y="5236625"/>
              <a:ext cx="187560" cy="243000"/>
            </p14:xfrm>
          </p:contentPart>
        </mc:Choice>
        <mc:Fallback xmlns="">
          <p:pic>
            <p:nvPicPr>
              <p:cNvPr id="27" name="墨迹 26">
                <a:extLst>
                  <a:ext uri="{FF2B5EF4-FFF2-40B4-BE49-F238E27FC236}">
                    <a16:creationId xmlns:a16="http://schemas.microsoft.com/office/drawing/2014/main" id="{73DC15DB-765C-12FA-7A85-572187A06B2D}"/>
                  </a:ext>
                </a:extLst>
              </p:cNvPr>
              <p:cNvPicPr/>
              <p:nvPr/>
            </p:nvPicPr>
            <p:blipFill>
              <a:blip r:embed="rId25"/>
              <a:stretch>
                <a:fillRect/>
              </a:stretch>
            </p:blipFill>
            <p:spPr>
              <a:xfrm>
                <a:off x="1699345" y="5218625"/>
                <a:ext cx="223200" cy="278640"/>
              </a:xfrm>
              <a:prstGeom prst="rect">
                <a:avLst/>
              </a:prstGeom>
            </p:spPr>
          </p:pic>
        </mc:Fallback>
      </mc:AlternateContent>
      <p:grpSp>
        <p:nvGrpSpPr>
          <p:cNvPr id="31" name="组合 30">
            <a:extLst>
              <a:ext uri="{FF2B5EF4-FFF2-40B4-BE49-F238E27FC236}">
                <a16:creationId xmlns:a16="http://schemas.microsoft.com/office/drawing/2014/main" id="{552FE022-66A8-F8C1-4E2C-2FBE486CD107}"/>
              </a:ext>
            </a:extLst>
          </p:cNvPr>
          <p:cNvGrpSpPr/>
          <p:nvPr/>
        </p:nvGrpSpPr>
        <p:grpSpPr>
          <a:xfrm>
            <a:off x="822025" y="4128545"/>
            <a:ext cx="2152440" cy="2144160"/>
            <a:chOff x="822025" y="4128545"/>
            <a:chExt cx="2152440" cy="2144160"/>
          </a:xfrm>
        </p:grpSpPr>
        <mc:AlternateContent xmlns:mc="http://schemas.openxmlformats.org/markup-compatibility/2006" xmlns:p14="http://schemas.microsoft.com/office/powerpoint/2010/main">
          <mc:Choice Requires="p14">
            <p:contentPart p14:bwMode="auto" r:id="rId26">
              <p14:nvContentPartPr>
                <p14:cNvPr id="11" name="墨迹 10">
                  <a:extLst>
                    <a:ext uri="{FF2B5EF4-FFF2-40B4-BE49-F238E27FC236}">
                      <a16:creationId xmlns:a16="http://schemas.microsoft.com/office/drawing/2014/main" id="{55DF467E-4369-2E4F-6F15-DACAB0BFD02E}"/>
                    </a:ext>
                  </a:extLst>
                </p14:cNvPr>
                <p14:cNvContentPartPr/>
                <p14:nvPr/>
              </p14:nvContentPartPr>
              <p14:xfrm>
                <a:off x="822025" y="5292065"/>
                <a:ext cx="1957320" cy="176040"/>
              </p14:xfrm>
            </p:contentPart>
          </mc:Choice>
          <mc:Fallback xmlns="">
            <p:pic>
              <p:nvPicPr>
                <p:cNvPr id="11" name="墨迹 10">
                  <a:extLst>
                    <a:ext uri="{FF2B5EF4-FFF2-40B4-BE49-F238E27FC236}">
                      <a16:creationId xmlns:a16="http://schemas.microsoft.com/office/drawing/2014/main" id="{55DF467E-4369-2E4F-6F15-DACAB0BFD02E}"/>
                    </a:ext>
                  </a:extLst>
                </p:cNvPr>
                <p:cNvPicPr/>
                <p:nvPr/>
              </p:nvPicPr>
              <p:blipFill>
                <a:blip r:embed="rId27"/>
                <a:stretch>
                  <a:fillRect/>
                </a:stretch>
              </p:blipFill>
              <p:spPr>
                <a:xfrm>
                  <a:off x="804025" y="5274065"/>
                  <a:ext cx="1992960" cy="21168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12" name="墨迹 11">
                  <a:extLst>
                    <a:ext uri="{FF2B5EF4-FFF2-40B4-BE49-F238E27FC236}">
                      <a16:creationId xmlns:a16="http://schemas.microsoft.com/office/drawing/2014/main" id="{F198F9D8-4D4D-45F5-402B-C1FEE2F5D7B2}"/>
                    </a:ext>
                  </a:extLst>
                </p14:cNvPr>
                <p14:cNvContentPartPr/>
                <p14:nvPr/>
              </p14:nvContentPartPr>
              <p14:xfrm>
                <a:off x="2633545" y="5153465"/>
                <a:ext cx="335520" cy="268920"/>
              </p14:xfrm>
            </p:contentPart>
          </mc:Choice>
          <mc:Fallback xmlns="">
            <p:pic>
              <p:nvPicPr>
                <p:cNvPr id="12" name="墨迹 11">
                  <a:extLst>
                    <a:ext uri="{FF2B5EF4-FFF2-40B4-BE49-F238E27FC236}">
                      <a16:creationId xmlns:a16="http://schemas.microsoft.com/office/drawing/2014/main" id="{F198F9D8-4D4D-45F5-402B-C1FEE2F5D7B2}"/>
                    </a:ext>
                  </a:extLst>
                </p:cNvPr>
                <p:cNvPicPr/>
                <p:nvPr/>
              </p:nvPicPr>
              <p:blipFill>
                <a:blip r:embed="rId29"/>
                <a:stretch>
                  <a:fillRect/>
                </a:stretch>
              </p:blipFill>
              <p:spPr>
                <a:xfrm>
                  <a:off x="2615905" y="5135825"/>
                  <a:ext cx="371160" cy="30456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13" name="墨迹 12">
                  <a:extLst>
                    <a:ext uri="{FF2B5EF4-FFF2-40B4-BE49-F238E27FC236}">
                      <a16:creationId xmlns:a16="http://schemas.microsoft.com/office/drawing/2014/main" id="{1B1FCF9A-C855-C3DA-DA9B-D8870BA5251A}"/>
                    </a:ext>
                  </a:extLst>
                </p14:cNvPr>
                <p14:cNvContentPartPr/>
                <p14:nvPr/>
              </p14:nvContentPartPr>
              <p14:xfrm>
                <a:off x="1643545" y="4146905"/>
                <a:ext cx="177120" cy="2125800"/>
              </p14:xfrm>
            </p:contentPart>
          </mc:Choice>
          <mc:Fallback xmlns="">
            <p:pic>
              <p:nvPicPr>
                <p:cNvPr id="13" name="墨迹 12">
                  <a:extLst>
                    <a:ext uri="{FF2B5EF4-FFF2-40B4-BE49-F238E27FC236}">
                      <a16:creationId xmlns:a16="http://schemas.microsoft.com/office/drawing/2014/main" id="{1B1FCF9A-C855-C3DA-DA9B-D8870BA5251A}"/>
                    </a:ext>
                  </a:extLst>
                </p:cNvPr>
                <p:cNvPicPr/>
                <p:nvPr/>
              </p:nvPicPr>
              <p:blipFill>
                <a:blip r:embed="rId31"/>
                <a:stretch>
                  <a:fillRect/>
                </a:stretch>
              </p:blipFill>
              <p:spPr>
                <a:xfrm>
                  <a:off x="1625545" y="4128905"/>
                  <a:ext cx="212760" cy="216144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14" name="墨迹 13">
                  <a:extLst>
                    <a:ext uri="{FF2B5EF4-FFF2-40B4-BE49-F238E27FC236}">
                      <a16:creationId xmlns:a16="http://schemas.microsoft.com/office/drawing/2014/main" id="{3BCEEEDF-28A5-6053-9168-032B886DC08D}"/>
                    </a:ext>
                  </a:extLst>
                </p14:cNvPr>
                <p14:cNvContentPartPr/>
                <p14:nvPr/>
              </p14:nvContentPartPr>
              <p14:xfrm>
                <a:off x="1498825" y="4128545"/>
                <a:ext cx="164160" cy="270360"/>
              </p14:xfrm>
            </p:contentPart>
          </mc:Choice>
          <mc:Fallback xmlns="">
            <p:pic>
              <p:nvPicPr>
                <p:cNvPr id="14" name="墨迹 13">
                  <a:extLst>
                    <a:ext uri="{FF2B5EF4-FFF2-40B4-BE49-F238E27FC236}">
                      <a16:creationId xmlns:a16="http://schemas.microsoft.com/office/drawing/2014/main" id="{3BCEEEDF-28A5-6053-9168-032B886DC08D}"/>
                    </a:ext>
                  </a:extLst>
                </p:cNvPr>
                <p:cNvPicPr/>
                <p:nvPr/>
              </p:nvPicPr>
              <p:blipFill>
                <a:blip r:embed="rId33"/>
                <a:stretch>
                  <a:fillRect/>
                </a:stretch>
              </p:blipFill>
              <p:spPr>
                <a:xfrm>
                  <a:off x="1480825" y="4110905"/>
                  <a:ext cx="199800" cy="30600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15" name="墨迹 14">
                  <a:extLst>
                    <a:ext uri="{FF2B5EF4-FFF2-40B4-BE49-F238E27FC236}">
                      <a16:creationId xmlns:a16="http://schemas.microsoft.com/office/drawing/2014/main" id="{0C7642D4-5D52-1725-7B2A-A2318C4B8841}"/>
                    </a:ext>
                  </a:extLst>
                </p14:cNvPr>
                <p14:cNvContentPartPr/>
                <p14:nvPr/>
              </p14:nvContentPartPr>
              <p14:xfrm>
                <a:off x="1634545" y="4211705"/>
                <a:ext cx="213840" cy="110160"/>
              </p14:xfrm>
            </p:contentPart>
          </mc:Choice>
          <mc:Fallback xmlns="">
            <p:pic>
              <p:nvPicPr>
                <p:cNvPr id="15" name="墨迹 14">
                  <a:extLst>
                    <a:ext uri="{FF2B5EF4-FFF2-40B4-BE49-F238E27FC236}">
                      <a16:creationId xmlns:a16="http://schemas.microsoft.com/office/drawing/2014/main" id="{0C7642D4-5D52-1725-7B2A-A2318C4B8841}"/>
                    </a:ext>
                  </a:extLst>
                </p:cNvPr>
                <p:cNvPicPr/>
                <p:nvPr/>
              </p:nvPicPr>
              <p:blipFill>
                <a:blip r:embed="rId35"/>
                <a:stretch>
                  <a:fillRect/>
                </a:stretch>
              </p:blipFill>
              <p:spPr>
                <a:xfrm>
                  <a:off x="1616905" y="4194065"/>
                  <a:ext cx="249480" cy="145800"/>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17" name="墨迹 16">
                  <a:extLst>
                    <a:ext uri="{FF2B5EF4-FFF2-40B4-BE49-F238E27FC236}">
                      <a16:creationId xmlns:a16="http://schemas.microsoft.com/office/drawing/2014/main" id="{69FE4F07-40C5-12B8-EBE7-1461672F5011}"/>
                    </a:ext>
                  </a:extLst>
                </p14:cNvPr>
                <p14:cNvContentPartPr/>
                <p14:nvPr/>
              </p14:nvContentPartPr>
              <p14:xfrm>
                <a:off x="2262745" y="5264705"/>
                <a:ext cx="360" cy="63360"/>
              </p14:xfrm>
            </p:contentPart>
          </mc:Choice>
          <mc:Fallback xmlns="">
            <p:pic>
              <p:nvPicPr>
                <p:cNvPr id="17" name="墨迹 16">
                  <a:extLst>
                    <a:ext uri="{FF2B5EF4-FFF2-40B4-BE49-F238E27FC236}">
                      <a16:creationId xmlns:a16="http://schemas.microsoft.com/office/drawing/2014/main" id="{69FE4F07-40C5-12B8-EBE7-1461672F5011}"/>
                    </a:ext>
                  </a:extLst>
                </p:cNvPr>
                <p:cNvPicPr/>
                <p:nvPr/>
              </p:nvPicPr>
              <p:blipFill>
                <a:blip r:embed="rId37"/>
                <a:stretch>
                  <a:fillRect/>
                </a:stretch>
              </p:blipFill>
              <p:spPr>
                <a:xfrm>
                  <a:off x="2244745" y="5246705"/>
                  <a:ext cx="36000" cy="99000"/>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18" name="墨迹 17">
                  <a:extLst>
                    <a:ext uri="{FF2B5EF4-FFF2-40B4-BE49-F238E27FC236}">
                      <a16:creationId xmlns:a16="http://schemas.microsoft.com/office/drawing/2014/main" id="{6966FA14-D368-3419-B51A-6D5063ACA342}"/>
                    </a:ext>
                  </a:extLst>
                </p14:cNvPr>
                <p14:cNvContentPartPr/>
                <p14:nvPr/>
              </p14:nvContentPartPr>
              <p14:xfrm>
                <a:off x="2227465" y="5467745"/>
                <a:ext cx="16920" cy="82080"/>
              </p14:xfrm>
            </p:contentPart>
          </mc:Choice>
          <mc:Fallback xmlns="">
            <p:pic>
              <p:nvPicPr>
                <p:cNvPr id="18" name="墨迹 17">
                  <a:extLst>
                    <a:ext uri="{FF2B5EF4-FFF2-40B4-BE49-F238E27FC236}">
                      <a16:creationId xmlns:a16="http://schemas.microsoft.com/office/drawing/2014/main" id="{6966FA14-D368-3419-B51A-6D5063ACA342}"/>
                    </a:ext>
                  </a:extLst>
                </p:cNvPr>
                <p:cNvPicPr/>
                <p:nvPr/>
              </p:nvPicPr>
              <p:blipFill>
                <a:blip r:embed="rId39"/>
                <a:stretch>
                  <a:fillRect/>
                </a:stretch>
              </p:blipFill>
              <p:spPr>
                <a:xfrm>
                  <a:off x="2209825" y="5450105"/>
                  <a:ext cx="52560" cy="117720"/>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19" name="墨迹 18">
                  <a:extLst>
                    <a:ext uri="{FF2B5EF4-FFF2-40B4-BE49-F238E27FC236}">
                      <a16:creationId xmlns:a16="http://schemas.microsoft.com/office/drawing/2014/main" id="{E09AFFAB-8347-DC3D-A49A-B682AEBCE5C4}"/>
                    </a:ext>
                  </a:extLst>
                </p14:cNvPr>
                <p14:cNvContentPartPr/>
                <p14:nvPr/>
              </p14:nvContentPartPr>
              <p14:xfrm>
                <a:off x="2530225" y="5199905"/>
                <a:ext cx="19080" cy="165240"/>
              </p14:xfrm>
            </p:contentPart>
          </mc:Choice>
          <mc:Fallback xmlns="">
            <p:pic>
              <p:nvPicPr>
                <p:cNvPr id="19" name="墨迹 18">
                  <a:extLst>
                    <a:ext uri="{FF2B5EF4-FFF2-40B4-BE49-F238E27FC236}">
                      <a16:creationId xmlns:a16="http://schemas.microsoft.com/office/drawing/2014/main" id="{E09AFFAB-8347-DC3D-A49A-B682AEBCE5C4}"/>
                    </a:ext>
                  </a:extLst>
                </p:cNvPr>
                <p:cNvPicPr/>
                <p:nvPr/>
              </p:nvPicPr>
              <p:blipFill>
                <a:blip r:embed="rId41"/>
                <a:stretch>
                  <a:fillRect/>
                </a:stretch>
              </p:blipFill>
              <p:spPr>
                <a:xfrm>
                  <a:off x="2512585" y="5182265"/>
                  <a:ext cx="54720" cy="200880"/>
                </a:xfrm>
                <a:prstGeom prst="rect">
                  <a:avLst/>
                </a:prstGeom>
              </p:spPr>
            </p:pic>
          </mc:Fallback>
        </mc:AlternateContent>
        <mc:AlternateContent xmlns:mc="http://schemas.openxmlformats.org/markup-compatibility/2006" xmlns:p14="http://schemas.microsoft.com/office/powerpoint/2010/main">
          <mc:Choice Requires="p14">
            <p:contentPart p14:bwMode="auto" r:id="rId42">
              <p14:nvContentPartPr>
                <p14:cNvPr id="20" name="墨迹 19">
                  <a:extLst>
                    <a:ext uri="{FF2B5EF4-FFF2-40B4-BE49-F238E27FC236}">
                      <a16:creationId xmlns:a16="http://schemas.microsoft.com/office/drawing/2014/main" id="{A2DC6C53-F004-E9D8-E192-1AB837F172DE}"/>
                    </a:ext>
                  </a:extLst>
                </p14:cNvPr>
                <p14:cNvContentPartPr/>
                <p14:nvPr/>
              </p14:nvContentPartPr>
              <p14:xfrm>
                <a:off x="2437345" y="5587985"/>
                <a:ext cx="241560" cy="123120"/>
              </p14:xfrm>
            </p:contentPart>
          </mc:Choice>
          <mc:Fallback xmlns="">
            <p:pic>
              <p:nvPicPr>
                <p:cNvPr id="20" name="墨迹 19">
                  <a:extLst>
                    <a:ext uri="{FF2B5EF4-FFF2-40B4-BE49-F238E27FC236}">
                      <a16:creationId xmlns:a16="http://schemas.microsoft.com/office/drawing/2014/main" id="{A2DC6C53-F004-E9D8-E192-1AB837F172DE}"/>
                    </a:ext>
                  </a:extLst>
                </p:cNvPr>
                <p:cNvPicPr/>
                <p:nvPr/>
              </p:nvPicPr>
              <p:blipFill>
                <a:blip r:embed="rId43"/>
                <a:stretch>
                  <a:fillRect/>
                </a:stretch>
              </p:blipFill>
              <p:spPr>
                <a:xfrm>
                  <a:off x="2419345" y="5569985"/>
                  <a:ext cx="277200" cy="158760"/>
                </a:xfrm>
                <a:prstGeom prst="rect">
                  <a:avLst/>
                </a:prstGeom>
              </p:spPr>
            </p:pic>
          </mc:Fallback>
        </mc:AlternateContent>
        <mc:AlternateContent xmlns:mc="http://schemas.openxmlformats.org/markup-compatibility/2006" xmlns:p14="http://schemas.microsoft.com/office/powerpoint/2010/main">
          <mc:Choice Requires="p14">
            <p:contentPart p14:bwMode="auto" r:id="rId44">
              <p14:nvContentPartPr>
                <p14:cNvPr id="21" name="墨迹 20">
                  <a:extLst>
                    <a:ext uri="{FF2B5EF4-FFF2-40B4-BE49-F238E27FC236}">
                      <a16:creationId xmlns:a16="http://schemas.microsoft.com/office/drawing/2014/main" id="{8ED92D6F-9D57-5F50-356F-3B6669FEC232}"/>
                    </a:ext>
                  </a:extLst>
                </p14:cNvPr>
                <p14:cNvContentPartPr/>
                <p14:nvPr/>
              </p14:nvContentPartPr>
              <p14:xfrm>
                <a:off x="2742985" y="5519945"/>
                <a:ext cx="119160" cy="31320"/>
              </p14:xfrm>
            </p:contentPart>
          </mc:Choice>
          <mc:Fallback xmlns="">
            <p:pic>
              <p:nvPicPr>
                <p:cNvPr id="21" name="墨迹 20">
                  <a:extLst>
                    <a:ext uri="{FF2B5EF4-FFF2-40B4-BE49-F238E27FC236}">
                      <a16:creationId xmlns:a16="http://schemas.microsoft.com/office/drawing/2014/main" id="{8ED92D6F-9D57-5F50-356F-3B6669FEC232}"/>
                    </a:ext>
                  </a:extLst>
                </p:cNvPr>
                <p:cNvPicPr/>
                <p:nvPr/>
              </p:nvPicPr>
              <p:blipFill>
                <a:blip r:embed="rId45"/>
                <a:stretch>
                  <a:fillRect/>
                </a:stretch>
              </p:blipFill>
              <p:spPr>
                <a:xfrm>
                  <a:off x="2724985" y="5502305"/>
                  <a:ext cx="154800" cy="66960"/>
                </a:xfrm>
                <a:prstGeom prst="rect">
                  <a:avLst/>
                </a:prstGeom>
              </p:spPr>
            </p:pic>
          </mc:Fallback>
        </mc:AlternateContent>
        <mc:AlternateContent xmlns:mc="http://schemas.openxmlformats.org/markup-compatibility/2006" xmlns:p14="http://schemas.microsoft.com/office/powerpoint/2010/main">
          <mc:Choice Requires="p14">
            <p:contentPart p14:bwMode="auto" r:id="rId46">
              <p14:nvContentPartPr>
                <p14:cNvPr id="22" name="墨迹 21">
                  <a:extLst>
                    <a:ext uri="{FF2B5EF4-FFF2-40B4-BE49-F238E27FC236}">
                      <a16:creationId xmlns:a16="http://schemas.microsoft.com/office/drawing/2014/main" id="{3935DC5F-6D4F-85A0-A921-2E864E9AFB65}"/>
                    </a:ext>
                  </a:extLst>
                </p14:cNvPr>
                <p14:cNvContentPartPr/>
                <p14:nvPr/>
              </p14:nvContentPartPr>
              <p14:xfrm>
                <a:off x="2947825" y="5421665"/>
                <a:ext cx="26640" cy="186120"/>
              </p14:xfrm>
            </p:contentPart>
          </mc:Choice>
          <mc:Fallback xmlns="">
            <p:pic>
              <p:nvPicPr>
                <p:cNvPr id="22" name="墨迹 21">
                  <a:extLst>
                    <a:ext uri="{FF2B5EF4-FFF2-40B4-BE49-F238E27FC236}">
                      <a16:creationId xmlns:a16="http://schemas.microsoft.com/office/drawing/2014/main" id="{3935DC5F-6D4F-85A0-A921-2E864E9AFB65}"/>
                    </a:ext>
                  </a:extLst>
                </p:cNvPr>
                <p:cNvPicPr/>
                <p:nvPr/>
              </p:nvPicPr>
              <p:blipFill>
                <a:blip r:embed="rId47"/>
                <a:stretch>
                  <a:fillRect/>
                </a:stretch>
              </p:blipFill>
              <p:spPr>
                <a:xfrm>
                  <a:off x="2929825" y="5404025"/>
                  <a:ext cx="62280" cy="221760"/>
                </a:xfrm>
                <a:prstGeom prst="rect">
                  <a:avLst/>
                </a:prstGeom>
              </p:spPr>
            </p:pic>
          </mc:Fallback>
        </mc:AlternateContent>
        <mc:AlternateContent xmlns:mc="http://schemas.openxmlformats.org/markup-compatibility/2006" xmlns:p14="http://schemas.microsoft.com/office/powerpoint/2010/main">
          <mc:Choice Requires="p14">
            <p:contentPart p14:bwMode="auto" r:id="rId48">
              <p14:nvContentPartPr>
                <p14:cNvPr id="24" name="墨迹 23">
                  <a:extLst>
                    <a:ext uri="{FF2B5EF4-FFF2-40B4-BE49-F238E27FC236}">
                      <a16:creationId xmlns:a16="http://schemas.microsoft.com/office/drawing/2014/main" id="{D74E675E-267F-B6B5-FB0B-7929C02E543F}"/>
                    </a:ext>
                  </a:extLst>
                </p14:cNvPr>
                <p14:cNvContentPartPr/>
                <p14:nvPr/>
              </p14:nvContentPartPr>
              <p14:xfrm>
                <a:off x="1948825" y="5283065"/>
                <a:ext cx="360" cy="128880"/>
              </p14:xfrm>
            </p:contentPart>
          </mc:Choice>
          <mc:Fallback xmlns="">
            <p:pic>
              <p:nvPicPr>
                <p:cNvPr id="24" name="墨迹 23">
                  <a:extLst>
                    <a:ext uri="{FF2B5EF4-FFF2-40B4-BE49-F238E27FC236}">
                      <a16:creationId xmlns:a16="http://schemas.microsoft.com/office/drawing/2014/main" id="{D74E675E-267F-B6B5-FB0B-7929C02E543F}"/>
                    </a:ext>
                  </a:extLst>
                </p:cNvPr>
                <p:cNvPicPr/>
                <p:nvPr/>
              </p:nvPicPr>
              <p:blipFill>
                <a:blip r:embed="rId49"/>
                <a:stretch>
                  <a:fillRect/>
                </a:stretch>
              </p:blipFill>
              <p:spPr>
                <a:xfrm>
                  <a:off x="1930825" y="5265425"/>
                  <a:ext cx="36000" cy="164520"/>
                </a:xfrm>
                <a:prstGeom prst="rect">
                  <a:avLst/>
                </a:prstGeom>
              </p:spPr>
            </p:pic>
          </mc:Fallback>
        </mc:AlternateContent>
        <mc:AlternateContent xmlns:mc="http://schemas.openxmlformats.org/markup-compatibility/2006" xmlns:p14="http://schemas.microsoft.com/office/powerpoint/2010/main">
          <mc:Choice Requires="p14">
            <p:contentPart p14:bwMode="auto" r:id="rId50">
              <p14:nvContentPartPr>
                <p14:cNvPr id="25" name="墨迹 24">
                  <a:extLst>
                    <a:ext uri="{FF2B5EF4-FFF2-40B4-BE49-F238E27FC236}">
                      <a16:creationId xmlns:a16="http://schemas.microsoft.com/office/drawing/2014/main" id="{C8AC8011-C8BB-2CC3-A835-CFA52E1B16E9}"/>
                    </a:ext>
                  </a:extLst>
                </p14:cNvPr>
                <p14:cNvContentPartPr/>
                <p14:nvPr/>
              </p14:nvContentPartPr>
              <p14:xfrm>
                <a:off x="1883305" y="5557025"/>
                <a:ext cx="121320" cy="140400"/>
              </p14:xfrm>
            </p:contentPart>
          </mc:Choice>
          <mc:Fallback xmlns="">
            <p:pic>
              <p:nvPicPr>
                <p:cNvPr id="25" name="墨迹 24">
                  <a:extLst>
                    <a:ext uri="{FF2B5EF4-FFF2-40B4-BE49-F238E27FC236}">
                      <a16:creationId xmlns:a16="http://schemas.microsoft.com/office/drawing/2014/main" id="{C8AC8011-C8BB-2CC3-A835-CFA52E1B16E9}"/>
                    </a:ext>
                  </a:extLst>
                </p:cNvPr>
                <p:cNvPicPr/>
                <p:nvPr/>
              </p:nvPicPr>
              <p:blipFill>
                <a:blip r:embed="rId51"/>
                <a:stretch>
                  <a:fillRect/>
                </a:stretch>
              </p:blipFill>
              <p:spPr>
                <a:xfrm>
                  <a:off x="1865305" y="5539385"/>
                  <a:ext cx="156960" cy="176040"/>
                </a:xfrm>
                <a:prstGeom prst="rect">
                  <a:avLst/>
                </a:prstGeom>
              </p:spPr>
            </p:pic>
          </mc:Fallback>
        </mc:AlternateContent>
        <mc:AlternateContent xmlns:mc="http://schemas.openxmlformats.org/markup-compatibility/2006" xmlns:p14="http://schemas.microsoft.com/office/powerpoint/2010/main">
          <mc:Choice Requires="p14">
            <p:contentPart p14:bwMode="auto" r:id="rId52">
              <p14:nvContentPartPr>
                <p14:cNvPr id="29" name="墨迹 28">
                  <a:extLst>
                    <a:ext uri="{FF2B5EF4-FFF2-40B4-BE49-F238E27FC236}">
                      <a16:creationId xmlns:a16="http://schemas.microsoft.com/office/drawing/2014/main" id="{7435337A-0698-B4CC-A224-22B17A3A6504}"/>
                    </a:ext>
                  </a:extLst>
                </p14:cNvPr>
                <p14:cNvContentPartPr/>
                <p14:nvPr/>
              </p14:nvContentPartPr>
              <p14:xfrm>
                <a:off x="1572625" y="5058425"/>
                <a:ext cx="635760" cy="531000"/>
              </p14:xfrm>
            </p:contentPart>
          </mc:Choice>
          <mc:Fallback xmlns="">
            <p:pic>
              <p:nvPicPr>
                <p:cNvPr id="29" name="墨迹 28">
                  <a:extLst>
                    <a:ext uri="{FF2B5EF4-FFF2-40B4-BE49-F238E27FC236}">
                      <a16:creationId xmlns:a16="http://schemas.microsoft.com/office/drawing/2014/main" id="{7435337A-0698-B4CC-A224-22B17A3A6504}"/>
                    </a:ext>
                  </a:extLst>
                </p:cNvPr>
                <p:cNvPicPr/>
                <p:nvPr/>
              </p:nvPicPr>
              <p:blipFill>
                <a:blip r:embed="rId53"/>
                <a:stretch>
                  <a:fillRect/>
                </a:stretch>
              </p:blipFill>
              <p:spPr>
                <a:xfrm>
                  <a:off x="1554985" y="5040425"/>
                  <a:ext cx="671400" cy="566640"/>
                </a:xfrm>
                <a:prstGeom prst="rect">
                  <a:avLst/>
                </a:prstGeom>
              </p:spPr>
            </p:pic>
          </mc:Fallback>
        </mc:AlternateContent>
        <mc:AlternateContent xmlns:mc="http://schemas.openxmlformats.org/markup-compatibility/2006" xmlns:p14="http://schemas.microsoft.com/office/powerpoint/2010/main">
          <mc:Choice Requires="p14">
            <p:contentPart p14:bwMode="auto" r:id="rId54">
              <p14:nvContentPartPr>
                <p14:cNvPr id="30" name="墨迹 29">
                  <a:extLst>
                    <a:ext uri="{FF2B5EF4-FFF2-40B4-BE49-F238E27FC236}">
                      <a16:creationId xmlns:a16="http://schemas.microsoft.com/office/drawing/2014/main" id="{14A5E59B-9590-647D-8F80-794C7CFC9637}"/>
                    </a:ext>
                  </a:extLst>
                </p14:cNvPr>
                <p14:cNvContentPartPr/>
                <p14:nvPr/>
              </p14:nvContentPartPr>
              <p14:xfrm>
                <a:off x="1282465" y="4726865"/>
                <a:ext cx="1525320" cy="1167120"/>
              </p14:xfrm>
            </p:contentPart>
          </mc:Choice>
          <mc:Fallback xmlns="">
            <p:pic>
              <p:nvPicPr>
                <p:cNvPr id="30" name="墨迹 29">
                  <a:extLst>
                    <a:ext uri="{FF2B5EF4-FFF2-40B4-BE49-F238E27FC236}">
                      <a16:creationId xmlns:a16="http://schemas.microsoft.com/office/drawing/2014/main" id="{14A5E59B-9590-647D-8F80-794C7CFC9637}"/>
                    </a:ext>
                  </a:extLst>
                </p:cNvPr>
                <p:cNvPicPr/>
                <p:nvPr/>
              </p:nvPicPr>
              <p:blipFill>
                <a:blip r:embed="rId55"/>
                <a:stretch>
                  <a:fillRect/>
                </a:stretch>
              </p:blipFill>
              <p:spPr>
                <a:xfrm>
                  <a:off x="1264465" y="4708865"/>
                  <a:ext cx="1560960" cy="1202760"/>
                </a:xfrm>
                <a:prstGeom prst="rect">
                  <a:avLst/>
                </a:prstGeom>
              </p:spPr>
            </p:pic>
          </mc:Fallback>
        </mc:AlternateContent>
      </p:grpSp>
    </p:spTree>
  </p:cSld>
  <p:clrMapOvr>
    <a:masterClrMapping/>
  </p:clrMapOvr>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4753" name="组合 573441"/>
          <p:cNvGrpSpPr/>
          <p:nvPr/>
        </p:nvGrpSpPr>
        <p:grpSpPr>
          <a:xfrm>
            <a:off x="6172200" y="692150"/>
            <a:ext cx="2216150" cy="1974850"/>
            <a:chOff x="3312" y="2160"/>
            <a:chExt cx="2448" cy="2112"/>
          </a:xfrm>
        </p:grpSpPr>
        <p:sp>
          <p:nvSpPr>
            <p:cNvPr id="74754" name="椭圆 573442"/>
            <p:cNvSpPr/>
            <p:nvPr/>
          </p:nvSpPr>
          <p:spPr>
            <a:xfrm>
              <a:off x="3312" y="2400"/>
              <a:ext cx="1884" cy="1824"/>
            </a:xfrm>
            <a:prstGeom prst="ellipse">
              <a:avLst/>
            </a:prstGeom>
            <a:pattFill prst="pct10">
              <a:fgClr>
                <a:schemeClr val="tx1"/>
              </a:fgClr>
              <a:bgClr>
                <a:schemeClr val="bg1"/>
              </a:bgClr>
            </a:pattFill>
            <a:ln w="25400">
              <a:noFill/>
            </a:ln>
          </p:spPr>
          <p:txBody>
            <a:bodyPr anchor="t" anchorCtr="0"/>
            <a:lstStyle/>
            <a:p>
              <a:endParaRPr lang="zh-CN" altLang="en-US">
                <a:latin typeface="Arial" panose="020B0604020202020204" pitchFamily="34" charset="0"/>
                <a:ea typeface="宋体" panose="02010600030101010101" pitchFamily="2" charset="-122"/>
              </a:endParaRPr>
            </a:p>
          </p:txBody>
        </p:sp>
        <p:sp>
          <p:nvSpPr>
            <p:cNvPr id="74755" name="椭圆 573443"/>
            <p:cNvSpPr/>
            <p:nvPr/>
          </p:nvSpPr>
          <p:spPr>
            <a:xfrm>
              <a:off x="3648" y="2688"/>
              <a:ext cx="1260" cy="1248"/>
            </a:xfrm>
            <a:prstGeom prst="ellipse">
              <a:avLst/>
            </a:prstGeom>
            <a:solidFill>
              <a:schemeClr val="bg1"/>
            </a:solidFill>
            <a:ln w="25400" cap="sq" cmpd="sng">
              <a:solidFill>
                <a:schemeClr val="tx1"/>
              </a:solidFill>
              <a:prstDash val="solid"/>
              <a:round/>
              <a:headEnd type="none" w="sm" len="sm"/>
              <a:tailEnd type="none" w="sm" len="sm"/>
            </a:ln>
          </p:spPr>
          <p:txBody>
            <a:bodyPr anchor="t" anchorCtr="0"/>
            <a:lstStyle/>
            <a:p>
              <a:endParaRPr lang="zh-CN" altLang="en-US">
                <a:latin typeface="Arial" panose="020B0604020202020204" pitchFamily="34" charset="0"/>
                <a:ea typeface="宋体" panose="02010600030101010101" pitchFamily="2" charset="-122"/>
              </a:endParaRPr>
            </a:p>
          </p:txBody>
        </p:sp>
        <p:sp>
          <p:nvSpPr>
            <p:cNvPr id="74756" name="直接连接符 573444"/>
            <p:cNvSpPr/>
            <p:nvPr/>
          </p:nvSpPr>
          <p:spPr>
            <a:xfrm>
              <a:off x="3348" y="3312"/>
              <a:ext cx="2220" cy="0"/>
            </a:xfrm>
            <a:prstGeom prst="line">
              <a:avLst/>
            </a:prstGeom>
            <a:ln w="25400" cap="sq" cmpd="sng">
              <a:solidFill>
                <a:schemeClr val="tx1"/>
              </a:solidFill>
              <a:prstDash val="solid"/>
              <a:round/>
              <a:headEnd type="none" w="sm" len="sm"/>
              <a:tailEnd type="triangle" w="med" len="lg"/>
            </a:ln>
          </p:spPr>
        </p:sp>
        <p:sp>
          <p:nvSpPr>
            <p:cNvPr id="74757" name="直接连接符 573445"/>
            <p:cNvSpPr/>
            <p:nvPr/>
          </p:nvSpPr>
          <p:spPr>
            <a:xfrm flipV="1">
              <a:off x="4260" y="2208"/>
              <a:ext cx="0" cy="2064"/>
            </a:xfrm>
            <a:prstGeom prst="line">
              <a:avLst/>
            </a:prstGeom>
            <a:ln w="25400" cap="sq" cmpd="sng">
              <a:solidFill>
                <a:schemeClr val="tx1"/>
              </a:solidFill>
              <a:prstDash val="solid"/>
              <a:round/>
              <a:headEnd type="none" w="sm" len="sm"/>
              <a:tailEnd type="triangle" w="med" len="lg"/>
            </a:ln>
          </p:spPr>
        </p:sp>
        <p:graphicFrame>
          <p:nvGraphicFramePr>
            <p:cNvPr id="74758" name="对象 573446"/>
            <p:cNvGraphicFramePr/>
            <p:nvPr/>
          </p:nvGraphicFramePr>
          <p:xfrm>
            <a:off x="5232" y="3360"/>
            <a:ext cx="528" cy="240"/>
          </p:xfrm>
          <a:graphic>
            <a:graphicData uri="http://schemas.openxmlformats.org/presentationml/2006/ole">
              <mc:AlternateContent xmlns:mc="http://schemas.openxmlformats.org/markup-compatibility/2006">
                <mc:Choice xmlns:v="urn:schemas-microsoft-com:vml" Requires="v">
                  <p:oleObj r:id="rId2" imgW="838200" imgH="381000" progId="Equation.DSMT4">
                    <p:embed/>
                  </p:oleObj>
                </mc:Choice>
                <mc:Fallback>
                  <p:oleObj r:id="rId2" imgW="838200" imgH="381000" progId="Equation.DSMT4">
                    <p:embed/>
                    <p:pic>
                      <p:nvPicPr>
                        <p:cNvPr id="0" name="图片 3306"/>
                        <p:cNvPicPr/>
                        <p:nvPr/>
                      </p:nvPicPr>
                      <p:blipFill>
                        <a:blip r:embed="rId3">
                          <a:lum bright="-100000"/>
                        </a:blip>
                        <a:stretch>
                          <a:fillRect/>
                        </a:stretch>
                      </p:blipFill>
                      <p:spPr>
                        <a:xfrm>
                          <a:off x="5232" y="3360"/>
                          <a:ext cx="528" cy="240"/>
                        </a:xfrm>
                        <a:prstGeom prst="rect">
                          <a:avLst/>
                        </a:prstGeom>
                        <a:noFill/>
                        <a:ln w="38100">
                          <a:noFill/>
                          <a:miter/>
                        </a:ln>
                      </p:spPr>
                    </p:pic>
                  </p:oleObj>
                </mc:Fallback>
              </mc:AlternateContent>
            </a:graphicData>
          </a:graphic>
        </p:graphicFrame>
        <p:graphicFrame>
          <p:nvGraphicFramePr>
            <p:cNvPr id="74759" name="对象 573447"/>
            <p:cNvGraphicFramePr/>
            <p:nvPr/>
          </p:nvGraphicFramePr>
          <p:xfrm>
            <a:off x="4308" y="2160"/>
            <a:ext cx="664" cy="240"/>
          </p:xfrm>
          <a:graphic>
            <a:graphicData uri="http://schemas.openxmlformats.org/presentationml/2006/ole">
              <mc:AlternateContent xmlns:mc="http://schemas.openxmlformats.org/markup-compatibility/2006">
                <mc:Choice xmlns:v="urn:schemas-microsoft-com:vml" Requires="v">
                  <p:oleObj r:id="rId4" imgW="1054100" imgH="381000" progId="Equation.DSMT4">
                    <p:embed/>
                  </p:oleObj>
                </mc:Choice>
                <mc:Fallback>
                  <p:oleObj r:id="rId4" imgW="1054100" imgH="381000" progId="Equation.DSMT4">
                    <p:embed/>
                    <p:pic>
                      <p:nvPicPr>
                        <p:cNvPr id="0" name="图片 3303"/>
                        <p:cNvPicPr/>
                        <p:nvPr/>
                      </p:nvPicPr>
                      <p:blipFill>
                        <a:blip r:embed="rId5">
                          <a:lum bright="-100000"/>
                        </a:blip>
                        <a:stretch>
                          <a:fillRect/>
                        </a:stretch>
                      </p:blipFill>
                      <p:spPr>
                        <a:xfrm>
                          <a:off x="4308" y="2160"/>
                          <a:ext cx="664" cy="240"/>
                        </a:xfrm>
                        <a:prstGeom prst="rect">
                          <a:avLst/>
                        </a:prstGeom>
                        <a:noFill/>
                        <a:ln w="38100">
                          <a:noFill/>
                          <a:miter/>
                        </a:ln>
                      </p:spPr>
                    </p:pic>
                  </p:oleObj>
                </mc:Fallback>
              </mc:AlternateContent>
            </a:graphicData>
          </a:graphic>
        </p:graphicFrame>
        <p:graphicFrame>
          <p:nvGraphicFramePr>
            <p:cNvPr id="74760" name="对象 573448"/>
            <p:cNvGraphicFramePr/>
            <p:nvPr/>
          </p:nvGraphicFramePr>
          <p:xfrm>
            <a:off x="4116" y="3360"/>
            <a:ext cx="128" cy="192"/>
          </p:xfrm>
          <a:graphic>
            <a:graphicData uri="http://schemas.openxmlformats.org/presentationml/2006/ole">
              <mc:AlternateContent xmlns:mc="http://schemas.openxmlformats.org/markup-compatibility/2006">
                <mc:Choice xmlns:v="urn:schemas-microsoft-com:vml" Requires="v">
                  <p:oleObj r:id="rId6" imgW="203200" imgH="304800" progId="Equation.DSMT4">
                    <p:embed/>
                  </p:oleObj>
                </mc:Choice>
                <mc:Fallback>
                  <p:oleObj r:id="rId6" imgW="203200" imgH="304800" progId="Equation.DSMT4">
                    <p:embed/>
                    <p:pic>
                      <p:nvPicPr>
                        <p:cNvPr id="0" name="图片 3305"/>
                        <p:cNvPicPr/>
                        <p:nvPr/>
                      </p:nvPicPr>
                      <p:blipFill>
                        <a:blip r:embed="rId7">
                          <a:lum bright="-100000"/>
                        </a:blip>
                        <a:stretch>
                          <a:fillRect/>
                        </a:stretch>
                      </p:blipFill>
                      <p:spPr>
                        <a:xfrm>
                          <a:off x="4116" y="3360"/>
                          <a:ext cx="128" cy="192"/>
                        </a:xfrm>
                        <a:prstGeom prst="rect">
                          <a:avLst/>
                        </a:prstGeom>
                        <a:noFill/>
                        <a:ln w="38100">
                          <a:noFill/>
                          <a:miter/>
                        </a:ln>
                      </p:spPr>
                    </p:pic>
                  </p:oleObj>
                </mc:Fallback>
              </mc:AlternateContent>
            </a:graphicData>
          </a:graphic>
        </p:graphicFrame>
        <p:sp>
          <p:nvSpPr>
            <p:cNvPr id="74761" name="椭圆 573449"/>
            <p:cNvSpPr/>
            <p:nvPr/>
          </p:nvSpPr>
          <p:spPr>
            <a:xfrm>
              <a:off x="3504" y="2544"/>
              <a:ext cx="1536" cy="1536"/>
            </a:xfrm>
            <a:prstGeom prst="ellipse">
              <a:avLst/>
            </a:prstGeom>
            <a:noFill/>
            <a:ln w="25400" cap="sq" cmpd="sng">
              <a:solidFill>
                <a:schemeClr val="tx1"/>
              </a:solidFill>
              <a:prstDash val="solid"/>
              <a:round/>
              <a:headEnd type="none" w="sm" len="sm"/>
              <a:tailEnd type="none" w="sm" len="sm"/>
            </a:ln>
          </p:spPr>
          <p:txBody>
            <a:bodyPr anchor="t" anchorCtr="0"/>
            <a:lstStyle/>
            <a:p>
              <a:endParaRPr lang="zh-CN" altLang="en-US">
                <a:latin typeface="Arial" panose="020B0604020202020204" pitchFamily="34" charset="0"/>
                <a:ea typeface="宋体" panose="02010600030101010101" pitchFamily="2" charset="-122"/>
              </a:endParaRPr>
            </a:p>
          </p:txBody>
        </p:sp>
        <p:grpSp>
          <p:nvGrpSpPr>
            <p:cNvPr id="74762" name="组合 573450"/>
            <p:cNvGrpSpPr/>
            <p:nvPr/>
          </p:nvGrpSpPr>
          <p:grpSpPr>
            <a:xfrm>
              <a:off x="4748" y="2706"/>
              <a:ext cx="132" cy="135"/>
              <a:chOff x="1536" y="1728"/>
              <a:chExt cx="71" cy="78"/>
            </a:xfrm>
          </p:grpSpPr>
          <p:sp>
            <p:nvSpPr>
              <p:cNvPr id="74763" name="直接连接符 573451"/>
              <p:cNvSpPr/>
              <p:nvPr/>
            </p:nvSpPr>
            <p:spPr>
              <a:xfrm>
                <a:off x="1536" y="1728"/>
                <a:ext cx="67" cy="62"/>
              </a:xfrm>
              <a:prstGeom prst="line">
                <a:avLst/>
              </a:prstGeom>
              <a:ln w="25400" cap="sq" cmpd="sng">
                <a:solidFill>
                  <a:schemeClr val="tx1"/>
                </a:solidFill>
                <a:prstDash val="solid"/>
                <a:round/>
                <a:headEnd type="none" w="sm" len="sm"/>
                <a:tailEnd type="none" w="sm" len="sm"/>
              </a:ln>
            </p:spPr>
          </p:sp>
          <p:sp>
            <p:nvSpPr>
              <p:cNvPr id="74764" name="直接连接符 573452"/>
              <p:cNvSpPr/>
              <p:nvPr/>
            </p:nvSpPr>
            <p:spPr>
              <a:xfrm>
                <a:off x="1536" y="1728"/>
                <a:ext cx="59" cy="74"/>
              </a:xfrm>
              <a:prstGeom prst="line">
                <a:avLst/>
              </a:prstGeom>
              <a:ln w="25400" cap="sq" cmpd="sng">
                <a:solidFill>
                  <a:schemeClr val="tx1"/>
                </a:solidFill>
                <a:prstDash val="solid"/>
                <a:round/>
                <a:headEnd type="none" w="sm" len="sm"/>
                <a:tailEnd type="none" w="sm" len="sm"/>
              </a:ln>
            </p:spPr>
          </p:sp>
          <p:sp>
            <p:nvSpPr>
              <p:cNvPr id="74765" name="直接连接符 573453"/>
              <p:cNvSpPr/>
              <p:nvPr/>
            </p:nvSpPr>
            <p:spPr>
              <a:xfrm>
                <a:off x="1536" y="1728"/>
                <a:ext cx="71" cy="59"/>
              </a:xfrm>
              <a:prstGeom prst="line">
                <a:avLst/>
              </a:prstGeom>
              <a:ln w="25400" cap="sq" cmpd="sng">
                <a:solidFill>
                  <a:schemeClr val="tx1"/>
                </a:solidFill>
                <a:prstDash val="solid"/>
                <a:round/>
                <a:headEnd type="none" w="sm" len="sm"/>
                <a:tailEnd type="none" w="sm" len="sm"/>
              </a:ln>
            </p:spPr>
          </p:sp>
          <p:sp>
            <p:nvSpPr>
              <p:cNvPr id="74766" name="直接连接符 573454"/>
              <p:cNvSpPr/>
              <p:nvPr/>
            </p:nvSpPr>
            <p:spPr>
              <a:xfrm>
                <a:off x="1536" y="1728"/>
                <a:ext cx="53" cy="78"/>
              </a:xfrm>
              <a:prstGeom prst="line">
                <a:avLst/>
              </a:prstGeom>
              <a:ln w="25400" cap="sq" cmpd="sng">
                <a:solidFill>
                  <a:schemeClr val="tx1"/>
                </a:solidFill>
                <a:prstDash val="solid"/>
                <a:round/>
                <a:headEnd type="none" w="sm" len="sm"/>
                <a:tailEnd type="none" w="sm" len="sm"/>
              </a:ln>
            </p:spPr>
          </p:sp>
        </p:grpSp>
        <p:graphicFrame>
          <p:nvGraphicFramePr>
            <p:cNvPr id="74767" name="对象 573455"/>
            <p:cNvGraphicFramePr/>
            <p:nvPr/>
          </p:nvGraphicFramePr>
          <p:xfrm>
            <a:off x="4764" y="2562"/>
            <a:ext cx="132" cy="144"/>
          </p:xfrm>
          <a:graphic>
            <a:graphicData uri="http://schemas.openxmlformats.org/presentationml/2006/ole">
              <mc:AlternateContent xmlns:mc="http://schemas.openxmlformats.org/markup-compatibility/2006">
                <mc:Choice xmlns:v="urn:schemas-microsoft-com:vml" Requires="v">
                  <p:oleObj r:id="rId8" imgW="279400" imgH="304800" progId="Equation.DSMT4">
                    <p:embed/>
                  </p:oleObj>
                </mc:Choice>
                <mc:Fallback>
                  <p:oleObj r:id="rId8" imgW="279400" imgH="304800" progId="Equation.DSMT4">
                    <p:embed/>
                    <p:pic>
                      <p:nvPicPr>
                        <p:cNvPr id="0" name="图片 3307"/>
                        <p:cNvPicPr/>
                        <p:nvPr/>
                      </p:nvPicPr>
                      <p:blipFill>
                        <a:blip r:embed="rId9">
                          <a:lum bright="-100000"/>
                        </a:blip>
                        <a:stretch>
                          <a:fillRect/>
                        </a:stretch>
                      </p:blipFill>
                      <p:spPr>
                        <a:xfrm>
                          <a:off x="4764" y="2562"/>
                          <a:ext cx="132" cy="144"/>
                        </a:xfrm>
                        <a:prstGeom prst="rect">
                          <a:avLst/>
                        </a:prstGeom>
                        <a:noFill/>
                        <a:ln w="38100">
                          <a:noFill/>
                          <a:miter/>
                        </a:ln>
                      </p:spPr>
                    </p:pic>
                  </p:oleObj>
                </mc:Fallback>
              </mc:AlternateContent>
            </a:graphicData>
          </a:graphic>
        </p:graphicFrame>
        <p:grpSp>
          <p:nvGrpSpPr>
            <p:cNvPr id="74768" name="组合 573456"/>
            <p:cNvGrpSpPr/>
            <p:nvPr/>
          </p:nvGrpSpPr>
          <p:grpSpPr>
            <a:xfrm>
              <a:off x="4516" y="2688"/>
              <a:ext cx="92" cy="157"/>
              <a:chOff x="4743" y="1344"/>
              <a:chExt cx="92" cy="157"/>
            </a:xfrm>
          </p:grpSpPr>
          <p:sp>
            <p:nvSpPr>
              <p:cNvPr id="74769" name="直接连接符 573457"/>
              <p:cNvSpPr/>
              <p:nvPr/>
            </p:nvSpPr>
            <p:spPr>
              <a:xfrm flipH="1">
                <a:off x="4743" y="1349"/>
                <a:ext cx="90" cy="133"/>
              </a:xfrm>
              <a:prstGeom prst="line">
                <a:avLst/>
              </a:prstGeom>
              <a:ln w="25400" cap="sq" cmpd="sng">
                <a:solidFill>
                  <a:srgbClr val="FF9900"/>
                </a:solidFill>
                <a:prstDash val="solid"/>
                <a:round/>
                <a:headEnd type="none" w="sm" len="sm"/>
                <a:tailEnd type="none" w="sm" len="sm"/>
              </a:ln>
            </p:spPr>
          </p:sp>
          <p:sp>
            <p:nvSpPr>
              <p:cNvPr id="74770" name="直接连接符 573458"/>
              <p:cNvSpPr/>
              <p:nvPr/>
            </p:nvSpPr>
            <p:spPr>
              <a:xfrm>
                <a:off x="4752" y="1344"/>
                <a:ext cx="83" cy="157"/>
              </a:xfrm>
              <a:prstGeom prst="line">
                <a:avLst/>
              </a:prstGeom>
              <a:ln w="25400" cap="sq" cmpd="sng">
                <a:solidFill>
                  <a:srgbClr val="FF9900"/>
                </a:solidFill>
                <a:prstDash val="solid"/>
                <a:round/>
                <a:headEnd type="none" w="sm" len="sm"/>
                <a:tailEnd type="none" w="sm" len="sm"/>
              </a:ln>
            </p:spPr>
          </p:sp>
        </p:grpSp>
        <p:graphicFrame>
          <p:nvGraphicFramePr>
            <p:cNvPr id="74771" name="对象 573459"/>
            <p:cNvGraphicFramePr/>
            <p:nvPr/>
          </p:nvGraphicFramePr>
          <p:xfrm>
            <a:off x="4292" y="2787"/>
            <a:ext cx="280" cy="240"/>
          </p:xfrm>
          <a:graphic>
            <a:graphicData uri="http://schemas.openxmlformats.org/presentationml/2006/ole">
              <mc:AlternateContent xmlns:mc="http://schemas.openxmlformats.org/markup-compatibility/2006">
                <mc:Choice xmlns:v="urn:schemas-microsoft-com:vml" Requires="v">
                  <p:oleObj r:id="rId10" imgW="444500" imgH="381000" progId="Equation.DSMT4">
                    <p:embed/>
                  </p:oleObj>
                </mc:Choice>
                <mc:Fallback>
                  <p:oleObj r:id="rId10" imgW="444500" imgH="381000" progId="Equation.DSMT4">
                    <p:embed/>
                    <p:pic>
                      <p:nvPicPr>
                        <p:cNvPr id="0" name="图片 3296"/>
                        <p:cNvPicPr/>
                        <p:nvPr/>
                      </p:nvPicPr>
                      <p:blipFill>
                        <a:blip r:embed="rId11">
                          <a:lum bright="-100000"/>
                        </a:blip>
                        <a:stretch>
                          <a:fillRect/>
                        </a:stretch>
                      </p:blipFill>
                      <p:spPr>
                        <a:xfrm>
                          <a:off x="4292" y="2787"/>
                          <a:ext cx="280" cy="240"/>
                        </a:xfrm>
                        <a:prstGeom prst="rect">
                          <a:avLst/>
                        </a:prstGeom>
                        <a:noFill/>
                        <a:ln w="38100">
                          <a:noFill/>
                          <a:miter/>
                        </a:ln>
                      </p:spPr>
                    </p:pic>
                  </p:oleObj>
                </mc:Fallback>
              </mc:AlternateContent>
            </a:graphicData>
          </a:graphic>
        </p:graphicFrame>
        <p:graphicFrame>
          <p:nvGraphicFramePr>
            <p:cNvPr id="74772" name="对象 573460"/>
            <p:cNvGraphicFramePr/>
            <p:nvPr/>
          </p:nvGraphicFramePr>
          <p:xfrm>
            <a:off x="4512" y="3552"/>
            <a:ext cx="144" cy="144"/>
          </p:xfrm>
          <a:graphic>
            <a:graphicData uri="http://schemas.openxmlformats.org/presentationml/2006/ole">
              <mc:AlternateContent xmlns:mc="http://schemas.openxmlformats.org/markup-compatibility/2006">
                <mc:Choice xmlns:v="urn:schemas-microsoft-com:vml" Requires="v">
                  <p:oleObj r:id="rId12" imgW="228600" imgH="228600" progId="Equation.DSMT4">
                    <p:embed/>
                  </p:oleObj>
                </mc:Choice>
                <mc:Fallback>
                  <p:oleObj r:id="rId12" imgW="228600" imgH="228600" progId="Equation.DSMT4">
                    <p:embed/>
                    <p:pic>
                      <p:nvPicPr>
                        <p:cNvPr id="0" name="图片 3297"/>
                        <p:cNvPicPr/>
                        <p:nvPr/>
                      </p:nvPicPr>
                      <p:blipFill>
                        <a:blip r:embed="rId13">
                          <a:lum bright="-100000"/>
                        </a:blip>
                        <a:stretch>
                          <a:fillRect/>
                        </a:stretch>
                      </p:blipFill>
                      <p:spPr>
                        <a:xfrm>
                          <a:off x="4512" y="3552"/>
                          <a:ext cx="144" cy="144"/>
                        </a:xfrm>
                        <a:prstGeom prst="rect">
                          <a:avLst/>
                        </a:prstGeom>
                        <a:noFill/>
                        <a:ln w="38100">
                          <a:noFill/>
                          <a:miter/>
                        </a:ln>
                      </p:spPr>
                    </p:pic>
                  </p:oleObj>
                </mc:Fallback>
              </mc:AlternateContent>
            </a:graphicData>
          </a:graphic>
        </p:graphicFrame>
        <p:grpSp>
          <p:nvGrpSpPr>
            <p:cNvPr id="74773" name="组合 573461"/>
            <p:cNvGrpSpPr/>
            <p:nvPr/>
          </p:nvGrpSpPr>
          <p:grpSpPr>
            <a:xfrm>
              <a:off x="4420" y="3600"/>
              <a:ext cx="92" cy="157"/>
              <a:chOff x="4743" y="1344"/>
              <a:chExt cx="92" cy="157"/>
            </a:xfrm>
          </p:grpSpPr>
          <p:sp>
            <p:nvSpPr>
              <p:cNvPr id="74774" name="直接连接符 573462"/>
              <p:cNvSpPr/>
              <p:nvPr/>
            </p:nvSpPr>
            <p:spPr>
              <a:xfrm flipH="1">
                <a:off x="4743" y="1349"/>
                <a:ext cx="90" cy="133"/>
              </a:xfrm>
              <a:prstGeom prst="line">
                <a:avLst/>
              </a:prstGeom>
              <a:ln w="25400" cap="sq" cmpd="sng">
                <a:solidFill>
                  <a:srgbClr val="FF9900"/>
                </a:solidFill>
                <a:prstDash val="solid"/>
                <a:round/>
                <a:headEnd type="none" w="sm" len="sm"/>
                <a:tailEnd type="none" w="sm" len="sm"/>
              </a:ln>
            </p:spPr>
          </p:sp>
          <p:sp>
            <p:nvSpPr>
              <p:cNvPr id="74775" name="直接连接符 573463"/>
              <p:cNvSpPr/>
              <p:nvPr/>
            </p:nvSpPr>
            <p:spPr>
              <a:xfrm>
                <a:off x="4752" y="1344"/>
                <a:ext cx="83" cy="157"/>
              </a:xfrm>
              <a:prstGeom prst="line">
                <a:avLst/>
              </a:prstGeom>
              <a:ln w="25400" cap="sq" cmpd="sng">
                <a:solidFill>
                  <a:srgbClr val="FF9900"/>
                </a:solidFill>
                <a:prstDash val="solid"/>
                <a:round/>
                <a:headEnd type="none" w="sm" len="sm"/>
                <a:tailEnd type="none" w="sm" len="sm"/>
              </a:ln>
            </p:spPr>
          </p:sp>
        </p:grpSp>
      </p:grpSp>
      <p:graphicFrame>
        <p:nvGraphicFramePr>
          <p:cNvPr id="74776" name="对象 573464"/>
          <p:cNvGraphicFramePr/>
          <p:nvPr/>
        </p:nvGraphicFramePr>
        <p:xfrm>
          <a:off x="827088" y="568325"/>
          <a:ext cx="1349375" cy="484188"/>
        </p:xfrm>
        <a:graphic>
          <a:graphicData uri="http://schemas.openxmlformats.org/presentationml/2006/ole">
            <mc:AlternateContent xmlns:mc="http://schemas.openxmlformats.org/markup-compatibility/2006">
              <mc:Choice xmlns:v="urn:schemas-microsoft-com:vml" Requires="v">
                <p:oleObj r:id="rId14" imgW="1624965" imgH="584200" progId="Equation.DSMT4">
                  <p:embed/>
                </p:oleObj>
              </mc:Choice>
              <mc:Fallback>
                <p:oleObj r:id="rId14" imgW="1624965" imgH="584200" progId="Equation.DSMT4">
                  <p:embed/>
                  <p:pic>
                    <p:nvPicPr>
                      <p:cNvPr id="0" name="图片 3298"/>
                      <p:cNvPicPr/>
                      <p:nvPr/>
                    </p:nvPicPr>
                    <p:blipFill>
                      <a:blip r:embed="rId15">
                        <a:lum bright="-100000"/>
                      </a:blip>
                      <a:stretch>
                        <a:fillRect/>
                      </a:stretch>
                    </p:blipFill>
                    <p:spPr>
                      <a:xfrm>
                        <a:off x="827088" y="568325"/>
                        <a:ext cx="1349375" cy="484188"/>
                      </a:xfrm>
                      <a:prstGeom prst="rect">
                        <a:avLst/>
                      </a:prstGeom>
                      <a:noFill/>
                      <a:ln w="38100">
                        <a:noFill/>
                        <a:miter/>
                      </a:ln>
                    </p:spPr>
                  </p:pic>
                </p:oleObj>
              </mc:Fallback>
            </mc:AlternateContent>
          </a:graphicData>
        </a:graphic>
      </p:graphicFrame>
      <p:graphicFrame>
        <p:nvGraphicFramePr>
          <p:cNvPr id="74777" name="对象 573465"/>
          <p:cNvGraphicFramePr/>
          <p:nvPr/>
        </p:nvGraphicFramePr>
        <p:xfrm>
          <a:off x="1116013" y="1362075"/>
          <a:ext cx="2921000" cy="338138"/>
        </p:xfrm>
        <a:graphic>
          <a:graphicData uri="http://schemas.openxmlformats.org/presentationml/2006/ole">
            <mc:AlternateContent xmlns:mc="http://schemas.openxmlformats.org/markup-compatibility/2006">
              <mc:Choice xmlns:v="urn:schemas-microsoft-com:vml" Requires="v">
                <p:oleObj r:id="rId16" imgW="3514725" imgH="405765" progId="Equation.DSMT4">
                  <p:embed/>
                </p:oleObj>
              </mc:Choice>
              <mc:Fallback>
                <p:oleObj r:id="rId16" imgW="3514725" imgH="405765" progId="Equation.DSMT4">
                  <p:embed/>
                  <p:pic>
                    <p:nvPicPr>
                      <p:cNvPr id="0" name="图片 3299"/>
                      <p:cNvPicPr/>
                      <p:nvPr/>
                    </p:nvPicPr>
                    <p:blipFill>
                      <a:blip r:embed="rId17">
                        <a:lum bright="-100000"/>
                      </a:blip>
                      <a:stretch>
                        <a:fillRect/>
                      </a:stretch>
                    </p:blipFill>
                    <p:spPr>
                      <a:xfrm>
                        <a:off x="1116013" y="1362075"/>
                        <a:ext cx="2921000" cy="338138"/>
                      </a:xfrm>
                      <a:prstGeom prst="rect">
                        <a:avLst/>
                      </a:prstGeom>
                      <a:noFill/>
                      <a:ln w="38100">
                        <a:noFill/>
                        <a:miter/>
                      </a:ln>
                    </p:spPr>
                  </p:pic>
                </p:oleObj>
              </mc:Fallback>
            </mc:AlternateContent>
          </a:graphicData>
        </a:graphic>
      </p:graphicFrame>
      <p:graphicFrame>
        <p:nvGraphicFramePr>
          <p:cNvPr id="74778" name="对象 573466"/>
          <p:cNvGraphicFramePr/>
          <p:nvPr/>
        </p:nvGraphicFramePr>
        <p:xfrm>
          <a:off x="1331913" y="1989138"/>
          <a:ext cx="1889125" cy="454025"/>
        </p:xfrm>
        <a:graphic>
          <a:graphicData uri="http://schemas.openxmlformats.org/presentationml/2006/ole">
            <mc:AlternateContent xmlns:mc="http://schemas.openxmlformats.org/markup-compatibility/2006">
              <mc:Choice xmlns:v="urn:schemas-microsoft-com:vml" Requires="v">
                <p:oleObj r:id="rId18" imgW="2272030" imgH="546100" progId="Equation.DSMT4">
                  <p:embed/>
                </p:oleObj>
              </mc:Choice>
              <mc:Fallback>
                <p:oleObj r:id="rId18" imgW="2272030" imgH="546100" progId="Equation.DSMT4">
                  <p:embed/>
                  <p:pic>
                    <p:nvPicPr>
                      <p:cNvPr id="0" name="图片 3325"/>
                      <p:cNvPicPr/>
                      <p:nvPr/>
                    </p:nvPicPr>
                    <p:blipFill>
                      <a:blip r:embed="rId19">
                        <a:lum bright="-100000"/>
                      </a:blip>
                      <a:stretch>
                        <a:fillRect/>
                      </a:stretch>
                    </p:blipFill>
                    <p:spPr>
                      <a:xfrm>
                        <a:off x="1331913" y="1989138"/>
                        <a:ext cx="1889125" cy="454025"/>
                      </a:xfrm>
                      <a:prstGeom prst="rect">
                        <a:avLst/>
                      </a:prstGeom>
                      <a:noFill/>
                      <a:ln w="38100">
                        <a:noFill/>
                        <a:miter/>
                      </a:ln>
                    </p:spPr>
                  </p:pic>
                </p:oleObj>
              </mc:Fallback>
            </mc:AlternateContent>
          </a:graphicData>
        </a:graphic>
      </p:graphicFrame>
      <p:graphicFrame>
        <p:nvGraphicFramePr>
          <p:cNvPr id="74779" name="对象 573467"/>
          <p:cNvGraphicFramePr/>
          <p:nvPr/>
        </p:nvGraphicFramePr>
        <p:xfrm>
          <a:off x="1054100" y="2638425"/>
          <a:ext cx="4664075" cy="358775"/>
        </p:xfrm>
        <a:graphic>
          <a:graphicData uri="http://schemas.openxmlformats.org/presentationml/2006/ole">
            <mc:AlternateContent xmlns:mc="http://schemas.openxmlformats.org/markup-compatibility/2006">
              <mc:Choice xmlns:v="urn:schemas-microsoft-com:vml" Requires="v">
                <p:oleObj r:id="rId20" imgW="5598160" imgH="431800" progId="Equation.DSMT4">
                  <p:embed/>
                </p:oleObj>
              </mc:Choice>
              <mc:Fallback>
                <p:oleObj r:id="rId20" imgW="5598160" imgH="431800" progId="Equation.DSMT4">
                  <p:embed/>
                  <p:pic>
                    <p:nvPicPr>
                      <p:cNvPr id="0" name="图片 3311"/>
                      <p:cNvPicPr/>
                      <p:nvPr/>
                    </p:nvPicPr>
                    <p:blipFill>
                      <a:blip r:embed="rId21">
                        <a:lum bright="-100000"/>
                      </a:blip>
                      <a:stretch>
                        <a:fillRect/>
                      </a:stretch>
                    </p:blipFill>
                    <p:spPr>
                      <a:xfrm>
                        <a:off x="1054100" y="2638425"/>
                        <a:ext cx="4664075" cy="358775"/>
                      </a:xfrm>
                      <a:prstGeom prst="rect">
                        <a:avLst/>
                      </a:prstGeom>
                      <a:noFill/>
                      <a:ln w="38100">
                        <a:noFill/>
                        <a:miter/>
                      </a:ln>
                    </p:spPr>
                  </p:pic>
                </p:oleObj>
              </mc:Fallback>
            </mc:AlternateContent>
          </a:graphicData>
        </a:graphic>
      </p:graphicFrame>
      <p:grpSp>
        <p:nvGrpSpPr>
          <p:cNvPr id="74780" name="组合 573468"/>
          <p:cNvGrpSpPr/>
          <p:nvPr/>
        </p:nvGrpSpPr>
        <p:grpSpPr>
          <a:xfrm>
            <a:off x="1066800" y="3232150"/>
            <a:ext cx="5541963" cy="349250"/>
            <a:chOff x="624" y="1872"/>
            <a:chExt cx="4560" cy="288"/>
          </a:xfrm>
        </p:grpSpPr>
        <p:graphicFrame>
          <p:nvGraphicFramePr>
            <p:cNvPr id="74781" name="对象 573469"/>
            <p:cNvGraphicFramePr/>
            <p:nvPr/>
          </p:nvGraphicFramePr>
          <p:xfrm>
            <a:off x="624" y="1920"/>
            <a:ext cx="880" cy="240"/>
          </p:xfrm>
          <a:graphic>
            <a:graphicData uri="http://schemas.openxmlformats.org/presentationml/2006/ole">
              <mc:AlternateContent xmlns:mc="http://schemas.openxmlformats.org/markup-compatibility/2006">
                <mc:Choice xmlns:v="urn:schemas-microsoft-com:vml" Requires="v">
                  <p:oleObj r:id="rId22" imgW="1397000" imgH="381000" progId="Equation.DSMT4">
                    <p:embed/>
                  </p:oleObj>
                </mc:Choice>
                <mc:Fallback>
                  <p:oleObj r:id="rId22" imgW="1397000" imgH="381000" progId="Equation.DSMT4">
                    <p:embed/>
                    <p:pic>
                      <p:nvPicPr>
                        <p:cNvPr id="0" name="图片 3318"/>
                        <p:cNvPicPr/>
                        <p:nvPr/>
                      </p:nvPicPr>
                      <p:blipFill>
                        <a:blip r:embed="rId23">
                          <a:lum bright="-100000"/>
                        </a:blip>
                        <a:stretch>
                          <a:fillRect/>
                        </a:stretch>
                      </p:blipFill>
                      <p:spPr>
                        <a:xfrm>
                          <a:off x="624" y="1920"/>
                          <a:ext cx="880" cy="240"/>
                        </a:xfrm>
                        <a:prstGeom prst="rect">
                          <a:avLst/>
                        </a:prstGeom>
                        <a:noFill/>
                        <a:ln w="38100">
                          <a:noFill/>
                          <a:miter/>
                        </a:ln>
                      </p:spPr>
                    </p:pic>
                  </p:oleObj>
                </mc:Fallback>
              </mc:AlternateContent>
            </a:graphicData>
          </a:graphic>
        </p:graphicFrame>
        <p:graphicFrame>
          <p:nvGraphicFramePr>
            <p:cNvPr id="74782" name="对象 573470"/>
            <p:cNvGraphicFramePr/>
            <p:nvPr/>
          </p:nvGraphicFramePr>
          <p:xfrm>
            <a:off x="1744" y="1872"/>
            <a:ext cx="3440" cy="280"/>
          </p:xfrm>
          <a:graphic>
            <a:graphicData uri="http://schemas.openxmlformats.org/presentationml/2006/ole">
              <mc:AlternateContent xmlns:mc="http://schemas.openxmlformats.org/markup-compatibility/2006">
                <mc:Choice xmlns:v="urn:schemas-microsoft-com:vml" Requires="v">
                  <p:oleObj r:id="rId24" imgW="5458460" imgH="444500" progId="Equation.DSMT4">
                    <p:embed/>
                  </p:oleObj>
                </mc:Choice>
                <mc:Fallback>
                  <p:oleObj r:id="rId24" imgW="5458460" imgH="444500" progId="Equation.DSMT4">
                    <p:embed/>
                    <p:pic>
                      <p:nvPicPr>
                        <p:cNvPr id="0" name="图片 3313"/>
                        <p:cNvPicPr/>
                        <p:nvPr/>
                      </p:nvPicPr>
                      <p:blipFill>
                        <a:blip r:embed="rId25">
                          <a:lum bright="-100000"/>
                        </a:blip>
                        <a:stretch>
                          <a:fillRect/>
                        </a:stretch>
                      </p:blipFill>
                      <p:spPr>
                        <a:xfrm>
                          <a:off x="1744" y="1872"/>
                          <a:ext cx="3440" cy="280"/>
                        </a:xfrm>
                        <a:prstGeom prst="rect">
                          <a:avLst/>
                        </a:prstGeom>
                        <a:noFill/>
                        <a:ln w="38100">
                          <a:noFill/>
                          <a:miter/>
                        </a:ln>
                      </p:spPr>
                    </p:pic>
                  </p:oleObj>
                </mc:Fallback>
              </mc:AlternateContent>
            </a:graphicData>
          </a:graphic>
        </p:graphicFrame>
      </p:grpSp>
      <p:graphicFrame>
        <p:nvGraphicFramePr>
          <p:cNvPr id="74783" name="对象 573471"/>
          <p:cNvGraphicFramePr/>
          <p:nvPr/>
        </p:nvGraphicFramePr>
        <p:xfrm>
          <a:off x="1179513" y="3789363"/>
          <a:ext cx="4400550" cy="401637"/>
        </p:xfrm>
        <a:graphic>
          <a:graphicData uri="http://schemas.openxmlformats.org/presentationml/2006/ole">
            <mc:AlternateContent xmlns:mc="http://schemas.openxmlformats.org/markup-compatibility/2006">
              <mc:Choice xmlns:v="urn:schemas-microsoft-com:vml" Requires="v">
                <p:oleObj r:id="rId26" imgW="5280660" imgH="482600" progId="Equation.DSMT4">
                  <p:embed/>
                </p:oleObj>
              </mc:Choice>
              <mc:Fallback>
                <p:oleObj r:id="rId26" imgW="5280660" imgH="482600" progId="Equation.DSMT4">
                  <p:embed/>
                  <p:pic>
                    <p:nvPicPr>
                      <p:cNvPr id="0" name="图片 3316"/>
                      <p:cNvPicPr/>
                      <p:nvPr/>
                    </p:nvPicPr>
                    <p:blipFill>
                      <a:blip r:embed="rId27">
                        <a:lum bright="-100000"/>
                      </a:blip>
                      <a:stretch>
                        <a:fillRect/>
                      </a:stretch>
                    </p:blipFill>
                    <p:spPr>
                      <a:xfrm>
                        <a:off x="1179513" y="3789363"/>
                        <a:ext cx="4400550" cy="401637"/>
                      </a:xfrm>
                      <a:prstGeom prst="rect">
                        <a:avLst/>
                      </a:prstGeom>
                      <a:noFill/>
                      <a:ln w="38100">
                        <a:noFill/>
                        <a:miter/>
                      </a:ln>
                    </p:spPr>
                  </p:pic>
                </p:oleObj>
              </mc:Fallback>
            </mc:AlternateContent>
          </a:graphicData>
        </a:graphic>
      </p:graphicFrame>
      <p:graphicFrame>
        <p:nvGraphicFramePr>
          <p:cNvPr id="74784" name="对象 573472"/>
          <p:cNvGraphicFramePr/>
          <p:nvPr/>
        </p:nvGraphicFramePr>
        <p:xfrm>
          <a:off x="1295400" y="4365625"/>
          <a:ext cx="6484938" cy="741363"/>
        </p:xfrm>
        <a:graphic>
          <a:graphicData uri="http://schemas.openxmlformats.org/presentationml/2006/ole">
            <mc:AlternateContent xmlns:mc="http://schemas.openxmlformats.org/markup-compatibility/2006">
              <mc:Choice xmlns:v="urn:schemas-microsoft-com:vml" Requires="v">
                <p:oleObj r:id="rId28" imgW="9114790" imgH="1040765" progId="Equation.DSMT4">
                  <p:embed/>
                </p:oleObj>
              </mc:Choice>
              <mc:Fallback>
                <p:oleObj r:id="rId28" imgW="9114790" imgH="1040765" progId="Equation.DSMT4">
                  <p:embed/>
                  <p:pic>
                    <p:nvPicPr>
                      <p:cNvPr id="0" name="图片 3315"/>
                      <p:cNvPicPr/>
                      <p:nvPr/>
                    </p:nvPicPr>
                    <p:blipFill>
                      <a:blip r:embed="rId29">
                        <a:lum bright="-100000"/>
                      </a:blip>
                      <a:stretch>
                        <a:fillRect/>
                      </a:stretch>
                    </p:blipFill>
                    <p:spPr>
                      <a:xfrm>
                        <a:off x="1295400" y="4365625"/>
                        <a:ext cx="6484938" cy="741363"/>
                      </a:xfrm>
                      <a:prstGeom prst="rect">
                        <a:avLst/>
                      </a:prstGeom>
                      <a:noFill/>
                      <a:ln w="38100">
                        <a:noFill/>
                        <a:miter/>
                      </a:ln>
                    </p:spPr>
                  </p:pic>
                </p:oleObj>
              </mc:Fallback>
            </mc:AlternateContent>
          </a:graphicData>
        </a:graphic>
      </p:graphicFrame>
      <p:graphicFrame>
        <p:nvGraphicFramePr>
          <p:cNvPr id="74785" name="对象 573473"/>
          <p:cNvGraphicFramePr/>
          <p:nvPr/>
        </p:nvGraphicFramePr>
        <p:xfrm>
          <a:off x="1331913" y="5157788"/>
          <a:ext cx="1195387" cy="317500"/>
        </p:xfrm>
        <a:graphic>
          <a:graphicData uri="http://schemas.openxmlformats.org/presentationml/2006/ole">
            <mc:AlternateContent xmlns:mc="http://schemas.openxmlformats.org/markup-compatibility/2006">
              <mc:Choice xmlns:v="urn:schemas-microsoft-com:vml" Requires="v">
                <p:oleObj r:id="rId30" imgW="1434465" imgH="381000" progId="Equation.DSMT4">
                  <p:embed/>
                </p:oleObj>
              </mc:Choice>
              <mc:Fallback>
                <p:oleObj r:id="rId30" imgW="1434465" imgH="381000" progId="Equation.DSMT4">
                  <p:embed/>
                  <p:pic>
                    <p:nvPicPr>
                      <p:cNvPr id="0" name="图片 3319"/>
                      <p:cNvPicPr/>
                      <p:nvPr/>
                    </p:nvPicPr>
                    <p:blipFill>
                      <a:blip r:embed="rId31">
                        <a:lum bright="-100000"/>
                      </a:blip>
                      <a:stretch>
                        <a:fillRect/>
                      </a:stretch>
                    </p:blipFill>
                    <p:spPr>
                      <a:xfrm>
                        <a:off x="1331913" y="5157788"/>
                        <a:ext cx="1195387" cy="317500"/>
                      </a:xfrm>
                      <a:prstGeom prst="rect">
                        <a:avLst/>
                      </a:prstGeom>
                      <a:noFill/>
                      <a:ln w="38100">
                        <a:noFill/>
                        <a:miter/>
                      </a:ln>
                    </p:spPr>
                  </p:pic>
                </p:oleObj>
              </mc:Fallback>
            </mc:AlternateContent>
          </a:graphicData>
        </a:graphic>
      </p:graphicFrame>
      <p:graphicFrame>
        <p:nvGraphicFramePr>
          <p:cNvPr id="74786" name="对象 573474"/>
          <p:cNvGraphicFramePr/>
          <p:nvPr/>
        </p:nvGraphicFramePr>
        <p:xfrm>
          <a:off x="1331913" y="5661025"/>
          <a:ext cx="2771775" cy="368300"/>
        </p:xfrm>
        <a:graphic>
          <a:graphicData uri="http://schemas.openxmlformats.org/presentationml/2006/ole">
            <mc:AlternateContent xmlns:mc="http://schemas.openxmlformats.org/markup-compatibility/2006">
              <mc:Choice xmlns:v="urn:schemas-microsoft-com:vml" Requires="v">
                <p:oleObj r:id="rId32" imgW="3338830" imgH="444500" progId="Equation.DSMT4">
                  <p:embed/>
                </p:oleObj>
              </mc:Choice>
              <mc:Fallback>
                <p:oleObj r:id="rId32" imgW="3338830" imgH="444500" progId="Equation.DSMT4">
                  <p:embed/>
                  <p:pic>
                    <p:nvPicPr>
                      <p:cNvPr id="0" name="图片 3310"/>
                      <p:cNvPicPr/>
                      <p:nvPr/>
                    </p:nvPicPr>
                    <p:blipFill>
                      <a:blip r:embed="rId33">
                        <a:lum bright="-100000"/>
                      </a:blip>
                      <a:stretch>
                        <a:fillRect/>
                      </a:stretch>
                    </p:blipFill>
                    <p:spPr>
                      <a:xfrm>
                        <a:off x="1331913" y="5661025"/>
                        <a:ext cx="2771775" cy="368300"/>
                      </a:xfrm>
                      <a:prstGeom prst="rect">
                        <a:avLst/>
                      </a:prstGeom>
                      <a:noFill/>
                      <a:ln w="38100">
                        <a:noFill/>
                        <a:miter/>
                      </a:ln>
                    </p:spPr>
                  </p:pic>
                </p:oleObj>
              </mc:Fallback>
            </mc:AlternateContent>
          </a:graphicData>
        </a:graphic>
      </p:graphicFrame>
      <mc:AlternateContent xmlns:mc="http://schemas.openxmlformats.org/markup-compatibility/2006" xmlns:p14="http://schemas.microsoft.com/office/powerpoint/2010/main">
        <mc:Choice Requires="p14">
          <p:contentPart p14:bwMode="auto" r:id="rId34">
            <p14:nvContentPartPr>
              <p14:cNvPr id="2" name="墨迹 1">
                <a:extLst>
                  <a:ext uri="{FF2B5EF4-FFF2-40B4-BE49-F238E27FC236}">
                    <a16:creationId xmlns:a16="http://schemas.microsoft.com/office/drawing/2014/main" id="{B3417992-C7F3-CA3E-8A45-3C9D32D61710}"/>
                  </a:ext>
                </a:extLst>
              </p14:cNvPr>
              <p14:cNvContentPartPr/>
              <p14:nvPr/>
            </p14:nvContentPartPr>
            <p14:xfrm>
              <a:off x="2124145" y="4728665"/>
              <a:ext cx="360" cy="360"/>
            </p14:xfrm>
          </p:contentPart>
        </mc:Choice>
        <mc:Fallback xmlns="">
          <p:pic>
            <p:nvPicPr>
              <p:cNvPr id="2" name="墨迹 1">
                <a:extLst>
                  <a:ext uri="{FF2B5EF4-FFF2-40B4-BE49-F238E27FC236}">
                    <a16:creationId xmlns:a16="http://schemas.microsoft.com/office/drawing/2014/main" id="{B3417992-C7F3-CA3E-8A45-3C9D32D61710}"/>
                  </a:ext>
                </a:extLst>
              </p:cNvPr>
              <p:cNvPicPr/>
              <p:nvPr/>
            </p:nvPicPr>
            <p:blipFill>
              <a:blip r:embed="rId35"/>
              <a:stretch>
                <a:fillRect/>
              </a:stretch>
            </p:blipFill>
            <p:spPr>
              <a:xfrm>
                <a:off x="2106145" y="4711025"/>
                <a:ext cx="36000" cy="36000"/>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4" name="墨迹 3">
                <a:extLst>
                  <a:ext uri="{FF2B5EF4-FFF2-40B4-BE49-F238E27FC236}">
                    <a16:creationId xmlns:a16="http://schemas.microsoft.com/office/drawing/2014/main" id="{4071A60D-F429-1031-9A9F-7483C7A8B779}"/>
                  </a:ext>
                </a:extLst>
              </p14:cNvPr>
              <p14:cNvContentPartPr/>
              <p14:nvPr/>
            </p14:nvContentPartPr>
            <p14:xfrm>
              <a:off x="3842425" y="3001385"/>
              <a:ext cx="1643040" cy="10440"/>
            </p14:xfrm>
          </p:contentPart>
        </mc:Choice>
        <mc:Fallback xmlns="">
          <p:pic>
            <p:nvPicPr>
              <p:cNvPr id="4" name="墨迹 3">
                <a:extLst>
                  <a:ext uri="{FF2B5EF4-FFF2-40B4-BE49-F238E27FC236}">
                    <a16:creationId xmlns:a16="http://schemas.microsoft.com/office/drawing/2014/main" id="{4071A60D-F429-1031-9A9F-7483C7A8B779}"/>
                  </a:ext>
                </a:extLst>
              </p:cNvPr>
              <p:cNvPicPr/>
              <p:nvPr/>
            </p:nvPicPr>
            <p:blipFill>
              <a:blip r:embed="rId37"/>
              <a:stretch>
                <a:fillRect/>
              </a:stretch>
            </p:blipFill>
            <p:spPr>
              <a:xfrm>
                <a:off x="3824425" y="2983745"/>
                <a:ext cx="1678680" cy="46080"/>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5" name="墨迹 4">
                <a:extLst>
                  <a:ext uri="{FF2B5EF4-FFF2-40B4-BE49-F238E27FC236}">
                    <a16:creationId xmlns:a16="http://schemas.microsoft.com/office/drawing/2014/main" id="{18684C4B-1035-4804-A04A-B0E1EB3E0FC0}"/>
                  </a:ext>
                </a:extLst>
              </p14:cNvPr>
              <p14:cNvContentPartPr/>
              <p14:nvPr/>
            </p14:nvContentPartPr>
            <p14:xfrm>
              <a:off x="1856305" y="4608785"/>
              <a:ext cx="187920" cy="218520"/>
            </p14:xfrm>
          </p:contentPart>
        </mc:Choice>
        <mc:Fallback xmlns="">
          <p:pic>
            <p:nvPicPr>
              <p:cNvPr id="5" name="墨迹 4">
                <a:extLst>
                  <a:ext uri="{FF2B5EF4-FFF2-40B4-BE49-F238E27FC236}">
                    <a16:creationId xmlns:a16="http://schemas.microsoft.com/office/drawing/2014/main" id="{18684C4B-1035-4804-A04A-B0E1EB3E0FC0}"/>
                  </a:ext>
                </a:extLst>
              </p:cNvPr>
              <p:cNvPicPr/>
              <p:nvPr/>
            </p:nvPicPr>
            <p:blipFill>
              <a:blip r:embed="rId39"/>
              <a:stretch>
                <a:fillRect/>
              </a:stretch>
            </p:blipFill>
            <p:spPr>
              <a:xfrm>
                <a:off x="1838305" y="4590785"/>
                <a:ext cx="223560" cy="254160"/>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6" name="墨迹 5">
                <a:extLst>
                  <a:ext uri="{FF2B5EF4-FFF2-40B4-BE49-F238E27FC236}">
                    <a16:creationId xmlns:a16="http://schemas.microsoft.com/office/drawing/2014/main" id="{59BFE90F-848F-85A7-C3B3-5817341A32BE}"/>
                  </a:ext>
                </a:extLst>
              </p14:cNvPr>
              <p14:cNvContentPartPr/>
              <p14:nvPr/>
            </p14:nvContentPartPr>
            <p14:xfrm>
              <a:off x="3491065" y="4802825"/>
              <a:ext cx="320760" cy="317520"/>
            </p14:xfrm>
          </p:contentPart>
        </mc:Choice>
        <mc:Fallback xmlns="">
          <p:pic>
            <p:nvPicPr>
              <p:cNvPr id="6" name="墨迹 5">
                <a:extLst>
                  <a:ext uri="{FF2B5EF4-FFF2-40B4-BE49-F238E27FC236}">
                    <a16:creationId xmlns:a16="http://schemas.microsoft.com/office/drawing/2014/main" id="{59BFE90F-848F-85A7-C3B3-5817341A32BE}"/>
                  </a:ext>
                </a:extLst>
              </p:cNvPr>
              <p:cNvPicPr/>
              <p:nvPr/>
            </p:nvPicPr>
            <p:blipFill>
              <a:blip r:embed="rId41"/>
              <a:stretch>
                <a:fillRect/>
              </a:stretch>
            </p:blipFill>
            <p:spPr>
              <a:xfrm>
                <a:off x="3473065" y="4784825"/>
                <a:ext cx="356400" cy="353160"/>
              </a:xfrm>
              <a:prstGeom prst="rect">
                <a:avLst/>
              </a:prstGeom>
            </p:spPr>
          </p:pic>
        </mc:Fallback>
      </mc:AlternateContent>
    </p:spTree>
  </p:cSld>
  <p:clrMapOvr>
    <a:masterClrMapping/>
  </p:clrMapOvr>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5777" name="组合 574465"/>
          <p:cNvGrpSpPr/>
          <p:nvPr/>
        </p:nvGrpSpPr>
        <p:grpSpPr>
          <a:xfrm>
            <a:off x="6011863" y="765175"/>
            <a:ext cx="2368550" cy="2193925"/>
            <a:chOff x="3348" y="2112"/>
            <a:chExt cx="2412" cy="2160"/>
          </a:xfrm>
        </p:grpSpPr>
        <p:sp>
          <p:nvSpPr>
            <p:cNvPr id="75778" name="椭圆 574466"/>
            <p:cNvSpPr/>
            <p:nvPr/>
          </p:nvSpPr>
          <p:spPr>
            <a:xfrm>
              <a:off x="3552" y="2592"/>
              <a:ext cx="1452" cy="1440"/>
            </a:xfrm>
            <a:prstGeom prst="ellipse">
              <a:avLst/>
            </a:prstGeom>
            <a:pattFill prst="pct10">
              <a:fgClr>
                <a:schemeClr val="tx1"/>
              </a:fgClr>
              <a:bgClr>
                <a:schemeClr val="bg1"/>
              </a:bgClr>
            </a:pattFill>
            <a:ln w="25400" cap="sq" cmpd="sng">
              <a:solidFill>
                <a:schemeClr val="tx1"/>
              </a:solidFill>
              <a:prstDash val="solid"/>
              <a:round/>
              <a:headEnd type="none" w="sm" len="sm"/>
              <a:tailEnd type="none" w="sm" len="sm"/>
            </a:ln>
          </p:spPr>
          <p:txBody>
            <a:bodyPr anchor="t" anchorCtr="0"/>
            <a:lstStyle/>
            <a:p>
              <a:endParaRPr lang="zh-CN" altLang="en-US">
                <a:latin typeface="Arial" panose="020B0604020202020204" pitchFamily="34" charset="0"/>
                <a:ea typeface="宋体" panose="02010600030101010101" pitchFamily="2" charset="-122"/>
              </a:endParaRPr>
            </a:p>
          </p:txBody>
        </p:sp>
        <p:sp>
          <p:nvSpPr>
            <p:cNvPr id="75779" name="直接连接符 574467"/>
            <p:cNvSpPr/>
            <p:nvPr/>
          </p:nvSpPr>
          <p:spPr>
            <a:xfrm>
              <a:off x="3348" y="3312"/>
              <a:ext cx="2220" cy="0"/>
            </a:xfrm>
            <a:prstGeom prst="line">
              <a:avLst/>
            </a:prstGeom>
            <a:ln w="25400" cap="sq" cmpd="sng">
              <a:solidFill>
                <a:schemeClr val="tx1"/>
              </a:solidFill>
              <a:prstDash val="solid"/>
              <a:round/>
              <a:headEnd type="none" w="sm" len="sm"/>
              <a:tailEnd type="triangle" w="med" len="lg"/>
            </a:ln>
          </p:spPr>
        </p:sp>
        <p:sp>
          <p:nvSpPr>
            <p:cNvPr id="75780" name="直接连接符 574468"/>
            <p:cNvSpPr/>
            <p:nvPr/>
          </p:nvSpPr>
          <p:spPr>
            <a:xfrm flipV="1">
              <a:off x="4260" y="2208"/>
              <a:ext cx="0" cy="2064"/>
            </a:xfrm>
            <a:prstGeom prst="line">
              <a:avLst/>
            </a:prstGeom>
            <a:ln w="25400" cap="sq" cmpd="sng">
              <a:solidFill>
                <a:schemeClr val="tx1"/>
              </a:solidFill>
              <a:prstDash val="solid"/>
              <a:round/>
              <a:headEnd type="none" w="sm" len="sm"/>
              <a:tailEnd type="triangle" w="med" len="lg"/>
            </a:ln>
          </p:spPr>
        </p:sp>
        <p:graphicFrame>
          <p:nvGraphicFramePr>
            <p:cNvPr id="75781" name="对象 574469"/>
            <p:cNvGraphicFramePr/>
            <p:nvPr/>
          </p:nvGraphicFramePr>
          <p:xfrm>
            <a:off x="5232" y="3360"/>
            <a:ext cx="528" cy="240"/>
          </p:xfrm>
          <a:graphic>
            <a:graphicData uri="http://schemas.openxmlformats.org/presentationml/2006/ole">
              <mc:AlternateContent xmlns:mc="http://schemas.openxmlformats.org/markup-compatibility/2006">
                <mc:Choice xmlns:v="urn:schemas-microsoft-com:vml" Requires="v">
                  <p:oleObj r:id="rId2" imgW="838200" imgH="381000" progId="Equation.DSMT4">
                    <p:embed/>
                  </p:oleObj>
                </mc:Choice>
                <mc:Fallback>
                  <p:oleObj r:id="rId2" imgW="838200" imgH="381000" progId="Equation.DSMT4">
                    <p:embed/>
                    <p:pic>
                      <p:nvPicPr>
                        <p:cNvPr id="0" name="图片 3312"/>
                        <p:cNvPicPr/>
                        <p:nvPr/>
                      </p:nvPicPr>
                      <p:blipFill>
                        <a:blip r:embed="rId3">
                          <a:lum bright="-100000"/>
                        </a:blip>
                        <a:stretch>
                          <a:fillRect/>
                        </a:stretch>
                      </p:blipFill>
                      <p:spPr>
                        <a:xfrm>
                          <a:off x="5232" y="3360"/>
                          <a:ext cx="528" cy="240"/>
                        </a:xfrm>
                        <a:prstGeom prst="rect">
                          <a:avLst/>
                        </a:prstGeom>
                        <a:noFill/>
                        <a:ln w="38100">
                          <a:noFill/>
                          <a:miter/>
                        </a:ln>
                      </p:spPr>
                    </p:pic>
                  </p:oleObj>
                </mc:Fallback>
              </mc:AlternateContent>
            </a:graphicData>
          </a:graphic>
        </p:graphicFrame>
        <p:graphicFrame>
          <p:nvGraphicFramePr>
            <p:cNvPr id="75782" name="对象 574470"/>
            <p:cNvGraphicFramePr/>
            <p:nvPr/>
          </p:nvGraphicFramePr>
          <p:xfrm>
            <a:off x="4280" y="2112"/>
            <a:ext cx="664" cy="240"/>
          </p:xfrm>
          <a:graphic>
            <a:graphicData uri="http://schemas.openxmlformats.org/presentationml/2006/ole">
              <mc:AlternateContent xmlns:mc="http://schemas.openxmlformats.org/markup-compatibility/2006">
                <mc:Choice xmlns:v="urn:schemas-microsoft-com:vml" Requires="v">
                  <p:oleObj r:id="rId4" imgW="1054100" imgH="381000" progId="Equation.DSMT4">
                    <p:embed/>
                  </p:oleObj>
                </mc:Choice>
                <mc:Fallback>
                  <p:oleObj r:id="rId4" imgW="1054100" imgH="381000" progId="Equation.DSMT4">
                    <p:embed/>
                    <p:pic>
                      <p:nvPicPr>
                        <p:cNvPr id="0" name="图片 3314"/>
                        <p:cNvPicPr/>
                        <p:nvPr/>
                      </p:nvPicPr>
                      <p:blipFill>
                        <a:blip r:embed="rId5">
                          <a:lum bright="-100000"/>
                        </a:blip>
                        <a:stretch>
                          <a:fillRect/>
                        </a:stretch>
                      </p:blipFill>
                      <p:spPr>
                        <a:xfrm>
                          <a:off x="4280" y="2112"/>
                          <a:ext cx="664" cy="240"/>
                        </a:xfrm>
                        <a:prstGeom prst="rect">
                          <a:avLst/>
                        </a:prstGeom>
                        <a:noFill/>
                        <a:ln w="38100">
                          <a:noFill/>
                          <a:miter/>
                        </a:ln>
                      </p:spPr>
                    </p:pic>
                  </p:oleObj>
                </mc:Fallback>
              </mc:AlternateContent>
            </a:graphicData>
          </a:graphic>
        </p:graphicFrame>
        <p:graphicFrame>
          <p:nvGraphicFramePr>
            <p:cNvPr id="75783" name="对象 574471"/>
            <p:cNvGraphicFramePr/>
            <p:nvPr/>
          </p:nvGraphicFramePr>
          <p:xfrm>
            <a:off x="4116" y="3360"/>
            <a:ext cx="128" cy="192"/>
          </p:xfrm>
          <a:graphic>
            <a:graphicData uri="http://schemas.openxmlformats.org/presentationml/2006/ole">
              <mc:AlternateContent xmlns:mc="http://schemas.openxmlformats.org/markup-compatibility/2006">
                <mc:Choice xmlns:v="urn:schemas-microsoft-com:vml" Requires="v">
                  <p:oleObj r:id="rId6" imgW="203200" imgH="304800" progId="Equation.DSMT4">
                    <p:embed/>
                  </p:oleObj>
                </mc:Choice>
                <mc:Fallback>
                  <p:oleObj r:id="rId6" imgW="203200" imgH="304800" progId="Equation.DSMT4">
                    <p:embed/>
                    <p:pic>
                      <p:nvPicPr>
                        <p:cNvPr id="0" name="图片 3326"/>
                        <p:cNvPicPr/>
                        <p:nvPr/>
                      </p:nvPicPr>
                      <p:blipFill>
                        <a:blip r:embed="rId7">
                          <a:lum bright="-100000"/>
                        </a:blip>
                        <a:stretch>
                          <a:fillRect/>
                        </a:stretch>
                      </p:blipFill>
                      <p:spPr>
                        <a:xfrm>
                          <a:off x="4116" y="3360"/>
                          <a:ext cx="128" cy="192"/>
                        </a:xfrm>
                        <a:prstGeom prst="rect">
                          <a:avLst/>
                        </a:prstGeom>
                        <a:noFill/>
                        <a:ln w="38100">
                          <a:noFill/>
                          <a:miter/>
                        </a:ln>
                      </p:spPr>
                    </p:pic>
                  </p:oleObj>
                </mc:Fallback>
              </mc:AlternateContent>
            </a:graphicData>
          </a:graphic>
        </p:graphicFrame>
        <p:sp>
          <p:nvSpPr>
            <p:cNvPr id="75784" name="椭圆 574472"/>
            <p:cNvSpPr/>
            <p:nvPr/>
          </p:nvSpPr>
          <p:spPr>
            <a:xfrm>
              <a:off x="3840" y="2880"/>
              <a:ext cx="864" cy="864"/>
            </a:xfrm>
            <a:prstGeom prst="ellipse">
              <a:avLst/>
            </a:prstGeom>
            <a:noFill/>
            <a:ln w="25400" cap="sq" cmpd="sng">
              <a:solidFill>
                <a:schemeClr val="tx1"/>
              </a:solidFill>
              <a:prstDash val="solid"/>
              <a:round/>
              <a:headEnd type="none" w="sm" len="sm"/>
              <a:tailEnd type="none" w="sm" len="sm"/>
            </a:ln>
          </p:spPr>
          <p:txBody>
            <a:bodyPr anchor="t" anchorCtr="0"/>
            <a:lstStyle/>
            <a:p>
              <a:endParaRPr lang="zh-CN" altLang="en-US">
                <a:latin typeface="Arial" panose="020B0604020202020204" pitchFamily="34" charset="0"/>
                <a:ea typeface="宋体" panose="02010600030101010101" pitchFamily="2" charset="-122"/>
              </a:endParaRPr>
            </a:p>
          </p:txBody>
        </p:sp>
        <p:grpSp>
          <p:nvGrpSpPr>
            <p:cNvPr id="75785" name="组合 574473"/>
            <p:cNvGrpSpPr/>
            <p:nvPr/>
          </p:nvGrpSpPr>
          <p:grpSpPr>
            <a:xfrm>
              <a:off x="4556" y="2994"/>
              <a:ext cx="90" cy="102"/>
              <a:chOff x="1536" y="1728"/>
              <a:chExt cx="71" cy="78"/>
            </a:xfrm>
          </p:grpSpPr>
          <p:sp>
            <p:nvSpPr>
              <p:cNvPr id="75786" name="直接连接符 574474"/>
              <p:cNvSpPr/>
              <p:nvPr/>
            </p:nvSpPr>
            <p:spPr>
              <a:xfrm>
                <a:off x="1536" y="1728"/>
                <a:ext cx="67" cy="62"/>
              </a:xfrm>
              <a:prstGeom prst="line">
                <a:avLst/>
              </a:prstGeom>
              <a:ln w="25400" cap="sq" cmpd="sng">
                <a:solidFill>
                  <a:schemeClr val="tx1"/>
                </a:solidFill>
                <a:prstDash val="solid"/>
                <a:round/>
                <a:headEnd type="none" w="sm" len="sm"/>
                <a:tailEnd type="none" w="sm" len="sm"/>
              </a:ln>
            </p:spPr>
          </p:sp>
          <p:sp>
            <p:nvSpPr>
              <p:cNvPr id="75787" name="直接连接符 574475"/>
              <p:cNvSpPr/>
              <p:nvPr/>
            </p:nvSpPr>
            <p:spPr>
              <a:xfrm>
                <a:off x="1536" y="1728"/>
                <a:ext cx="59" cy="74"/>
              </a:xfrm>
              <a:prstGeom prst="line">
                <a:avLst/>
              </a:prstGeom>
              <a:ln w="25400" cap="sq" cmpd="sng">
                <a:solidFill>
                  <a:schemeClr val="tx1"/>
                </a:solidFill>
                <a:prstDash val="solid"/>
                <a:round/>
                <a:headEnd type="none" w="sm" len="sm"/>
                <a:tailEnd type="none" w="sm" len="sm"/>
              </a:ln>
            </p:spPr>
          </p:sp>
          <p:sp>
            <p:nvSpPr>
              <p:cNvPr id="75788" name="直接连接符 574476"/>
              <p:cNvSpPr/>
              <p:nvPr/>
            </p:nvSpPr>
            <p:spPr>
              <a:xfrm>
                <a:off x="1536" y="1728"/>
                <a:ext cx="71" cy="59"/>
              </a:xfrm>
              <a:prstGeom prst="line">
                <a:avLst/>
              </a:prstGeom>
              <a:ln w="25400" cap="sq" cmpd="sng">
                <a:solidFill>
                  <a:schemeClr val="tx1"/>
                </a:solidFill>
                <a:prstDash val="solid"/>
                <a:round/>
                <a:headEnd type="none" w="sm" len="sm"/>
                <a:tailEnd type="none" w="sm" len="sm"/>
              </a:ln>
            </p:spPr>
          </p:sp>
          <p:sp>
            <p:nvSpPr>
              <p:cNvPr id="75789" name="直接连接符 574477"/>
              <p:cNvSpPr/>
              <p:nvPr/>
            </p:nvSpPr>
            <p:spPr>
              <a:xfrm>
                <a:off x="1536" y="1728"/>
                <a:ext cx="53" cy="78"/>
              </a:xfrm>
              <a:prstGeom prst="line">
                <a:avLst/>
              </a:prstGeom>
              <a:ln w="25400" cap="sq" cmpd="sng">
                <a:solidFill>
                  <a:schemeClr val="tx1"/>
                </a:solidFill>
                <a:prstDash val="solid"/>
                <a:round/>
                <a:headEnd type="none" w="sm" len="sm"/>
                <a:tailEnd type="none" w="sm" len="sm"/>
              </a:ln>
            </p:spPr>
          </p:sp>
        </p:grpSp>
        <p:graphicFrame>
          <p:nvGraphicFramePr>
            <p:cNvPr id="75790" name="对象 574478"/>
            <p:cNvGraphicFramePr/>
            <p:nvPr/>
          </p:nvGraphicFramePr>
          <p:xfrm>
            <a:off x="4572" y="2850"/>
            <a:ext cx="132" cy="144"/>
          </p:xfrm>
          <a:graphic>
            <a:graphicData uri="http://schemas.openxmlformats.org/presentationml/2006/ole">
              <mc:AlternateContent xmlns:mc="http://schemas.openxmlformats.org/markup-compatibility/2006">
                <mc:Choice xmlns:v="urn:schemas-microsoft-com:vml" Requires="v">
                  <p:oleObj r:id="rId8" imgW="279400" imgH="304800" progId="Equation.DSMT4">
                    <p:embed/>
                  </p:oleObj>
                </mc:Choice>
                <mc:Fallback>
                  <p:oleObj r:id="rId8" imgW="279400" imgH="304800" progId="Equation.DSMT4">
                    <p:embed/>
                    <p:pic>
                      <p:nvPicPr>
                        <p:cNvPr id="0" name="图片 3309"/>
                        <p:cNvPicPr/>
                        <p:nvPr/>
                      </p:nvPicPr>
                      <p:blipFill>
                        <a:blip r:embed="rId9">
                          <a:lum bright="-100000"/>
                        </a:blip>
                        <a:stretch>
                          <a:fillRect/>
                        </a:stretch>
                      </p:blipFill>
                      <p:spPr>
                        <a:xfrm>
                          <a:off x="4572" y="2850"/>
                          <a:ext cx="132" cy="144"/>
                        </a:xfrm>
                        <a:prstGeom prst="rect">
                          <a:avLst/>
                        </a:prstGeom>
                        <a:noFill/>
                        <a:ln w="38100">
                          <a:noFill/>
                          <a:miter/>
                        </a:ln>
                      </p:spPr>
                    </p:pic>
                  </p:oleObj>
                </mc:Fallback>
              </mc:AlternateContent>
            </a:graphicData>
          </a:graphic>
        </p:graphicFrame>
        <p:grpSp>
          <p:nvGrpSpPr>
            <p:cNvPr id="75791" name="组合 574479"/>
            <p:cNvGrpSpPr/>
            <p:nvPr/>
          </p:nvGrpSpPr>
          <p:grpSpPr>
            <a:xfrm>
              <a:off x="4864" y="2387"/>
              <a:ext cx="92" cy="157"/>
              <a:chOff x="4743" y="1344"/>
              <a:chExt cx="92" cy="157"/>
            </a:xfrm>
          </p:grpSpPr>
          <p:sp>
            <p:nvSpPr>
              <p:cNvPr id="75792" name="直接连接符 574480"/>
              <p:cNvSpPr/>
              <p:nvPr/>
            </p:nvSpPr>
            <p:spPr>
              <a:xfrm flipH="1">
                <a:off x="4743" y="1349"/>
                <a:ext cx="90" cy="133"/>
              </a:xfrm>
              <a:prstGeom prst="line">
                <a:avLst/>
              </a:prstGeom>
              <a:ln w="25400" cap="sq" cmpd="sng">
                <a:solidFill>
                  <a:srgbClr val="FF9900"/>
                </a:solidFill>
                <a:prstDash val="solid"/>
                <a:round/>
                <a:headEnd type="none" w="sm" len="sm"/>
                <a:tailEnd type="none" w="sm" len="sm"/>
              </a:ln>
            </p:spPr>
          </p:sp>
          <p:sp>
            <p:nvSpPr>
              <p:cNvPr id="75793" name="直接连接符 574481"/>
              <p:cNvSpPr/>
              <p:nvPr/>
            </p:nvSpPr>
            <p:spPr>
              <a:xfrm>
                <a:off x="4752" y="1344"/>
                <a:ext cx="83" cy="157"/>
              </a:xfrm>
              <a:prstGeom prst="line">
                <a:avLst/>
              </a:prstGeom>
              <a:ln w="25400" cap="sq" cmpd="sng">
                <a:solidFill>
                  <a:srgbClr val="FF9900"/>
                </a:solidFill>
                <a:prstDash val="solid"/>
                <a:round/>
                <a:headEnd type="none" w="sm" len="sm"/>
                <a:tailEnd type="none" w="sm" len="sm"/>
              </a:ln>
            </p:spPr>
          </p:sp>
        </p:grpSp>
        <p:graphicFrame>
          <p:nvGraphicFramePr>
            <p:cNvPr id="75794" name="对象 574482"/>
            <p:cNvGraphicFramePr/>
            <p:nvPr/>
          </p:nvGraphicFramePr>
          <p:xfrm>
            <a:off x="5000" y="2256"/>
            <a:ext cx="280" cy="240"/>
          </p:xfrm>
          <a:graphic>
            <a:graphicData uri="http://schemas.openxmlformats.org/presentationml/2006/ole">
              <mc:AlternateContent xmlns:mc="http://schemas.openxmlformats.org/markup-compatibility/2006">
                <mc:Choice xmlns:v="urn:schemas-microsoft-com:vml" Requires="v">
                  <p:oleObj r:id="rId10" imgW="444500" imgH="381000" progId="Equation.DSMT4">
                    <p:embed/>
                  </p:oleObj>
                </mc:Choice>
                <mc:Fallback>
                  <p:oleObj r:id="rId10" imgW="444500" imgH="381000" progId="Equation.DSMT4">
                    <p:embed/>
                    <p:pic>
                      <p:nvPicPr>
                        <p:cNvPr id="0" name="图片 3320"/>
                        <p:cNvPicPr/>
                        <p:nvPr/>
                      </p:nvPicPr>
                      <p:blipFill>
                        <a:blip r:embed="rId11">
                          <a:lum bright="-100000"/>
                        </a:blip>
                        <a:stretch>
                          <a:fillRect/>
                        </a:stretch>
                      </p:blipFill>
                      <p:spPr>
                        <a:xfrm>
                          <a:off x="5000" y="2256"/>
                          <a:ext cx="280" cy="240"/>
                        </a:xfrm>
                        <a:prstGeom prst="rect">
                          <a:avLst/>
                        </a:prstGeom>
                        <a:noFill/>
                        <a:ln w="38100">
                          <a:noFill/>
                          <a:miter/>
                        </a:ln>
                      </p:spPr>
                    </p:pic>
                  </p:oleObj>
                </mc:Fallback>
              </mc:AlternateContent>
            </a:graphicData>
          </a:graphic>
        </p:graphicFrame>
        <p:grpSp>
          <p:nvGrpSpPr>
            <p:cNvPr id="75795" name="组合 574483"/>
            <p:cNvGrpSpPr/>
            <p:nvPr/>
          </p:nvGrpSpPr>
          <p:grpSpPr>
            <a:xfrm>
              <a:off x="4560" y="3875"/>
              <a:ext cx="92" cy="157"/>
              <a:chOff x="4743" y="1344"/>
              <a:chExt cx="92" cy="157"/>
            </a:xfrm>
          </p:grpSpPr>
          <p:sp>
            <p:nvSpPr>
              <p:cNvPr id="75796" name="直接连接符 574484"/>
              <p:cNvSpPr/>
              <p:nvPr/>
            </p:nvSpPr>
            <p:spPr>
              <a:xfrm flipH="1">
                <a:off x="4743" y="1349"/>
                <a:ext cx="90" cy="133"/>
              </a:xfrm>
              <a:prstGeom prst="line">
                <a:avLst/>
              </a:prstGeom>
              <a:ln w="25400" cap="sq" cmpd="sng">
                <a:solidFill>
                  <a:srgbClr val="FF9900"/>
                </a:solidFill>
                <a:prstDash val="solid"/>
                <a:round/>
                <a:headEnd type="none" w="sm" len="sm"/>
                <a:tailEnd type="none" w="sm" len="sm"/>
              </a:ln>
            </p:spPr>
          </p:sp>
          <p:sp>
            <p:nvSpPr>
              <p:cNvPr id="75797" name="直接连接符 574485"/>
              <p:cNvSpPr/>
              <p:nvPr/>
            </p:nvSpPr>
            <p:spPr>
              <a:xfrm>
                <a:off x="4752" y="1344"/>
                <a:ext cx="83" cy="157"/>
              </a:xfrm>
              <a:prstGeom prst="line">
                <a:avLst/>
              </a:prstGeom>
              <a:ln w="25400" cap="sq" cmpd="sng">
                <a:solidFill>
                  <a:srgbClr val="FF9900"/>
                </a:solidFill>
                <a:prstDash val="solid"/>
                <a:round/>
                <a:headEnd type="none" w="sm" len="sm"/>
                <a:tailEnd type="none" w="sm" len="sm"/>
              </a:ln>
            </p:spPr>
          </p:sp>
        </p:grpSp>
        <p:graphicFrame>
          <p:nvGraphicFramePr>
            <p:cNvPr id="75798" name="对象 574486"/>
            <p:cNvGraphicFramePr/>
            <p:nvPr/>
          </p:nvGraphicFramePr>
          <p:xfrm>
            <a:off x="4688" y="3936"/>
            <a:ext cx="144" cy="144"/>
          </p:xfrm>
          <a:graphic>
            <a:graphicData uri="http://schemas.openxmlformats.org/presentationml/2006/ole">
              <mc:AlternateContent xmlns:mc="http://schemas.openxmlformats.org/markup-compatibility/2006">
                <mc:Choice xmlns:v="urn:schemas-microsoft-com:vml" Requires="v">
                  <p:oleObj r:id="rId12" imgW="228600" imgH="228600" progId="Equation.DSMT4">
                    <p:embed/>
                  </p:oleObj>
                </mc:Choice>
                <mc:Fallback>
                  <p:oleObj r:id="rId12" imgW="228600" imgH="228600" progId="Equation.DSMT4">
                    <p:embed/>
                    <p:pic>
                      <p:nvPicPr>
                        <p:cNvPr id="0" name="图片 3317"/>
                        <p:cNvPicPr/>
                        <p:nvPr/>
                      </p:nvPicPr>
                      <p:blipFill>
                        <a:blip r:embed="rId13">
                          <a:lum bright="-100000"/>
                        </a:blip>
                        <a:stretch>
                          <a:fillRect/>
                        </a:stretch>
                      </p:blipFill>
                      <p:spPr>
                        <a:xfrm>
                          <a:off x="4688" y="3936"/>
                          <a:ext cx="144" cy="144"/>
                        </a:xfrm>
                        <a:prstGeom prst="rect">
                          <a:avLst/>
                        </a:prstGeom>
                        <a:noFill/>
                        <a:ln w="38100">
                          <a:noFill/>
                          <a:miter/>
                        </a:ln>
                      </p:spPr>
                    </p:pic>
                  </p:oleObj>
                </mc:Fallback>
              </mc:AlternateContent>
            </a:graphicData>
          </a:graphic>
        </p:graphicFrame>
      </p:grpSp>
      <p:graphicFrame>
        <p:nvGraphicFramePr>
          <p:cNvPr id="75799" name="对象 574487"/>
          <p:cNvGraphicFramePr/>
          <p:nvPr/>
        </p:nvGraphicFramePr>
        <p:xfrm>
          <a:off x="1042988" y="692150"/>
          <a:ext cx="1169987" cy="396875"/>
        </p:xfrm>
        <a:graphic>
          <a:graphicData uri="http://schemas.openxmlformats.org/presentationml/2006/ole">
            <mc:AlternateContent xmlns:mc="http://schemas.openxmlformats.org/markup-compatibility/2006">
              <mc:Choice xmlns:v="urn:schemas-microsoft-com:vml" Requires="v">
                <p:oleObj r:id="rId14" imgW="1421765" imgH="482600" progId="Equation.DSMT4">
                  <p:embed/>
                </p:oleObj>
              </mc:Choice>
              <mc:Fallback>
                <p:oleObj r:id="rId14" imgW="1421765" imgH="482600" progId="Equation.DSMT4">
                  <p:embed/>
                  <p:pic>
                    <p:nvPicPr>
                      <p:cNvPr id="0" name="图片 3321"/>
                      <p:cNvPicPr/>
                      <p:nvPr/>
                    </p:nvPicPr>
                    <p:blipFill>
                      <a:blip r:embed="rId15">
                        <a:lum bright="-100000"/>
                      </a:blip>
                      <a:stretch>
                        <a:fillRect/>
                      </a:stretch>
                    </p:blipFill>
                    <p:spPr>
                      <a:xfrm>
                        <a:off x="1042988" y="692150"/>
                        <a:ext cx="1169987" cy="396875"/>
                      </a:xfrm>
                      <a:prstGeom prst="rect">
                        <a:avLst/>
                      </a:prstGeom>
                      <a:noFill/>
                      <a:ln w="38100">
                        <a:noFill/>
                        <a:miter/>
                      </a:ln>
                    </p:spPr>
                  </p:pic>
                </p:oleObj>
              </mc:Fallback>
            </mc:AlternateContent>
          </a:graphicData>
        </a:graphic>
      </p:graphicFrame>
      <p:grpSp>
        <p:nvGrpSpPr>
          <p:cNvPr id="75800" name="组合 574488"/>
          <p:cNvGrpSpPr/>
          <p:nvPr/>
        </p:nvGrpSpPr>
        <p:grpSpPr>
          <a:xfrm>
            <a:off x="1104900" y="1355725"/>
            <a:ext cx="3957638" cy="344488"/>
            <a:chOff x="696" y="720"/>
            <a:chExt cx="3048" cy="264"/>
          </a:xfrm>
        </p:grpSpPr>
        <p:graphicFrame>
          <p:nvGraphicFramePr>
            <p:cNvPr id="75801" name="对象 574489"/>
            <p:cNvGraphicFramePr/>
            <p:nvPr/>
          </p:nvGraphicFramePr>
          <p:xfrm>
            <a:off x="696" y="720"/>
            <a:ext cx="880" cy="240"/>
          </p:xfrm>
          <a:graphic>
            <a:graphicData uri="http://schemas.openxmlformats.org/presentationml/2006/ole">
              <mc:AlternateContent xmlns:mc="http://schemas.openxmlformats.org/markup-compatibility/2006">
                <mc:Choice xmlns:v="urn:schemas-microsoft-com:vml" Requires="v">
                  <p:oleObj r:id="rId16" imgW="1397000" imgH="381000" progId="Equation.DSMT4">
                    <p:embed/>
                  </p:oleObj>
                </mc:Choice>
                <mc:Fallback>
                  <p:oleObj r:id="rId16" imgW="1397000" imgH="381000" progId="Equation.DSMT4">
                    <p:embed/>
                    <p:pic>
                      <p:nvPicPr>
                        <p:cNvPr id="0" name="图片 3322"/>
                        <p:cNvPicPr/>
                        <p:nvPr/>
                      </p:nvPicPr>
                      <p:blipFill>
                        <a:blip r:embed="rId17">
                          <a:lum bright="-100000"/>
                        </a:blip>
                        <a:stretch>
                          <a:fillRect/>
                        </a:stretch>
                      </p:blipFill>
                      <p:spPr>
                        <a:xfrm>
                          <a:off x="696" y="720"/>
                          <a:ext cx="880" cy="240"/>
                        </a:xfrm>
                        <a:prstGeom prst="rect">
                          <a:avLst/>
                        </a:prstGeom>
                        <a:noFill/>
                        <a:ln w="38100">
                          <a:noFill/>
                          <a:miter/>
                        </a:ln>
                      </p:spPr>
                    </p:pic>
                  </p:oleObj>
                </mc:Fallback>
              </mc:AlternateContent>
            </a:graphicData>
          </a:graphic>
        </p:graphicFrame>
        <p:graphicFrame>
          <p:nvGraphicFramePr>
            <p:cNvPr id="75802" name="对象 574490"/>
            <p:cNvGraphicFramePr/>
            <p:nvPr/>
          </p:nvGraphicFramePr>
          <p:xfrm>
            <a:off x="1656" y="720"/>
            <a:ext cx="2088" cy="264"/>
          </p:xfrm>
          <a:graphic>
            <a:graphicData uri="http://schemas.openxmlformats.org/presentationml/2006/ole">
              <mc:AlternateContent xmlns:mc="http://schemas.openxmlformats.org/markup-compatibility/2006">
                <mc:Choice xmlns:v="urn:schemas-microsoft-com:vml" Requires="v">
                  <p:oleObj r:id="rId18" imgW="3314700" imgH="419100" progId="Equation.DSMT4">
                    <p:embed/>
                  </p:oleObj>
                </mc:Choice>
                <mc:Fallback>
                  <p:oleObj r:id="rId18" imgW="3314700" imgH="419100" progId="Equation.DSMT4">
                    <p:embed/>
                    <p:pic>
                      <p:nvPicPr>
                        <p:cNvPr id="0" name="图片 3323"/>
                        <p:cNvPicPr/>
                        <p:nvPr/>
                      </p:nvPicPr>
                      <p:blipFill>
                        <a:blip r:embed="rId19">
                          <a:lum bright="-100000"/>
                        </a:blip>
                        <a:stretch>
                          <a:fillRect/>
                        </a:stretch>
                      </p:blipFill>
                      <p:spPr>
                        <a:xfrm>
                          <a:off x="1656" y="720"/>
                          <a:ext cx="2088" cy="264"/>
                        </a:xfrm>
                        <a:prstGeom prst="rect">
                          <a:avLst/>
                        </a:prstGeom>
                        <a:noFill/>
                        <a:ln w="38100">
                          <a:noFill/>
                          <a:miter/>
                        </a:ln>
                      </p:spPr>
                    </p:pic>
                  </p:oleObj>
                </mc:Fallback>
              </mc:AlternateContent>
            </a:graphicData>
          </a:graphic>
        </p:graphicFrame>
      </p:grpSp>
      <p:graphicFrame>
        <p:nvGraphicFramePr>
          <p:cNvPr id="75803" name="对象 574491"/>
          <p:cNvGraphicFramePr/>
          <p:nvPr/>
        </p:nvGraphicFramePr>
        <p:xfrm>
          <a:off x="2627313" y="1916113"/>
          <a:ext cx="1252537" cy="344487"/>
        </p:xfrm>
        <a:graphic>
          <a:graphicData uri="http://schemas.openxmlformats.org/presentationml/2006/ole">
            <mc:AlternateContent xmlns:mc="http://schemas.openxmlformats.org/markup-compatibility/2006">
              <mc:Choice xmlns:v="urn:schemas-microsoft-com:vml" Requires="v">
                <p:oleObj r:id="rId20" imgW="1524000" imgH="419100" progId="Equation.DSMT4">
                  <p:embed/>
                </p:oleObj>
              </mc:Choice>
              <mc:Fallback>
                <p:oleObj r:id="rId20" imgW="1524000" imgH="419100" progId="Equation.DSMT4">
                  <p:embed/>
                  <p:pic>
                    <p:nvPicPr>
                      <p:cNvPr id="0" name="图片 3324"/>
                      <p:cNvPicPr/>
                      <p:nvPr/>
                    </p:nvPicPr>
                    <p:blipFill>
                      <a:blip r:embed="rId21">
                        <a:lum bright="-100000"/>
                      </a:blip>
                      <a:stretch>
                        <a:fillRect/>
                      </a:stretch>
                    </p:blipFill>
                    <p:spPr>
                      <a:xfrm>
                        <a:off x="2627313" y="1916113"/>
                        <a:ext cx="1252537" cy="344487"/>
                      </a:xfrm>
                      <a:prstGeom prst="rect">
                        <a:avLst/>
                      </a:prstGeom>
                      <a:noFill/>
                      <a:ln w="38100">
                        <a:noFill/>
                        <a:miter/>
                      </a:ln>
                    </p:spPr>
                  </p:pic>
                </p:oleObj>
              </mc:Fallback>
            </mc:AlternateContent>
          </a:graphicData>
        </a:graphic>
      </p:graphicFrame>
      <p:grpSp>
        <p:nvGrpSpPr>
          <p:cNvPr id="75804" name="组合 574492"/>
          <p:cNvGrpSpPr/>
          <p:nvPr/>
        </p:nvGrpSpPr>
        <p:grpSpPr>
          <a:xfrm>
            <a:off x="1143000" y="2492375"/>
            <a:ext cx="4508500" cy="344488"/>
            <a:chOff x="720" y="1584"/>
            <a:chExt cx="3472" cy="264"/>
          </a:xfrm>
        </p:grpSpPr>
        <p:graphicFrame>
          <p:nvGraphicFramePr>
            <p:cNvPr id="75805" name="对象 574493"/>
            <p:cNvGraphicFramePr/>
            <p:nvPr/>
          </p:nvGraphicFramePr>
          <p:xfrm>
            <a:off x="720" y="1584"/>
            <a:ext cx="880" cy="240"/>
          </p:xfrm>
          <a:graphic>
            <a:graphicData uri="http://schemas.openxmlformats.org/presentationml/2006/ole">
              <mc:AlternateContent xmlns:mc="http://schemas.openxmlformats.org/markup-compatibility/2006">
                <mc:Choice xmlns:v="urn:schemas-microsoft-com:vml" Requires="v">
                  <p:oleObj r:id="rId22" imgW="1396365" imgH="381000" progId="Equation.DSMT4">
                    <p:embed/>
                  </p:oleObj>
                </mc:Choice>
                <mc:Fallback>
                  <p:oleObj r:id="rId22" imgW="1396365" imgH="381000" progId="Equation.DSMT4">
                    <p:embed/>
                    <p:pic>
                      <p:nvPicPr>
                        <p:cNvPr id="0" name="图片 3337"/>
                        <p:cNvPicPr/>
                        <p:nvPr/>
                      </p:nvPicPr>
                      <p:blipFill>
                        <a:blip r:embed="rId23">
                          <a:lum bright="-100000"/>
                        </a:blip>
                        <a:stretch>
                          <a:fillRect/>
                        </a:stretch>
                      </p:blipFill>
                      <p:spPr>
                        <a:xfrm>
                          <a:off x="720" y="1584"/>
                          <a:ext cx="880" cy="240"/>
                        </a:xfrm>
                        <a:prstGeom prst="rect">
                          <a:avLst/>
                        </a:prstGeom>
                        <a:noFill/>
                        <a:ln w="38100">
                          <a:noFill/>
                          <a:miter/>
                        </a:ln>
                      </p:spPr>
                    </p:pic>
                  </p:oleObj>
                </mc:Fallback>
              </mc:AlternateContent>
            </a:graphicData>
          </a:graphic>
        </p:graphicFrame>
        <p:graphicFrame>
          <p:nvGraphicFramePr>
            <p:cNvPr id="75806" name="对象 574494"/>
            <p:cNvGraphicFramePr/>
            <p:nvPr/>
          </p:nvGraphicFramePr>
          <p:xfrm>
            <a:off x="1680" y="1584"/>
            <a:ext cx="2512" cy="264"/>
          </p:xfrm>
          <a:graphic>
            <a:graphicData uri="http://schemas.openxmlformats.org/presentationml/2006/ole">
              <mc:AlternateContent xmlns:mc="http://schemas.openxmlformats.org/markup-compatibility/2006">
                <mc:Choice xmlns:v="urn:schemas-microsoft-com:vml" Requires="v">
                  <p:oleObj r:id="rId24" imgW="3987800" imgH="419100" progId="Equation.DSMT4">
                    <p:embed/>
                  </p:oleObj>
                </mc:Choice>
                <mc:Fallback>
                  <p:oleObj r:id="rId24" imgW="3987800" imgH="419100" progId="Equation.DSMT4">
                    <p:embed/>
                    <p:pic>
                      <p:nvPicPr>
                        <p:cNvPr id="0" name="图片 3333"/>
                        <p:cNvPicPr/>
                        <p:nvPr/>
                      </p:nvPicPr>
                      <p:blipFill>
                        <a:blip r:embed="rId25">
                          <a:lum bright="-100000"/>
                        </a:blip>
                        <a:stretch>
                          <a:fillRect/>
                        </a:stretch>
                      </p:blipFill>
                      <p:spPr>
                        <a:xfrm>
                          <a:off x="1680" y="1584"/>
                          <a:ext cx="2512" cy="264"/>
                        </a:xfrm>
                        <a:prstGeom prst="rect">
                          <a:avLst/>
                        </a:prstGeom>
                        <a:noFill/>
                        <a:ln w="38100">
                          <a:noFill/>
                          <a:miter/>
                        </a:ln>
                      </p:spPr>
                    </p:pic>
                  </p:oleObj>
                </mc:Fallback>
              </mc:AlternateContent>
            </a:graphicData>
          </a:graphic>
        </p:graphicFrame>
      </p:grpSp>
      <p:graphicFrame>
        <p:nvGraphicFramePr>
          <p:cNvPr id="75807" name="对象 574495"/>
          <p:cNvGraphicFramePr/>
          <p:nvPr/>
        </p:nvGraphicFramePr>
        <p:xfrm>
          <a:off x="1187450" y="3100388"/>
          <a:ext cx="3671888" cy="762000"/>
        </p:xfrm>
        <a:graphic>
          <a:graphicData uri="http://schemas.openxmlformats.org/presentationml/2006/ole">
            <mc:AlternateContent xmlns:mc="http://schemas.openxmlformats.org/markup-compatibility/2006">
              <mc:Choice xmlns:v="urn:schemas-microsoft-com:vml" Requires="v">
                <p:oleObj r:id="rId26" imgW="4648200" imgH="965200" progId="Equation.DSMT4">
                  <p:embed/>
                </p:oleObj>
              </mc:Choice>
              <mc:Fallback>
                <p:oleObj r:id="rId26" imgW="4648200" imgH="965200" progId="Equation.DSMT4">
                  <p:embed/>
                  <p:pic>
                    <p:nvPicPr>
                      <p:cNvPr id="0" name="图片 3332"/>
                      <p:cNvPicPr/>
                      <p:nvPr/>
                    </p:nvPicPr>
                    <p:blipFill>
                      <a:blip r:embed="rId27">
                        <a:lum bright="-100000"/>
                      </a:blip>
                      <a:stretch>
                        <a:fillRect/>
                      </a:stretch>
                    </p:blipFill>
                    <p:spPr>
                      <a:xfrm>
                        <a:off x="1187450" y="3100388"/>
                        <a:ext cx="3671888" cy="762000"/>
                      </a:xfrm>
                      <a:prstGeom prst="rect">
                        <a:avLst/>
                      </a:prstGeom>
                      <a:noFill/>
                      <a:ln w="38100">
                        <a:noFill/>
                        <a:miter/>
                      </a:ln>
                    </p:spPr>
                  </p:pic>
                </p:oleObj>
              </mc:Fallback>
            </mc:AlternateContent>
          </a:graphicData>
        </a:graphic>
      </p:graphicFrame>
      <p:graphicFrame>
        <p:nvGraphicFramePr>
          <p:cNvPr id="75808" name="对象 574496"/>
          <p:cNvGraphicFramePr/>
          <p:nvPr/>
        </p:nvGraphicFramePr>
        <p:xfrm>
          <a:off x="1258888" y="4149725"/>
          <a:ext cx="4543425" cy="396875"/>
        </p:xfrm>
        <a:graphic>
          <a:graphicData uri="http://schemas.openxmlformats.org/presentationml/2006/ole">
            <mc:AlternateContent xmlns:mc="http://schemas.openxmlformats.org/markup-compatibility/2006">
              <mc:Choice xmlns:v="urn:schemas-microsoft-com:vml" Requires="v">
                <p:oleObj r:id="rId28" imgW="5521960" imgH="482600" progId="Equation.DSMT4">
                  <p:embed/>
                </p:oleObj>
              </mc:Choice>
              <mc:Fallback>
                <p:oleObj r:id="rId28" imgW="5521960" imgH="482600" progId="Equation.DSMT4">
                  <p:embed/>
                  <p:pic>
                    <p:nvPicPr>
                      <p:cNvPr id="0" name="图片 3331"/>
                      <p:cNvPicPr/>
                      <p:nvPr/>
                    </p:nvPicPr>
                    <p:blipFill>
                      <a:blip r:embed="rId29">
                        <a:lum bright="-100000"/>
                      </a:blip>
                      <a:stretch>
                        <a:fillRect/>
                      </a:stretch>
                    </p:blipFill>
                    <p:spPr>
                      <a:xfrm>
                        <a:off x="1258888" y="4149725"/>
                        <a:ext cx="4543425" cy="396875"/>
                      </a:xfrm>
                      <a:prstGeom prst="rect">
                        <a:avLst/>
                      </a:prstGeom>
                      <a:noFill/>
                      <a:ln w="38100">
                        <a:noFill/>
                        <a:miter/>
                      </a:ln>
                    </p:spPr>
                  </p:pic>
                </p:oleObj>
              </mc:Fallback>
            </mc:AlternateContent>
          </a:graphicData>
        </a:graphic>
      </p:graphicFrame>
      <p:graphicFrame>
        <p:nvGraphicFramePr>
          <p:cNvPr id="75809" name="对象 574497"/>
          <p:cNvGraphicFramePr/>
          <p:nvPr/>
        </p:nvGraphicFramePr>
        <p:xfrm>
          <a:off x="1908175" y="4797425"/>
          <a:ext cx="2962275" cy="365125"/>
        </p:xfrm>
        <a:graphic>
          <a:graphicData uri="http://schemas.openxmlformats.org/presentationml/2006/ole">
            <mc:AlternateContent xmlns:mc="http://schemas.openxmlformats.org/markup-compatibility/2006">
              <mc:Choice xmlns:v="urn:schemas-microsoft-com:vml" Requires="v">
                <p:oleObj r:id="rId30" imgW="3605530" imgH="444500" progId="Equation.DSMT4">
                  <p:embed/>
                </p:oleObj>
              </mc:Choice>
              <mc:Fallback>
                <p:oleObj r:id="rId30" imgW="3605530" imgH="444500" progId="Equation.DSMT4">
                  <p:embed/>
                  <p:pic>
                    <p:nvPicPr>
                      <p:cNvPr id="0" name="图片 3339"/>
                      <p:cNvPicPr/>
                      <p:nvPr/>
                    </p:nvPicPr>
                    <p:blipFill>
                      <a:blip r:embed="rId31">
                        <a:lum bright="-100000"/>
                      </a:blip>
                      <a:stretch>
                        <a:fillRect/>
                      </a:stretch>
                    </p:blipFill>
                    <p:spPr>
                      <a:xfrm>
                        <a:off x="1908175" y="4797425"/>
                        <a:ext cx="2962275" cy="365125"/>
                      </a:xfrm>
                      <a:prstGeom prst="rect">
                        <a:avLst/>
                      </a:prstGeom>
                      <a:noFill/>
                      <a:ln w="38100">
                        <a:noFill/>
                        <a:miter/>
                      </a:ln>
                    </p:spPr>
                  </p:pic>
                </p:oleObj>
              </mc:Fallback>
            </mc:AlternateContent>
          </a:graphicData>
        </a:graphic>
      </p:graphicFrame>
      <p:graphicFrame>
        <p:nvGraphicFramePr>
          <p:cNvPr id="75810" name="对象 574498"/>
          <p:cNvGraphicFramePr/>
          <p:nvPr/>
        </p:nvGraphicFramePr>
        <p:xfrm>
          <a:off x="1258888" y="5516563"/>
          <a:ext cx="3275012" cy="365125"/>
        </p:xfrm>
        <a:graphic>
          <a:graphicData uri="http://schemas.openxmlformats.org/presentationml/2006/ole">
            <mc:AlternateContent xmlns:mc="http://schemas.openxmlformats.org/markup-compatibility/2006">
              <mc:Choice xmlns:v="urn:schemas-microsoft-com:vml" Requires="v">
                <p:oleObj r:id="rId32" imgW="3985895" imgH="444500" progId="Equation.DSMT4">
                  <p:embed/>
                </p:oleObj>
              </mc:Choice>
              <mc:Fallback>
                <p:oleObj r:id="rId32" imgW="3985895" imgH="444500" progId="Equation.DSMT4">
                  <p:embed/>
                  <p:pic>
                    <p:nvPicPr>
                      <p:cNvPr id="0" name="图片 3327"/>
                      <p:cNvPicPr/>
                      <p:nvPr/>
                    </p:nvPicPr>
                    <p:blipFill>
                      <a:blip r:embed="rId33">
                        <a:lum bright="-100000"/>
                      </a:blip>
                      <a:stretch>
                        <a:fillRect/>
                      </a:stretch>
                    </p:blipFill>
                    <p:spPr>
                      <a:xfrm>
                        <a:off x="1258888" y="5516563"/>
                        <a:ext cx="3275012" cy="365125"/>
                      </a:xfrm>
                      <a:prstGeom prst="rect">
                        <a:avLst/>
                      </a:prstGeom>
                      <a:noFill/>
                      <a:ln w="38100">
                        <a:noFill/>
                        <a:miter/>
                      </a:ln>
                    </p:spPr>
                  </p:pic>
                </p:oleObj>
              </mc:Fallback>
            </mc:AlternateContent>
          </a:graphicData>
        </a:graphic>
      </p:graphicFrame>
      <p:grpSp>
        <p:nvGrpSpPr>
          <p:cNvPr id="75811" name="组合 574499"/>
          <p:cNvGrpSpPr/>
          <p:nvPr/>
        </p:nvGrpSpPr>
        <p:grpSpPr>
          <a:xfrm>
            <a:off x="7010400" y="1473200"/>
            <a:ext cx="157163" cy="203200"/>
            <a:chOff x="4743" y="1344"/>
            <a:chExt cx="92" cy="157"/>
          </a:xfrm>
        </p:grpSpPr>
        <p:sp>
          <p:nvSpPr>
            <p:cNvPr id="75812" name="直接连接符 574500"/>
            <p:cNvSpPr/>
            <p:nvPr/>
          </p:nvSpPr>
          <p:spPr>
            <a:xfrm flipH="1">
              <a:off x="4743" y="1349"/>
              <a:ext cx="90" cy="133"/>
            </a:xfrm>
            <a:prstGeom prst="line">
              <a:avLst/>
            </a:prstGeom>
            <a:ln w="25400" cap="sq" cmpd="sng">
              <a:solidFill>
                <a:srgbClr val="FF9900"/>
              </a:solidFill>
              <a:prstDash val="solid"/>
              <a:round/>
              <a:headEnd type="none" w="sm" len="sm"/>
              <a:tailEnd type="none" w="sm" len="sm"/>
            </a:ln>
          </p:spPr>
        </p:sp>
        <p:sp>
          <p:nvSpPr>
            <p:cNvPr id="75813" name="直接连接符 574501"/>
            <p:cNvSpPr/>
            <p:nvPr/>
          </p:nvSpPr>
          <p:spPr>
            <a:xfrm>
              <a:off x="4752" y="1344"/>
              <a:ext cx="83" cy="157"/>
            </a:xfrm>
            <a:prstGeom prst="line">
              <a:avLst/>
            </a:prstGeom>
            <a:ln w="25400" cap="sq" cmpd="sng">
              <a:solidFill>
                <a:srgbClr val="FF9900"/>
              </a:solidFill>
              <a:prstDash val="solid"/>
              <a:round/>
              <a:headEnd type="none" w="sm" len="sm"/>
              <a:tailEnd type="none" w="sm" len="sm"/>
            </a:ln>
          </p:spPr>
        </p:sp>
      </p:grpSp>
      <p:grpSp>
        <p:nvGrpSpPr>
          <p:cNvPr id="4" name="组合 3">
            <a:extLst>
              <a:ext uri="{FF2B5EF4-FFF2-40B4-BE49-F238E27FC236}">
                <a16:creationId xmlns:a16="http://schemas.microsoft.com/office/drawing/2014/main" id="{C9B2ADAA-F7EA-6ED9-0EDC-5FA66E5E98F5}"/>
              </a:ext>
            </a:extLst>
          </p:cNvPr>
          <p:cNvGrpSpPr/>
          <p:nvPr/>
        </p:nvGrpSpPr>
        <p:grpSpPr>
          <a:xfrm>
            <a:off x="2890945" y="2216225"/>
            <a:ext cx="1201320" cy="335160"/>
            <a:chOff x="2890945" y="2216225"/>
            <a:chExt cx="1201320" cy="335160"/>
          </a:xfrm>
        </p:grpSpPr>
        <mc:AlternateContent xmlns:mc="http://schemas.openxmlformats.org/markup-compatibility/2006" xmlns:p14="http://schemas.microsoft.com/office/powerpoint/2010/main">
          <mc:Choice Requires="p14">
            <p:contentPart p14:bwMode="auto" r:id="rId34">
              <p14:nvContentPartPr>
                <p14:cNvPr id="2" name="墨迹 1">
                  <a:extLst>
                    <a:ext uri="{FF2B5EF4-FFF2-40B4-BE49-F238E27FC236}">
                      <a16:creationId xmlns:a16="http://schemas.microsoft.com/office/drawing/2014/main" id="{594A5112-020C-4285-C955-9268079837A3}"/>
                    </a:ext>
                  </a:extLst>
                </p14:cNvPr>
                <p14:cNvContentPartPr/>
                <p14:nvPr/>
              </p14:nvContentPartPr>
              <p14:xfrm>
                <a:off x="2890945" y="2216225"/>
                <a:ext cx="1201320" cy="55800"/>
              </p14:xfrm>
            </p:contentPart>
          </mc:Choice>
          <mc:Fallback xmlns="">
            <p:pic>
              <p:nvPicPr>
                <p:cNvPr id="2" name="墨迹 1">
                  <a:extLst>
                    <a:ext uri="{FF2B5EF4-FFF2-40B4-BE49-F238E27FC236}">
                      <a16:creationId xmlns:a16="http://schemas.microsoft.com/office/drawing/2014/main" id="{594A5112-020C-4285-C955-9268079837A3}"/>
                    </a:ext>
                  </a:extLst>
                </p:cNvPr>
                <p:cNvPicPr/>
                <p:nvPr/>
              </p:nvPicPr>
              <p:blipFill>
                <a:blip r:embed="rId35"/>
                <a:stretch>
                  <a:fillRect/>
                </a:stretch>
              </p:blipFill>
              <p:spPr>
                <a:xfrm>
                  <a:off x="2873305" y="2198585"/>
                  <a:ext cx="1236960" cy="91440"/>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3" name="墨迹 2">
                  <a:extLst>
                    <a:ext uri="{FF2B5EF4-FFF2-40B4-BE49-F238E27FC236}">
                      <a16:creationId xmlns:a16="http://schemas.microsoft.com/office/drawing/2014/main" id="{1B18257A-F672-3119-7A70-938016899A21}"/>
                    </a:ext>
                  </a:extLst>
                </p14:cNvPr>
                <p14:cNvContentPartPr/>
                <p14:nvPr/>
              </p14:nvContentPartPr>
              <p14:xfrm>
                <a:off x="3271825" y="2286785"/>
                <a:ext cx="314280" cy="264600"/>
              </p14:xfrm>
            </p:contentPart>
          </mc:Choice>
          <mc:Fallback xmlns="">
            <p:pic>
              <p:nvPicPr>
                <p:cNvPr id="3" name="墨迹 2">
                  <a:extLst>
                    <a:ext uri="{FF2B5EF4-FFF2-40B4-BE49-F238E27FC236}">
                      <a16:creationId xmlns:a16="http://schemas.microsoft.com/office/drawing/2014/main" id="{1B18257A-F672-3119-7A70-938016899A21}"/>
                    </a:ext>
                  </a:extLst>
                </p:cNvPr>
                <p:cNvPicPr/>
                <p:nvPr/>
              </p:nvPicPr>
              <p:blipFill>
                <a:blip r:embed="rId37"/>
                <a:stretch>
                  <a:fillRect/>
                </a:stretch>
              </p:blipFill>
              <p:spPr>
                <a:xfrm>
                  <a:off x="3253825" y="2268785"/>
                  <a:ext cx="349920" cy="30024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38">
            <p14:nvContentPartPr>
              <p14:cNvPr id="5" name="墨迹 4">
                <a:extLst>
                  <a:ext uri="{FF2B5EF4-FFF2-40B4-BE49-F238E27FC236}">
                    <a16:creationId xmlns:a16="http://schemas.microsoft.com/office/drawing/2014/main" id="{EB2F016D-ABDE-D098-3565-368CD20B52D3}"/>
                  </a:ext>
                </a:extLst>
              </p14:cNvPr>
              <p14:cNvContentPartPr/>
              <p14:nvPr/>
            </p14:nvContentPartPr>
            <p14:xfrm>
              <a:off x="4959865" y="2788625"/>
              <a:ext cx="712080" cy="19080"/>
            </p14:xfrm>
          </p:contentPart>
        </mc:Choice>
        <mc:Fallback xmlns="">
          <p:pic>
            <p:nvPicPr>
              <p:cNvPr id="5" name="墨迹 4">
                <a:extLst>
                  <a:ext uri="{FF2B5EF4-FFF2-40B4-BE49-F238E27FC236}">
                    <a16:creationId xmlns:a16="http://schemas.microsoft.com/office/drawing/2014/main" id="{EB2F016D-ABDE-D098-3565-368CD20B52D3}"/>
                  </a:ext>
                </a:extLst>
              </p:cNvPr>
              <p:cNvPicPr/>
              <p:nvPr/>
            </p:nvPicPr>
            <p:blipFill>
              <a:blip r:embed="rId39"/>
              <a:stretch>
                <a:fillRect/>
              </a:stretch>
            </p:blipFill>
            <p:spPr>
              <a:xfrm>
                <a:off x="4941865" y="2770985"/>
                <a:ext cx="747720" cy="54720"/>
              </a:xfrm>
              <a:prstGeom prst="rect">
                <a:avLst/>
              </a:prstGeom>
            </p:spPr>
          </p:pic>
        </mc:Fallback>
      </mc:AlternateContent>
      <p:grpSp>
        <p:nvGrpSpPr>
          <p:cNvPr id="8" name="组合 7">
            <a:extLst>
              <a:ext uri="{FF2B5EF4-FFF2-40B4-BE49-F238E27FC236}">
                <a16:creationId xmlns:a16="http://schemas.microsoft.com/office/drawing/2014/main" id="{32BEA1E4-AD23-D2B1-5168-06327A53A87E}"/>
              </a:ext>
            </a:extLst>
          </p:cNvPr>
          <p:cNvGrpSpPr/>
          <p:nvPr/>
        </p:nvGrpSpPr>
        <p:grpSpPr>
          <a:xfrm>
            <a:off x="3658465" y="3454265"/>
            <a:ext cx="499320" cy="122400"/>
            <a:chOff x="3658465" y="3454265"/>
            <a:chExt cx="499320" cy="122400"/>
          </a:xfrm>
        </p:grpSpPr>
        <mc:AlternateContent xmlns:mc="http://schemas.openxmlformats.org/markup-compatibility/2006" xmlns:p14="http://schemas.microsoft.com/office/powerpoint/2010/main">
          <mc:Choice Requires="p14">
            <p:contentPart p14:bwMode="auto" r:id="rId40">
              <p14:nvContentPartPr>
                <p14:cNvPr id="6" name="墨迹 5">
                  <a:extLst>
                    <a:ext uri="{FF2B5EF4-FFF2-40B4-BE49-F238E27FC236}">
                      <a16:creationId xmlns:a16="http://schemas.microsoft.com/office/drawing/2014/main" id="{7254F440-E183-2165-19A2-68704F51331B}"/>
                    </a:ext>
                  </a:extLst>
                </p14:cNvPr>
                <p14:cNvContentPartPr/>
                <p14:nvPr/>
              </p14:nvContentPartPr>
              <p14:xfrm>
                <a:off x="3658465" y="3454265"/>
                <a:ext cx="102960" cy="113400"/>
              </p14:xfrm>
            </p:contentPart>
          </mc:Choice>
          <mc:Fallback xmlns="">
            <p:pic>
              <p:nvPicPr>
                <p:cNvPr id="6" name="墨迹 5">
                  <a:extLst>
                    <a:ext uri="{FF2B5EF4-FFF2-40B4-BE49-F238E27FC236}">
                      <a16:creationId xmlns:a16="http://schemas.microsoft.com/office/drawing/2014/main" id="{7254F440-E183-2165-19A2-68704F51331B}"/>
                    </a:ext>
                  </a:extLst>
                </p:cNvPr>
                <p:cNvPicPr/>
                <p:nvPr/>
              </p:nvPicPr>
              <p:blipFill>
                <a:blip r:embed="rId41"/>
                <a:stretch>
                  <a:fillRect/>
                </a:stretch>
              </p:blipFill>
              <p:spPr>
                <a:xfrm>
                  <a:off x="3640825" y="3436265"/>
                  <a:ext cx="138600" cy="149040"/>
                </a:xfrm>
                <a:prstGeom prst="rect">
                  <a:avLst/>
                </a:prstGeom>
              </p:spPr>
            </p:pic>
          </mc:Fallback>
        </mc:AlternateContent>
        <mc:AlternateContent xmlns:mc="http://schemas.openxmlformats.org/markup-compatibility/2006" xmlns:p14="http://schemas.microsoft.com/office/powerpoint/2010/main">
          <mc:Choice Requires="p14">
            <p:contentPart p14:bwMode="auto" r:id="rId42">
              <p14:nvContentPartPr>
                <p14:cNvPr id="7" name="墨迹 6">
                  <a:extLst>
                    <a:ext uri="{FF2B5EF4-FFF2-40B4-BE49-F238E27FC236}">
                      <a16:creationId xmlns:a16="http://schemas.microsoft.com/office/drawing/2014/main" id="{43676D8A-E73D-007A-F932-4F477CB1148F}"/>
                    </a:ext>
                  </a:extLst>
                </p14:cNvPr>
                <p14:cNvContentPartPr/>
                <p14:nvPr/>
              </p14:nvContentPartPr>
              <p14:xfrm>
                <a:off x="4029625" y="3463625"/>
                <a:ext cx="128160" cy="113040"/>
              </p14:xfrm>
            </p:contentPart>
          </mc:Choice>
          <mc:Fallback xmlns="">
            <p:pic>
              <p:nvPicPr>
                <p:cNvPr id="7" name="墨迹 6">
                  <a:extLst>
                    <a:ext uri="{FF2B5EF4-FFF2-40B4-BE49-F238E27FC236}">
                      <a16:creationId xmlns:a16="http://schemas.microsoft.com/office/drawing/2014/main" id="{43676D8A-E73D-007A-F932-4F477CB1148F}"/>
                    </a:ext>
                  </a:extLst>
                </p:cNvPr>
                <p:cNvPicPr/>
                <p:nvPr/>
              </p:nvPicPr>
              <p:blipFill>
                <a:blip r:embed="rId43"/>
                <a:stretch>
                  <a:fillRect/>
                </a:stretch>
              </p:blipFill>
              <p:spPr>
                <a:xfrm>
                  <a:off x="4011625" y="3445625"/>
                  <a:ext cx="163800" cy="14868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44">
            <p14:nvContentPartPr>
              <p14:cNvPr id="9" name="墨迹 8">
                <a:extLst>
                  <a:ext uri="{FF2B5EF4-FFF2-40B4-BE49-F238E27FC236}">
                    <a16:creationId xmlns:a16="http://schemas.microsoft.com/office/drawing/2014/main" id="{9F858419-BD96-707F-3045-C1CAF3BE3561}"/>
                  </a:ext>
                </a:extLst>
              </p14:cNvPr>
              <p14:cNvContentPartPr/>
              <p14:nvPr/>
            </p14:nvContentPartPr>
            <p14:xfrm>
              <a:off x="1514665" y="3897065"/>
              <a:ext cx="3029040" cy="46800"/>
            </p14:xfrm>
          </p:contentPart>
        </mc:Choice>
        <mc:Fallback xmlns="">
          <p:pic>
            <p:nvPicPr>
              <p:cNvPr id="9" name="墨迹 8">
                <a:extLst>
                  <a:ext uri="{FF2B5EF4-FFF2-40B4-BE49-F238E27FC236}">
                    <a16:creationId xmlns:a16="http://schemas.microsoft.com/office/drawing/2014/main" id="{9F858419-BD96-707F-3045-C1CAF3BE3561}"/>
                  </a:ext>
                </a:extLst>
              </p:cNvPr>
              <p:cNvPicPr/>
              <p:nvPr/>
            </p:nvPicPr>
            <p:blipFill>
              <a:blip r:embed="rId45"/>
              <a:stretch>
                <a:fillRect/>
              </a:stretch>
            </p:blipFill>
            <p:spPr>
              <a:xfrm>
                <a:off x="1496665" y="3879425"/>
                <a:ext cx="3064680" cy="82440"/>
              </a:xfrm>
              <a:prstGeom prst="rect">
                <a:avLst/>
              </a:prstGeom>
            </p:spPr>
          </p:pic>
        </mc:Fallback>
      </mc:AlternateContent>
      <mc:AlternateContent xmlns:mc="http://schemas.openxmlformats.org/markup-compatibility/2006" xmlns:p14="http://schemas.microsoft.com/office/powerpoint/2010/main">
        <mc:Choice Requires="p14">
          <p:contentPart p14:bwMode="auto" r:id="rId46">
            <p14:nvContentPartPr>
              <p14:cNvPr id="10" name="墨迹 9">
                <a:extLst>
                  <a:ext uri="{FF2B5EF4-FFF2-40B4-BE49-F238E27FC236}">
                    <a16:creationId xmlns:a16="http://schemas.microsoft.com/office/drawing/2014/main" id="{CD248D58-0E9B-1057-7DC6-A5923CF6529D}"/>
                  </a:ext>
                </a:extLst>
              </p14:cNvPr>
              <p14:cNvContentPartPr/>
              <p14:nvPr/>
            </p14:nvContentPartPr>
            <p14:xfrm>
              <a:off x="2076985" y="4442465"/>
              <a:ext cx="112320" cy="113400"/>
            </p14:xfrm>
          </p:contentPart>
        </mc:Choice>
        <mc:Fallback xmlns="">
          <p:pic>
            <p:nvPicPr>
              <p:cNvPr id="10" name="墨迹 9">
                <a:extLst>
                  <a:ext uri="{FF2B5EF4-FFF2-40B4-BE49-F238E27FC236}">
                    <a16:creationId xmlns:a16="http://schemas.microsoft.com/office/drawing/2014/main" id="{CD248D58-0E9B-1057-7DC6-A5923CF6529D}"/>
                  </a:ext>
                </a:extLst>
              </p:cNvPr>
              <p:cNvPicPr/>
              <p:nvPr/>
            </p:nvPicPr>
            <p:blipFill>
              <a:blip r:embed="rId47"/>
              <a:stretch>
                <a:fillRect/>
              </a:stretch>
            </p:blipFill>
            <p:spPr>
              <a:xfrm>
                <a:off x="2059345" y="4424825"/>
                <a:ext cx="147960" cy="149040"/>
              </a:xfrm>
              <a:prstGeom prst="rect">
                <a:avLst/>
              </a:prstGeom>
            </p:spPr>
          </p:pic>
        </mc:Fallback>
      </mc:AlternateContent>
      <p:grpSp>
        <p:nvGrpSpPr>
          <p:cNvPr id="13" name="组合 12">
            <a:extLst>
              <a:ext uri="{FF2B5EF4-FFF2-40B4-BE49-F238E27FC236}">
                <a16:creationId xmlns:a16="http://schemas.microsoft.com/office/drawing/2014/main" id="{C44D1626-7468-CCFE-6B60-3ABDFEC88238}"/>
              </a:ext>
            </a:extLst>
          </p:cNvPr>
          <p:cNvGrpSpPr/>
          <p:nvPr/>
        </p:nvGrpSpPr>
        <p:grpSpPr>
          <a:xfrm>
            <a:off x="3934585" y="5144105"/>
            <a:ext cx="941760" cy="261000"/>
            <a:chOff x="3934585" y="5144105"/>
            <a:chExt cx="941760" cy="261000"/>
          </a:xfrm>
        </p:grpSpPr>
        <mc:AlternateContent xmlns:mc="http://schemas.openxmlformats.org/markup-compatibility/2006" xmlns:p14="http://schemas.microsoft.com/office/powerpoint/2010/main">
          <mc:Choice Requires="p14">
            <p:contentPart p14:bwMode="auto" r:id="rId48">
              <p14:nvContentPartPr>
                <p14:cNvPr id="11" name="墨迹 10">
                  <a:extLst>
                    <a:ext uri="{FF2B5EF4-FFF2-40B4-BE49-F238E27FC236}">
                      <a16:creationId xmlns:a16="http://schemas.microsoft.com/office/drawing/2014/main" id="{530B8FF4-1643-C432-E24C-9A9098AD4277}"/>
                    </a:ext>
                  </a:extLst>
                </p14:cNvPr>
                <p14:cNvContentPartPr/>
                <p14:nvPr/>
              </p14:nvContentPartPr>
              <p14:xfrm>
                <a:off x="3934585" y="5144105"/>
                <a:ext cx="941760" cy="28440"/>
              </p14:xfrm>
            </p:contentPart>
          </mc:Choice>
          <mc:Fallback xmlns="">
            <p:pic>
              <p:nvPicPr>
                <p:cNvPr id="11" name="墨迹 10">
                  <a:extLst>
                    <a:ext uri="{FF2B5EF4-FFF2-40B4-BE49-F238E27FC236}">
                      <a16:creationId xmlns:a16="http://schemas.microsoft.com/office/drawing/2014/main" id="{530B8FF4-1643-C432-E24C-9A9098AD4277}"/>
                    </a:ext>
                  </a:extLst>
                </p:cNvPr>
                <p:cNvPicPr/>
                <p:nvPr/>
              </p:nvPicPr>
              <p:blipFill>
                <a:blip r:embed="rId49"/>
                <a:stretch>
                  <a:fillRect/>
                </a:stretch>
              </p:blipFill>
              <p:spPr>
                <a:xfrm>
                  <a:off x="3916585" y="5126105"/>
                  <a:ext cx="977400" cy="64080"/>
                </a:xfrm>
                <a:prstGeom prst="rect">
                  <a:avLst/>
                </a:prstGeom>
              </p:spPr>
            </p:pic>
          </mc:Fallback>
        </mc:AlternateContent>
        <mc:AlternateContent xmlns:mc="http://schemas.openxmlformats.org/markup-compatibility/2006" xmlns:p14="http://schemas.microsoft.com/office/powerpoint/2010/main">
          <mc:Choice Requires="p14">
            <p:contentPart p14:bwMode="auto" r:id="rId50">
              <p14:nvContentPartPr>
                <p14:cNvPr id="12" name="墨迹 11">
                  <a:extLst>
                    <a:ext uri="{FF2B5EF4-FFF2-40B4-BE49-F238E27FC236}">
                      <a16:creationId xmlns:a16="http://schemas.microsoft.com/office/drawing/2014/main" id="{1DF3C7C1-81DE-5C18-7C66-411F359D3686}"/>
                    </a:ext>
                  </a:extLst>
                </p14:cNvPr>
                <p14:cNvContentPartPr/>
                <p14:nvPr/>
              </p14:nvContentPartPr>
              <p14:xfrm>
                <a:off x="4200265" y="5255345"/>
                <a:ext cx="244440" cy="149760"/>
              </p14:xfrm>
            </p:contentPart>
          </mc:Choice>
          <mc:Fallback xmlns="">
            <p:pic>
              <p:nvPicPr>
                <p:cNvPr id="12" name="墨迹 11">
                  <a:extLst>
                    <a:ext uri="{FF2B5EF4-FFF2-40B4-BE49-F238E27FC236}">
                      <a16:creationId xmlns:a16="http://schemas.microsoft.com/office/drawing/2014/main" id="{1DF3C7C1-81DE-5C18-7C66-411F359D3686}"/>
                    </a:ext>
                  </a:extLst>
                </p:cNvPr>
                <p:cNvPicPr/>
                <p:nvPr/>
              </p:nvPicPr>
              <p:blipFill>
                <a:blip r:embed="rId51"/>
                <a:stretch>
                  <a:fillRect/>
                </a:stretch>
              </p:blipFill>
              <p:spPr>
                <a:xfrm>
                  <a:off x="4182625" y="5237345"/>
                  <a:ext cx="280080" cy="185400"/>
                </a:xfrm>
                <a:prstGeom prst="rect">
                  <a:avLst/>
                </a:prstGeom>
              </p:spPr>
            </p:pic>
          </mc:Fallback>
        </mc:AlternateContent>
      </p:grpSp>
      <p:grpSp>
        <p:nvGrpSpPr>
          <p:cNvPr id="17" name="组合 16">
            <a:extLst>
              <a:ext uri="{FF2B5EF4-FFF2-40B4-BE49-F238E27FC236}">
                <a16:creationId xmlns:a16="http://schemas.microsoft.com/office/drawing/2014/main" id="{4ACD146E-FAFE-450F-CD45-6F1B82C789D2}"/>
              </a:ext>
            </a:extLst>
          </p:cNvPr>
          <p:cNvGrpSpPr/>
          <p:nvPr/>
        </p:nvGrpSpPr>
        <p:grpSpPr>
          <a:xfrm>
            <a:off x="4820905" y="5670785"/>
            <a:ext cx="548640" cy="187200"/>
            <a:chOff x="4820905" y="5670785"/>
            <a:chExt cx="548640" cy="187200"/>
          </a:xfrm>
        </p:grpSpPr>
        <mc:AlternateContent xmlns:mc="http://schemas.openxmlformats.org/markup-compatibility/2006" xmlns:p14="http://schemas.microsoft.com/office/powerpoint/2010/main">
          <mc:Choice Requires="p14">
            <p:contentPart p14:bwMode="auto" r:id="rId52">
              <p14:nvContentPartPr>
                <p14:cNvPr id="14" name="墨迹 13">
                  <a:extLst>
                    <a:ext uri="{FF2B5EF4-FFF2-40B4-BE49-F238E27FC236}">
                      <a16:creationId xmlns:a16="http://schemas.microsoft.com/office/drawing/2014/main" id="{5F76203D-303B-44C9-D7E4-B77792A2DD37}"/>
                    </a:ext>
                  </a:extLst>
                </p14:cNvPr>
                <p14:cNvContentPartPr/>
                <p14:nvPr/>
              </p14:nvContentPartPr>
              <p14:xfrm>
                <a:off x="4820905" y="5670785"/>
                <a:ext cx="65520" cy="135720"/>
              </p14:xfrm>
            </p:contentPart>
          </mc:Choice>
          <mc:Fallback xmlns="">
            <p:pic>
              <p:nvPicPr>
                <p:cNvPr id="14" name="墨迹 13">
                  <a:extLst>
                    <a:ext uri="{FF2B5EF4-FFF2-40B4-BE49-F238E27FC236}">
                      <a16:creationId xmlns:a16="http://schemas.microsoft.com/office/drawing/2014/main" id="{5F76203D-303B-44C9-D7E4-B77792A2DD37}"/>
                    </a:ext>
                  </a:extLst>
                </p:cNvPr>
                <p:cNvPicPr/>
                <p:nvPr/>
              </p:nvPicPr>
              <p:blipFill>
                <a:blip r:embed="rId53"/>
                <a:stretch>
                  <a:fillRect/>
                </a:stretch>
              </p:blipFill>
              <p:spPr>
                <a:xfrm>
                  <a:off x="4803265" y="5653145"/>
                  <a:ext cx="101160" cy="171360"/>
                </a:xfrm>
                <a:prstGeom prst="rect">
                  <a:avLst/>
                </a:prstGeom>
              </p:spPr>
            </p:pic>
          </mc:Fallback>
        </mc:AlternateContent>
        <mc:AlternateContent xmlns:mc="http://schemas.openxmlformats.org/markup-compatibility/2006" xmlns:p14="http://schemas.microsoft.com/office/powerpoint/2010/main">
          <mc:Choice Requires="p14">
            <p:contentPart p14:bwMode="auto" r:id="rId54">
              <p14:nvContentPartPr>
                <p14:cNvPr id="15" name="墨迹 14">
                  <a:extLst>
                    <a:ext uri="{FF2B5EF4-FFF2-40B4-BE49-F238E27FC236}">
                      <a16:creationId xmlns:a16="http://schemas.microsoft.com/office/drawing/2014/main" id="{04B06642-2CC9-14AD-E62C-5ABED626AAF8}"/>
                    </a:ext>
                  </a:extLst>
                </p14:cNvPr>
                <p14:cNvContentPartPr/>
                <p14:nvPr/>
              </p14:nvContentPartPr>
              <p14:xfrm>
                <a:off x="4933945" y="5680145"/>
                <a:ext cx="201600" cy="157320"/>
              </p14:xfrm>
            </p:contentPart>
          </mc:Choice>
          <mc:Fallback xmlns="">
            <p:pic>
              <p:nvPicPr>
                <p:cNvPr id="15" name="墨迹 14">
                  <a:extLst>
                    <a:ext uri="{FF2B5EF4-FFF2-40B4-BE49-F238E27FC236}">
                      <a16:creationId xmlns:a16="http://schemas.microsoft.com/office/drawing/2014/main" id="{04B06642-2CC9-14AD-E62C-5ABED626AAF8}"/>
                    </a:ext>
                  </a:extLst>
                </p:cNvPr>
                <p:cNvPicPr/>
                <p:nvPr/>
              </p:nvPicPr>
              <p:blipFill>
                <a:blip r:embed="rId55"/>
                <a:stretch>
                  <a:fillRect/>
                </a:stretch>
              </p:blipFill>
              <p:spPr>
                <a:xfrm>
                  <a:off x="4915945" y="5662145"/>
                  <a:ext cx="237240" cy="192960"/>
                </a:xfrm>
                <a:prstGeom prst="rect">
                  <a:avLst/>
                </a:prstGeom>
              </p:spPr>
            </p:pic>
          </mc:Fallback>
        </mc:AlternateContent>
        <mc:AlternateContent xmlns:mc="http://schemas.openxmlformats.org/markup-compatibility/2006" xmlns:p14="http://schemas.microsoft.com/office/powerpoint/2010/main">
          <mc:Choice Requires="p14">
            <p:contentPart p14:bwMode="auto" r:id="rId56">
              <p14:nvContentPartPr>
                <p14:cNvPr id="16" name="墨迹 15">
                  <a:extLst>
                    <a:ext uri="{FF2B5EF4-FFF2-40B4-BE49-F238E27FC236}">
                      <a16:creationId xmlns:a16="http://schemas.microsoft.com/office/drawing/2014/main" id="{519993A4-6CA4-242B-4698-DB78C2B0D6E9}"/>
                    </a:ext>
                  </a:extLst>
                </p14:cNvPr>
                <p14:cNvContentPartPr/>
                <p14:nvPr/>
              </p14:nvContentPartPr>
              <p14:xfrm>
                <a:off x="5256505" y="5751425"/>
                <a:ext cx="113040" cy="106560"/>
              </p14:xfrm>
            </p:contentPart>
          </mc:Choice>
          <mc:Fallback xmlns="">
            <p:pic>
              <p:nvPicPr>
                <p:cNvPr id="16" name="墨迹 15">
                  <a:extLst>
                    <a:ext uri="{FF2B5EF4-FFF2-40B4-BE49-F238E27FC236}">
                      <a16:creationId xmlns:a16="http://schemas.microsoft.com/office/drawing/2014/main" id="{519993A4-6CA4-242B-4698-DB78C2B0D6E9}"/>
                    </a:ext>
                  </a:extLst>
                </p:cNvPr>
                <p:cNvPicPr/>
                <p:nvPr/>
              </p:nvPicPr>
              <p:blipFill>
                <a:blip r:embed="rId57"/>
                <a:stretch>
                  <a:fillRect/>
                </a:stretch>
              </p:blipFill>
              <p:spPr>
                <a:xfrm>
                  <a:off x="5238505" y="5733785"/>
                  <a:ext cx="148680" cy="1422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58">
            <p14:nvContentPartPr>
              <p14:cNvPr id="18" name="墨迹 17">
                <a:extLst>
                  <a:ext uri="{FF2B5EF4-FFF2-40B4-BE49-F238E27FC236}">
                    <a16:creationId xmlns:a16="http://schemas.microsoft.com/office/drawing/2014/main" id="{E568B876-832D-00CD-3AC9-1F534FCECCB9}"/>
                  </a:ext>
                </a:extLst>
              </p14:cNvPr>
              <p14:cNvContentPartPr/>
              <p14:nvPr/>
            </p14:nvContentPartPr>
            <p14:xfrm>
              <a:off x="7638985" y="1976465"/>
              <a:ext cx="9000" cy="47160"/>
            </p14:xfrm>
          </p:contentPart>
        </mc:Choice>
        <mc:Fallback xmlns="">
          <p:pic>
            <p:nvPicPr>
              <p:cNvPr id="18" name="墨迹 17">
                <a:extLst>
                  <a:ext uri="{FF2B5EF4-FFF2-40B4-BE49-F238E27FC236}">
                    <a16:creationId xmlns:a16="http://schemas.microsoft.com/office/drawing/2014/main" id="{E568B876-832D-00CD-3AC9-1F534FCECCB9}"/>
                  </a:ext>
                </a:extLst>
              </p:cNvPr>
              <p:cNvPicPr/>
              <p:nvPr/>
            </p:nvPicPr>
            <p:blipFill>
              <a:blip r:embed="rId59"/>
              <a:stretch>
                <a:fillRect/>
              </a:stretch>
            </p:blipFill>
            <p:spPr>
              <a:xfrm>
                <a:off x="7621345" y="1958825"/>
                <a:ext cx="44640" cy="82800"/>
              </a:xfrm>
              <a:prstGeom prst="rect">
                <a:avLst/>
              </a:prstGeom>
            </p:spPr>
          </p:pic>
        </mc:Fallback>
      </mc:AlternateContent>
    </p:spTree>
  </p:cSld>
  <p:clrMapOvr>
    <a:masterClrMapping/>
  </p:clrMapOvr>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6801" name="组合 575489"/>
          <p:cNvGrpSpPr/>
          <p:nvPr/>
        </p:nvGrpSpPr>
        <p:grpSpPr>
          <a:xfrm>
            <a:off x="5791200" y="692150"/>
            <a:ext cx="2741613" cy="2432050"/>
            <a:chOff x="3348" y="2160"/>
            <a:chExt cx="2412" cy="2112"/>
          </a:xfrm>
        </p:grpSpPr>
        <p:sp>
          <p:nvSpPr>
            <p:cNvPr id="76802" name="椭圆 575490"/>
            <p:cNvSpPr/>
            <p:nvPr/>
          </p:nvSpPr>
          <p:spPr>
            <a:xfrm>
              <a:off x="3444" y="2496"/>
              <a:ext cx="1680" cy="1680"/>
            </a:xfrm>
            <a:prstGeom prst="ellipse">
              <a:avLst/>
            </a:prstGeom>
            <a:pattFill prst="pct10">
              <a:fgClr>
                <a:schemeClr val="tx1"/>
              </a:fgClr>
              <a:bgClr>
                <a:schemeClr val="bg1"/>
              </a:bgClr>
            </a:pattFill>
            <a:ln w="25400" cap="sq" cmpd="sng">
              <a:solidFill>
                <a:schemeClr val="tx1"/>
              </a:solidFill>
              <a:prstDash val="solid"/>
              <a:round/>
              <a:headEnd type="none" w="sm" len="sm"/>
              <a:tailEnd type="none" w="sm" len="sm"/>
            </a:ln>
          </p:spPr>
          <p:txBody>
            <a:bodyPr anchor="t" anchorCtr="0"/>
            <a:lstStyle/>
            <a:p>
              <a:endParaRPr lang="zh-CN" altLang="en-US">
                <a:latin typeface="Arial" panose="020B0604020202020204" pitchFamily="34" charset="0"/>
                <a:ea typeface="宋体" panose="02010600030101010101" pitchFamily="2" charset="-122"/>
              </a:endParaRPr>
            </a:p>
          </p:txBody>
        </p:sp>
        <p:sp>
          <p:nvSpPr>
            <p:cNvPr id="76803" name="椭圆 575491"/>
            <p:cNvSpPr/>
            <p:nvPr/>
          </p:nvSpPr>
          <p:spPr>
            <a:xfrm>
              <a:off x="3876" y="2928"/>
              <a:ext cx="768" cy="768"/>
            </a:xfrm>
            <a:prstGeom prst="ellipse">
              <a:avLst/>
            </a:prstGeom>
            <a:solidFill>
              <a:schemeClr val="bg1"/>
            </a:solidFill>
            <a:ln w="25400" cap="sq" cmpd="sng">
              <a:solidFill>
                <a:schemeClr val="tx1"/>
              </a:solidFill>
              <a:prstDash val="solid"/>
              <a:round/>
              <a:headEnd type="none" w="sm" len="sm"/>
              <a:tailEnd type="none" w="sm" len="sm"/>
            </a:ln>
          </p:spPr>
          <p:txBody>
            <a:bodyPr anchor="t" anchorCtr="0"/>
            <a:lstStyle/>
            <a:p>
              <a:endParaRPr lang="zh-CN" altLang="en-US">
                <a:latin typeface="Arial" panose="020B0604020202020204" pitchFamily="34" charset="0"/>
                <a:ea typeface="宋体" panose="02010600030101010101" pitchFamily="2" charset="-122"/>
              </a:endParaRPr>
            </a:p>
          </p:txBody>
        </p:sp>
        <p:sp>
          <p:nvSpPr>
            <p:cNvPr id="76804" name="直接连接符 575492"/>
            <p:cNvSpPr/>
            <p:nvPr/>
          </p:nvSpPr>
          <p:spPr>
            <a:xfrm>
              <a:off x="3348" y="3312"/>
              <a:ext cx="2220" cy="0"/>
            </a:xfrm>
            <a:prstGeom prst="line">
              <a:avLst/>
            </a:prstGeom>
            <a:ln w="25400" cap="sq" cmpd="sng">
              <a:solidFill>
                <a:schemeClr val="tx1"/>
              </a:solidFill>
              <a:prstDash val="solid"/>
              <a:round/>
              <a:headEnd type="none" w="sm" len="sm"/>
              <a:tailEnd type="triangle" w="med" len="lg"/>
            </a:ln>
          </p:spPr>
        </p:sp>
        <p:sp>
          <p:nvSpPr>
            <p:cNvPr id="76805" name="直接连接符 575493"/>
            <p:cNvSpPr/>
            <p:nvPr/>
          </p:nvSpPr>
          <p:spPr>
            <a:xfrm flipV="1">
              <a:off x="4260" y="2208"/>
              <a:ext cx="0" cy="2064"/>
            </a:xfrm>
            <a:prstGeom prst="line">
              <a:avLst/>
            </a:prstGeom>
            <a:ln w="25400" cap="sq" cmpd="sng">
              <a:solidFill>
                <a:schemeClr val="tx1"/>
              </a:solidFill>
              <a:prstDash val="solid"/>
              <a:round/>
              <a:headEnd type="none" w="sm" len="sm"/>
              <a:tailEnd type="triangle" w="med" len="lg"/>
            </a:ln>
          </p:spPr>
        </p:sp>
        <p:graphicFrame>
          <p:nvGraphicFramePr>
            <p:cNvPr id="76806" name="对象 575494"/>
            <p:cNvGraphicFramePr/>
            <p:nvPr/>
          </p:nvGraphicFramePr>
          <p:xfrm>
            <a:off x="5232" y="3360"/>
            <a:ext cx="528" cy="240"/>
          </p:xfrm>
          <a:graphic>
            <a:graphicData uri="http://schemas.openxmlformats.org/presentationml/2006/ole">
              <mc:AlternateContent xmlns:mc="http://schemas.openxmlformats.org/markup-compatibility/2006">
                <mc:Choice xmlns:v="urn:schemas-microsoft-com:vml" Requires="v">
                  <p:oleObj r:id="rId2" imgW="838200" imgH="381000" progId="Equation.DSMT4">
                    <p:embed/>
                  </p:oleObj>
                </mc:Choice>
                <mc:Fallback>
                  <p:oleObj r:id="rId2" imgW="838200" imgH="381000" progId="Equation.DSMT4">
                    <p:embed/>
                    <p:pic>
                      <p:nvPicPr>
                        <p:cNvPr id="0" name="图片 3328"/>
                        <p:cNvPicPr/>
                        <p:nvPr/>
                      </p:nvPicPr>
                      <p:blipFill>
                        <a:blip r:embed="rId3">
                          <a:lum bright="-100000"/>
                        </a:blip>
                        <a:stretch>
                          <a:fillRect/>
                        </a:stretch>
                      </p:blipFill>
                      <p:spPr>
                        <a:xfrm>
                          <a:off x="5232" y="3360"/>
                          <a:ext cx="528" cy="240"/>
                        </a:xfrm>
                        <a:prstGeom prst="rect">
                          <a:avLst/>
                        </a:prstGeom>
                        <a:noFill/>
                        <a:ln w="38100">
                          <a:noFill/>
                          <a:miter/>
                        </a:ln>
                      </p:spPr>
                    </p:pic>
                  </p:oleObj>
                </mc:Fallback>
              </mc:AlternateContent>
            </a:graphicData>
          </a:graphic>
        </p:graphicFrame>
        <p:graphicFrame>
          <p:nvGraphicFramePr>
            <p:cNvPr id="76807" name="对象 575495"/>
            <p:cNvGraphicFramePr/>
            <p:nvPr/>
          </p:nvGraphicFramePr>
          <p:xfrm>
            <a:off x="4308" y="2160"/>
            <a:ext cx="664" cy="240"/>
          </p:xfrm>
          <a:graphic>
            <a:graphicData uri="http://schemas.openxmlformats.org/presentationml/2006/ole">
              <mc:AlternateContent xmlns:mc="http://schemas.openxmlformats.org/markup-compatibility/2006">
                <mc:Choice xmlns:v="urn:schemas-microsoft-com:vml" Requires="v">
                  <p:oleObj r:id="rId4" imgW="1054100" imgH="381000" progId="Equation.DSMT4">
                    <p:embed/>
                  </p:oleObj>
                </mc:Choice>
                <mc:Fallback>
                  <p:oleObj r:id="rId4" imgW="1054100" imgH="381000" progId="Equation.DSMT4">
                    <p:embed/>
                    <p:pic>
                      <p:nvPicPr>
                        <p:cNvPr id="0" name="图片 3338"/>
                        <p:cNvPicPr/>
                        <p:nvPr/>
                      </p:nvPicPr>
                      <p:blipFill>
                        <a:blip r:embed="rId5">
                          <a:lum bright="-100000"/>
                        </a:blip>
                        <a:stretch>
                          <a:fillRect/>
                        </a:stretch>
                      </p:blipFill>
                      <p:spPr>
                        <a:xfrm>
                          <a:off x="4308" y="2160"/>
                          <a:ext cx="664" cy="240"/>
                        </a:xfrm>
                        <a:prstGeom prst="rect">
                          <a:avLst/>
                        </a:prstGeom>
                        <a:noFill/>
                        <a:ln w="38100">
                          <a:noFill/>
                          <a:miter/>
                        </a:ln>
                      </p:spPr>
                    </p:pic>
                  </p:oleObj>
                </mc:Fallback>
              </mc:AlternateContent>
            </a:graphicData>
          </a:graphic>
        </p:graphicFrame>
        <p:graphicFrame>
          <p:nvGraphicFramePr>
            <p:cNvPr id="76808" name="对象 575496"/>
            <p:cNvGraphicFramePr/>
            <p:nvPr/>
          </p:nvGraphicFramePr>
          <p:xfrm>
            <a:off x="4116" y="3360"/>
            <a:ext cx="128" cy="192"/>
          </p:xfrm>
          <a:graphic>
            <a:graphicData uri="http://schemas.openxmlformats.org/presentationml/2006/ole">
              <mc:AlternateContent xmlns:mc="http://schemas.openxmlformats.org/markup-compatibility/2006">
                <mc:Choice xmlns:v="urn:schemas-microsoft-com:vml" Requires="v">
                  <p:oleObj r:id="rId6" imgW="203200" imgH="304800" progId="Equation.DSMT4">
                    <p:embed/>
                  </p:oleObj>
                </mc:Choice>
                <mc:Fallback>
                  <p:oleObj r:id="rId6" imgW="203200" imgH="304800" progId="Equation.DSMT4">
                    <p:embed/>
                    <p:pic>
                      <p:nvPicPr>
                        <p:cNvPr id="0" name="图片 3334"/>
                        <p:cNvPicPr/>
                        <p:nvPr/>
                      </p:nvPicPr>
                      <p:blipFill>
                        <a:blip r:embed="rId7">
                          <a:lum bright="-100000"/>
                        </a:blip>
                        <a:stretch>
                          <a:fillRect/>
                        </a:stretch>
                      </p:blipFill>
                      <p:spPr>
                        <a:xfrm>
                          <a:off x="4116" y="3360"/>
                          <a:ext cx="128" cy="192"/>
                        </a:xfrm>
                        <a:prstGeom prst="rect">
                          <a:avLst/>
                        </a:prstGeom>
                        <a:noFill/>
                        <a:ln w="38100">
                          <a:noFill/>
                          <a:miter/>
                        </a:ln>
                      </p:spPr>
                    </p:pic>
                  </p:oleObj>
                </mc:Fallback>
              </mc:AlternateContent>
            </a:graphicData>
          </a:graphic>
        </p:graphicFrame>
        <p:sp>
          <p:nvSpPr>
            <p:cNvPr id="76809" name="椭圆 575497"/>
            <p:cNvSpPr/>
            <p:nvPr/>
          </p:nvSpPr>
          <p:spPr>
            <a:xfrm>
              <a:off x="3684" y="2736"/>
              <a:ext cx="1152" cy="1152"/>
            </a:xfrm>
            <a:prstGeom prst="ellipse">
              <a:avLst/>
            </a:prstGeom>
            <a:noFill/>
            <a:ln w="25400" cap="sq" cmpd="sng">
              <a:solidFill>
                <a:schemeClr val="tx1"/>
              </a:solidFill>
              <a:prstDash val="solid"/>
              <a:round/>
              <a:headEnd type="none" w="sm" len="sm"/>
              <a:tailEnd type="none" w="sm" len="sm"/>
            </a:ln>
          </p:spPr>
          <p:txBody>
            <a:bodyPr anchor="t" anchorCtr="0"/>
            <a:lstStyle/>
            <a:p>
              <a:endParaRPr lang="zh-CN" altLang="en-US">
                <a:latin typeface="Arial" panose="020B0604020202020204" pitchFamily="34" charset="0"/>
                <a:ea typeface="宋体" panose="02010600030101010101" pitchFamily="2" charset="-122"/>
              </a:endParaRPr>
            </a:p>
          </p:txBody>
        </p:sp>
        <p:grpSp>
          <p:nvGrpSpPr>
            <p:cNvPr id="76810" name="组合 575498"/>
            <p:cNvGrpSpPr/>
            <p:nvPr/>
          </p:nvGrpSpPr>
          <p:grpSpPr>
            <a:xfrm>
              <a:off x="4644" y="2880"/>
              <a:ext cx="110" cy="125"/>
              <a:chOff x="1536" y="1728"/>
              <a:chExt cx="71" cy="78"/>
            </a:xfrm>
          </p:grpSpPr>
          <p:sp>
            <p:nvSpPr>
              <p:cNvPr id="76811" name="直接连接符 575499"/>
              <p:cNvSpPr/>
              <p:nvPr/>
            </p:nvSpPr>
            <p:spPr>
              <a:xfrm>
                <a:off x="1536" y="1728"/>
                <a:ext cx="67" cy="62"/>
              </a:xfrm>
              <a:prstGeom prst="line">
                <a:avLst/>
              </a:prstGeom>
              <a:ln w="25400" cap="sq" cmpd="sng">
                <a:solidFill>
                  <a:schemeClr val="tx1"/>
                </a:solidFill>
                <a:prstDash val="solid"/>
                <a:round/>
                <a:headEnd type="none" w="sm" len="sm"/>
                <a:tailEnd type="none" w="sm" len="sm"/>
              </a:ln>
            </p:spPr>
          </p:sp>
          <p:sp>
            <p:nvSpPr>
              <p:cNvPr id="76812" name="直接连接符 575500"/>
              <p:cNvSpPr/>
              <p:nvPr/>
            </p:nvSpPr>
            <p:spPr>
              <a:xfrm>
                <a:off x="1536" y="1728"/>
                <a:ext cx="59" cy="74"/>
              </a:xfrm>
              <a:prstGeom prst="line">
                <a:avLst/>
              </a:prstGeom>
              <a:ln w="25400" cap="sq" cmpd="sng">
                <a:solidFill>
                  <a:schemeClr val="tx1"/>
                </a:solidFill>
                <a:prstDash val="solid"/>
                <a:round/>
                <a:headEnd type="none" w="sm" len="sm"/>
                <a:tailEnd type="none" w="sm" len="sm"/>
              </a:ln>
            </p:spPr>
          </p:sp>
          <p:sp>
            <p:nvSpPr>
              <p:cNvPr id="76813" name="直接连接符 575501"/>
              <p:cNvSpPr/>
              <p:nvPr/>
            </p:nvSpPr>
            <p:spPr>
              <a:xfrm>
                <a:off x="1536" y="1728"/>
                <a:ext cx="71" cy="59"/>
              </a:xfrm>
              <a:prstGeom prst="line">
                <a:avLst/>
              </a:prstGeom>
              <a:ln w="25400" cap="sq" cmpd="sng">
                <a:solidFill>
                  <a:schemeClr val="tx1"/>
                </a:solidFill>
                <a:prstDash val="solid"/>
                <a:round/>
                <a:headEnd type="none" w="sm" len="sm"/>
                <a:tailEnd type="none" w="sm" len="sm"/>
              </a:ln>
            </p:spPr>
          </p:sp>
          <p:sp>
            <p:nvSpPr>
              <p:cNvPr id="76814" name="直接连接符 575502"/>
              <p:cNvSpPr/>
              <p:nvPr/>
            </p:nvSpPr>
            <p:spPr>
              <a:xfrm>
                <a:off x="1536" y="1728"/>
                <a:ext cx="53" cy="78"/>
              </a:xfrm>
              <a:prstGeom prst="line">
                <a:avLst/>
              </a:prstGeom>
              <a:ln w="25400" cap="sq" cmpd="sng">
                <a:solidFill>
                  <a:schemeClr val="tx1"/>
                </a:solidFill>
                <a:prstDash val="solid"/>
                <a:round/>
                <a:headEnd type="none" w="sm" len="sm"/>
                <a:tailEnd type="none" w="sm" len="sm"/>
              </a:ln>
            </p:spPr>
          </p:sp>
        </p:grpSp>
        <p:graphicFrame>
          <p:nvGraphicFramePr>
            <p:cNvPr id="76815" name="对象 575503"/>
            <p:cNvGraphicFramePr/>
            <p:nvPr/>
          </p:nvGraphicFramePr>
          <p:xfrm>
            <a:off x="4764" y="2832"/>
            <a:ext cx="132" cy="144"/>
          </p:xfrm>
          <a:graphic>
            <a:graphicData uri="http://schemas.openxmlformats.org/presentationml/2006/ole">
              <mc:AlternateContent xmlns:mc="http://schemas.openxmlformats.org/markup-compatibility/2006">
                <mc:Choice xmlns:v="urn:schemas-microsoft-com:vml" Requires="v">
                  <p:oleObj r:id="rId8" imgW="279400" imgH="304800" progId="Equation.DSMT4">
                    <p:embed/>
                  </p:oleObj>
                </mc:Choice>
                <mc:Fallback>
                  <p:oleObj r:id="rId8" imgW="279400" imgH="304800" progId="Equation.DSMT4">
                    <p:embed/>
                    <p:pic>
                      <p:nvPicPr>
                        <p:cNvPr id="0" name="图片 3335"/>
                        <p:cNvPicPr/>
                        <p:nvPr/>
                      </p:nvPicPr>
                      <p:blipFill>
                        <a:blip r:embed="rId9">
                          <a:lum bright="-100000"/>
                        </a:blip>
                        <a:stretch>
                          <a:fillRect/>
                        </a:stretch>
                      </p:blipFill>
                      <p:spPr>
                        <a:xfrm>
                          <a:off x="4764" y="2832"/>
                          <a:ext cx="132" cy="144"/>
                        </a:xfrm>
                        <a:prstGeom prst="rect">
                          <a:avLst/>
                        </a:prstGeom>
                        <a:noFill/>
                        <a:ln w="38100">
                          <a:noFill/>
                          <a:miter/>
                        </a:ln>
                      </p:spPr>
                    </p:pic>
                  </p:oleObj>
                </mc:Fallback>
              </mc:AlternateContent>
            </a:graphicData>
          </a:graphic>
        </p:graphicFrame>
        <p:grpSp>
          <p:nvGrpSpPr>
            <p:cNvPr id="76816" name="组合 575504"/>
            <p:cNvGrpSpPr/>
            <p:nvPr/>
          </p:nvGrpSpPr>
          <p:grpSpPr>
            <a:xfrm>
              <a:off x="4656" y="2531"/>
              <a:ext cx="92" cy="157"/>
              <a:chOff x="4743" y="1344"/>
              <a:chExt cx="92" cy="157"/>
            </a:xfrm>
          </p:grpSpPr>
          <p:sp>
            <p:nvSpPr>
              <p:cNvPr id="76817" name="直接连接符 575505"/>
              <p:cNvSpPr/>
              <p:nvPr/>
            </p:nvSpPr>
            <p:spPr>
              <a:xfrm flipH="1">
                <a:off x="4743" y="1349"/>
                <a:ext cx="90" cy="133"/>
              </a:xfrm>
              <a:prstGeom prst="line">
                <a:avLst/>
              </a:prstGeom>
              <a:ln w="25400" cap="sq" cmpd="sng">
                <a:solidFill>
                  <a:srgbClr val="FF9900"/>
                </a:solidFill>
                <a:prstDash val="solid"/>
                <a:round/>
                <a:headEnd type="none" w="sm" len="sm"/>
                <a:tailEnd type="none" w="sm" len="sm"/>
              </a:ln>
            </p:spPr>
          </p:sp>
          <p:sp>
            <p:nvSpPr>
              <p:cNvPr id="76818" name="直接连接符 575506"/>
              <p:cNvSpPr/>
              <p:nvPr/>
            </p:nvSpPr>
            <p:spPr>
              <a:xfrm>
                <a:off x="4752" y="1344"/>
                <a:ext cx="83" cy="157"/>
              </a:xfrm>
              <a:prstGeom prst="line">
                <a:avLst/>
              </a:prstGeom>
              <a:ln w="25400" cap="sq" cmpd="sng">
                <a:solidFill>
                  <a:srgbClr val="FF9900"/>
                </a:solidFill>
                <a:prstDash val="solid"/>
                <a:round/>
                <a:headEnd type="none" w="sm" len="sm"/>
                <a:tailEnd type="none" w="sm" len="sm"/>
              </a:ln>
            </p:spPr>
          </p:sp>
        </p:grpSp>
        <p:graphicFrame>
          <p:nvGraphicFramePr>
            <p:cNvPr id="76819" name="对象 575507"/>
            <p:cNvGraphicFramePr/>
            <p:nvPr/>
          </p:nvGraphicFramePr>
          <p:xfrm>
            <a:off x="4808" y="2448"/>
            <a:ext cx="280" cy="240"/>
          </p:xfrm>
          <a:graphic>
            <a:graphicData uri="http://schemas.openxmlformats.org/presentationml/2006/ole">
              <mc:AlternateContent xmlns:mc="http://schemas.openxmlformats.org/markup-compatibility/2006">
                <mc:Choice xmlns:v="urn:schemas-microsoft-com:vml" Requires="v">
                  <p:oleObj r:id="rId10" imgW="444500" imgH="381000" progId="Equation.DSMT4">
                    <p:embed/>
                  </p:oleObj>
                </mc:Choice>
                <mc:Fallback>
                  <p:oleObj r:id="rId10" imgW="444500" imgH="381000" progId="Equation.DSMT4">
                    <p:embed/>
                    <p:pic>
                      <p:nvPicPr>
                        <p:cNvPr id="0" name="图片 3336"/>
                        <p:cNvPicPr/>
                        <p:nvPr/>
                      </p:nvPicPr>
                      <p:blipFill>
                        <a:blip r:embed="rId11">
                          <a:lum bright="-100000"/>
                        </a:blip>
                        <a:stretch>
                          <a:fillRect/>
                        </a:stretch>
                      </p:blipFill>
                      <p:spPr>
                        <a:xfrm>
                          <a:off x="4808" y="2448"/>
                          <a:ext cx="280" cy="240"/>
                        </a:xfrm>
                        <a:prstGeom prst="rect">
                          <a:avLst/>
                        </a:prstGeom>
                        <a:noFill/>
                        <a:ln w="38100">
                          <a:noFill/>
                          <a:miter/>
                        </a:ln>
                      </p:spPr>
                    </p:pic>
                  </p:oleObj>
                </mc:Fallback>
              </mc:AlternateContent>
            </a:graphicData>
          </a:graphic>
        </p:graphicFrame>
        <p:grpSp>
          <p:nvGrpSpPr>
            <p:cNvPr id="76820" name="组合 575508"/>
            <p:cNvGrpSpPr/>
            <p:nvPr/>
          </p:nvGrpSpPr>
          <p:grpSpPr>
            <a:xfrm>
              <a:off x="4411" y="3573"/>
              <a:ext cx="92" cy="157"/>
              <a:chOff x="4743" y="1344"/>
              <a:chExt cx="92" cy="157"/>
            </a:xfrm>
          </p:grpSpPr>
          <p:sp>
            <p:nvSpPr>
              <p:cNvPr id="76821" name="直接连接符 575509"/>
              <p:cNvSpPr/>
              <p:nvPr/>
            </p:nvSpPr>
            <p:spPr>
              <a:xfrm flipH="1">
                <a:off x="4743" y="1349"/>
                <a:ext cx="90" cy="133"/>
              </a:xfrm>
              <a:prstGeom prst="line">
                <a:avLst/>
              </a:prstGeom>
              <a:ln w="25400" cap="sq" cmpd="sng">
                <a:solidFill>
                  <a:srgbClr val="FF9900"/>
                </a:solidFill>
                <a:prstDash val="solid"/>
                <a:round/>
                <a:headEnd type="none" w="sm" len="sm"/>
                <a:tailEnd type="none" w="sm" len="sm"/>
              </a:ln>
            </p:spPr>
          </p:sp>
          <p:sp>
            <p:nvSpPr>
              <p:cNvPr id="76822" name="直接连接符 575510"/>
              <p:cNvSpPr/>
              <p:nvPr/>
            </p:nvSpPr>
            <p:spPr>
              <a:xfrm>
                <a:off x="4752" y="1344"/>
                <a:ext cx="83" cy="157"/>
              </a:xfrm>
              <a:prstGeom prst="line">
                <a:avLst/>
              </a:prstGeom>
              <a:ln w="25400" cap="sq" cmpd="sng">
                <a:solidFill>
                  <a:srgbClr val="FF9900"/>
                </a:solidFill>
                <a:prstDash val="solid"/>
                <a:round/>
                <a:headEnd type="none" w="sm" len="sm"/>
                <a:tailEnd type="none" w="sm" len="sm"/>
              </a:ln>
            </p:spPr>
          </p:sp>
        </p:grpSp>
        <p:graphicFrame>
          <p:nvGraphicFramePr>
            <p:cNvPr id="76823" name="对象 575511"/>
            <p:cNvGraphicFramePr/>
            <p:nvPr/>
          </p:nvGraphicFramePr>
          <p:xfrm>
            <a:off x="4320" y="3504"/>
            <a:ext cx="144" cy="144"/>
          </p:xfrm>
          <a:graphic>
            <a:graphicData uri="http://schemas.openxmlformats.org/presentationml/2006/ole">
              <mc:AlternateContent xmlns:mc="http://schemas.openxmlformats.org/markup-compatibility/2006">
                <mc:Choice xmlns:v="urn:schemas-microsoft-com:vml" Requires="v">
                  <p:oleObj r:id="rId12" imgW="228600" imgH="228600" progId="Equation.DSMT4">
                    <p:embed/>
                  </p:oleObj>
                </mc:Choice>
                <mc:Fallback>
                  <p:oleObj r:id="rId12" imgW="228600" imgH="228600" progId="Equation.DSMT4">
                    <p:embed/>
                    <p:pic>
                      <p:nvPicPr>
                        <p:cNvPr id="0" name="图片 3329"/>
                        <p:cNvPicPr/>
                        <p:nvPr/>
                      </p:nvPicPr>
                      <p:blipFill>
                        <a:blip r:embed="rId13">
                          <a:lum bright="-100000"/>
                        </a:blip>
                        <a:stretch>
                          <a:fillRect/>
                        </a:stretch>
                      </p:blipFill>
                      <p:spPr>
                        <a:xfrm>
                          <a:off x="4320" y="3504"/>
                          <a:ext cx="144" cy="144"/>
                        </a:xfrm>
                        <a:prstGeom prst="rect">
                          <a:avLst/>
                        </a:prstGeom>
                        <a:noFill/>
                        <a:ln w="38100">
                          <a:noFill/>
                          <a:miter/>
                        </a:ln>
                      </p:spPr>
                    </p:pic>
                  </p:oleObj>
                </mc:Fallback>
              </mc:AlternateContent>
            </a:graphicData>
          </a:graphic>
        </p:graphicFrame>
      </p:grpSp>
      <p:graphicFrame>
        <p:nvGraphicFramePr>
          <p:cNvPr id="76824" name="对象 575512"/>
          <p:cNvGraphicFramePr/>
          <p:nvPr/>
        </p:nvGraphicFramePr>
        <p:xfrm>
          <a:off x="1042988" y="1412875"/>
          <a:ext cx="1157287" cy="315913"/>
        </p:xfrm>
        <a:graphic>
          <a:graphicData uri="http://schemas.openxmlformats.org/presentationml/2006/ole">
            <mc:AlternateContent xmlns:mc="http://schemas.openxmlformats.org/markup-compatibility/2006">
              <mc:Choice xmlns:v="urn:schemas-microsoft-com:vml" Requires="v">
                <p:oleObj r:id="rId14" imgW="1397000" imgH="381000" progId="Equation.DSMT4">
                  <p:embed/>
                </p:oleObj>
              </mc:Choice>
              <mc:Fallback>
                <p:oleObj r:id="rId14" imgW="1397000" imgH="381000" progId="Equation.DSMT4">
                  <p:embed/>
                  <p:pic>
                    <p:nvPicPr>
                      <p:cNvPr id="0" name="图片 3340"/>
                      <p:cNvPicPr/>
                      <p:nvPr/>
                    </p:nvPicPr>
                    <p:blipFill>
                      <a:blip r:embed="rId15">
                        <a:lum bright="-100000"/>
                      </a:blip>
                      <a:stretch>
                        <a:fillRect/>
                      </a:stretch>
                    </p:blipFill>
                    <p:spPr>
                      <a:xfrm>
                        <a:off x="1042988" y="1412875"/>
                        <a:ext cx="1157287" cy="315913"/>
                      </a:xfrm>
                      <a:prstGeom prst="rect">
                        <a:avLst/>
                      </a:prstGeom>
                      <a:noFill/>
                      <a:ln w="38100">
                        <a:noFill/>
                        <a:miter/>
                      </a:ln>
                    </p:spPr>
                  </p:pic>
                </p:oleObj>
              </mc:Fallback>
            </mc:AlternateContent>
          </a:graphicData>
        </a:graphic>
      </p:graphicFrame>
      <p:graphicFrame>
        <p:nvGraphicFramePr>
          <p:cNvPr id="76825" name="对象 575513"/>
          <p:cNvGraphicFramePr/>
          <p:nvPr/>
        </p:nvGraphicFramePr>
        <p:xfrm>
          <a:off x="1525588" y="2032000"/>
          <a:ext cx="3321050" cy="346075"/>
        </p:xfrm>
        <a:graphic>
          <a:graphicData uri="http://schemas.openxmlformats.org/presentationml/2006/ole">
            <mc:AlternateContent xmlns:mc="http://schemas.openxmlformats.org/markup-compatibility/2006">
              <mc:Choice xmlns:v="urn:schemas-microsoft-com:vml" Requires="v">
                <p:oleObj r:id="rId16" imgW="4025900" imgH="419100" progId="Equation.DSMT4">
                  <p:embed/>
                </p:oleObj>
              </mc:Choice>
              <mc:Fallback>
                <p:oleObj r:id="rId16" imgW="4025900" imgH="419100" progId="Equation.DSMT4">
                  <p:embed/>
                  <p:pic>
                    <p:nvPicPr>
                      <p:cNvPr id="0" name="图片 3341"/>
                      <p:cNvPicPr/>
                      <p:nvPr/>
                    </p:nvPicPr>
                    <p:blipFill>
                      <a:blip r:embed="rId17">
                        <a:lum bright="-100000"/>
                      </a:blip>
                      <a:stretch>
                        <a:fillRect/>
                      </a:stretch>
                    </p:blipFill>
                    <p:spPr>
                      <a:xfrm>
                        <a:off x="1525588" y="2032000"/>
                        <a:ext cx="3321050" cy="346075"/>
                      </a:xfrm>
                      <a:prstGeom prst="rect">
                        <a:avLst/>
                      </a:prstGeom>
                      <a:noFill/>
                      <a:ln w="38100">
                        <a:noFill/>
                        <a:miter/>
                      </a:ln>
                    </p:spPr>
                  </p:pic>
                </p:oleObj>
              </mc:Fallback>
            </mc:AlternateContent>
          </a:graphicData>
        </a:graphic>
      </p:graphicFrame>
      <p:graphicFrame>
        <p:nvGraphicFramePr>
          <p:cNvPr id="76826" name="对象 575514"/>
          <p:cNvGraphicFramePr/>
          <p:nvPr/>
        </p:nvGraphicFramePr>
        <p:xfrm>
          <a:off x="1525588" y="2459038"/>
          <a:ext cx="2974975" cy="388937"/>
        </p:xfrm>
        <a:graphic>
          <a:graphicData uri="http://schemas.openxmlformats.org/presentationml/2006/ole">
            <mc:AlternateContent xmlns:mc="http://schemas.openxmlformats.org/markup-compatibility/2006">
              <mc:Choice xmlns:v="urn:schemas-microsoft-com:vml" Requires="v">
                <p:oleObj r:id="rId18" imgW="3594100" imgH="469900" progId="Equation.DSMT4">
                  <p:embed/>
                </p:oleObj>
              </mc:Choice>
              <mc:Fallback>
                <p:oleObj r:id="rId18" imgW="3594100" imgH="469900" progId="Equation.DSMT4">
                  <p:embed/>
                  <p:pic>
                    <p:nvPicPr>
                      <p:cNvPr id="0" name="图片 3330"/>
                      <p:cNvPicPr/>
                      <p:nvPr/>
                    </p:nvPicPr>
                    <p:blipFill>
                      <a:blip r:embed="rId19">
                        <a:lum bright="-100000"/>
                      </a:blip>
                      <a:stretch>
                        <a:fillRect/>
                      </a:stretch>
                    </p:blipFill>
                    <p:spPr>
                      <a:xfrm>
                        <a:off x="1525588" y="2459038"/>
                        <a:ext cx="2974975" cy="388937"/>
                      </a:xfrm>
                      <a:prstGeom prst="rect">
                        <a:avLst/>
                      </a:prstGeom>
                      <a:noFill/>
                      <a:ln w="38100">
                        <a:noFill/>
                        <a:miter/>
                      </a:ln>
                    </p:spPr>
                  </p:pic>
                </p:oleObj>
              </mc:Fallback>
            </mc:AlternateContent>
          </a:graphicData>
        </a:graphic>
      </p:graphicFrame>
      <p:graphicFrame>
        <p:nvGraphicFramePr>
          <p:cNvPr id="76827" name="对象 575515"/>
          <p:cNvGraphicFramePr/>
          <p:nvPr/>
        </p:nvGraphicFramePr>
        <p:xfrm>
          <a:off x="1179513" y="2952750"/>
          <a:ext cx="1157287" cy="315913"/>
        </p:xfrm>
        <a:graphic>
          <a:graphicData uri="http://schemas.openxmlformats.org/presentationml/2006/ole">
            <mc:AlternateContent xmlns:mc="http://schemas.openxmlformats.org/markup-compatibility/2006">
              <mc:Choice xmlns:v="urn:schemas-microsoft-com:vml" Requires="v">
                <p:oleObj r:id="rId20" imgW="1396365" imgH="381000" progId="Equation.DSMT4">
                  <p:embed/>
                </p:oleObj>
              </mc:Choice>
              <mc:Fallback>
                <p:oleObj r:id="rId20" imgW="1396365" imgH="381000" progId="Equation.DSMT4">
                  <p:embed/>
                  <p:pic>
                    <p:nvPicPr>
                      <p:cNvPr id="0" name="图片 3342"/>
                      <p:cNvPicPr/>
                      <p:nvPr/>
                    </p:nvPicPr>
                    <p:blipFill>
                      <a:blip r:embed="rId21">
                        <a:lum bright="-100000"/>
                      </a:blip>
                      <a:stretch>
                        <a:fillRect/>
                      </a:stretch>
                    </p:blipFill>
                    <p:spPr>
                      <a:xfrm>
                        <a:off x="1179513" y="2952750"/>
                        <a:ext cx="1157287" cy="315913"/>
                      </a:xfrm>
                      <a:prstGeom prst="rect">
                        <a:avLst/>
                      </a:prstGeom>
                      <a:noFill/>
                      <a:ln w="38100">
                        <a:noFill/>
                        <a:miter/>
                      </a:ln>
                    </p:spPr>
                  </p:pic>
                </p:oleObj>
              </mc:Fallback>
            </mc:AlternateContent>
          </a:graphicData>
        </a:graphic>
      </p:graphicFrame>
      <p:graphicFrame>
        <p:nvGraphicFramePr>
          <p:cNvPr id="76828" name="对象 575516"/>
          <p:cNvGraphicFramePr/>
          <p:nvPr/>
        </p:nvGraphicFramePr>
        <p:xfrm>
          <a:off x="1601788" y="3529013"/>
          <a:ext cx="5334000" cy="346075"/>
        </p:xfrm>
        <a:graphic>
          <a:graphicData uri="http://schemas.openxmlformats.org/presentationml/2006/ole">
            <mc:AlternateContent xmlns:mc="http://schemas.openxmlformats.org/markup-compatibility/2006">
              <mc:Choice xmlns:v="urn:schemas-microsoft-com:vml" Requires="v">
                <p:oleObj r:id="rId22" imgW="6464300" imgH="419100" progId="Equation.DSMT4">
                  <p:embed/>
                </p:oleObj>
              </mc:Choice>
              <mc:Fallback>
                <p:oleObj r:id="rId22" imgW="6464300" imgH="419100" progId="Equation.DSMT4">
                  <p:embed/>
                  <p:pic>
                    <p:nvPicPr>
                      <p:cNvPr id="0" name="图片 3349"/>
                      <p:cNvPicPr/>
                      <p:nvPr/>
                    </p:nvPicPr>
                    <p:blipFill>
                      <a:blip r:embed="rId23">
                        <a:lum bright="-100000"/>
                      </a:blip>
                      <a:stretch>
                        <a:fillRect/>
                      </a:stretch>
                    </p:blipFill>
                    <p:spPr>
                      <a:xfrm>
                        <a:off x="1601788" y="3529013"/>
                        <a:ext cx="5334000" cy="346075"/>
                      </a:xfrm>
                      <a:prstGeom prst="rect">
                        <a:avLst/>
                      </a:prstGeom>
                      <a:noFill/>
                      <a:ln w="38100">
                        <a:noFill/>
                        <a:miter/>
                      </a:ln>
                    </p:spPr>
                  </p:pic>
                </p:oleObj>
              </mc:Fallback>
            </mc:AlternateContent>
          </a:graphicData>
        </a:graphic>
      </p:graphicFrame>
      <p:graphicFrame>
        <p:nvGraphicFramePr>
          <p:cNvPr id="76829" name="对象 575517"/>
          <p:cNvGraphicFramePr/>
          <p:nvPr/>
        </p:nvGraphicFramePr>
        <p:xfrm>
          <a:off x="1760538" y="4105275"/>
          <a:ext cx="3846512" cy="798513"/>
        </p:xfrm>
        <a:graphic>
          <a:graphicData uri="http://schemas.openxmlformats.org/presentationml/2006/ole">
            <mc:AlternateContent xmlns:mc="http://schemas.openxmlformats.org/markup-compatibility/2006">
              <mc:Choice xmlns:v="urn:schemas-microsoft-com:vml" Requires="v">
                <p:oleObj r:id="rId24" imgW="4648200" imgH="965200" progId="Equation.DSMT4">
                  <p:embed/>
                </p:oleObj>
              </mc:Choice>
              <mc:Fallback>
                <p:oleObj r:id="rId24" imgW="4648200" imgH="965200" progId="Equation.DSMT4">
                  <p:embed/>
                  <p:pic>
                    <p:nvPicPr>
                      <p:cNvPr id="0" name="图片 3343"/>
                      <p:cNvPicPr/>
                      <p:nvPr/>
                    </p:nvPicPr>
                    <p:blipFill>
                      <a:blip r:embed="rId25">
                        <a:lum bright="-100000"/>
                      </a:blip>
                      <a:stretch>
                        <a:fillRect/>
                      </a:stretch>
                    </p:blipFill>
                    <p:spPr>
                      <a:xfrm>
                        <a:off x="1760538" y="4105275"/>
                        <a:ext cx="3846512" cy="798513"/>
                      </a:xfrm>
                      <a:prstGeom prst="rect">
                        <a:avLst/>
                      </a:prstGeom>
                      <a:noFill/>
                      <a:ln w="38100">
                        <a:noFill/>
                        <a:miter/>
                      </a:ln>
                    </p:spPr>
                  </p:pic>
                </p:oleObj>
              </mc:Fallback>
            </mc:AlternateContent>
          </a:graphicData>
        </a:graphic>
      </p:graphicFrame>
      <p:graphicFrame>
        <p:nvGraphicFramePr>
          <p:cNvPr id="76830" name="对象 575518"/>
          <p:cNvGraphicFramePr/>
          <p:nvPr/>
        </p:nvGraphicFramePr>
        <p:xfrm>
          <a:off x="1525588" y="5041900"/>
          <a:ext cx="3433762" cy="430213"/>
        </p:xfrm>
        <a:graphic>
          <a:graphicData uri="http://schemas.openxmlformats.org/presentationml/2006/ole">
            <mc:AlternateContent xmlns:mc="http://schemas.openxmlformats.org/markup-compatibility/2006">
              <mc:Choice xmlns:v="urn:schemas-microsoft-com:vml" Requires="v">
                <p:oleObj r:id="rId26" imgW="4150995" imgH="520700" progId="Equation.DSMT4">
                  <p:embed/>
                </p:oleObj>
              </mc:Choice>
              <mc:Fallback>
                <p:oleObj r:id="rId26" imgW="4150995" imgH="520700" progId="Equation.DSMT4">
                  <p:embed/>
                  <p:pic>
                    <p:nvPicPr>
                      <p:cNvPr id="0" name="图片 3355"/>
                      <p:cNvPicPr/>
                      <p:nvPr/>
                    </p:nvPicPr>
                    <p:blipFill>
                      <a:blip r:embed="rId27">
                        <a:lum bright="-100000"/>
                      </a:blip>
                      <a:stretch>
                        <a:fillRect/>
                      </a:stretch>
                    </p:blipFill>
                    <p:spPr>
                      <a:xfrm>
                        <a:off x="1525588" y="5041900"/>
                        <a:ext cx="3433762" cy="430213"/>
                      </a:xfrm>
                      <a:prstGeom prst="rect">
                        <a:avLst/>
                      </a:prstGeom>
                      <a:noFill/>
                      <a:ln w="38100">
                        <a:noFill/>
                        <a:miter/>
                      </a:ln>
                    </p:spPr>
                  </p:pic>
                </p:oleObj>
              </mc:Fallback>
            </mc:AlternateContent>
          </a:graphicData>
        </a:graphic>
      </p:graphicFrame>
      <p:graphicFrame>
        <p:nvGraphicFramePr>
          <p:cNvPr id="76831" name="对象 575519"/>
          <p:cNvGraphicFramePr/>
          <p:nvPr/>
        </p:nvGraphicFramePr>
        <p:xfrm>
          <a:off x="1184275" y="5618163"/>
          <a:ext cx="4173538" cy="398462"/>
        </p:xfrm>
        <a:graphic>
          <a:graphicData uri="http://schemas.openxmlformats.org/presentationml/2006/ole">
            <mc:AlternateContent xmlns:mc="http://schemas.openxmlformats.org/markup-compatibility/2006">
              <mc:Choice xmlns:v="urn:schemas-microsoft-com:vml" Requires="v">
                <p:oleObj r:id="rId28" imgW="5052695" imgH="482600" progId="Equation.DSMT4">
                  <p:embed/>
                </p:oleObj>
              </mc:Choice>
              <mc:Fallback>
                <p:oleObj r:id="rId28" imgW="5052695" imgH="482600" progId="Equation.DSMT4">
                  <p:embed/>
                  <p:pic>
                    <p:nvPicPr>
                      <p:cNvPr id="0" name="图片 3357"/>
                      <p:cNvPicPr/>
                      <p:nvPr/>
                    </p:nvPicPr>
                    <p:blipFill>
                      <a:blip r:embed="rId29">
                        <a:lum bright="-100000"/>
                      </a:blip>
                      <a:stretch>
                        <a:fillRect/>
                      </a:stretch>
                    </p:blipFill>
                    <p:spPr>
                      <a:xfrm>
                        <a:off x="1184275" y="5618163"/>
                        <a:ext cx="4173538" cy="398462"/>
                      </a:xfrm>
                      <a:prstGeom prst="rect">
                        <a:avLst/>
                      </a:prstGeom>
                      <a:noFill/>
                      <a:ln w="38100">
                        <a:noFill/>
                        <a:miter/>
                      </a:ln>
                    </p:spPr>
                  </p:pic>
                </p:oleObj>
              </mc:Fallback>
            </mc:AlternateContent>
          </a:graphicData>
        </a:graphic>
      </p:graphicFrame>
      <p:graphicFrame>
        <p:nvGraphicFramePr>
          <p:cNvPr id="76832" name="对象 575520"/>
          <p:cNvGraphicFramePr/>
          <p:nvPr/>
        </p:nvGraphicFramePr>
        <p:xfrm>
          <a:off x="900113" y="765175"/>
          <a:ext cx="1900237" cy="482600"/>
        </p:xfrm>
        <a:graphic>
          <a:graphicData uri="http://schemas.openxmlformats.org/presentationml/2006/ole">
            <mc:AlternateContent xmlns:mc="http://schemas.openxmlformats.org/markup-compatibility/2006">
              <mc:Choice xmlns:v="urn:schemas-microsoft-com:vml" Requires="v">
                <p:oleObj r:id="rId30" imgW="2297430" imgH="584200" progId="Equation.DSMT4">
                  <p:embed/>
                </p:oleObj>
              </mc:Choice>
              <mc:Fallback>
                <p:oleObj r:id="rId30" imgW="2297430" imgH="584200" progId="Equation.DSMT4">
                  <p:embed/>
                  <p:pic>
                    <p:nvPicPr>
                      <p:cNvPr id="0" name="图片 3345"/>
                      <p:cNvPicPr/>
                      <p:nvPr/>
                    </p:nvPicPr>
                    <p:blipFill>
                      <a:blip r:embed="rId31">
                        <a:lum bright="-100000"/>
                      </a:blip>
                      <a:stretch>
                        <a:fillRect/>
                      </a:stretch>
                    </p:blipFill>
                    <p:spPr>
                      <a:xfrm>
                        <a:off x="900113" y="765175"/>
                        <a:ext cx="1900237" cy="482600"/>
                      </a:xfrm>
                      <a:prstGeom prst="rect">
                        <a:avLst/>
                      </a:prstGeom>
                      <a:noFill/>
                      <a:ln w="38100">
                        <a:noFill/>
                        <a:miter/>
                      </a:ln>
                    </p:spPr>
                  </p:pic>
                </p:oleObj>
              </mc:Fallback>
            </mc:AlternateContent>
          </a:graphicData>
        </a:graphic>
      </p:graphicFrame>
      <p:grpSp>
        <p:nvGrpSpPr>
          <p:cNvPr id="76833" name="组合 575521"/>
          <p:cNvGrpSpPr/>
          <p:nvPr/>
        </p:nvGrpSpPr>
        <p:grpSpPr>
          <a:xfrm>
            <a:off x="6859588" y="1947863"/>
            <a:ext cx="157162" cy="201612"/>
            <a:chOff x="4743" y="1344"/>
            <a:chExt cx="92" cy="157"/>
          </a:xfrm>
        </p:grpSpPr>
        <p:sp>
          <p:nvSpPr>
            <p:cNvPr id="76834" name="直接连接符 575522"/>
            <p:cNvSpPr/>
            <p:nvPr/>
          </p:nvSpPr>
          <p:spPr>
            <a:xfrm flipH="1">
              <a:off x="4743" y="1349"/>
              <a:ext cx="90" cy="133"/>
            </a:xfrm>
            <a:prstGeom prst="line">
              <a:avLst/>
            </a:prstGeom>
            <a:ln w="25400" cap="sq" cmpd="sng">
              <a:solidFill>
                <a:srgbClr val="FF9900"/>
              </a:solidFill>
              <a:prstDash val="solid"/>
              <a:round/>
              <a:headEnd type="none" w="sm" len="sm"/>
              <a:tailEnd type="none" w="sm" len="sm"/>
            </a:ln>
          </p:spPr>
        </p:sp>
        <p:sp>
          <p:nvSpPr>
            <p:cNvPr id="76835" name="直接连接符 575523"/>
            <p:cNvSpPr/>
            <p:nvPr/>
          </p:nvSpPr>
          <p:spPr>
            <a:xfrm>
              <a:off x="4752" y="1344"/>
              <a:ext cx="83" cy="157"/>
            </a:xfrm>
            <a:prstGeom prst="line">
              <a:avLst/>
            </a:prstGeom>
            <a:ln w="25400" cap="sq" cmpd="sng">
              <a:solidFill>
                <a:srgbClr val="FF9900"/>
              </a:solidFill>
              <a:prstDash val="solid"/>
              <a:round/>
              <a:headEnd type="none" w="sm" len="sm"/>
              <a:tailEnd type="none" w="sm" len="sm"/>
            </a:ln>
          </p:spPr>
        </p:sp>
      </p:grpSp>
      <mc:AlternateContent xmlns:mc="http://schemas.openxmlformats.org/markup-compatibility/2006" xmlns:p14="http://schemas.microsoft.com/office/powerpoint/2010/main">
        <mc:Choice Requires="p14">
          <p:contentPart p14:bwMode="auto" r:id="rId32">
            <p14:nvContentPartPr>
              <p14:cNvPr id="2" name="墨迹 1">
                <a:extLst>
                  <a:ext uri="{FF2B5EF4-FFF2-40B4-BE49-F238E27FC236}">
                    <a16:creationId xmlns:a16="http://schemas.microsoft.com/office/drawing/2014/main" id="{97D40664-11B2-961A-01D7-66F4923E21DA}"/>
                  </a:ext>
                </a:extLst>
              </p14:cNvPr>
              <p14:cNvContentPartPr/>
              <p14:nvPr/>
            </p14:nvContentPartPr>
            <p14:xfrm>
              <a:off x="1089505" y="1781345"/>
              <a:ext cx="1349280" cy="29160"/>
            </p14:xfrm>
          </p:contentPart>
        </mc:Choice>
        <mc:Fallback xmlns="">
          <p:pic>
            <p:nvPicPr>
              <p:cNvPr id="2" name="墨迹 1">
                <a:extLst>
                  <a:ext uri="{FF2B5EF4-FFF2-40B4-BE49-F238E27FC236}">
                    <a16:creationId xmlns:a16="http://schemas.microsoft.com/office/drawing/2014/main" id="{97D40664-11B2-961A-01D7-66F4923E21DA}"/>
                  </a:ext>
                </a:extLst>
              </p:cNvPr>
              <p:cNvPicPr/>
              <p:nvPr/>
            </p:nvPicPr>
            <p:blipFill>
              <a:blip r:embed="rId33"/>
              <a:stretch>
                <a:fillRect/>
              </a:stretch>
            </p:blipFill>
            <p:spPr>
              <a:xfrm>
                <a:off x="1071865" y="1763705"/>
                <a:ext cx="1384920" cy="6480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3" name="墨迹 2">
                <a:extLst>
                  <a:ext uri="{FF2B5EF4-FFF2-40B4-BE49-F238E27FC236}">
                    <a16:creationId xmlns:a16="http://schemas.microsoft.com/office/drawing/2014/main" id="{43545018-B70B-C41B-37BE-2DD16A6E4BD1}"/>
                  </a:ext>
                </a:extLst>
              </p14:cNvPr>
              <p14:cNvContentPartPr/>
              <p14:nvPr/>
            </p14:nvContentPartPr>
            <p14:xfrm>
              <a:off x="2576665" y="2003105"/>
              <a:ext cx="2504160" cy="426600"/>
            </p14:xfrm>
          </p:contentPart>
        </mc:Choice>
        <mc:Fallback xmlns="">
          <p:pic>
            <p:nvPicPr>
              <p:cNvPr id="3" name="墨迹 2">
                <a:extLst>
                  <a:ext uri="{FF2B5EF4-FFF2-40B4-BE49-F238E27FC236}">
                    <a16:creationId xmlns:a16="http://schemas.microsoft.com/office/drawing/2014/main" id="{43545018-B70B-C41B-37BE-2DD16A6E4BD1}"/>
                  </a:ext>
                </a:extLst>
              </p:cNvPr>
              <p:cNvPicPr/>
              <p:nvPr/>
            </p:nvPicPr>
            <p:blipFill>
              <a:blip r:embed="rId35"/>
              <a:stretch>
                <a:fillRect/>
              </a:stretch>
            </p:blipFill>
            <p:spPr>
              <a:xfrm>
                <a:off x="2559025" y="1985465"/>
                <a:ext cx="2539800" cy="462240"/>
              </a:xfrm>
              <a:prstGeom prst="rect">
                <a:avLst/>
              </a:prstGeom>
            </p:spPr>
          </p:pic>
        </mc:Fallback>
      </mc:AlternateContent>
      <p:grpSp>
        <p:nvGrpSpPr>
          <p:cNvPr id="6" name="组合 5">
            <a:extLst>
              <a:ext uri="{FF2B5EF4-FFF2-40B4-BE49-F238E27FC236}">
                <a16:creationId xmlns:a16="http://schemas.microsoft.com/office/drawing/2014/main" id="{48803BB5-C868-E35F-7398-32C640A76F38}"/>
              </a:ext>
            </a:extLst>
          </p:cNvPr>
          <p:cNvGrpSpPr/>
          <p:nvPr/>
        </p:nvGrpSpPr>
        <p:grpSpPr>
          <a:xfrm>
            <a:off x="7002145" y="2308745"/>
            <a:ext cx="150480" cy="207000"/>
            <a:chOff x="7002145" y="2308745"/>
            <a:chExt cx="150480" cy="207000"/>
          </a:xfrm>
        </p:grpSpPr>
        <mc:AlternateContent xmlns:mc="http://schemas.openxmlformats.org/markup-compatibility/2006" xmlns:p14="http://schemas.microsoft.com/office/powerpoint/2010/main">
          <mc:Choice Requires="p14">
            <p:contentPart p14:bwMode="auto" r:id="rId36">
              <p14:nvContentPartPr>
                <p14:cNvPr id="4" name="墨迹 3">
                  <a:extLst>
                    <a:ext uri="{FF2B5EF4-FFF2-40B4-BE49-F238E27FC236}">
                      <a16:creationId xmlns:a16="http://schemas.microsoft.com/office/drawing/2014/main" id="{D4992755-8279-4353-2738-6BE8AADB34A0}"/>
                    </a:ext>
                  </a:extLst>
                </p14:cNvPr>
                <p14:cNvContentPartPr/>
                <p14:nvPr/>
              </p14:nvContentPartPr>
              <p14:xfrm>
                <a:off x="7019425" y="2308745"/>
                <a:ext cx="133200" cy="207000"/>
              </p14:xfrm>
            </p:contentPart>
          </mc:Choice>
          <mc:Fallback xmlns="">
            <p:pic>
              <p:nvPicPr>
                <p:cNvPr id="4" name="墨迹 3">
                  <a:extLst>
                    <a:ext uri="{FF2B5EF4-FFF2-40B4-BE49-F238E27FC236}">
                      <a16:creationId xmlns:a16="http://schemas.microsoft.com/office/drawing/2014/main" id="{D4992755-8279-4353-2738-6BE8AADB34A0}"/>
                    </a:ext>
                  </a:extLst>
                </p:cNvPr>
                <p:cNvPicPr/>
                <p:nvPr/>
              </p:nvPicPr>
              <p:blipFill>
                <a:blip r:embed="rId37"/>
                <a:stretch>
                  <a:fillRect/>
                </a:stretch>
              </p:blipFill>
              <p:spPr>
                <a:xfrm>
                  <a:off x="7001425" y="2291105"/>
                  <a:ext cx="168840" cy="242640"/>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5" name="墨迹 4">
                  <a:extLst>
                    <a:ext uri="{FF2B5EF4-FFF2-40B4-BE49-F238E27FC236}">
                      <a16:creationId xmlns:a16="http://schemas.microsoft.com/office/drawing/2014/main" id="{4B57595B-383A-AB80-8D92-2E9F7114CF95}"/>
                    </a:ext>
                  </a:extLst>
                </p14:cNvPr>
                <p14:cNvContentPartPr/>
                <p14:nvPr/>
              </p14:nvContentPartPr>
              <p14:xfrm>
                <a:off x="7002145" y="2360225"/>
                <a:ext cx="137880" cy="95400"/>
              </p14:xfrm>
            </p:contentPart>
          </mc:Choice>
          <mc:Fallback xmlns="">
            <p:pic>
              <p:nvPicPr>
                <p:cNvPr id="5" name="墨迹 4">
                  <a:extLst>
                    <a:ext uri="{FF2B5EF4-FFF2-40B4-BE49-F238E27FC236}">
                      <a16:creationId xmlns:a16="http://schemas.microsoft.com/office/drawing/2014/main" id="{4B57595B-383A-AB80-8D92-2E9F7114CF95}"/>
                    </a:ext>
                  </a:extLst>
                </p:cNvPr>
                <p:cNvPicPr/>
                <p:nvPr/>
              </p:nvPicPr>
              <p:blipFill>
                <a:blip r:embed="rId39"/>
                <a:stretch>
                  <a:fillRect/>
                </a:stretch>
              </p:blipFill>
              <p:spPr>
                <a:xfrm>
                  <a:off x="6984145" y="2342585"/>
                  <a:ext cx="173520" cy="13104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40">
            <p14:nvContentPartPr>
              <p14:cNvPr id="7" name="墨迹 6">
                <a:extLst>
                  <a:ext uri="{FF2B5EF4-FFF2-40B4-BE49-F238E27FC236}">
                    <a16:creationId xmlns:a16="http://schemas.microsoft.com/office/drawing/2014/main" id="{7C522202-15AD-6393-1977-3E653509B35D}"/>
                  </a:ext>
                </a:extLst>
              </p14:cNvPr>
              <p14:cNvContentPartPr/>
              <p14:nvPr/>
            </p14:nvContentPartPr>
            <p14:xfrm>
              <a:off x="4230145" y="2807345"/>
              <a:ext cx="258840" cy="19080"/>
            </p14:xfrm>
          </p:contentPart>
        </mc:Choice>
        <mc:Fallback xmlns="">
          <p:pic>
            <p:nvPicPr>
              <p:cNvPr id="7" name="墨迹 6">
                <a:extLst>
                  <a:ext uri="{FF2B5EF4-FFF2-40B4-BE49-F238E27FC236}">
                    <a16:creationId xmlns:a16="http://schemas.microsoft.com/office/drawing/2014/main" id="{7C522202-15AD-6393-1977-3E653509B35D}"/>
                  </a:ext>
                </a:extLst>
              </p:cNvPr>
              <p:cNvPicPr/>
              <p:nvPr/>
            </p:nvPicPr>
            <p:blipFill>
              <a:blip r:embed="rId41"/>
              <a:stretch>
                <a:fillRect/>
              </a:stretch>
            </p:blipFill>
            <p:spPr>
              <a:xfrm>
                <a:off x="4212145" y="2789705"/>
                <a:ext cx="294480" cy="54720"/>
              </a:xfrm>
              <a:prstGeom prst="rect">
                <a:avLst/>
              </a:prstGeom>
            </p:spPr>
          </p:pic>
        </mc:Fallback>
      </mc:AlternateContent>
      <mc:AlternateContent xmlns:mc="http://schemas.openxmlformats.org/markup-compatibility/2006" xmlns:p14="http://schemas.microsoft.com/office/powerpoint/2010/main">
        <mc:Choice Requires="p14">
          <p:contentPart p14:bwMode="auto" r:id="rId42">
            <p14:nvContentPartPr>
              <p14:cNvPr id="8" name="墨迹 7">
                <a:extLst>
                  <a:ext uri="{FF2B5EF4-FFF2-40B4-BE49-F238E27FC236}">
                    <a16:creationId xmlns:a16="http://schemas.microsoft.com/office/drawing/2014/main" id="{01940784-7072-A35C-76FA-46B20D0544D8}"/>
                  </a:ext>
                </a:extLst>
              </p14:cNvPr>
              <p14:cNvContentPartPr/>
              <p14:nvPr/>
            </p14:nvContentPartPr>
            <p14:xfrm>
              <a:off x="2373625" y="5413025"/>
              <a:ext cx="135000" cy="18000"/>
            </p14:xfrm>
          </p:contentPart>
        </mc:Choice>
        <mc:Fallback xmlns="">
          <p:pic>
            <p:nvPicPr>
              <p:cNvPr id="8" name="墨迹 7">
                <a:extLst>
                  <a:ext uri="{FF2B5EF4-FFF2-40B4-BE49-F238E27FC236}">
                    <a16:creationId xmlns:a16="http://schemas.microsoft.com/office/drawing/2014/main" id="{01940784-7072-A35C-76FA-46B20D0544D8}"/>
                  </a:ext>
                </a:extLst>
              </p:cNvPr>
              <p:cNvPicPr/>
              <p:nvPr/>
            </p:nvPicPr>
            <p:blipFill>
              <a:blip r:embed="rId43"/>
              <a:stretch>
                <a:fillRect/>
              </a:stretch>
            </p:blipFill>
            <p:spPr>
              <a:xfrm>
                <a:off x="2355625" y="5395385"/>
                <a:ext cx="170640" cy="53640"/>
              </a:xfrm>
              <a:prstGeom prst="rect">
                <a:avLst/>
              </a:prstGeom>
            </p:spPr>
          </p:pic>
        </mc:Fallback>
      </mc:AlternateContent>
      <mc:AlternateContent xmlns:mc="http://schemas.openxmlformats.org/markup-compatibility/2006" xmlns:p14="http://schemas.microsoft.com/office/powerpoint/2010/main">
        <mc:Choice Requires="p14">
          <p:contentPart p14:bwMode="auto" r:id="rId44">
            <p14:nvContentPartPr>
              <p14:cNvPr id="9" name="墨迹 8">
                <a:extLst>
                  <a:ext uri="{FF2B5EF4-FFF2-40B4-BE49-F238E27FC236}">
                    <a16:creationId xmlns:a16="http://schemas.microsoft.com/office/drawing/2014/main" id="{5B3F5D9A-E139-341D-20F1-971E0FE20C64}"/>
                  </a:ext>
                </a:extLst>
              </p14:cNvPr>
              <p14:cNvContentPartPr/>
              <p14:nvPr/>
            </p14:nvContentPartPr>
            <p14:xfrm>
              <a:off x="4543705" y="5068865"/>
              <a:ext cx="648360" cy="372600"/>
            </p14:xfrm>
          </p:contentPart>
        </mc:Choice>
        <mc:Fallback xmlns="">
          <p:pic>
            <p:nvPicPr>
              <p:cNvPr id="9" name="墨迹 8">
                <a:extLst>
                  <a:ext uri="{FF2B5EF4-FFF2-40B4-BE49-F238E27FC236}">
                    <a16:creationId xmlns:a16="http://schemas.microsoft.com/office/drawing/2014/main" id="{5B3F5D9A-E139-341D-20F1-971E0FE20C64}"/>
                  </a:ext>
                </a:extLst>
              </p:cNvPr>
              <p:cNvPicPr/>
              <p:nvPr/>
            </p:nvPicPr>
            <p:blipFill>
              <a:blip r:embed="rId45"/>
              <a:stretch>
                <a:fillRect/>
              </a:stretch>
            </p:blipFill>
            <p:spPr>
              <a:xfrm>
                <a:off x="4525705" y="5050865"/>
                <a:ext cx="684000" cy="408240"/>
              </a:xfrm>
              <a:prstGeom prst="rect">
                <a:avLst/>
              </a:prstGeom>
            </p:spPr>
          </p:pic>
        </mc:Fallback>
      </mc:AlternateContent>
    </p:spTree>
  </p:cSld>
  <p:clrMapOvr>
    <a:masterClrMapping/>
  </p:clrMapOvr>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7825" name="Object 4"/>
          <p:cNvGraphicFramePr>
            <a:graphicFrameLocks noChangeAspect="1"/>
          </p:cNvGraphicFramePr>
          <p:nvPr/>
        </p:nvGraphicFramePr>
        <p:xfrm>
          <a:off x="1854200" y="2362200"/>
          <a:ext cx="6019800" cy="901700"/>
        </p:xfrm>
        <a:graphic>
          <a:graphicData uri="http://schemas.openxmlformats.org/presentationml/2006/ole">
            <mc:AlternateContent xmlns:mc="http://schemas.openxmlformats.org/markup-compatibility/2006">
              <mc:Choice xmlns:v="urn:schemas-microsoft-com:vml" Requires="v">
                <p:oleObj r:id="rId2" imgW="6019800" imgH="901700" progId="Equation.DSMT4">
                  <p:embed/>
                </p:oleObj>
              </mc:Choice>
              <mc:Fallback>
                <p:oleObj r:id="rId2" imgW="6019800" imgH="901700" progId="Equation.DSMT4">
                  <p:embed/>
                  <p:pic>
                    <p:nvPicPr>
                      <p:cNvPr id="0" name="图片 3344"/>
                      <p:cNvPicPr/>
                      <p:nvPr/>
                    </p:nvPicPr>
                    <p:blipFill>
                      <a:blip r:embed="rId3"/>
                      <a:stretch>
                        <a:fillRect/>
                      </a:stretch>
                    </p:blipFill>
                    <p:spPr>
                      <a:xfrm>
                        <a:off x="1854200" y="2362200"/>
                        <a:ext cx="6019800" cy="901700"/>
                      </a:xfrm>
                      <a:prstGeom prst="rect">
                        <a:avLst/>
                      </a:prstGeom>
                      <a:solidFill>
                        <a:srgbClr val="2D2D89"/>
                      </a:solidFill>
                      <a:ln w="38100">
                        <a:noFill/>
                        <a:miter/>
                      </a:ln>
                    </p:spPr>
                  </p:pic>
                </p:oleObj>
              </mc:Fallback>
            </mc:AlternateContent>
          </a:graphicData>
        </a:graphic>
      </p:graphicFrame>
      <p:graphicFrame>
        <p:nvGraphicFramePr>
          <p:cNvPr id="77826" name="Object 5"/>
          <p:cNvGraphicFramePr>
            <a:graphicFrameLocks noChangeAspect="1"/>
          </p:cNvGraphicFramePr>
          <p:nvPr/>
        </p:nvGraphicFramePr>
        <p:xfrm>
          <a:off x="1476375" y="4221163"/>
          <a:ext cx="2552700" cy="381000"/>
        </p:xfrm>
        <a:graphic>
          <a:graphicData uri="http://schemas.openxmlformats.org/presentationml/2006/ole">
            <mc:AlternateContent xmlns:mc="http://schemas.openxmlformats.org/markup-compatibility/2006">
              <mc:Choice xmlns:v="urn:schemas-microsoft-com:vml" Requires="v">
                <p:oleObj r:id="rId4" imgW="2552700" imgH="381000" progId="Equation.DSMT4">
                  <p:embed/>
                </p:oleObj>
              </mc:Choice>
              <mc:Fallback>
                <p:oleObj r:id="rId4" imgW="2552700" imgH="381000" progId="Equation.DSMT4">
                  <p:embed/>
                  <p:pic>
                    <p:nvPicPr>
                      <p:cNvPr id="0" name="图片 3348"/>
                      <p:cNvPicPr/>
                      <p:nvPr/>
                    </p:nvPicPr>
                    <p:blipFill>
                      <a:blip r:embed="rId5"/>
                      <a:stretch>
                        <a:fillRect/>
                      </a:stretch>
                    </p:blipFill>
                    <p:spPr>
                      <a:xfrm>
                        <a:off x="1476375" y="4221163"/>
                        <a:ext cx="2552700" cy="381000"/>
                      </a:xfrm>
                      <a:prstGeom prst="rect">
                        <a:avLst/>
                      </a:prstGeom>
                      <a:solidFill>
                        <a:srgbClr val="2D2D89"/>
                      </a:solidFill>
                      <a:ln w="38100">
                        <a:noFill/>
                        <a:miter/>
                      </a:ln>
                    </p:spPr>
                  </p:pic>
                </p:oleObj>
              </mc:Fallback>
            </mc:AlternateContent>
          </a:graphicData>
        </a:graphic>
      </p:graphicFrame>
      <p:graphicFrame>
        <p:nvGraphicFramePr>
          <p:cNvPr id="77827" name="Object 6"/>
          <p:cNvGraphicFramePr>
            <a:graphicFrameLocks noChangeAspect="1"/>
          </p:cNvGraphicFramePr>
          <p:nvPr/>
        </p:nvGraphicFramePr>
        <p:xfrm>
          <a:off x="2195513" y="4797425"/>
          <a:ext cx="6565900" cy="419100"/>
        </p:xfrm>
        <a:graphic>
          <a:graphicData uri="http://schemas.openxmlformats.org/presentationml/2006/ole">
            <mc:AlternateContent xmlns:mc="http://schemas.openxmlformats.org/markup-compatibility/2006">
              <mc:Choice xmlns:v="urn:schemas-microsoft-com:vml" Requires="v">
                <p:oleObj r:id="rId6" imgW="6565900" imgH="419100" progId="Equation.DSMT4">
                  <p:embed/>
                </p:oleObj>
              </mc:Choice>
              <mc:Fallback>
                <p:oleObj r:id="rId6" imgW="6565900" imgH="419100" progId="Equation.DSMT4">
                  <p:embed/>
                  <p:pic>
                    <p:nvPicPr>
                      <p:cNvPr id="0" name="图片 3356"/>
                      <p:cNvPicPr/>
                      <p:nvPr/>
                    </p:nvPicPr>
                    <p:blipFill>
                      <a:blip r:embed="rId7"/>
                      <a:stretch>
                        <a:fillRect/>
                      </a:stretch>
                    </p:blipFill>
                    <p:spPr>
                      <a:xfrm>
                        <a:off x="2195513" y="4797425"/>
                        <a:ext cx="6565900" cy="419100"/>
                      </a:xfrm>
                      <a:prstGeom prst="rect">
                        <a:avLst/>
                      </a:prstGeom>
                      <a:solidFill>
                        <a:srgbClr val="2D2D89"/>
                      </a:solidFill>
                      <a:ln w="38100">
                        <a:noFill/>
                        <a:miter/>
                      </a:ln>
                    </p:spPr>
                  </p:pic>
                </p:oleObj>
              </mc:Fallback>
            </mc:AlternateContent>
          </a:graphicData>
        </a:graphic>
      </p:graphicFrame>
      <p:sp>
        <p:nvSpPr>
          <p:cNvPr id="77828" name="Text Box 7"/>
          <p:cNvSpPr txBox="1"/>
          <p:nvPr/>
        </p:nvSpPr>
        <p:spPr>
          <a:xfrm>
            <a:off x="755650" y="3532188"/>
            <a:ext cx="5029200" cy="579437"/>
          </a:xfrm>
          <a:prstGeom prst="rect">
            <a:avLst/>
          </a:prstGeom>
          <a:noFill/>
          <a:ln w="9525">
            <a:noFill/>
          </a:ln>
        </p:spPr>
        <p:txBody>
          <a:bodyPr anchor="t" anchorCtr="0">
            <a:spAutoFit/>
          </a:bodyPr>
          <a:lstStyle/>
          <a:p>
            <a:pPr>
              <a:spcBef>
                <a:spcPct val="20000"/>
              </a:spcBef>
              <a:buClr>
                <a:schemeClr val="tx2"/>
              </a:buClr>
              <a:buSzPct val="90000"/>
              <a:buFont typeface="Symbol" panose="05050102010706020507" pitchFamily="2" charset="2"/>
            </a:pPr>
            <a:r>
              <a:rPr lang="zh-CN" altLang="en-US" sz="3200">
                <a:latin typeface="Times New Roman" panose="02020603050405020304" pitchFamily="2" charset="0"/>
                <a:ea typeface="宋体" panose="02010600030101010101" pitchFamily="2" charset="-122"/>
              </a:rPr>
              <a:t>对各部分分式求</a:t>
            </a:r>
            <a:r>
              <a:rPr lang="en-US" altLang="zh-CN" sz="3200">
                <a:latin typeface="Times New Roman" panose="02020603050405020304" pitchFamily="2" charset="0"/>
                <a:ea typeface="宋体" panose="02010600030101010101" pitchFamily="2" charset="-122"/>
              </a:rPr>
              <a:t>z</a:t>
            </a:r>
            <a:r>
              <a:rPr lang="zh-CN" altLang="en-US" sz="3200">
                <a:latin typeface="Times New Roman" panose="02020603050405020304" pitchFamily="2" charset="0"/>
                <a:ea typeface="宋体" panose="02010600030101010101" pitchFamily="2" charset="-122"/>
              </a:rPr>
              <a:t>反变换：</a:t>
            </a:r>
            <a:endParaRPr lang="zh-CN" altLang="en-US" sz="2400">
              <a:solidFill>
                <a:srgbClr val="FFFFFF"/>
              </a:solidFill>
              <a:latin typeface="Times New Roman" panose="02020603050405020304" pitchFamily="2" charset="0"/>
              <a:ea typeface="宋体" panose="02010600030101010101" pitchFamily="2" charset="-122"/>
            </a:endParaRPr>
          </a:p>
        </p:txBody>
      </p:sp>
      <p:sp>
        <p:nvSpPr>
          <p:cNvPr id="77829" name="标题 31745"/>
          <p:cNvSpPr>
            <a:spLocks noGrp="1"/>
          </p:cNvSpPr>
          <p:nvPr/>
        </p:nvSpPr>
        <p:spPr>
          <a:xfrm>
            <a:off x="2141538" y="314325"/>
            <a:ext cx="6272212" cy="838200"/>
          </a:xfrm>
          <a:prstGeom prst="rect">
            <a:avLst/>
          </a:prstGeom>
          <a:noFill/>
          <a:ln w="9525">
            <a:noFill/>
          </a:ln>
        </p:spPr>
        <p:txBody>
          <a:bodyPr anchor="ctr" anchorCtr="0"/>
          <a:lstStyle/>
          <a:p>
            <a:r>
              <a:rPr lang="en-US" altLang="zh-CN" sz="3600" u="sng">
                <a:latin typeface="Times New Roman" panose="02020603050405020304" pitchFamily="2" charset="0"/>
                <a:ea typeface="宋体" panose="02010600030101010101" pitchFamily="2" charset="-122"/>
              </a:rPr>
              <a:t>2</a:t>
            </a:r>
            <a:r>
              <a:rPr lang="zh-CN" altLang="en-US" sz="3600" u="sng">
                <a:latin typeface="Times New Roman" panose="02020603050405020304" pitchFamily="2" charset="0"/>
                <a:ea typeface="宋体" panose="02010600030101010101" pitchFamily="2" charset="-122"/>
              </a:rPr>
              <a:t>、部分分式展开法</a:t>
            </a:r>
            <a:r>
              <a:rPr lang="zh-CN" altLang="en-US" sz="3200">
                <a:latin typeface="Times New Roman" panose="02020603050405020304" pitchFamily="2" charset="0"/>
                <a:ea typeface="宋体" panose="02010600030101010101" pitchFamily="2" charset="-122"/>
              </a:rPr>
              <a:t>：</a:t>
            </a:r>
          </a:p>
        </p:txBody>
      </p:sp>
      <p:sp>
        <p:nvSpPr>
          <p:cNvPr id="77830" name="Rectangle 3"/>
          <p:cNvSpPr>
            <a:spLocks noGrp="1"/>
          </p:cNvSpPr>
          <p:nvPr/>
        </p:nvSpPr>
        <p:spPr>
          <a:xfrm>
            <a:off x="736600" y="1466850"/>
            <a:ext cx="8355013" cy="836613"/>
          </a:xfrm>
          <a:prstGeom prst="rect">
            <a:avLst/>
          </a:prstGeom>
          <a:noFill/>
          <a:ln w="9525">
            <a:noFill/>
          </a:ln>
        </p:spPr>
        <p:txBody>
          <a:bodyPr anchor="t" anchorCtr="0"/>
          <a:lstStyle/>
          <a:p>
            <a:pPr marL="342900" indent="-342900">
              <a:spcBef>
                <a:spcPct val="20000"/>
              </a:spcBef>
              <a:buFont typeface="Wingdings" panose="05000000000000000000" pitchFamily="2" charset="2"/>
            </a:pPr>
            <a:r>
              <a:rPr lang="en-US" altLang="zh-CN" sz="2800">
                <a:latin typeface="Times New Roman" panose="02020603050405020304" pitchFamily="2" charset="0"/>
                <a:ea typeface="宋体" panose="02010600030101010101" pitchFamily="2" charset="-122"/>
              </a:rPr>
              <a:t>X(z)</a:t>
            </a:r>
            <a:r>
              <a:rPr lang="zh-CN" altLang="en-US" sz="2800">
                <a:latin typeface="Times New Roman" panose="02020603050405020304" pitchFamily="2" charset="0"/>
                <a:ea typeface="宋体" panose="02010600030101010101" pitchFamily="2" charset="-122"/>
              </a:rPr>
              <a:t>是</a:t>
            </a:r>
            <a:r>
              <a:rPr lang="en-US" altLang="zh-CN" sz="2800">
                <a:latin typeface="Times New Roman" panose="02020603050405020304" pitchFamily="2" charset="0"/>
                <a:ea typeface="宋体" panose="02010600030101010101" pitchFamily="2" charset="-122"/>
              </a:rPr>
              <a:t>z</a:t>
            </a:r>
            <a:r>
              <a:rPr lang="zh-CN" altLang="en-US" sz="2800">
                <a:latin typeface="Times New Roman" panose="02020603050405020304" pitchFamily="2" charset="0"/>
                <a:ea typeface="宋体" panose="02010600030101010101" pitchFamily="2" charset="-122"/>
              </a:rPr>
              <a:t>的有理分式，可分解成部分分式：</a:t>
            </a:r>
          </a:p>
        </p:txBody>
      </p:sp>
      <p:sp>
        <p:nvSpPr>
          <p:cNvPr id="77831" name="文本框 3"/>
          <p:cNvSpPr txBox="1"/>
          <p:nvPr/>
        </p:nvSpPr>
        <p:spPr>
          <a:xfrm>
            <a:off x="682625" y="5341938"/>
            <a:ext cx="7931150" cy="1420812"/>
          </a:xfrm>
          <a:prstGeom prst="rect">
            <a:avLst/>
          </a:prstGeom>
          <a:noFill/>
          <a:ln w="9525">
            <a:noFill/>
          </a:ln>
        </p:spPr>
        <p:txBody>
          <a:bodyPr wrap="square" anchor="t" anchorCtr="0">
            <a:spAutoFit/>
          </a:bodyPr>
          <a:lstStyle/>
          <a:p>
            <a:pPr algn="just">
              <a:lnSpc>
                <a:spcPct val="120000"/>
              </a:lnSpc>
            </a:pPr>
            <a:r>
              <a:rPr lang="en-US" altLang="zh-CN">
                <a:latin typeface="Times New Roman" panose="02020603050405020304" pitchFamily="2" charset="0"/>
                <a:ea typeface="宋体" panose="02010600030101010101" pitchFamily="2" charset="-122"/>
              </a:rPr>
              <a:t>       </a:t>
            </a:r>
            <a:r>
              <a:rPr lang="en-US" altLang="zh-CN" sz="2000" b="1">
                <a:latin typeface="Times New Roman" panose="02020603050405020304" pitchFamily="2" charset="0"/>
                <a:ea typeface="宋体" panose="02010600030101010101" pitchFamily="2" charset="-122"/>
              </a:rPr>
              <a:t> </a:t>
            </a:r>
            <a:r>
              <a:rPr lang="zh-CN" altLang="en-US" sz="2400" b="1">
                <a:latin typeface="Times New Roman" panose="02020603050405020304" pitchFamily="2" charset="0"/>
                <a:ea typeface="宋体" panose="02010600030101010101" pitchFamily="2" charset="-122"/>
              </a:rPr>
              <a:t>在利用部分分式求</a:t>
            </a:r>
            <a:r>
              <a:rPr lang="en-US" altLang="zh-CN" sz="2400" b="1">
                <a:latin typeface="Times New Roman" panose="02020603050405020304" pitchFamily="2" charset="0"/>
                <a:ea typeface="宋体" panose="02010600030101010101" pitchFamily="2" charset="-122"/>
              </a:rPr>
              <a:t>z</a:t>
            </a:r>
            <a:r>
              <a:rPr lang="zh-CN" altLang="en-US" sz="2400" b="1">
                <a:latin typeface="Times New Roman" panose="02020603050405020304" pitchFamily="2" charset="0"/>
                <a:ea typeface="宋体" panose="02010600030101010101" pitchFamily="2" charset="-122"/>
              </a:rPr>
              <a:t>反变换时，必须使部分分式各项的形式能够</a:t>
            </a:r>
            <a:r>
              <a:rPr lang="zh-CN" altLang="en-US" sz="2400" b="1">
                <a:solidFill>
                  <a:srgbClr val="C00000"/>
                </a:solidFill>
                <a:latin typeface="Times New Roman" panose="02020603050405020304" pitchFamily="2" charset="0"/>
                <a:ea typeface="宋体" panose="02010600030101010101" pitchFamily="2" charset="-122"/>
              </a:rPr>
              <a:t>比较容易</a:t>
            </a:r>
            <a:r>
              <a:rPr lang="zh-CN" altLang="en-US" sz="2400" b="1">
                <a:latin typeface="Times New Roman" panose="02020603050405020304" pitchFamily="2" charset="0"/>
                <a:ea typeface="宋体" panose="02010600030101010101" pitchFamily="2" charset="-122"/>
              </a:rPr>
              <a:t>地从已知的</a:t>
            </a:r>
            <a:r>
              <a:rPr lang="en-US" altLang="zh-CN" sz="2400" b="1">
                <a:latin typeface="Times New Roman" panose="02020603050405020304" pitchFamily="2" charset="0"/>
                <a:ea typeface="宋体" panose="02010600030101010101" pitchFamily="2" charset="-122"/>
              </a:rPr>
              <a:t>z</a:t>
            </a:r>
            <a:r>
              <a:rPr lang="zh-CN" altLang="en-US" sz="2400" b="1">
                <a:latin typeface="Times New Roman" panose="02020603050405020304" pitchFamily="2" charset="0"/>
                <a:ea typeface="宋体" panose="02010600030101010101" pitchFamily="2" charset="-122"/>
              </a:rPr>
              <a:t>变换表中</a:t>
            </a:r>
            <a:r>
              <a:rPr lang="zh-CN" altLang="en-US" sz="2400" b="1">
                <a:solidFill>
                  <a:srgbClr val="C00000"/>
                </a:solidFill>
                <a:latin typeface="Times New Roman" panose="02020603050405020304" pitchFamily="2" charset="0"/>
                <a:ea typeface="宋体" panose="02010600030101010101" pitchFamily="2" charset="-122"/>
              </a:rPr>
              <a:t>识别出来</a:t>
            </a:r>
            <a:r>
              <a:rPr lang="zh-CN" altLang="en-US" sz="2400" b="1">
                <a:latin typeface="Times New Roman" panose="02020603050405020304" pitchFamily="2" charset="0"/>
                <a:ea typeface="宋体" panose="02010600030101010101" pitchFamily="2" charset="-122"/>
              </a:rPr>
              <a:t>，并且必须注意</a:t>
            </a:r>
            <a:r>
              <a:rPr lang="zh-CN" altLang="en-US" sz="2400" b="1">
                <a:solidFill>
                  <a:srgbClr val="C00000"/>
                </a:solidFill>
                <a:latin typeface="Times New Roman" panose="02020603050405020304" pitchFamily="2" charset="0"/>
                <a:ea typeface="宋体" panose="02010600030101010101" pitchFamily="2" charset="-122"/>
              </a:rPr>
              <a:t>收敛域</a:t>
            </a:r>
            <a:r>
              <a:rPr lang="zh-CN" altLang="en-US" sz="2400" b="1">
                <a:latin typeface="Times New Roman" panose="02020603050405020304" pitchFamily="2" charset="0"/>
                <a:ea typeface="宋体" panose="02010600030101010101" pitchFamily="2" charset="-122"/>
              </a:rPr>
              <a:t>。</a:t>
            </a:r>
          </a:p>
        </p:txBody>
      </p:sp>
      <p:grpSp>
        <p:nvGrpSpPr>
          <p:cNvPr id="4" name="组合 3">
            <a:extLst>
              <a:ext uri="{FF2B5EF4-FFF2-40B4-BE49-F238E27FC236}">
                <a16:creationId xmlns:a16="http://schemas.microsoft.com/office/drawing/2014/main" id="{3AB0B8D2-7A12-8DBC-43B4-CEA8CF673209}"/>
              </a:ext>
            </a:extLst>
          </p:cNvPr>
          <p:cNvGrpSpPr/>
          <p:nvPr/>
        </p:nvGrpSpPr>
        <p:grpSpPr>
          <a:xfrm>
            <a:off x="3749905" y="4016945"/>
            <a:ext cx="146160" cy="155880"/>
            <a:chOff x="3749905" y="4016945"/>
            <a:chExt cx="146160" cy="155880"/>
          </a:xfrm>
        </p:grpSpPr>
        <mc:AlternateContent xmlns:mc="http://schemas.openxmlformats.org/markup-compatibility/2006" xmlns:p14="http://schemas.microsoft.com/office/powerpoint/2010/main">
          <mc:Choice Requires="p14">
            <p:contentPart p14:bwMode="auto" r:id="rId8">
              <p14:nvContentPartPr>
                <p14:cNvPr id="2" name="墨迹 1">
                  <a:extLst>
                    <a:ext uri="{FF2B5EF4-FFF2-40B4-BE49-F238E27FC236}">
                      <a16:creationId xmlns:a16="http://schemas.microsoft.com/office/drawing/2014/main" id="{B9858117-5506-CDFD-7A4E-2FE430F3C484}"/>
                    </a:ext>
                  </a:extLst>
                </p14:cNvPr>
                <p14:cNvContentPartPr/>
                <p14:nvPr/>
              </p14:nvContentPartPr>
              <p14:xfrm>
                <a:off x="3749905" y="4082105"/>
                <a:ext cx="133560" cy="90720"/>
              </p14:xfrm>
            </p:contentPart>
          </mc:Choice>
          <mc:Fallback xmlns="">
            <p:pic>
              <p:nvPicPr>
                <p:cNvPr id="2" name="墨迹 1">
                  <a:extLst>
                    <a:ext uri="{FF2B5EF4-FFF2-40B4-BE49-F238E27FC236}">
                      <a16:creationId xmlns:a16="http://schemas.microsoft.com/office/drawing/2014/main" id="{B9858117-5506-CDFD-7A4E-2FE430F3C484}"/>
                    </a:ext>
                  </a:extLst>
                </p:cNvPr>
                <p:cNvPicPr/>
                <p:nvPr/>
              </p:nvPicPr>
              <p:blipFill>
                <a:blip r:embed="rId9"/>
                <a:stretch>
                  <a:fillRect/>
                </a:stretch>
              </p:blipFill>
              <p:spPr>
                <a:xfrm>
                  <a:off x="3731905" y="4064465"/>
                  <a:ext cx="169200" cy="12636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3" name="墨迹 2">
                  <a:extLst>
                    <a:ext uri="{FF2B5EF4-FFF2-40B4-BE49-F238E27FC236}">
                      <a16:creationId xmlns:a16="http://schemas.microsoft.com/office/drawing/2014/main" id="{0D30BF3D-9875-7EE6-4896-688A9542DDAA}"/>
                    </a:ext>
                  </a:extLst>
                </p14:cNvPr>
                <p14:cNvContentPartPr/>
                <p14:nvPr/>
              </p14:nvContentPartPr>
              <p14:xfrm>
                <a:off x="3860785" y="4016945"/>
                <a:ext cx="35280" cy="139680"/>
              </p14:xfrm>
            </p:contentPart>
          </mc:Choice>
          <mc:Fallback xmlns="">
            <p:pic>
              <p:nvPicPr>
                <p:cNvPr id="3" name="墨迹 2">
                  <a:extLst>
                    <a:ext uri="{FF2B5EF4-FFF2-40B4-BE49-F238E27FC236}">
                      <a16:creationId xmlns:a16="http://schemas.microsoft.com/office/drawing/2014/main" id="{0D30BF3D-9875-7EE6-4896-688A9542DDAA}"/>
                    </a:ext>
                  </a:extLst>
                </p:cNvPr>
                <p:cNvPicPr/>
                <p:nvPr/>
              </p:nvPicPr>
              <p:blipFill>
                <a:blip r:embed="rId11"/>
                <a:stretch>
                  <a:fillRect/>
                </a:stretch>
              </p:blipFill>
              <p:spPr>
                <a:xfrm>
                  <a:off x="3842785" y="3999305"/>
                  <a:ext cx="70920" cy="175320"/>
                </a:xfrm>
                <a:prstGeom prst="rect">
                  <a:avLst/>
                </a:prstGeom>
              </p:spPr>
            </p:pic>
          </mc:Fallback>
        </mc:AlternateContent>
      </p:grpSp>
      <p:grpSp>
        <p:nvGrpSpPr>
          <p:cNvPr id="77824" name="组合 77823">
            <a:extLst>
              <a:ext uri="{FF2B5EF4-FFF2-40B4-BE49-F238E27FC236}">
                <a16:creationId xmlns:a16="http://schemas.microsoft.com/office/drawing/2014/main" id="{5290440A-C9F9-8EC3-BC96-E1B776851867}"/>
              </a:ext>
            </a:extLst>
          </p:cNvPr>
          <p:cNvGrpSpPr/>
          <p:nvPr/>
        </p:nvGrpSpPr>
        <p:grpSpPr>
          <a:xfrm>
            <a:off x="5315905" y="3435545"/>
            <a:ext cx="3691800" cy="1247400"/>
            <a:chOff x="5315905" y="3435545"/>
            <a:chExt cx="3691800" cy="1247400"/>
          </a:xfrm>
        </p:grpSpPr>
        <mc:AlternateContent xmlns:mc="http://schemas.openxmlformats.org/markup-compatibility/2006" xmlns:p14="http://schemas.microsoft.com/office/powerpoint/2010/main">
          <mc:Choice Requires="p14">
            <p:contentPart p14:bwMode="auto" r:id="rId12">
              <p14:nvContentPartPr>
                <p14:cNvPr id="5" name="墨迹 4">
                  <a:extLst>
                    <a:ext uri="{FF2B5EF4-FFF2-40B4-BE49-F238E27FC236}">
                      <a16:creationId xmlns:a16="http://schemas.microsoft.com/office/drawing/2014/main" id="{3D10F8AC-30A7-0A27-CA03-63BD564473D9}"/>
                    </a:ext>
                  </a:extLst>
                </p14:cNvPr>
                <p14:cNvContentPartPr/>
                <p14:nvPr/>
              </p14:nvContentPartPr>
              <p14:xfrm>
                <a:off x="5394025" y="3656585"/>
                <a:ext cx="121320" cy="187200"/>
              </p14:xfrm>
            </p:contentPart>
          </mc:Choice>
          <mc:Fallback xmlns="">
            <p:pic>
              <p:nvPicPr>
                <p:cNvPr id="5" name="墨迹 4">
                  <a:extLst>
                    <a:ext uri="{FF2B5EF4-FFF2-40B4-BE49-F238E27FC236}">
                      <a16:creationId xmlns:a16="http://schemas.microsoft.com/office/drawing/2014/main" id="{3D10F8AC-30A7-0A27-CA03-63BD564473D9}"/>
                    </a:ext>
                  </a:extLst>
                </p:cNvPr>
                <p:cNvPicPr/>
                <p:nvPr/>
              </p:nvPicPr>
              <p:blipFill>
                <a:blip r:embed="rId13"/>
                <a:stretch>
                  <a:fillRect/>
                </a:stretch>
              </p:blipFill>
              <p:spPr>
                <a:xfrm>
                  <a:off x="5376025" y="3638585"/>
                  <a:ext cx="156960" cy="22284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6" name="墨迹 5">
                  <a:extLst>
                    <a:ext uri="{FF2B5EF4-FFF2-40B4-BE49-F238E27FC236}">
                      <a16:creationId xmlns:a16="http://schemas.microsoft.com/office/drawing/2014/main" id="{62A42115-B168-C021-E885-F13EEDD809B8}"/>
                    </a:ext>
                  </a:extLst>
                </p14:cNvPr>
                <p14:cNvContentPartPr/>
                <p14:nvPr/>
              </p14:nvContentPartPr>
              <p14:xfrm>
                <a:off x="5403385" y="3703385"/>
                <a:ext cx="9720" cy="284040"/>
              </p14:xfrm>
            </p:contentPart>
          </mc:Choice>
          <mc:Fallback xmlns="">
            <p:pic>
              <p:nvPicPr>
                <p:cNvPr id="6" name="墨迹 5">
                  <a:extLst>
                    <a:ext uri="{FF2B5EF4-FFF2-40B4-BE49-F238E27FC236}">
                      <a16:creationId xmlns:a16="http://schemas.microsoft.com/office/drawing/2014/main" id="{62A42115-B168-C021-E885-F13EEDD809B8}"/>
                    </a:ext>
                  </a:extLst>
                </p:cNvPr>
                <p:cNvPicPr/>
                <p:nvPr/>
              </p:nvPicPr>
              <p:blipFill>
                <a:blip r:embed="rId15"/>
                <a:stretch>
                  <a:fillRect/>
                </a:stretch>
              </p:blipFill>
              <p:spPr>
                <a:xfrm>
                  <a:off x="5385385" y="3685745"/>
                  <a:ext cx="45360" cy="31968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7" name="墨迹 6">
                  <a:extLst>
                    <a:ext uri="{FF2B5EF4-FFF2-40B4-BE49-F238E27FC236}">
                      <a16:creationId xmlns:a16="http://schemas.microsoft.com/office/drawing/2014/main" id="{DE888B4D-E568-5E14-5369-F420EE524A79}"/>
                    </a:ext>
                  </a:extLst>
                </p14:cNvPr>
                <p14:cNvContentPartPr/>
                <p14:nvPr/>
              </p14:nvContentPartPr>
              <p14:xfrm>
                <a:off x="5487625" y="3592865"/>
                <a:ext cx="128520" cy="104040"/>
              </p14:xfrm>
            </p:contentPart>
          </mc:Choice>
          <mc:Fallback xmlns="">
            <p:pic>
              <p:nvPicPr>
                <p:cNvPr id="7" name="墨迹 6">
                  <a:extLst>
                    <a:ext uri="{FF2B5EF4-FFF2-40B4-BE49-F238E27FC236}">
                      <a16:creationId xmlns:a16="http://schemas.microsoft.com/office/drawing/2014/main" id="{DE888B4D-E568-5E14-5369-F420EE524A79}"/>
                    </a:ext>
                  </a:extLst>
                </p:cNvPr>
                <p:cNvPicPr/>
                <p:nvPr/>
              </p:nvPicPr>
              <p:blipFill>
                <a:blip r:embed="rId17"/>
                <a:stretch>
                  <a:fillRect/>
                </a:stretch>
              </p:blipFill>
              <p:spPr>
                <a:xfrm>
                  <a:off x="5469625" y="3574865"/>
                  <a:ext cx="164160" cy="13968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8" name="墨迹 7">
                  <a:extLst>
                    <a:ext uri="{FF2B5EF4-FFF2-40B4-BE49-F238E27FC236}">
                      <a16:creationId xmlns:a16="http://schemas.microsoft.com/office/drawing/2014/main" id="{9A2D0D83-3990-7D3A-DA61-F459B7138228}"/>
                    </a:ext>
                  </a:extLst>
                </p14:cNvPr>
                <p14:cNvContentPartPr/>
                <p14:nvPr/>
              </p14:nvContentPartPr>
              <p14:xfrm>
                <a:off x="5578705" y="3648305"/>
                <a:ext cx="119880" cy="47520"/>
              </p14:xfrm>
            </p:contentPart>
          </mc:Choice>
          <mc:Fallback xmlns="">
            <p:pic>
              <p:nvPicPr>
                <p:cNvPr id="8" name="墨迹 7">
                  <a:extLst>
                    <a:ext uri="{FF2B5EF4-FFF2-40B4-BE49-F238E27FC236}">
                      <a16:creationId xmlns:a16="http://schemas.microsoft.com/office/drawing/2014/main" id="{9A2D0D83-3990-7D3A-DA61-F459B7138228}"/>
                    </a:ext>
                  </a:extLst>
                </p:cNvPr>
                <p:cNvPicPr/>
                <p:nvPr/>
              </p:nvPicPr>
              <p:blipFill>
                <a:blip r:embed="rId19"/>
                <a:stretch>
                  <a:fillRect/>
                </a:stretch>
              </p:blipFill>
              <p:spPr>
                <a:xfrm>
                  <a:off x="5560705" y="3630305"/>
                  <a:ext cx="155520" cy="8316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9" name="墨迹 8">
                  <a:extLst>
                    <a:ext uri="{FF2B5EF4-FFF2-40B4-BE49-F238E27FC236}">
                      <a16:creationId xmlns:a16="http://schemas.microsoft.com/office/drawing/2014/main" id="{D7FC8CF2-2B22-F319-10AE-ACD39145A680}"/>
                    </a:ext>
                  </a:extLst>
                </p14:cNvPr>
                <p14:cNvContentPartPr/>
                <p14:nvPr/>
              </p14:nvContentPartPr>
              <p14:xfrm>
                <a:off x="5523265" y="3749825"/>
                <a:ext cx="114480" cy="11160"/>
              </p14:xfrm>
            </p:contentPart>
          </mc:Choice>
          <mc:Fallback xmlns="">
            <p:pic>
              <p:nvPicPr>
                <p:cNvPr id="9" name="墨迹 8">
                  <a:extLst>
                    <a:ext uri="{FF2B5EF4-FFF2-40B4-BE49-F238E27FC236}">
                      <a16:creationId xmlns:a16="http://schemas.microsoft.com/office/drawing/2014/main" id="{D7FC8CF2-2B22-F319-10AE-ACD39145A680}"/>
                    </a:ext>
                  </a:extLst>
                </p:cNvPr>
                <p:cNvPicPr/>
                <p:nvPr/>
              </p:nvPicPr>
              <p:blipFill>
                <a:blip r:embed="rId21"/>
                <a:stretch>
                  <a:fillRect/>
                </a:stretch>
              </p:blipFill>
              <p:spPr>
                <a:xfrm>
                  <a:off x="5505265" y="3732185"/>
                  <a:ext cx="150120" cy="4680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10" name="墨迹 9">
                  <a:extLst>
                    <a:ext uri="{FF2B5EF4-FFF2-40B4-BE49-F238E27FC236}">
                      <a16:creationId xmlns:a16="http://schemas.microsoft.com/office/drawing/2014/main" id="{9934C49A-6F83-6068-58EE-7E213593AD2F}"/>
                    </a:ext>
                  </a:extLst>
                </p14:cNvPr>
                <p14:cNvContentPartPr/>
                <p14:nvPr/>
              </p14:nvContentPartPr>
              <p14:xfrm>
                <a:off x="5486185" y="3828665"/>
                <a:ext cx="184680" cy="41760"/>
              </p14:xfrm>
            </p:contentPart>
          </mc:Choice>
          <mc:Fallback xmlns="">
            <p:pic>
              <p:nvPicPr>
                <p:cNvPr id="10" name="墨迹 9">
                  <a:extLst>
                    <a:ext uri="{FF2B5EF4-FFF2-40B4-BE49-F238E27FC236}">
                      <a16:creationId xmlns:a16="http://schemas.microsoft.com/office/drawing/2014/main" id="{9934C49A-6F83-6068-58EE-7E213593AD2F}"/>
                    </a:ext>
                  </a:extLst>
                </p:cNvPr>
                <p:cNvPicPr/>
                <p:nvPr/>
              </p:nvPicPr>
              <p:blipFill>
                <a:blip r:embed="rId23"/>
                <a:stretch>
                  <a:fillRect/>
                </a:stretch>
              </p:blipFill>
              <p:spPr>
                <a:xfrm>
                  <a:off x="5468185" y="3810665"/>
                  <a:ext cx="220320" cy="7740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11" name="墨迹 10">
                  <a:extLst>
                    <a:ext uri="{FF2B5EF4-FFF2-40B4-BE49-F238E27FC236}">
                      <a16:creationId xmlns:a16="http://schemas.microsoft.com/office/drawing/2014/main" id="{30E82EF0-0D1F-20B4-C3B0-5652730AD850}"/>
                    </a:ext>
                  </a:extLst>
                </p14:cNvPr>
                <p14:cNvContentPartPr/>
                <p14:nvPr/>
              </p14:nvContentPartPr>
              <p14:xfrm>
                <a:off x="5566825" y="3768545"/>
                <a:ext cx="41400" cy="298800"/>
              </p14:xfrm>
            </p:contentPart>
          </mc:Choice>
          <mc:Fallback xmlns="">
            <p:pic>
              <p:nvPicPr>
                <p:cNvPr id="11" name="墨迹 10">
                  <a:extLst>
                    <a:ext uri="{FF2B5EF4-FFF2-40B4-BE49-F238E27FC236}">
                      <a16:creationId xmlns:a16="http://schemas.microsoft.com/office/drawing/2014/main" id="{30E82EF0-0D1F-20B4-C3B0-5652730AD850}"/>
                    </a:ext>
                  </a:extLst>
                </p:cNvPr>
                <p:cNvPicPr/>
                <p:nvPr/>
              </p:nvPicPr>
              <p:blipFill>
                <a:blip r:embed="rId25"/>
                <a:stretch>
                  <a:fillRect/>
                </a:stretch>
              </p:blipFill>
              <p:spPr>
                <a:xfrm>
                  <a:off x="5548825" y="3750545"/>
                  <a:ext cx="77040" cy="33444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12" name="墨迹 11">
                  <a:extLst>
                    <a:ext uri="{FF2B5EF4-FFF2-40B4-BE49-F238E27FC236}">
                      <a16:creationId xmlns:a16="http://schemas.microsoft.com/office/drawing/2014/main" id="{8F9985CE-B77A-B587-4533-AECCAA29BFBB}"/>
                    </a:ext>
                  </a:extLst>
                </p14:cNvPr>
                <p14:cNvContentPartPr/>
                <p14:nvPr/>
              </p14:nvContentPartPr>
              <p14:xfrm>
                <a:off x="5417425" y="3943505"/>
                <a:ext cx="96840" cy="83160"/>
              </p14:xfrm>
            </p:contentPart>
          </mc:Choice>
          <mc:Fallback xmlns="">
            <p:pic>
              <p:nvPicPr>
                <p:cNvPr id="12" name="墨迹 11">
                  <a:extLst>
                    <a:ext uri="{FF2B5EF4-FFF2-40B4-BE49-F238E27FC236}">
                      <a16:creationId xmlns:a16="http://schemas.microsoft.com/office/drawing/2014/main" id="{8F9985CE-B77A-B587-4533-AECCAA29BFBB}"/>
                    </a:ext>
                  </a:extLst>
                </p:cNvPr>
                <p:cNvPicPr/>
                <p:nvPr/>
              </p:nvPicPr>
              <p:blipFill>
                <a:blip r:embed="rId27"/>
                <a:stretch>
                  <a:fillRect/>
                </a:stretch>
              </p:blipFill>
              <p:spPr>
                <a:xfrm>
                  <a:off x="5399785" y="3925865"/>
                  <a:ext cx="132480" cy="11880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13" name="墨迹 12">
                  <a:extLst>
                    <a:ext uri="{FF2B5EF4-FFF2-40B4-BE49-F238E27FC236}">
                      <a16:creationId xmlns:a16="http://schemas.microsoft.com/office/drawing/2014/main" id="{3710895A-227F-4CCA-798B-4CD68664C91E}"/>
                    </a:ext>
                  </a:extLst>
                </p14:cNvPr>
                <p14:cNvContentPartPr/>
                <p14:nvPr/>
              </p14:nvContentPartPr>
              <p14:xfrm>
                <a:off x="5624785" y="3962225"/>
                <a:ext cx="90000" cy="39600"/>
              </p14:xfrm>
            </p:contentPart>
          </mc:Choice>
          <mc:Fallback xmlns="">
            <p:pic>
              <p:nvPicPr>
                <p:cNvPr id="13" name="墨迹 12">
                  <a:extLst>
                    <a:ext uri="{FF2B5EF4-FFF2-40B4-BE49-F238E27FC236}">
                      <a16:creationId xmlns:a16="http://schemas.microsoft.com/office/drawing/2014/main" id="{3710895A-227F-4CCA-798B-4CD68664C91E}"/>
                    </a:ext>
                  </a:extLst>
                </p:cNvPr>
                <p:cNvPicPr/>
                <p:nvPr/>
              </p:nvPicPr>
              <p:blipFill>
                <a:blip r:embed="rId29"/>
                <a:stretch>
                  <a:fillRect/>
                </a:stretch>
              </p:blipFill>
              <p:spPr>
                <a:xfrm>
                  <a:off x="5606785" y="3944225"/>
                  <a:ext cx="125640" cy="7524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14" name="墨迹 13">
                  <a:extLst>
                    <a:ext uri="{FF2B5EF4-FFF2-40B4-BE49-F238E27FC236}">
                      <a16:creationId xmlns:a16="http://schemas.microsoft.com/office/drawing/2014/main" id="{EA8A5E37-E5C6-37DD-8C83-0D0DBFE6DCA4}"/>
                    </a:ext>
                  </a:extLst>
                </p14:cNvPr>
                <p14:cNvContentPartPr/>
                <p14:nvPr/>
              </p14:nvContentPartPr>
              <p14:xfrm>
                <a:off x="5768065" y="3766385"/>
                <a:ext cx="144720" cy="244080"/>
              </p14:xfrm>
            </p:contentPart>
          </mc:Choice>
          <mc:Fallback xmlns="">
            <p:pic>
              <p:nvPicPr>
                <p:cNvPr id="14" name="墨迹 13">
                  <a:extLst>
                    <a:ext uri="{FF2B5EF4-FFF2-40B4-BE49-F238E27FC236}">
                      <a16:creationId xmlns:a16="http://schemas.microsoft.com/office/drawing/2014/main" id="{EA8A5E37-E5C6-37DD-8C83-0D0DBFE6DCA4}"/>
                    </a:ext>
                  </a:extLst>
                </p:cNvPr>
                <p:cNvPicPr/>
                <p:nvPr/>
              </p:nvPicPr>
              <p:blipFill>
                <a:blip r:embed="rId31"/>
                <a:stretch>
                  <a:fillRect/>
                </a:stretch>
              </p:blipFill>
              <p:spPr>
                <a:xfrm>
                  <a:off x="5750065" y="3748745"/>
                  <a:ext cx="180360" cy="27972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15" name="墨迹 14">
                  <a:extLst>
                    <a:ext uri="{FF2B5EF4-FFF2-40B4-BE49-F238E27FC236}">
                      <a16:creationId xmlns:a16="http://schemas.microsoft.com/office/drawing/2014/main" id="{0D90A951-9291-63B2-4E7F-A528D5BD16AA}"/>
                    </a:ext>
                  </a:extLst>
                </p14:cNvPr>
                <p14:cNvContentPartPr/>
                <p14:nvPr/>
              </p14:nvContentPartPr>
              <p14:xfrm>
                <a:off x="5763385" y="3860705"/>
                <a:ext cx="277560" cy="65520"/>
              </p14:xfrm>
            </p:contentPart>
          </mc:Choice>
          <mc:Fallback xmlns="">
            <p:pic>
              <p:nvPicPr>
                <p:cNvPr id="15" name="墨迹 14">
                  <a:extLst>
                    <a:ext uri="{FF2B5EF4-FFF2-40B4-BE49-F238E27FC236}">
                      <a16:creationId xmlns:a16="http://schemas.microsoft.com/office/drawing/2014/main" id="{0D90A951-9291-63B2-4E7F-A528D5BD16AA}"/>
                    </a:ext>
                  </a:extLst>
                </p:cNvPr>
                <p:cNvPicPr/>
                <p:nvPr/>
              </p:nvPicPr>
              <p:blipFill>
                <a:blip r:embed="rId33"/>
                <a:stretch>
                  <a:fillRect/>
                </a:stretch>
              </p:blipFill>
              <p:spPr>
                <a:xfrm>
                  <a:off x="5745385" y="3842705"/>
                  <a:ext cx="313200" cy="10116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17" name="墨迹 16">
                  <a:extLst>
                    <a:ext uri="{FF2B5EF4-FFF2-40B4-BE49-F238E27FC236}">
                      <a16:creationId xmlns:a16="http://schemas.microsoft.com/office/drawing/2014/main" id="{E1F97055-98AE-3EB0-F225-7745626DED0A}"/>
                    </a:ext>
                  </a:extLst>
                </p14:cNvPr>
                <p14:cNvContentPartPr/>
                <p14:nvPr/>
              </p14:nvContentPartPr>
              <p14:xfrm>
                <a:off x="5908105" y="3546785"/>
                <a:ext cx="239760" cy="303840"/>
              </p14:xfrm>
            </p:contentPart>
          </mc:Choice>
          <mc:Fallback xmlns="">
            <p:pic>
              <p:nvPicPr>
                <p:cNvPr id="17" name="墨迹 16">
                  <a:extLst>
                    <a:ext uri="{FF2B5EF4-FFF2-40B4-BE49-F238E27FC236}">
                      <a16:creationId xmlns:a16="http://schemas.microsoft.com/office/drawing/2014/main" id="{E1F97055-98AE-3EB0-F225-7745626DED0A}"/>
                    </a:ext>
                  </a:extLst>
                </p:cNvPr>
                <p:cNvPicPr/>
                <p:nvPr/>
              </p:nvPicPr>
              <p:blipFill>
                <a:blip r:embed="rId35"/>
                <a:stretch>
                  <a:fillRect/>
                </a:stretch>
              </p:blipFill>
              <p:spPr>
                <a:xfrm>
                  <a:off x="5890105" y="3528785"/>
                  <a:ext cx="275400" cy="339480"/>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18" name="墨迹 17">
                  <a:extLst>
                    <a:ext uri="{FF2B5EF4-FFF2-40B4-BE49-F238E27FC236}">
                      <a16:creationId xmlns:a16="http://schemas.microsoft.com/office/drawing/2014/main" id="{5229AF19-BB48-6E56-FCBF-514C1530F7F3}"/>
                    </a:ext>
                  </a:extLst>
                </p14:cNvPr>
                <p14:cNvContentPartPr/>
                <p14:nvPr/>
              </p14:nvContentPartPr>
              <p14:xfrm>
                <a:off x="6003505" y="3768545"/>
                <a:ext cx="38160" cy="24480"/>
              </p14:xfrm>
            </p:contentPart>
          </mc:Choice>
          <mc:Fallback xmlns="">
            <p:pic>
              <p:nvPicPr>
                <p:cNvPr id="18" name="墨迹 17">
                  <a:extLst>
                    <a:ext uri="{FF2B5EF4-FFF2-40B4-BE49-F238E27FC236}">
                      <a16:creationId xmlns:a16="http://schemas.microsoft.com/office/drawing/2014/main" id="{5229AF19-BB48-6E56-FCBF-514C1530F7F3}"/>
                    </a:ext>
                  </a:extLst>
                </p:cNvPr>
                <p:cNvPicPr/>
                <p:nvPr/>
              </p:nvPicPr>
              <p:blipFill>
                <a:blip r:embed="rId37"/>
                <a:stretch>
                  <a:fillRect/>
                </a:stretch>
              </p:blipFill>
              <p:spPr>
                <a:xfrm>
                  <a:off x="5985505" y="3750545"/>
                  <a:ext cx="73800" cy="60120"/>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19" name="墨迹 18">
                  <a:extLst>
                    <a:ext uri="{FF2B5EF4-FFF2-40B4-BE49-F238E27FC236}">
                      <a16:creationId xmlns:a16="http://schemas.microsoft.com/office/drawing/2014/main" id="{FF339F0A-638E-D349-731F-FC20710C7E95}"/>
                    </a:ext>
                  </a:extLst>
                </p14:cNvPr>
                <p14:cNvContentPartPr/>
                <p14:nvPr/>
              </p14:nvContentPartPr>
              <p14:xfrm>
                <a:off x="6003505" y="3804905"/>
                <a:ext cx="25200" cy="28800"/>
              </p14:xfrm>
            </p:contentPart>
          </mc:Choice>
          <mc:Fallback xmlns="">
            <p:pic>
              <p:nvPicPr>
                <p:cNvPr id="19" name="墨迹 18">
                  <a:extLst>
                    <a:ext uri="{FF2B5EF4-FFF2-40B4-BE49-F238E27FC236}">
                      <a16:creationId xmlns:a16="http://schemas.microsoft.com/office/drawing/2014/main" id="{FF339F0A-638E-D349-731F-FC20710C7E95}"/>
                    </a:ext>
                  </a:extLst>
                </p:cNvPr>
                <p:cNvPicPr/>
                <p:nvPr/>
              </p:nvPicPr>
              <p:blipFill>
                <a:blip r:embed="rId39"/>
                <a:stretch>
                  <a:fillRect/>
                </a:stretch>
              </p:blipFill>
              <p:spPr>
                <a:xfrm>
                  <a:off x="5985505" y="3787265"/>
                  <a:ext cx="60840" cy="64440"/>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20" name="墨迹 19">
                  <a:extLst>
                    <a:ext uri="{FF2B5EF4-FFF2-40B4-BE49-F238E27FC236}">
                      <a16:creationId xmlns:a16="http://schemas.microsoft.com/office/drawing/2014/main" id="{1C04F965-7D8E-DDC6-82D2-E59A907F5E2E}"/>
                    </a:ext>
                  </a:extLst>
                </p14:cNvPr>
                <p14:cNvContentPartPr/>
                <p14:nvPr/>
              </p14:nvContentPartPr>
              <p14:xfrm>
                <a:off x="6169465" y="3773225"/>
                <a:ext cx="251640" cy="32040"/>
              </p14:xfrm>
            </p:contentPart>
          </mc:Choice>
          <mc:Fallback xmlns="">
            <p:pic>
              <p:nvPicPr>
                <p:cNvPr id="20" name="墨迹 19">
                  <a:extLst>
                    <a:ext uri="{FF2B5EF4-FFF2-40B4-BE49-F238E27FC236}">
                      <a16:creationId xmlns:a16="http://schemas.microsoft.com/office/drawing/2014/main" id="{1C04F965-7D8E-DDC6-82D2-E59A907F5E2E}"/>
                    </a:ext>
                  </a:extLst>
                </p:cNvPr>
                <p:cNvPicPr/>
                <p:nvPr/>
              </p:nvPicPr>
              <p:blipFill>
                <a:blip r:embed="rId41"/>
                <a:stretch>
                  <a:fillRect/>
                </a:stretch>
              </p:blipFill>
              <p:spPr>
                <a:xfrm>
                  <a:off x="6151825" y="3755585"/>
                  <a:ext cx="287280" cy="67680"/>
                </a:xfrm>
                <a:prstGeom prst="rect">
                  <a:avLst/>
                </a:prstGeom>
              </p:spPr>
            </p:pic>
          </mc:Fallback>
        </mc:AlternateContent>
        <mc:AlternateContent xmlns:mc="http://schemas.openxmlformats.org/markup-compatibility/2006" xmlns:p14="http://schemas.microsoft.com/office/powerpoint/2010/main">
          <mc:Choice Requires="p14">
            <p:contentPart p14:bwMode="auto" r:id="rId42">
              <p14:nvContentPartPr>
                <p14:cNvPr id="21" name="墨迹 20">
                  <a:extLst>
                    <a:ext uri="{FF2B5EF4-FFF2-40B4-BE49-F238E27FC236}">
                      <a16:creationId xmlns:a16="http://schemas.microsoft.com/office/drawing/2014/main" id="{96BF01E8-924C-964C-B89B-0B57AE3A2C0A}"/>
                    </a:ext>
                  </a:extLst>
                </p14:cNvPr>
                <p14:cNvContentPartPr/>
                <p14:nvPr/>
              </p14:nvContentPartPr>
              <p14:xfrm>
                <a:off x="6187465" y="3712745"/>
                <a:ext cx="83880" cy="184680"/>
              </p14:xfrm>
            </p:contentPart>
          </mc:Choice>
          <mc:Fallback xmlns="">
            <p:pic>
              <p:nvPicPr>
                <p:cNvPr id="21" name="墨迹 20">
                  <a:extLst>
                    <a:ext uri="{FF2B5EF4-FFF2-40B4-BE49-F238E27FC236}">
                      <a16:creationId xmlns:a16="http://schemas.microsoft.com/office/drawing/2014/main" id="{96BF01E8-924C-964C-B89B-0B57AE3A2C0A}"/>
                    </a:ext>
                  </a:extLst>
                </p:cNvPr>
                <p:cNvPicPr/>
                <p:nvPr/>
              </p:nvPicPr>
              <p:blipFill>
                <a:blip r:embed="rId43"/>
                <a:stretch>
                  <a:fillRect/>
                </a:stretch>
              </p:blipFill>
              <p:spPr>
                <a:xfrm>
                  <a:off x="6169825" y="3695105"/>
                  <a:ext cx="119520" cy="220320"/>
                </a:xfrm>
                <a:prstGeom prst="rect">
                  <a:avLst/>
                </a:prstGeom>
              </p:spPr>
            </p:pic>
          </mc:Fallback>
        </mc:AlternateContent>
        <mc:AlternateContent xmlns:mc="http://schemas.openxmlformats.org/markup-compatibility/2006" xmlns:p14="http://schemas.microsoft.com/office/powerpoint/2010/main">
          <mc:Choice Requires="p14">
            <p:contentPart p14:bwMode="auto" r:id="rId44">
              <p14:nvContentPartPr>
                <p14:cNvPr id="22" name="墨迹 21">
                  <a:extLst>
                    <a:ext uri="{FF2B5EF4-FFF2-40B4-BE49-F238E27FC236}">
                      <a16:creationId xmlns:a16="http://schemas.microsoft.com/office/drawing/2014/main" id="{88F3B9E2-5464-5237-BD8A-1E0F5B29B592}"/>
                    </a:ext>
                  </a:extLst>
                </p14:cNvPr>
                <p14:cNvContentPartPr/>
                <p14:nvPr/>
              </p14:nvContentPartPr>
              <p14:xfrm>
                <a:off x="6252625" y="3832985"/>
                <a:ext cx="102600" cy="68400"/>
              </p14:xfrm>
            </p:contentPart>
          </mc:Choice>
          <mc:Fallback xmlns="">
            <p:pic>
              <p:nvPicPr>
                <p:cNvPr id="22" name="墨迹 21">
                  <a:extLst>
                    <a:ext uri="{FF2B5EF4-FFF2-40B4-BE49-F238E27FC236}">
                      <a16:creationId xmlns:a16="http://schemas.microsoft.com/office/drawing/2014/main" id="{88F3B9E2-5464-5237-BD8A-1E0F5B29B592}"/>
                    </a:ext>
                  </a:extLst>
                </p:cNvPr>
                <p:cNvPicPr/>
                <p:nvPr/>
              </p:nvPicPr>
              <p:blipFill>
                <a:blip r:embed="rId45"/>
                <a:stretch>
                  <a:fillRect/>
                </a:stretch>
              </p:blipFill>
              <p:spPr>
                <a:xfrm>
                  <a:off x="6234985" y="3814985"/>
                  <a:ext cx="138240" cy="104040"/>
                </a:xfrm>
                <a:prstGeom prst="rect">
                  <a:avLst/>
                </a:prstGeom>
              </p:spPr>
            </p:pic>
          </mc:Fallback>
        </mc:AlternateContent>
        <mc:AlternateContent xmlns:mc="http://schemas.openxmlformats.org/markup-compatibility/2006" xmlns:p14="http://schemas.microsoft.com/office/powerpoint/2010/main">
          <mc:Choice Requires="p14">
            <p:contentPart p14:bwMode="auto" r:id="rId46">
              <p14:nvContentPartPr>
                <p14:cNvPr id="23" name="墨迹 22">
                  <a:extLst>
                    <a:ext uri="{FF2B5EF4-FFF2-40B4-BE49-F238E27FC236}">
                      <a16:creationId xmlns:a16="http://schemas.microsoft.com/office/drawing/2014/main" id="{D1B583FA-884B-4D9A-6C21-AA7A898DEBF3}"/>
                    </a:ext>
                  </a:extLst>
                </p14:cNvPr>
                <p14:cNvContentPartPr/>
                <p14:nvPr/>
              </p14:nvContentPartPr>
              <p14:xfrm>
                <a:off x="6349465" y="3721745"/>
                <a:ext cx="33480" cy="87480"/>
              </p14:xfrm>
            </p:contentPart>
          </mc:Choice>
          <mc:Fallback xmlns="">
            <p:pic>
              <p:nvPicPr>
                <p:cNvPr id="23" name="墨迹 22">
                  <a:extLst>
                    <a:ext uri="{FF2B5EF4-FFF2-40B4-BE49-F238E27FC236}">
                      <a16:creationId xmlns:a16="http://schemas.microsoft.com/office/drawing/2014/main" id="{D1B583FA-884B-4D9A-6C21-AA7A898DEBF3}"/>
                    </a:ext>
                  </a:extLst>
                </p:cNvPr>
                <p:cNvPicPr/>
                <p:nvPr/>
              </p:nvPicPr>
              <p:blipFill>
                <a:blip r:embed="rId47"/>
                <a:stretch>
                  <a:fillRect/>
                </a:stretch>
              </p:blipFill>
              <p:spPr>
                <a:xfrm>
                  <a:off x="6331465" y="3703745"/>
                  <a:ext cx="69120" cy="123120"/>
                </a:xfrm>
                <a:prstGeom prst="rect">
                  <a:avLst/>
                </a:prstGeom>
              </p:spPr>
            </p:pic>
          </mc:Fallback>
        </mc:AlternateContent>
        <mc:AlternateContent xmlns:mc="http://schemas.openxmlformats.org/markup-compatibility/2006" xmlns:p14="http://schemas.microsoft.com/office/powerpoint/2010/main">
          <mc:Choice Requires="p14">
            <p:contentPart p14:bwMode="auto" r:id="rId48">
              <p14:nvContentPartPr>
                <p14:cNvPr id="24" name="墨迹 23">
                  <a:extLst>
                    <a:ext uri="{FF2B5EF4-FFF2-40B4-BE49-F238E27FC236}">
                      <a16:creationId xmlns:a16="http://schemas.microsoft.com/office/drawing/2014/main" id="{512B6EA6-E827-836E-6FC5-80BC55D97EC2}"/>
                    </a:ext>
                  </a:extLst>
                </p14:cNvPr>
                <p14:cNvContentPartPr/>
                <p14:nvPr/>
              </p14:nvContentPartPr>
              <p14:xfrm>
                <a:off x="6021505" y="3943505"/>
                <a:ext cx="13320" cy="80640"/>
              </p14:xfrm>
            </p:contentPart>
          </mc:Choice>
          <mc:Fallback xmlns="">
            <p:pic>
              <p:nvPicPr>
                <p:cNvPr id="24" name="墨迹 23">
                  <a:extLst>
                    <a:ext uri="{FF2B5EF4-FFF2-40B4-BE49-F238E27FC236}">
                      <a16:creationId xmlns:a16="http://schemas.microsoft.com/office/drawing/2014/main" id="{512B6EA6-E827-836E-6FC5-80BC55D97EC2}"/>
                    </a:ext>
                  </a:extLst>
                </p:cNvPr>
                <p:cNvPicPr/>
                <p:nvPr/>
              </p:nvPicPr>
              <p:blipFill>
                <a:blip r:embed="rId49"/>
                <a:stretch>
                  <a:fillRect/>
                </a:stretch>
              </p:blipFill>
              <p:spPr>
                <a:xfrm>
                  <a:off x="6003865" y="3925865"/>
                  <a:ext cx="48960" cy="116280"/>
                </a:xfrm>
                <a:prstGeom prst="rect">
                  <a:avLst/>
                </a:prstGeom>
              </p:spPr>
            </p:pic>
          </mc:Fallback>
        </mc:AlternateContent>
        <mc:AlternateContent xmlns:mc="http://schemas.openxmlformats.org/markup-compatibility/2006" xmlns:p14="http://schemas.microsoft.com/office/powerpoint/2010/main">
          <mc:Choice Requires="p14">
            <p:contentPart p14:bwMode="auto" r:id="rId50">
              <p14:nvContentPartPr>
                <p14:cNvPr id="25" name="墨迹 24">
                  <a:extLst>
                    <a:ext uri="{FF2B5EF4-FFF2-40B4-BE49-F238E27FC236}">
                      <a16:creationId xmlns:a16="http://schemas.microsoft.com/office/drawing/2014/main" id="{FE48697B-6FAE-2D1E-6D8D-E63D0B8912EA}"/>
                    </a:ext>
                  </a:extLst>
                </p14:cNvPr>
                <p14:cNvContentPartPr/>
                <p14:nvPr/>
              </p14:nvContentPartPr>
              <p14:xfrm>
                <a:off x="6123385" y="3962225"/>
                <a:ext cx="77040" cy="83520"/>
              </p14:xfrm>
            </p:contentPart>
          </mc:Choice>
          <mc:Fallback xmlns="">
            <p:pic>
              <p:nvPicPr>
                <p:cNvPr id="25" name="墨迹 24">
                  <a:extLst>
                    <a:ext uri="{FF2B5EF4-FFF2-40B4-BE49-F238E27FC236}">
                      <a16:creationId xmlns:a16="http://schemas.microsoft.com/office/drawing/2014/main" id="{FE48697B-6FAE-2D1E-6D8D-E63D0B8912EA}"/>
                    </a:ext>
                  </a:extLst>
                </p:cNvPr>
                <p:cNvPicPr/>
                <p:nvPr/>
              </p:nvPicPr>
              <p:blipFill>
                <a:blip r:embed="rId51"/>
                <a:stretch>
                  <a:fillRect/>
                </a:stretch>
              </p:blipFill>
              <p:spPr>
                <a:xfrm>
                  <a:off x="6105745" y="3944225"/>
                  <a:ext cx="112680" cy="119160"/>
                </a:xfrm>
                <a:prstGeom prst="rect">
                  <a:avLst/>
                </a:prstGeom>
              </p:spPr>
            </p:pic>
          </mc:Fallback>
        </mc:AlternateContent>
        <mc:AlternateContent xmlns:mc="http://schemas.openxmlformats.org/markup-compatibility/2006" xmlns:p14="http://schemas.microsoft.com/office/powerpoint/2010/main">
          <mc:Choice Requires="p14">
            <p:contentPart p14:bwMode="auto" r:id="rId52">
              <p14:nvContentPartPr>
                <p14:cNvPr id="26" name="墨迹 25">
                  <a:extLst>
                    <a:ext uri="{FF2B5EF4-FFF2-40B4-BE49-F238E27FC236}">
                      <a16:creationId xmlns:a16="http://schemas.microsoft.com/office/drawing/2014/main" id="{46CB3C4B-2C96-1CF4-42EC-09099DC00319}"/>
                    </a:ext>
                  </a:extLst>
                </p14:cNvPr>
                <p14:cNvContentPartPr/>
                <p14:nvPr/>
              </p14:nvContentPartPr>
              <p14:xfrm>
                <a:off x="6234265" y="3989945"/>
                <a:ext cx="55800" cy="48240"/>
              </p14:xfrm>
            </p:contentPart>
          </mc:Choice>
          <mc:Fallback xmlns="">
            <p:pic>
              <p:nvPicPr>
                <p:cNvPr id="26" name="墨迹 25">
                  <a:extLst>
                    <a:ext uri="{FF2B5EF4-FFF2-40B4-BE49-F238E27FC236}">
                      <a16:creationId xmlns:a16="http://schemas.microsoft.com/office/drawing/2014/main" id="{46CB3C4B-2C96-1CF4-42EC-09099DC00319}"/>
                    </a:ext>
                  </a:extLst>
                </p:cNvPr>
                <p:cNvPicPr/>
                <p:nvPr/>
              </p:nvPicPr>
              <p:blipFill>
                <a:blip r:embed="rId53"/>
                <a:stretch>
                  <a:fillRect/>
                </a:stretch>
              </p:blipFill>
              <p:spPr>
                <a:xfrm>
                  <a:off x="6216265" y="3972305"/>
                  <a:ext cx="91440" cy="83880"/>
                </a:xfrm>
                <a:prstGeom prst="rect">
                  <a:avLst/>
                </a:prstGeom>
              </p:spPr>
            </p:pic>
          </mc:Fallback>
        </mc:AlternateContent>
        <mc:AlternateContent xmlns:mc="http://schemas.openxmlformats.org/markup-compatibility/2006" xmlns:p14="http://schemas.microsoft.com/office/powerpoint/2010/main">
          <mc:Choice Requires="p14">
            <p:contentPart p14:bwMode="auto" r:id="rId54">
              <p14:nvContentPartPr>
                <p14:cNvPr id="27" name="墨迹 26">
                  <a:extLst>
                    <a:ext uri="{FF2B5EF4-FFF2-40B4-BE49-F238E27FC236}">
                      <a16:creationId xmlns:a16="http://schemas.microsoft.com/office/drawing/2014/main" id="{DEB3FE3F-ABC6-5844-07F1-39E7C7C50EDC}"/>
                    </a:ext>
                  </a:extLst>
                </p14:cNvPr>
                <p14:cNvContentPartPr/>
                <p14:nvPr/>
              </p14:nvContentPartPr>
              <p14:xfrm>
                <a:off x="6299425" y="3980585"/>
                <a:ext cx="100080" cy="154440"/>
              </p14:xfrm>
            </p:contentPart>
          </mc:Choice>
          <mc:Fallback xmlns="">
            <p:pic>
              <p:nvPicPr>
                <p:cNvPr id="27" name="墨迹 26">
                  <a:extLst>
                    <a:ext uri="{FF2B5EF4-FFF2-40B4-BE49-F238E27FC236}">
                      <a16:creationId xmlns:a16="http://schemas.microsoft.com/office/drawing/2014/main" id="{DEB3FE3F-ABC6-5844-07F1-39E7C7C50EDC}"/>
                    </a:ext>
                  </a:extLst>
                </p:cNvPr>
                <p:cNvPicPr/>
                <p:nvPr/>
              </p:nvPicPr>
              <p:blipFill>
                <a:blip r:embed="rId55"/>
                <a:stretch>
                  <a:fillRect/>
                </a:stretch>
              </p:blipFill>
              <p:spPr>
                <a:xfrm>
                  <a:off x="6281785" y="3962945"/>
                  <a:ext cx="135720" cy="190080"/>
                </a:xfrm>
                <a:prstGeom prst="rect">
                  <a:avLst/>
                </a:prstGeom>
              </p:spPr>
            </p:pic>
          </mc:Fallback>
        </mc:AlternateContent>
        <mc:AlternateContent xmlns:mc="http://schemas.openxmlformats.org/markup-compatibility/2006" xmlns:p14="http://schemas.microsoft.com/office/powerpoint/2010/main">
          <mc:Choice Requires="p14">
            <p:contentPart p14:bwMode="auto" r:id="rId56">
              <p14:nvContentPartPr>
                <p14:cNvPr id="28" name="墨迹 27">
                  <a:extLst>
                    <a:ext uri="{FF2B5EF4-FFF2-40B4-BE49-F238E27FC236}">
                      <a16:creationId xmlns:a16="http://schemas.microsoft.com/office/drawing/2014/main" id="{739579F6-BA94-9F04-B323-B12C730039FA}"/>
                    </a:ext>
                  </a:extLst>
                </p14:cNvPr>
                <p14:cNvContentPartPr/>
                <p14:nvPr/>
              </p14:nvContentPartPr>
              <p14:xfrm>
                <a:off x="6538825" y="3694385"/>
                <a:ext cx="102240" cy="414720"/>
              </p14:xfrm>
            </p:contentPart>
          </mc:Choice>
          <mc:Fallback xmlns="">
            <p:pic>
              <p:nvPicPr>
                <p:cNvPr id="28" name="墨迹 27">
                  <a:extLst>
                    <a:ext uri="{FF2B5EF4-FFF2-40B4-BE49-F238E27FC236}">
                      <a16:creationId xmlns:a16="http://schemas.microsoft.com/office/drawing/2014/main" id="{739579F6-BA94-9F04-B323-B12C730039FA}"/>
                    </a:ext>
                  </a:extLst>
                </p:cNvPr>
                <p:cNvPicPr/>
                <p:nvPr/>
              </p:nvPicPr>
              <p:blipFill>
                <a:blip r:embed="rId57"/>
                <a:stretch>
                  <a:fillRect/>
                </a:stretch>
              </p:blipFill>
              <p:spPr>
                <a:xfrm>
                  <a:off x="6521185" y="3676385"/>
                  <a:ext cx="137880" cy="450360"/>
                </a:xfrm>
                <a:prstGeom prst="rect">
                  <a:avLst/>
                </a:prstGeom>
              </p:spPr>
            </p:pic>
          </mc:Fallback>
        </mc:AlternateContent>
        <mc:AlternateContent xmlns:mc="http://schemas.openxmlformats.org/markup-compatibility/2006" xmlns:p14="http://schemas.microsoft.com/office/powerpoint/2010/main">
          <mc:Choice Requires="p14">
            <p:contentPart p14:bwMode="auto" r:id="rId58">
              <p14:nvContentPartPr>
                <p14:cNvPr id="29" name="墨迹 28">
                  <a:extLst>
                    <a:ext uri="{FF2B5EF4-FFF2-40B4-BE49-F238E27FC236}">
                      <a16:creationId xmlns:a16="http://schemas.microsoft.com/office/drawing/2014/main" id="{63E9F469-2A71-FA1B-469C-3351A780BDCC}"/>
                    </a:ext>
                  </a:extLst>
                </p14:cNvPr>
                <p14:cNvContentPartPr/>
                <p14:nvPr/>
              </p14:nvContentPartPr>
              <p14:xfrm>
                <a:off x="6548545" y="3855665"/>
                <a:ext cx="220680" cy="69840"/>
              </p14:xfrm>
            </p:contentPart>
          </mc:Choice>
          <mc:Fallback xmlns="">
            <p:pic>
              <p:nvPicPr>
                <p:cNvPr id="29" name="墨迹 28">
                  <a:extLst>
                    <a:ext uri="{FF2B5EF4-FFF2-40B4-BE49-F238E27FC236}">
                      <a16:creationId xmlns:a16="http://schemas.microsoft.com/office/drawing/2014/main" id="{63E9F469-2A71-FA1B-469C-3351A780BDCC}"/>
                    </a:ext>
                  </a:extLst>
                </p:cNvPr>
                <p:cNvPicPr/>
                <p:nvPr/>
              </p:nvPicPr>
              <p:blipFill>
                <a:blip r:embed="rId59"/>
                <a:stretch>
                  <a:fillRect/>
                </a:stretch>
              </p:blipFill>
              <p:spPr>
                <a:xfrm>
                  <a:off x="6530545" y="3837665"/>
                  <a:ext cx="256320" cy="105480"/>
                </a:xfrm>
                <a:prstGeom prst="rect">
                  <a:avLst/>
                </a:prstGeom>
              </p:spPr>
            </p:pic>
          </mc:Fallback>
        </mc:AlternateContent>
        <mc:AlternateContent xmlns:mc="http://schemas.openxmlformats.org/markup-compatibility/2006" xmlns:p14="http://schemas.microsoft.com/office/powerpoint/2010/main">
          <mc:Choice Requires="p14">
            <p:contentPart p14:bwMode="auto" r:id="rId60">
              <p14:nvContentPartPr>
                <p14:cNvPr id="30" name="墨迹 29">
                  <a:extLst>
                    <a:ext uri="{FF2B5EF4-FFF2-40B4-BE49-F238E27FC236}">
                      <a16:creationId xmlns:a16="http://schemas.microsoft.com/office/drawing/2014/main" id="{9C291A52-18AC-2DBA-B55E-8E04E9B41E7A}"/>
                    </a:ext>
                  </a:extLst>
                </p14:cNvPr>
                <p14:cNvContentPartPr/>
                <p14:nvPr/>
              </p14:nvContentPartPr>
              <p14:xfrm>
                <a:off x="6587425" y="3989585"/>
                <a:ext cx="202680" cy="112680"/>
              </p14:xfrm>
            </p:contentPart>
          </mc:Choice>
          <mc:Fallback xmlns="">
            <p:pic>
              <p:nvPicPr>
                <p:cNvPr id="30" name="墨迹 29">
                  <a:extLst>
                    <a:ext uri="{FF2B5EF4-FFF2-40B4-BE49-F238E27FC236}">
                      <a16:creationId xmlns:a16="http://schemas.microsoft.com/office/drawing/2014/main" id="{9C291A52-18AC-2DBA-B55E-8E04E9B41E7A}"/>
                    </a:ext>
                  </a:extLst>
                </p:cNvPr>
                <p:cNvPicPr/>
                <p:nvPr/>
              </p:nvPicPr>
              <p:blipFill>
                <a:blip r:embed="rId61"/>
                <a:stretch>
                  <a:fillRect/>
                </a:stretch>
              </p:blipFill>
              <p:spPr>
                <a:xfrm>
                  <a:off x="6569785" y="3971585"/>
                  <a:ext cx="238320" cy="148320"/>
                </a:xfrm>
                <a:prstGeom prst="rect">
                  <a:avLst/>
                </a:prstGeom>
              </p:spPr>
            </p:pic>
          </mc:Fallback>
        </mc:AlternateContent>
        <mc:AlternateContent xmlns:mc="http://schemas.openxmlformats.org/markup-compatibility/2006" xmlns:p14="http://schemas.microsoft.com/office/powerpoint/2010/main">
          <mc:Choice Requires="p14">
            <p:contentPart p14:bwMode="auto" r:id="rId62">
              <p14:nvContentPartPr>
                <p14:cNvPr id="32" name="墨迹 31">
                  <a:extLst>
                    <a:ext uri="{FF2B5EF4-FFF2-40B4-BE49-F238E27FC236}">
                      <a16:creationId xmlns:a16="http://schemas.microsoft.com/office/drawing/2014/main" id="{6416BAA3-9005-ADAB-D3D5-D0114AC7FA24}"/>
                    </a:ext>
                  </a:extLst>
                </p14:cNvPr>
                <p14:cNvContentPartPr/>
                <p14:nvPr/>
              </p14:nvContentPartPr>
              <p14:xfrm>
                <a:off x="6790465" y="3528065"/>
                <a:ext cx="178200" cy="353880"/>
              </p14:xfrm>
            </p:contentPart>
          </mc:Choice>
          <mc:Fallback xmlns="">
            <p:pic>
              <p:nvPicPr>
                <p:cNvPr id="32" name="墨迹 31">
                  <a:extLst>
                    <a:ext uri="{FF2B5EF4-FFF2-40B4-BE49-F238E27FC236}">
                      <a16:creationId xmlns:a16="http://schemas.microsoft.com/office/drawing/2014/main" id="{6416BAA3-9005-ADAB-D3D5-D0114AC7FA24}"/>
                    </a:ext>
                  </a:extLst>
                </p:cNvPr>
                <p:cNvPicPr/>
                <p:nvPr/>
              </p:nvPicPr>
              <p:blipFill>
                <a:blip r:embed="rId63"/>
                <a:stretch>
                  <a:fillRect/>
                </a:stretch>
              </p:blipFill>
              <p:spPr>
                <a:xfrm>
                  <a:off x="6772825" y="3510425"/>
                  <a:ext cx="213840" cy="389520"/>
                </a:xfrm>
                <a:prstGeom prst="rect">
                  <a:avLst/>
                </a:prstGeom>
              </p:spPr>
            </p:pic>
          </mc:Fallback>
        </mc:AlternateContent>
        <mc:AlternateContent xmlns:mc="http://schemas.openxmlformats.org/markup-compatibility/2006" xmlns:p14="http://schemas.microsoft.com/office/powerpoint/2010/main">
          <mc:Choice Requires="p14">
            <p:contentPart p14:bwMode="auto" r:id="rId64">
              <p14:nvContentPartPr>
                <p14:cNvPr id="33" name="墨迹 32">
                  <a:extLst>
                    <a:ext uri="{FF2B5EF4-FFF2-40B4-BE49-F238E27FC236}">
                      <a16:creationId xmlns:a16="http://schemas.microsoft.com/office/drawing/2014/main" id="{BFF83366-16C1-6FD4-DBDC-797EA5C01F02}"/>
                    </a:ext>
                  </a:extLst>
                </p14:cNvPr>
                <p14:cNvContentPartPr/>
                <p14:nvPr/>
              </p14:nvContentPartPr>
              <p14:xfrm>
                <a:off x="6982705" y="3623465"/>
                <a:ext cx="130320" cy="175680"/>
              </p14:xfrm>
            </p:contentPart>
          </mc:Choice>
          <mc:Fallback xmlns="">
            <p:pic>
              <p:nvPicPr>
                <p:cNvPr id="33" name="墨迹 32">
                  <a:extLst>
                    <a:ext uri="{FF2B5EF4-FFF2-40B4-BE49-F238E27FC236}">
                      <a16:creationId xmlns:a16="http://schemas.microsoft.com/office/drawing/2014/main" id="{BFF83366-16C1-6FD4-DBDC-797EA5C01F02}"/>
                    </a:ext>
                  </a:extLst>
                </p:cNvPr>
                <p:cNvPicPr/>
                <p:nvPr/>
              </p:nvPicPr>
              <p:blipFill>
                <a:blip r:embed="rId65"/>
                <a:stretch>
                  <a:fillRect/>
                </a:stretch>
              </p:blipFill>
              <p:spPr>
                <a:xfrm>
                  <a:off x="6964705" y="3605465"/>
                  <a:ext cx="165960" cy="211320"/>
                </a:xfrm>
                <a:prstGeom prst="rect">
                  <a:avLst/>
                </a:prstGeom>
              </p:spPr>
            </p:pic>
          </mc:Fallback>
        </mc:AlternateContent>
        <mc:AlternateContent xmlns:mc="http://schemas.openxmlformats.org/markup-compatibility/2006" xmlns:p14="http://schemas.microsoft.com/office/powerpoint/2010/main">
          <mc:Choice Requires="p14">
            <p:contentPart p14:bwMode="auto" r:id="rId66">
              <p14:nvContentPartPr>
                <p14:cNvPr id="34" name="墨迹 33">
                  <a:extLst>
                    <a:ext uri="{FF2B5EF4-FFF2-40B4-BE49-F238E27FC236}">
                      <a16:creationId xmlns:a16="http://schemas.microsoft.com/office/drawing/2014/main" id="{43A144E6-3265-E896-D42A-F417818F1EDC}"/>
                    </a:ext>
                  </a:extLst>
                </p14:cNvPr>
                <p14:cNvContentPartPr/>
                <p14:nvPr/>
              </p14:nvContentPartPr>
              <p14:xfrm>
                <a:off x="7009705" y="3703385"/>
                <a:ext cx="56520" cy="208440"/>
              </p14:xfrm>
            </p:contentPart>
          </mc:Choice>
          <mc:Fallback xmlns="">
            <p:pic>
              <p:nvPicPr>
                <p:cNvPr id="34" name="墨迹 33">
                  <a:extLst>
                    <a:ext uri="{FF2B5EF4-FFF2-40B4-BE49-F238E27FC236}">
                      <a16:creationId xmlns:a16="http://schemas.microsoft.com/office/drawing/2014/main" id="{43A144E6-3265-E896-D42A-F417818F1EDC}"/>
                    </a:ext>
                  </a:extLst>
                </p:cNvPr>
                <p:cNvPicPr/>
                <p:nvPr/>
              </p:nvPicPr>
              <p:blipFill>
                <a:blip r:embed="rId67"/>
                <a:stretch>
                  <a:fillRect/>
                </a:stretch>
              </p:blipFill>
              <p:spPr>
                <a:xfrm>
                  <a:off x="6991705" y="3685745"/>
                  <a:ext cx="92160" cy="244080"/>
                </a:xfrm>
                <a:prstGeom prst="rect">
                  <a:avLst/>
                </a:prstGeom>
              </p:spPr>
            </p:pic>
          </mc:Fallback>
        </mc:AlternateContent>
        <mc:AlternateContent xmlns:mc="http://schemas.openxmlformats.org/markup-compatibility/2006" xmlns:p14="http://schemas.microsoft.com/office/powerpoint/2010/main">
          <mc:Choice Requires="p14">
            <p:contentPart p14:bwMode="auto" r:id="rId68">
              <p14:nvContentPartPr>
                <p14:cNvPr id="35" name="墨迹 34">
                  <a:extLst>
                    <a:ext uri="{FF2B5EF4-FFF2-40B4-BE49-F238E27FC236}">
                      <a16:creationId xmlns:a16="http://schemas.microsoft.com/office/drawing/2014/main" id="{8103A00F-A277-CEBD-8CD8-4DFC0CE289F8}"/>
                    </a:ext>
                  </a:extLst>
                </p14:cNvPr>
                <p14:cNvContentPartPr/>
                <p14:nvPr/>
              </p14:nvContentPartPr>
              <p14:xfrm>
                <a:off x="6935545" y="3923705"/>
                <a:ext cx="186120" cy="223920"/>
              </p14:xfrm>
            </p:contentPart>
          </mc:Choice>
          <mc:Fallback xmlns="">
            <p:pic>
              <p:nvPicPr>
                <p:cNvPr id="35" name="墨迹 34">
                  <a:extLst>
                    <a:ext uri="{FF2B5EF4-FFF2-40B4-BE49-F238E27FC236}">
                      <a16:creationId xmlns:a16="http://schemas.microsoft.com/office/drawing/2014/main" id="{8103A00F-A277-CEBD-8CD8-4DFC0CE289F8}"/>
                    </a:ext>
                  </a:extLst>
                </p:cNvPr>
                <p:cNvPicPr/>
                <p:nvPr/>
              </p:nvPicPr>
              <p:blipFill>
                <a:blip r:embed="rId69"/>
                <a:stretch>
                  <a:fillRect/>
                </a:stretch>
              </p:blipFill>
              <p:spPr>
                <a:xfrm>
                  <a:off x="6917905" y="3906065"/>
                  <a:ext cx="221760" cy="259560"/>
                </a:xfrm>
                <a:prstGeom prst="rect">
                  <a:avLst/>
                </a:prstGeom>
              </p:spPr>
            </p:pic>
          </mc:Fallback>
        </mc:AlternateContent>
        <mc:AlternateContent xmlns:mc="http://schemas.openxmlformats.org/markup-compatibility/2006" xmlns:p14="http://schemas.microsoft.com/office/powerpoint/2010/main">
          <mc:Choice Requires="p14">
            <p:contentPart p14:bwMode="auto" r:id="rId70">
              <p14:nvContentPartPr>
                <p14:cNvPr id="36" name="墨迹 35">
                  <a:extLst>
                    <a:ext uri="{FF2B5EF4-FFF2-40B4-BE49-F238E27FC236}">
                      <a16:creationId xmlns:a16="http://schemas.microsoft.com/office/drawing/2014/main" id="{8905EA79-0487-7752-B919-AB4BDD69CBA2}"/>
                    </a:ext>
                  </a:extLst>
                </p14:cNvPr>
                <p14:cNvContentPartPr/>
                <p14:nvPr/>
              </p14:nvContentPartPr>
              <p14:xfrm>
                <a:off x="7213465" y="3611225"/>
                <a:ext cx="195840" cy="237240"/>
              </p14:xfrm>
            </p:contentPart>
          </mc:Choice>
          <mc:Fallback xmlns="">
            <p:pic>
              <p:nvPicPr>
                <p:cNvPr id="36" name="墨迹 35">
                  <a:extLst>
                    <a:ext uri="{FF2B5EF4-FFF2-40B4-BE49-F238E27FC236}">
                      <a16:creationId xmlns:a16="http://schemas.microsoft.com/office/drawing/2014/main" id="{8905EA79-0487-7752-B919-AB4BDD69CBA2}"/>
                    </a:ext>
                  </a:extLst>
                </p:cNvPr>
                <p:cNvPicPr/>
                <p:nvPr/>
              </p:nvPicPr>
              <p:blipFill>
                <a:blip r:embed="rId71"/>
                <a:stretch>
                  <a:fillRect/>
                </a:stretch>
              </p:blipFill>
              <p:spPr>
                <a:xfrm>
                  <a:off x="7195465" y="3593585"/>
                  <a:ext cx="231480" cy="272880"/>
                </a:xfrm>
                <a:prstGeom prst="rect">
                  <a:avLst/>
                </a:prstGeom>
              </p:spPr>
            </p:pic>
          </mc:Fallback>
        </mc:AlternateContent>
        <mc:AlternateContent xmlns:mc="http://schemas.openxmlformats.org/markup-compatibility/2006" xmlns:p14="http://schemas.microsoft.com/office/powerpoint/2010/main">
          <mc:Choice Requires="p14">
            <p:contentPart p14:bwMode="auto" r:id="rId72">
              <p14:nvContentPartPr>
                <p14:cNvPr id="37" name="墨迹 36">
                  <a:extLst>
                    <a:ext uri="{FF2B5EF4-FFF2-40B4-BE49-F238E27FC236}">
                      <a16:creationId xmlns:a16="http://schemas.microsoft.com/office/drawing/2014/main" id="{4C841A6A-4CC7-07E0-1B72-C15B57C7862B}"/>
                    </a:ext>
                  </a:extLst>
                </p14:cNvPr>
                <p14:cNvContentPartPr/>
                <p14:nvPr/>
              </p14:nvContentPartPr>
              <p14:xfrm>
                <a:off x="7286905" y="3574145"/>
                <a:ext cx="74520" cy="556920"/>
              </p14:xfrm>
            </p:contentPart>
          </mc:Choice>
          <mc:Fallback xmlns="">
            <p:pic>
              <p:nvPicPr>
                <p:cNvPr id="37" name="墨迹 36">
                  <a:extLst>
                    <a:ext uri="{FF2B5EF4-FFF2-40B4-BE49-F238E27FC236}">
                      <a16:creationId xmlns:a16="http://schemas.microsoft.com/office/drawing/2014/main" id="{4C841A6A-4CC7-07E0-1B72-C15B57C7862B}"/>
                    </a:ext>
                  </a:extLst>
                </p:cNvPr>
                <p:cNvPicPr/>
                <p:nvPr/>
              </p:nvPicPr>
              <p:blipFill>
                <a:blip r:embed="rId73"/>
                <a:stretch>
                  <a:fillRect/>
                </a:stretch>
              </p:blipFill>
              <p:spPr>
                <a:xfrm>
                  <a:off x="7269265" y="3556505"/>
                  <a:ext cx="110160" cy="592560"/>
                </a:xfrm>
                <a:prstGeom prst="rect">
                  <a:avLst/>
                </a:prstGeom>
              </p:spPr>
            </p:pic>
          </mc:Fallback>
        </mc:AlternateContent>
        <mc:AlternateContent xmlns:mc="http://schemas.openxmlformats.org/markup-compatibility/2006" xmlns:p14="http://schemas.microsoft.com/office/powerpoint/2010/main">
          <mc:Choice Requires="p14">
            <p:contentPart p14:bwMode="auto" r:id="rId74">
              <p14:nvContentPartPr>
                <p14:cNvPr id="38" name="墨迹 37">
                  <a:extLst>
                    <a:ext uri="{FF2B5EF4-FFF2-40B4-BE49-F238E27FC236}">
                      <a16:creationId xmlns:a16="http://schemas.microsoft.com/office/drawing/2014/main" id="{A29E2DC1-8917-BEEE-AC71-8C3354D92972}"/>
                    </a:ext>
                  </a:extLst>
                </p14:cNvPr>
                <p14:cNvContentPartPr/>
                <p14:nvPr/>
              </p14:nvContentPartPr>
              <p14:xfrm>
                <a:off x="7017265" y="3934505"/>
                <a:ext cx="261000" cy="110880"/>
              </p14:xfrm>
            </p:contentPart>
          </mc:Choice>
          <mc:Fallback xmlns="">
            <p:pic>
              <p:nvPicPr>
                <p:cNvPr id="38" name="墨迹 37">
                  <a:extLst>
                    <a:ext uri="{FF2B5EF4-FFF2-40B4-BE49-F238E27FC236}">
                      <a16:creationId xmlns:a16="http://schemas.microsoft.com/office/drawing/2014/main" id="{A29E2DC1-8917-BEEE-AC71-8C3354D92972}"/>
                    </a:ext>
                  </a:extLst>
                </p:cNvPr>
                <p:cNvPicPr/>
                <p:nvPr/>
              </p:nvPicPr>
              <p:blipFill>
                <a:blip r:embed="rId75"/>
                <a:stretch>
                  <a:fillRect/>
                </a:stretch>
              </p:blipFill>
              <p:spPr>
                <a:xfrm>
                  <a:off x="6999625" y="3916865"/>
                  <a:ext cx="296640" cy="146520"/>
                </a:xfrm>
                <a:prstGeom prst="rect">
                  <a:avLst/>
                </a:prstGeom>
              </p:spPr>
            </p:pic>
          </mc:Fallback>
        </mc:AlternateContent>
        <mc:AlternateContent xmlns:mc="http://schemas.openxmlformats.org/markup-compatibility/2006" xmlns:p14="http://schemas.microsoft.com/office/powerpoint/2010/main">
          <mc:Choice Requires="p14">
            <p:contentPart p14:bwMode="auto" r:id="rId76">
              <p14:nvContentPartPr>
                <p14:cNvPr id="39" name="墨迹 38">
                  <a:extLst>
                    <a:ext uri="{FF2B5EF4-FFF2-40B4-BE49-F238E27FC236}">
                      <a16:creationId xmlns:a16="http://schemas.microsoft.com/office/drawing/2014/main" id="{EBB3D990-430B-D2F7-E202-FB35581329AA}"/>
                    </a:ext>
                  </a:extLst>
                </p14:cNvPr>
                <p14:cNvContentPartPr/>
                <p14:nvPr/>
              </p14:nvContentPartPr>
              <p14:xfrm>
                <a:off x="7198705" y="3907145"/>
                <a:ext cx="266040" cy="312840"/>
              </p14:xfrm>
            </p:contentPart>
          </mc:Choice>
          <mc:Fallback xmlns="">
            <p:pic>
              <p:nvPicPr>
                <p:cNvPr id="39" name="墨迹 38">
                  <a:extLst>
                    <a:ext uri="{FF2B5EF4-FFF2-40B4-BE49-F238E27FC236}">
                      <a16:creationId xmlns:a16="http://schemas.microsoft.com/office/drawing/2014/main" id="{EBB3D990-430B-D2F7-E202-FB35581329AA}"/>
                    </a:ext>
                  </a:extLst>
                </p:cNvPr>
                <p:cNvPicPr/>
                <p:nvPr/>
              </p:nvPicPr>
              <p:blipFill>
                <a:blip r:embed="rId77"/>
                <a:stretch>
                  <a:fillRect/>
                </a:stretch>
              </p:blipFill>
              <p:spPr>
                <a:xfrm>
                  <a:off x="7181065" y="3889145"/>
                  <a:ext cx="301680" cy="348480"/>
                </a:xfrm>
                <a:prstGeom prst="rect">
                  <a:avLst/>
                </a:prstGeom>
              </p:spPr>
            </p:pic>
          </mc:Fallback>
        </mc:AlternateContent>
        <mc:AlternateContent xmlns:mc="http://schemas.openxmlformats.org/markup-compatibility/2006" xmlns:p14="http://schemas.microsoft.com/office/powerpoint/2010/main">
          <mc:Choice Requires="p14">
            <p:contentPart p14:bwMode="auto" r:id="rId78">
              <p14:nvContentPartPr>
                <p14:cNvPr id="40" name="墨迹 39">
                  <a:extLst>
                    <a:ext uri="{FF2B5EF4-FFF2-40B4-BE49-F238E27FC236}">
                      <a16:creationId xmlns:a16="http://schemas.microsoft.com/office/drawing/2014/main" id="{02B6E623-43A8-E66F-5BFA-D79CB5579706}"/>
                    </a:ext>
                  </a:extLst>
                </p14:cNvPr>
                <p14:cNvContentPartPr/>
                <p14:nvPr/>
              </p14:nvContentPartPr>
              <p14:xfrm>
                <a:off x="7388065" y="3731465"/>
                <a:ext cx="168480" cy="458640"/>
              </p14:xfrm>
            </p:contentPart>
          </mc:Choice>
          <mc:Fallback xmlns="">
            <p:pic>
              <p:nvPicPr>
                <p:cNvPr id="40" name="墨迹 39">
                  <a:extLst>
                    <a:ext uri="{FF2B5EF4-FFF2-40B4-BE49-F238E27FC236}">
                      <a16:creationId xmlns:a16="http://schemas.microsoft.com/office/drawing/2014/main" id="{02B6E623-43A8-E66F-5BFA-D79CB5579706}"/>
                    </a:ext>
                  </a:extLst>
                </p:cNvPr>
                <p:cNvPicPr/>
                <p:nvPr/>
              </p:nvPicPr>
              <p:blipFill>
                <a:blip r:embed="rId79"/>
                <a:stretch>
                  <a:fillRect/>
                </a:stretch>
              </p:blipFill>
              <p:spPr>
                <a:xfrm>
                  <a:off x="7370425" y="3713465"/>
                  <a:ext cx="204120" cy="494280"/>
                </a:xfrm>
                <a:prstGeom prst="rect">
                  <a:avLst/>
                </a:prstGeom>
              </p:spPr>
            </p:pic>
          </mc:Fallback>
        </mc:AlternateContent>
        <mc:AlternateContent xmlns:mc="http://schemas.openxmlformats.org/markup-compatibility/2006" xmlns:p14="http://schemas.microsoft.com/office/powerpoint/2010/main">
          <mc:Choice Requires="p14">
            <p:contentPart p14:bwMode="auto" r:id="rId80">
              <p14:nvContentPartPr>
                <p14:cNvPr id="41" name="墨迹 40">
                  <a:extLst>
                    <a:ext uri="{FF2B5EF4-FFF2-40B4-BE49-F238E27FC236}">
                      <a16:creationId xmlns:a16="http://schemas.microsoft.com/office/drawing/2014/main" id="{6EA51D5A-49DB-569E-0B89-F53BD21630A1}"/>
                    </a:ext>
                  </a:extLst>
                </p14:cNvPr>
                <p14:cNvContentPartPr/>
                <p14:nvPr/>
              </p14:nvContentPartPr>
              <p14:xfrm>
                <a:off x="7425865" y="3934505"/>
                <a:ext cx="294840" cy="185400"/>
              </p14:xfrm>
            </p:contentPart>
          </mc:Choice>
          <mc:Fallback xmlns="">
            <p:pic>
              <p:nvPicPr>
                <p:cNvPr id="41" name="墨迹 40">
                  <a:extLst>
                    <a:ext uri="{FF2B5EF4-FFF2-40B4-BE49-F238E27FC236}">
                      <a16:creationId xmlns:a16="http://schemas.microsoft.com/office/drawing/2014/main" id="{6EA51D5A-49DB-569E-0B89-F53BD21630A1}"/>
                    </a:ext>
                  </a:extLst>
                </p:cNvPr>
                <p:cNvPicPr/>
                <p:nvPr/>
              </p:nvPicPr>
              <p:blipFill>
                <a:blip r:embed="rId81"/>
                <a:stretch>
                  <a:fillRect/>
                </a:stretch>
              </p:blipFill>
              <p:spPr>
                <a:xfrm>
                  <a:off x="7408225" y="3916865"/>
                  <a:ext cx="330480" cy="221040"/>
                </a:xfrm>
                <a:prstGeom prst="rect">
                  <a:avLst/>
                </a:prstGeom>
              </p:spPr>
            </p:pic>
          </mc:Fallback>
        </mc:AlternateContent>
        <mc:AlternateContent xmlns:mc="http://schemas.openxmlformats.org/markup-compatibility/2006" xmlns:p14="http://schemas.microsoft.com/office/powerpoint/2010/main">
          <mc:Choice Requires="p14">
            <p:contentPart p14:bwMode="auto" r:id="rId82">
              <p14:nvContentPartPr>
                <p14:cNvPr id="42" name="墨迹 41">
                  <a:extLst>
                    <a:ext uri="{FF2B5EF4-FFF2-40B4-BE49-F238E27FC236}">
                      <a16:creationId xmlns:a16="http://schemas.microsoft.com/office/drawing/2014/main" id="{221E4EC5-A78E-7E0E-3F38-00DE66A11D39}"/>
                    </a:ext>
                  </a:extLst>
                </p14:cNvPr>
                <p14:cNvContentPartPr/>
                <p14:nvPr/>
              </p14:nvContentPartPr>
              <p14:xfrm>
                <a:off x="7739785" y="3649745"/>
                <a:ext cx="223200" cy="392400"/>
              </p14:xfrm>
            </p:contentPart>
          </mc:Choice>
          <mc:Fallback xmlns="">
            <p:pic>
              <p:nvPicPr>
                <p:cNvPr id="42" name="墨迹 41">
                  <a:extLst>
                    <a:ext uri="{FF2B5EF4-FFF2-40B4-BE49-F238E27FC236}">
                      <a16:creationId xmlns:a16="http://schemas.microsoft.com/office/drawing/2014/main" id="{221E4EC5-A78E-7E0E-3F38-00DE66A11D39}"/>
                    </a:ext>
                  </a:extLst>
                </p:cNvPr>
                <p:cNvPicPr/>
                <p:nvPr/>
              </p:nvPicPr>
              <p:blipFill>
                <a:blip r:embed="rId83"/>
                <a:stretch>
                  <a:fillRect/>
                </a:stretch>
              </p:blipFill>
              <p:spPr>
                <a:xfrm>
                  <a:off x="7722145" y="3631745"/>
                  <a:ext cx="258840" cy="428040"/>
                </a:xfrm>
                <a:prstGeom prst="rect">
                  <a:avLst/>
                </a:prstGeom>
              </p:spPr>
            </p:pic>
          </mc:Fallback>
        </mc:AlternateContent>
        <mc:AlternateContent xmlns:mc="http://schemas.openxmlformats.org/markup-compatibility/2006" xmlns:p14="http://schemas.microsoft.com/office/powerpoint/2010/main">
          <mc:Choice Requires="p14">
            <p:contentPart p14:bwMode="auto" r:id="rId84">
              <p14:nvContentPartPr>
                <p14:cNvPr id="43" name="墨迹 42">
                  <a:extLst>
                    <a:ext uri="{FF2B5EF4-FFF2-40B4-BE49-F238E27FC236}">
                      <a16:creationId xmlns:a16="http://schemas.microsoft.com/office/drawing/2014/main" id="{580A124B-22F1-0863-3B29-207636AE6992}"/>
                    </a:ext>
                  </a:extLst>
                </p14:cNvPr>
                <p14:cNvContentPartPr/>
                <p14:nvPr/>
              </p14:nvContentPartPr>
              <p14:xfrm>
                <a:off x="7892065" y="3648305"/>
                <a:ext cx="163800" cy="293040"/>
              </p14:xfrm>
            </p:contentPart>
          </mc:Choice>
          <mc:Fallback xmlns="">
            <p:pic>
              <p:nvPicPr>
                <p:cNvPr id="43" name="墨迹 42">
                  <a:extLst>
                    <a:ext uri="{FF2B5EF4-FFF2-40B4-BE49-F238E27FC236}">
                      <a16:creationId xmlns:a16="http://schemas.microsoft.com/office/drawing/2014/main" id="{580A124B-22F1-0863-3B29-207636AE6992}"/>
                    </a:ext>
                  </a:extLst>
                </p:cNvPr>
                <p:cNvPicPr/>
                <p:nvPr/>
              </p:nvPicPr>
              <p:blipFill>
                <a:blip r:embed="rId85"/>
                <a:stretch>
                  <a:fillRect/>
                </a:stretch>
              </p:blipFill>
              <p:spPr>
                <a:xfrm>
                  <a:off x="7874425" y="3630305"/>
                  <a:ext cx="199440" cy="328680"/>
                </a:xfrm>
                <a:prstGeom prst="rect">
                  <a:avLst/>
                </a:prstGeom>
              </p:spPr>
            </p:pic>
          </mc:Fallback>
        </mc:AlternateContent>
        <mc:AlternateContent xmlns:mc="http://schemas.openxmlformats.org/markup-compatibility/2006" xmlns:p14="http://schemas.microsoft.com/office/powerpoint/2010/main">
          <mc:Choice Requires="p14">
            <p:contentPart p14:bwMode="auto" r:id="rId86">
              <p14:nvContentPartPr>
                <p14:cNvPr id="44" name="墨迹 43">
                  <a:extLst>
                    <a:ext uri="{FF2B5EF4-FFF2-40B4-BE49-F238E27FC236}">
                      <a16:creationId xmlns:a16="http://schemas.microsoft.com/office/drawing/2014/main" id="{55932503-DFE5-4099-C566-FE029370F627}"/>
                    </a:ext>
                  </a:extLst>
                </p14:cNvPr>
                <p14:cNvContentPartPr/>
                <p14:nvPr/>
              </p14:nvContentPartPr>
              <p14:xfrm>
                <a:off x="7884505" y="3943505"/>
                <a:ext cx="188280" cy="220320"/>
              </p14:xfrm>
            </p:contentPart>
          </mc:Choice>
          <mc:Fallback xmlns="">
            <p:pic>
              <p:nvPicPr>
                <p:cNvPr id="44" name="墨迹 43">
                  <a:extLst>
                    <a:ext uri="{FF2B5EF4-FFF2-40B4-BE49-F238E27FC236}">
                      <a16:creationId xmlns:a16="http://schemas.microsoft.com/office/drawing/2014/main" id="{55932503-DFE5-4099-C566-FE029370F627}"/>
                    </a:ext>
                  </a:extLst>
                </p:cNvPr>
                <p:cNvPicPr/>
                <p:nvPr/>
              </p:nvPicPr>
              <p:blipFill>
                <a:blip r:embed="rId87"/>
                <a:stretch>
                  <a:fillRect/>
                </a:stretch>
              </p:blipFill>
              <p:spPr>
                <a:xfrm>
                  <a:off x="7866865" y="3925865"/>
                  <a:ext cx="223920" cy="255960"/>
                </a:xfrm>
                <a:prstGeom prst="rect">
                  <a:avLst/>
                </a:prstGeom>
              </p:spPr>
            </p:pic>
          </mc:Fallback>
        </mc:AlternateContent>
        <mc:AlternateContent xmlns:mc="http://schemas.openxmlformats.org/markup-compatibility/2006" xmlns:p14="http://schemas.microsoft.com/office/powerpoint/2010/main">
          <mc:Choice Requires="p14">
            <p:contentPart p14:bwMode="auto" r:id="rId88">
              <p14:nvContentPartPr>
                <p14:cNvPr id="45" name="墨迹 44">
                  <a:extLst>
                    <a:ext uri="{FF2B5EF4-FFF2-40B4-BE49-F238E27FC236}">
                      <a16:creationId xmlns:a16="http://schemas.microsoft.com/office/drawing/2014/main" id="{2B6575FB-43D7-DC69-66A5-B34E36B96008}"/>
                    </a:ext>
                  </a:extLst>
                </p14:cNvPr>
                <p14:cNvContentPartPr/>
                <p14:nvPr/>
              </p14:nvContentPartPr>
              <p14:xfrm>
                <a:off x="8192665" y="3640385"/>
                <a:ext cx="222480" cy="174240"/>
              </p14:xfrm>
            </p:contentPart>
          </mc:Choice>
          <mc:Fallback xmlns="">
            <p:pic>
              <p:nvPicPr>
                <p:cNvPr id="45" name="墨迹 44">
                  <a:extLst>
                    <a:ext uri="{FF2B5EF4-FFF2-40B4-BE49-F238E27FC236}">
                      <a16:creationId xmlns:a16="http://schemas.microsoft.com/office/drawing/2014/main" id="{2B6575FB-43D7-DC69-66A5-B34E36B96008}"/>
                    </a:ext>
                  </a:extLst>
                </p:cNvPr>
                <p:cNvPicPr/>
                <p:nvPr/>
              </p:nvPicPr>
              <p:blipFill>
                <a:blip r:embed="rId89"/>
                <a:stretch>
                  <a:fillRect/>
                </a:stretch>
              </p:blipFill>
              <p:spPr>
                <a:xfrm>
                  <a:off x="8174665" y="3622745"/>
                  <a:ext cx="258120" cy="209880"/>
                </a:xfrm>
                <a:prstGeom prst="rect">
                  <a:avLst/>
                </a:prstGeom>
              </p:spPr>
            </p:pic>
          </mc:Fallback>
        </mc:AlternateContent>
        <mc:AlternateContent xmlns:mc="http://schemas.openxmlformats.org/markup-compatibility/2006" xmlns:p14="http://schemas.microsoft.com/office/powerpoint/2010/main">
          <mc:Choice Requires="p14">
            <p:contentPart p14:bwMode="auto" r:id="rId90">
              <p14:nvContentPartPr>
                <p14:cNvPr id="46" name="墨迹 45">
                  <a:extLst>
                    <a:ext uri="{FF2B5EF4-FFF2-40B4-BE49-F238E27FC236}">
                      <a16:creationId xmlns:a16="http://schemas.microsoft.com/office/drawing/2014/main" id="{DBB45002-8D8E-ED32-9E7D-DB06A8E3375E}"/>
                    </a:ext>
                  </a:extLst>
                </p14:cNvPr>
                <p14:cNvContentPartPr/>
                <p14:nvPr/>
              </p14:nvContentPartPr>
              <p14:xfrm>
                <a:off x="8342425" y="3592865"/>
                <a:ext cx="54360" cy="511560"/>
              </p14:xfrm>
            </p:contentPart>
          </mc:Choice>
          <mc:Fallback xmlns="">
            <p:pic>
              <p:nvPicPr>
                <p:cNvPr id="46" name="墨迹 45">
                  <a:extLst>
                    <a:ext uri="{FF2B5EF4-FFF2-40B4-BE49-F238E27FC236}">
                      <a16:creationId xmlns:a16="http://schemas.microsoft.com/office/drawing/2014/main" id="{DBB45002-8D8E-ED32-9E7D-DB06A8E3375E}"/>
                    </a:ext>
                  </a:extLst>
                </p:cNvPr>
                <p:cNvPicPr/>
                <p:nvPr/>
              </p:nvPicPr>
              <p:blipFill>
                <a:blip r:embed="rId91"/>
                <a:stretch>
                  <a:fillRect/>
                </a:stretch>
              </p:blipFill>
              <p:spPr>
                <a:xfrm>
                  <a:off x="8324425" y="3574865"/>
                  <a:ext cx="90000" cy="547200"/>
                </a:xfrm>
                <a:prstGeom prst="rect">
                  <a:avLst/>
                </a:prstGeom>
              </p:spPr>
            </p:pic>
          </mc:Fallback>
        </mc:AlternateContent>
        <mc:AlternateContent xmlns:mc="http://schemas.openxmlformats.org/markup-compatibility/2006" xmlns:p14="http://schemas.microsoft.com/office/powerpoint/2010/main">
          <mc:Choice Requires="p14">
            <p:contentPart p14:bwMode="auto" r:id="rId92">
              <p14:nvContentPartPr>
                <p14:cNvPr id="47" name="墨迹 46">
                  <a:extLst>
                    <a:ext uri="{FF2B5EF4-FFF2-40B4-BE49-F238E27FC236}">
                      <a16:creationId xmlns:a16="http://schemas.microsoft.com/office/drawing/2014/main" id="{1A136FEC-6590-2979-69D6-1AA2AC32BEB3}"/>
                    </a:ext>
                  </a:extLst>
                </p14:cNvPr>
                <p14:cNvContentPartPr/>
                <p14:nvPr/>
              </p14:nvContentPartPr>
              <p14:xfrm>
                <a:off x="8233705" y="3943505"/>
                <a:ext cx="61200" cy="106560"/>
              </p14:xfrm>
            </p:contentPart>
          </mc:Choice>
          <mc:Fallback xmlns="">
            <p:pic>
              <p:nvPicPr>
                <p:cNvPr id="47" name="墨迹 46">
                  <a:extLst>
                    <a:ext uri="{FF2B5EF4-FFF2-40B4-BE49-F238E27FC236}">
                      <a16:creationId xmlns:a16="http://schemas.microsoft.com/office/drawing/2014/main" id="{1A136FEC-6590-2979-69D6-1AA2AC32BEB3}"/>
                    </a:ext>
                  </a:extLst>
                </p:cNvPr>
                <p:cNvPicPr/>
                <p:nvPr/>
              </p:nvPicPr>
              <p:blipFill>
                <a:blip r:embed="rId93"/>
                <a:stretch>
                  <a:fillRect/>
                </a:stretch>
              </p:blipFill>
              <p:spPr>
                <a:xfrm>
                  <a:off x="8216065" y="3925865"/>
                  <a:ext cx="96840" cy="142200"/>
                </a:xfrm>
                <a:prstGeom prst="rect">
                  <a:avLst/>
                </a:prstGeom>
              </p:spPr>
            </p:pic>
          </mc:Fallback>
        </mc:AlternateContent>
        <mc:AlternateContent xmlns:mc="http://schemas.openxmlformats.org/markup-compatibility/2006" xmlns:p14="http://schemas.microsoft.com/office/powerpoint/2010/main">
          <mc:Choice Requires="p14">
            <p:contentPart p14:bwMode="auto" r:id="rId94">
              <p14:nvContentPartPr>
                <p14:cNvPr id="48" name="墨迹 47">
                  <a:extLst>
                    <a:ext uri="{FF2B5EF4-FFF2-40B4-BE49-F238E27FC236}">
                      <a16:creationId xmlns:a16="http://schemas.microsoft.com/office/drawing/2014/main" id="{7B95CE57-906F-C567-11AC-A8F39877E9EA}"/>
                    </a:ext>
                  </a:extLst>
                </p14:cNvPr>
                <p14:cNvContentPartPr/>
                <p14:nvPr/>
              </p14:nvContentPartPr>
              <p14:xfrm>
                <a:off x="8416585" y="3841985"/>
                <a:ext cx="157320" cy="167400"/>
              </p14:xfrm>
            </p:contentPart>
          </mc:Choice>
          <mc:Fallback xmlns="">
            <p:pic>
              <p:nvPicPr>
                <p:cNvPr id="48" name="墨迹 47">
                  <a:extLst>
                    <a:ext uri="{FF2B5EF4-FFF2-40B4-BE49-F238E27FC236}">
                      <a16:creationId xmlns:a16="http://schemas.microsoft.com/office/drawing/2014/main" id="{7B95CE57-906F-C567-11AC-A8F39877E9EA}"/>
                    </a:ext>
                  </a:extLst>
                </p:cNvPr>
                <p:cNvPicPr/>
                <p:nvPr/>
              </p:nvPicPr>
              <p:blipFill>
                <a:blip r:embed="rId95"/>
                <a:stretch>
                  <a:fillRect/>
                </a:stretch>
              </p:blipFill>
              <p:spPr>
                <a:xfrm>
                  <a:off x="8398585" y="3824345"/>
                  <a:ext cx="192960" cy="203040"/>
                </a:xfrm>
                <a:prstGeom prst="rect">
                  <a:avLst/>
                </a:prstGeom>
              </p:spPr>
            </p:pic>
          </mc:Fallback>
        </mc:AlternateContent>
        <mc:AlternateContent xmlns:mc="http://schemas.openxmlformats.org/markup-compatibility/2006" xmlns:p14="http://schemas.microsoft.com/office/powerpoint/2010/main">
          <mc:Choice Requires="p14">
            <p:contentPart p14:bwMode="auto" r:id="rId96">
              <p14:nvContentPartPr>
                <p14:cNvPr id="49" name="墨迹 48">
                  <a:extLst>
                    <a:ext uri="{FF2B5EF4-FFF2-40B4-BE49-F238E27FC236}">
                      <a16:creationId xmlns:a16="http://schemas.microsoft.com/office/drawing/2014/main" id="{39EE4B74-11CE-B13D-BBFE-B59246412FCB}"/>
                    </a:ext>
                  </a:extLst>
                </p14:cNvPr>
                <p14:cNvContentPartPr/>
                <p14:nvPr/>
              </p14:nvContentPartPr>
              <p14:xfrm>
                <a:off x="8441785" y="3435545"/>
                <a:ext cx="38880" cy="33120"/>
              </p14:xfrm>
            </p:contentPart>
          </mc:Choice>
          <mc:Fallback xmlns="">
            <p:pic>
              <p:nvPicPr>
                <p:cNvPr id="49" name="墨迹 48">
                  <a:extLst>
                    <a:ext uri="{FF2B5EF4-FFF2-40B4-BE49-F238E27FC236}">
                      <a16:creationId xmlns:a16="http://schemas.microsoft.com/office/drawing/2014/main" id="{39EE4B74-11CE-B13D-BBFE-B59246412FCB}"/>
                    </a:ext>
                  </a:extLst>
                </p:cNvPr>
                <p:cNvPicPr/>
                <p:nvPr/>
              </p:nvPicPr>
              <p:blipFill>
                <a:blip r:embed="rId97"/>
                <a:stretch>
                  <a:fillRect/>
                </a:stretch>
              </p:blipFill>
              <p:spPr>
                <a:xfrm>
                  <a:off x="8424145" y="3417905"/>
                  <a:ext cx="74520" cy="68760"/>
                </a:xfrm>
                <a:prstGeom prst="rect">
                  <a:avLst/>
                </a:prstGeom>
              </p:spPr>
            </p:pic>
          </mc:Fallback>
        </mc:AlternateContent>
        <mc:AlternateContent xmlns:mc="http://schemas.openxmlformats.org/markup-compatibility/2006" xmlns:p14="http://schemas.microsoft.com/office/powerpoint/2010/main">
          <mc:Choice Requires="p14">
            <p:contentPart p14:bwMode="auto" r:id="rId98">
              <p14:nvContentPartPr>
                <p14:cNvPr id="50" name="墨迹 49">
                  <a:extLst>
                    <a:ext uri="{FF2B5EF4-FFF2-40B4-BE49-F238E27FC236}">
                      <a16:creationId xmlns:a16="http://schemas.microsoft.com/office/drawing/2014/main" id="{83BD007E-7360-5679-BA13-CC80140B47BB}"/>
                    </a:ext>
                  </a:extLst>
                </p14:cNvPr>
                <p14:cNvContentPartPr/>
                <p14:nvPr/>
              </p14:nvContentPartPr>
              <p14:xfrm>
                <a:off x="8621425" y="3633905"/>
                <a:ext cx="264240" cy="100800"/>
              </p14:xfrm>
            </p:contentPart>
          </mc:Choice>
          <mc:Fallback xmlns="">
            <p:pic>
              <p:nvPicPr>
                <p:cNvPr id="50" name="墨迹 49">
                  <a:extLst>
                    <a:ext uri="{FF2B5EF4-FFF2-40B4-BE49-F238E27FC236}">
                      <a16:creationId xmlns:a16="http://schemas.microsoft.com/office/drawing/2014/main" id="{83BD007E-7360-5679-BA13-CC80140B47BB}"/>
                    </a:ext>
                  </a:extLst>
                </p:cNvPr>
                <p:cNvPicPr/>
                <p:nvPr/>
              </p:nvPicPr>
              <p:blipFill>
                <a:blip r:embed="rId99"/>
                <a:stretch>
                  <a:fillRect/>
                </a:stretch>
              </p:blipFill>
              <p:spPr>
                <a:xfrm>
                  <a:off x="8603425" y="3615905"/>
                  <a:ext cx="299880" cy="136440"/>
                </a:xfrm>
                <a:prstGeom prst="rect">
                  <a:avLst/>
                </a:prstGeom>
              </p:spPr>
            </p:pic>
          </mc:Fallback>
        </mc:AlternateContent>
        <mc:AlternateContent xmlns:mc="http://schemas.openxmlformats.org/markup-compatibility/2006" xmlns:p14="http://schemas.microsoft.com/office/powerpoint/2010/main">
          <mc:Choice Requires="p14">
            <p:contentPart p14:bwMode="auto" r:id="rId100">
              <p14:nvContentPartPr>
                <p14:cNvPr id="51" name="墨迹 50">
                  <a:extLst>
                    <a:ext uri="{FF2B5EF4-FFF2-40B4-BE49-F238E27FC236}">
                      <a16:creationId xmlns:a16="http://schemas.microsoft.com/office/drawing/2014/main" id="{4E1B7A5E-96E0-F284-3CD6-B64D3FC76FCE}"/>
                    </a:ext>
                  </a:extLst>
                </p14:cNvPr>
                <p14:cNvContentPartPr/>
                <p14:nvPr/>
              </p14:nvContentPartPr>
              <p14:xfrm>
                <a:off x="8656345" y="3731465"/>
                <a:ext cx="246600" cy="268920"/>
              </p14:xfrm>
            </p:contentPart>
          </mc:Choice>
          <mc:Fallback xmlns="">
            <p:pic>
              <p:nvPicPr>
                <p:cNvPr id="51" name="墨迹 50">
                  <a:extLst>
                    <a:ext uri="{FF2B5EF4-FFF2-40B4-BE49-F238E27FC236}">
                      <a16:creationId xmlns:a16="http://schemas.microsoft.com/office/drawing/2014/main" id="{4E1B7A5E-96E0-F284-3CD6-B64D3FC76FCE}"/>
                    </a:ext>
                  </a:extLst>
                </p:cNvPr>
                <p:cNvPicPr/>
                <p:nvPr/>
              </p:nvPicPr>
              <p:blipFill>
                <a:blip r:embed="rId101"/>
                <a:stretch>
                  <a:fillRect/>
                </a:stretch>
              </p:blipFill>
              <p:spPr>
                <a:xfrm>
                  <a:off x="8638345" y="3713465"/>
                  <a:ext cx="282240" cy="304560"/>
                </a:xfrm>
                <a:prstGeom prst="rect">
                  <a:avLst/>
                </a:prstGeom>
              </p:spPr>
            </p:pic>
          </mc:Fallback>
        </mc:AlternateContent>
        <mc:AlternateContent xmlns:mc="http://schemas.openxmlformats.org/markup-compatibility/2006" xmlns:p14="http://schemas.microsoft.com/office/powerpoint/2010/main">
          <mc:Choice Requires="p14">
            <p:contentPart p14:bwMode="auto" r:id="rId102">
              <p14:nvContentPartPr>
                <p14:cNvPr id="52" name="墨迹 51">
                  <a:extLst>
                    <a:ext uri="{FF2B5EF4-FFF2-40B4-BE49-F238E27FC236}">
                      <a16:creationId xmlns:a16="http://schemas.microsoft.com/office/drawing/2014/main" id="{C41CEEE3-879E-5CFC-C6C5-FCF1DF14EC2C}"/>
                    </a:ext>
                  </a:extLst>
                </p14:cNvPr>
                <p14:cNvContentPartPr/>
                <p14:nvPr/>
              </p14:nvContentPartPr>
              <p14:xfrm>
                <a:off x="8763265" y="3989945"/>
                <a:ext cx="39240" cy="227880"/>
              </p14:xfrm>
            </p:contentPart>
          </mc:Choice>
          <mc:Fallback xmlns="">
            <p:pic>
              <p:nvPicPr>
                <p:cNvPr id="52" name="墨迹 51">
                  <a:extLst>
                    <a:ext uri="{FF2B5EF4-FFF2-40B4-BE49-F238E27FC236}">
                      <a16:creationId xmlns:a16="http://schemas.microsoft.com/office/drawing/2014/main" id="{C41CEEE3-879E-5CFC-C6C5-FCF1DF14EC2C}"/>
                    </a:ext>
                  </a:extLst>
                </p:cNvPr>
                <p:cNvPicPr/>
                <p:nvPr/>
              </p:nvPicPr>
              <p:blipFill>
                <a:blip r:embed="rId103"/>
                <a:stretch>
                  <a:fillRect/>
                </a:stretch>
              </p:blipFill>
              <p:spPr>
                <a:xfrm>
                  <a:off x="8745265" y="3972305"/>
                  <a:ext cx="74880" cy="263520"/>
                </a:xfrm>
                <a:prstGeom prst="rect">
                  <a:avLst/>
                </a:prstGeom>
              </p:spPr>
            </p:pic>
          </mc:Fallback>
        </mc:AlternateContent>
        <mc:AlternateContent xmlns:mc="http://schemas.openxmlformats.org/markup-compatibility/2006" xmlns:p14="http://schemas.microsoft.com/office/powerpoint/2010/main">
          <mc:Choice Requires="p14">
            <p:contentPart p14:bwMode="auto" r:id="rId104">
              <p14:nvContentPartPr>
                <p14:cNvPr id="53" name="墨迹 52">
                  <a:extLst>
                    <a:ext uri="{FF2B5EF4-FFF2-40B4-BE49-F238E27FC236}">
                      <a16:creationId xmlns:a16="http://schemas.microsoft.com/office/drawing/2014/main" id="{4FBB6A37-9967-6772-6D0B-AF7E56EBBA68}"/>
                    </a:ext>
                  </a:extLst>
                </p14:cNvPr>
                <p14:cNvContentPartPr/>
                <p14:nvPr/>
              </p14:nvContentPartPr>
              <p14:xfrm>
                <a:off x="8575705" y="4110185"/>
                <a:ext cx="88200" cy="73800"/>
              </p14:xfrm>
            </p:contentPart>
          </mc:Choice>
          <mc:Fallback xmlns="">
            <p:pic>
              <p:nvPicPr>
                <p:cNvPr id="53" name="墨迹 52">
                  <a:extLst>
                    <a:ext uri="{FF2B5EF4-FFF2-40B4-BE49-F238E27FC236}">
                      <a16:creationId xmlns:a16="http://schemas.microsoft.com/office/drawing/2014/main" id="{4FBB6A37-9967-6772-6D0B-AF7E56EBBA68}"/>
                    </a:ext>
                  </a:extLst>
                </p:cNvPr>
                <p:cNvPicPr/>
                <p:nvPr/>
              </p:nvPicPr>
              <p:blipFill>
                <a:blip r:embed="rId105"/>
                <a:stretch>
                  <a:fillRect/>
                </a:stretch>
              </p:blipFill>
              <p:spPr>
                <a:xfrm>
                  <a:off x="8557705" y="4092185"/>
                  <a:ext cx="123840" cy="109440"/>
                </a:xfrm>
                <a:prstGeom prst="rect">
                  <a:avLst/>
                </a:prstGeom>
              </p:spPr>
            </p:pic>
          </mc:Fallback>
        </mc:AlternateContent>
        <mc:AlternateContent xmlns:mc="http://schemas.openxmlformats.org/markup-compatibility/2006" xmlns:p14="http://schemas.microsoft.com/office/powerpoint/2010/main">
          <mc:Choice Requires="p14">
            <p:contentPart p14:bwMode="auto" r:id="rId106">
              <p14:nvContentPartPr>
                <p14:cNvPr id="54" name="墨迹 53">
                  <a:extLst>
                    <a:ext uri="{FF2B5EF4-FFF2-40B4-BE49-F238E27FC236}">
                      <a16:creationId xmlns:a16="http://schemas.microsoft.com/office/drawing/2014/main" id="{55ED5745-FE6C-665B-02BA-E7D2CE99AE3F}"/>
                    </a:ext>
                  </a:extLst>
                </p14:cNvPr>
                <p14:cNvContentPartPr/>
                <p14:nvPr/>
              </p14:nvContentPartPr>
              <p14:xfrm>
                <a:off x="8940745" y="4128545"/>
                <a:ext cx="66960" cy="43920"/>
              </p14:xfrm>
            </p:contentPart>
          </mc:Choice>
          <mc:Fallback xmlns="">
            <p:pic>
              <p:nvPicPr>
                <p:cNvPr id="54" name="墨迹 53">
                  <a:extLst>
                    <a:ext uri="{FF2B5EF4-FFF2-40B4-BE49-F238E27FC236}">
                      <a16:creationId xmlns:a16="http://schemas.microsoft.com/office/drawing/2014/main" id="{55ED5745-FE6C-665B-02BA-E7D2CE99AE3F}"/>
                    </a:ext>
                  </a:extLst>
                </p:cNvPr>
                <p:cNvPicPr/>
                <p:nvPr/>
              </p:nvPicPr>
              <p:blipFill>
                <a:blip r:embed="rId107"/>
                <a:stretch>
                  <a:fillRect/>
                </a:stretch>
              </p:blipFill>
              <p:spPr>
                <a:xfrm>
                  <a:off x="8922745" y="4110905"/>
                  <a:ext cx="102600" cy="79560"/>
                </a:xfrm>
                <a:prstGeom prst="rect">
                  <a:avLst/>
                </a:prstGeom>
              </p:spPr>
            </p:pic>
          </mc:Fallback>
        </mc:AlternateContent>
        <mc:AlternateContent xmlns:mc="http://schemas.openxmlformats.org/markup-compatibility/2006" xmlns:p14="http://schemas.microsoft.com/office/powerpoint/2010/main">
          <mc:Choice Requires="p14">
            <p:contentPart p14:bwMode="auto" r:id="rId108">
              <p14:nvContentPartPr>
                <p14:cNvPr id="56" name="墨迹 55">
                  <a:extLst>
                    <a:ext uri="{FF2B5EF4-FFF2-40B4-BE49-F238E27FC236}">
                      <a16:creationId xmlns:a16="http://schemas.microsoft.com/office/drawing/2014/main" id="{E106E061-2AED-2EF7-8949-8F4AE2853438}"/>
                    </a:ext>
                  </a:extLst>
                </p14:cNvPr>
                <p14:cNvContentPartPr/>
                <p14:nvPr/>
              </p14:nvContentPartPr>
              <p14:xfrm>
                <a:off x="5541625" y="4165265"/>
                <a:ext cx="182160" cy="84600"/>
              </p14:xfrm>
            </p:contentPart>
          </mc:Choice>
          <mc:Fallback xmlns="">
            <p:pic>
              <p:nvPicPr>
                <p:cNvPr id="56" name="墨迹 55">
                  <a:extLst>
                    <a:ext uri="{FF2B5EF4-FFF2-40B4-BE49-F238E27FC236}">
                      <a16:creationId xmlns:a16="http://schemas.microsoft.com/office/drawing/2014/main" id="{E106E061-2AED-2EF7-8949-8F4AE2853438}"/>
                    </a:ext>
                  </a:extLst>
                </p:cNvPr>
                <p:cNvPicPr/>
                <p:nvPr/>
              </p:nvPicPr>
              <p:blipFill>
                <a:blip r:embed="rId109"/>
                <a:stretch>
                  <a:fillRect/>
                </a:stretch>
              </p:blipFill>
              <p:spPr>
                <a:xfrm>
                  <a:off x="5523625" y="4147625"/>
                  <a:ext cx="217800" cy="120240"/>
                </a:xfrm>
                <a:prstGeom prst="rect">
                  <a:avLst/>
                </a:prstGeom>
              </p:spPr>
            </p:pic>
          </mc:Fallback>
        </mc:AlternateContent>
        <mc:AlternateContent xmlns:mc="http://schemas.openxmlformats.org/markup-compatibility/2006" xmlns:p14="http://schemas.microsoft.com/office/powerpoint/2010/main">
          <mc:Choice Requires="p14">
            <p:contentPart p14:bwMode="auto" r:id="rId110">
              <p14:nvContentPartPr>
                <p14:cNvPr id="57" name="墨迹 56">
                  <a:extLst>
                    <a:ext uri="{FF2B5EF4-FFF2-40B4-BE49-F238E27FC236}">
                      <a16:creationId xmlns:a16="http://schemas.microsoft.com/office/drawing/2014/main" id="{E170B293-43FA-0B91-52DE-C5F430AF943D}"/>
                    </a:ext>
                  </a:extLst>
                </p14:cNvPr>
                <p14:cNvContentPartPr/>
                <p14:nvPr/>
              </p14:nvContentPartPr>
              <p14:xfrm>
                <a:off x="5543065" y="4174625"/>
                <a:ext cx="303840" cy="121680"/>
              </p14:xfrm>
            </p:contentPart>
          </mc:Choice>
          <mc:Fallback xmlns="">
            <p:pic>
              <p:nvPicPr>
                <p:cNvPr id="57" name="墨迹 56">
                  <a:extLst>
                    <a:ext uri="{FF2B5EF4-FFF2-40B4-BE49-F238E27FC236}">
                      <a16:creationId xmlns:a16="http://schemas.microsoft.com/office/drawing/2014/main" id="{E170B293-43FA-0B91-52DE-C5F430AF943D}"/>
                    </a:ext>
                  </a:extLst>
                </p:cNvPr>
                <p:cNvPicPr/>
                <p:nvPr/>
              </p:nvPicPr>
              <p:blipFill>
                <a:blip r:embed="rId111"/>
                <a:stretch>
                  <a:fillRect/>
                </a:stretch>
              </p:blipFill>
              <p:spPr>
                <a:xfrm>
                  <a:off x="5525065" y="4156985"/>
                  <a:ext cx="339480" cy="157320"/>
                </a:xfrm>
                <a:prstGeom prst="rect">
                  <a:avLst/>
                </a:prstGeom>
              </p:spPr>
            </p:pic>
          </mc:Fallback>
        </mc:AlternateContent>
        <mc:AlternateContent xmlns:mc="http://schemas.openxmlformats.org/markup-compatibility/2006" xmlns:p14="http://schemas.microsoft.com/office/powerpoint/2010/main">
          <mc:Choice Requires="p14">
            <p:contentPart p14:bwMode="auto" r:id="rId112">
              <p14:nvContentPartPr>
                <p14:cNvPr id="58" name="墨迹 57">
                  <a:extLst>
                    <a:ext uri="{FF2B5EF4-FFF2-40B4-BE49-F238E27FC236}">
                      <a16:creationId xmlns:a16="http://schemas.microsoft.com/office/drawing/2014/main" id="{FFC25203-615B-5D87-3AF7-1B90CC96A75A}"/>
                    </a:ext>
                  </a:extLst>
                </p14:cNvPr>
                <p14:cNvContentPartPr/>
                <p14:nvPr/>
              </p14:nvContentPartPr>
              <p14:xfrm>
                <a:off x="5315905" y="4110185"/>
                <a:ext cx="466200" cy="392760"/>
              </p14:xfrm>
            </p:contentPart>
          </mc:Choice>
          <mc:Fallback xmlns="">
            <p:pic>
              <p:nvPicPr>
                <p:cNvPr id="58" name="墨迹 57">
                  <a:extLst>
                    <a:ext uri="{FF2B5EF4-FFF2-40B4-BE49-F238E27FC236}">
                      <a16:creationId xmlns:a16="http://schemas.microsoft.com/office/drawing/2014/main" id="{FFC25203-615B-5D87-3AF7-1B90CC96A75A}"/>
                    </a:ext>
                  </a:extLst>
                </p:cNvPr>
                <p:cNvPicPr/>
                <p:nvPr/>
              </p:nvPicPr>
              <p:blipFill>
                <a:blip r:embed="rId113"/>
                <a:stretch>
                  <a:fillRect/>
                </a:stretch>
              </p:blipFill>
              <p:spPr>
                <a:xfrm>
                  <a:off x="5297905" y="4092185"/>
                  <a:ext cx="501840" cy="428400"/>
                </a:xfrm>
                <a:prstGeom prst="rect">
                  <a:avLst/>
                </a:prstGeom>
              </p:spPr>
            </p:pic>
          </mc:Fallback>
        </mc:AlternateContent>
        <mc:AlternateContent xmlns:mc="http://schemas.openxmlformats.org/markup-compatibility/2006" xmlns:p14="http://schemas.microsoft.com/office/powerpoint/2010/main">
          <mc:Choice Requires="p14">
            <p:contentPart p14:bwMode="auto" r:id="rId114">
              <p14:nvContentPartPr>
                <p14:cNvPr id="59" name="墨迹 58">
                  <a:extLst>
                    <a:ext uri="{FF2B5EF4-FFF2-40B4-BE49-F238E27FC236}">
                      <a16:creationId xmlns:a16="http://schemas.microsoft.com/office/drawing/2014/main" id="{CDF556B1-70CF-8797-8CA5-A9940B31DACF}"/>
                    </a:ext>
                  </a:extLst>
                </p14:cNvPr>
                <p14:cNvContentPartPr/>
                <p14:nvPr/>
              </p14:nvContentPartPr>
              <p14:xfrm>
                <a:off x="5572585" y="4359305"/>
                <a:ext cx="310320" cy="156960"/>
              </p14:xfrm>
            </p:contentPart>
          </mc:Choice>
          <mc:Fallback xmlns="">
            <p:pic>
              <p:nvPicPr>
                <p:cNvPr id="59" name="墨迹 58">
                  <a:extLst>
                    <a:ext uri="{FF2B5EF4-FFF2-40B4-BE49-F238E27FC236}">
                      <a16:creationId xmlns:a16="http://schemas.microsoft.com/office/drawing/2014/main" id="{CDF556B1-70CF-8797-8CA5-A9940B31DACF}"/>
                    </a:ext>
                  </a:extLst>
                </p:cNvPr>
                <p:cNvPicPr/>
                <p:nvPr/>
              </p:nvPicPr>
              <p:blipFill>
                <a:blip r:embed="rId115"/>
                <a:stretch>
                  <a:fillRect/>
                </a:stretch>
              </p:blipFill>
              <p:spPr>
                <a:xfrm>
                  <a:off x="5554585" y="4341665"/>
                  <a:ext cx="345960" cy="192600"/>
                </a:xfrm>
                <a:prstGeom prst="rect">
                  <a:avLst/>
                </a:prstGeom>
              </p:spPr>
            </p:pic>
          </mc:Fallback>
        </mc:AlternateContent>
        <mc:AlternateContent xmlns:mc="http://schemas.openxmlformats.org/markup-compatibility/2006" xmlns:p14="http://schemas.microsoft.com/office/powerpoint/2010/main">
          <mc:Choice Requires="p14">
            <p:contentPart p14:bwMode="auto" r:id="rId116">
              <p14:nvContentPartPr>
                <p14:cNvPr id="60" name="墨迹 59">
                  <a:extLst>
                    <a:ext uri="{FF2B5EF4-FFF2-40B4-BE49-F238E27FC236}">
                      <a16:creationId xmlns:a16="http://schemas.microsoft.com/office/drawing/2014/main" id="{0D377738-FA4A-41E6-FD83-72659BC00147}"/>
                    </a:ext>
                  </a:extLst>
                </p14:cNvPr>
                <p14:cNvContentPartPr/>
                <p14:nvPr/>
              </p14:nvContentPartPr>
              <p14:xfrm>
                <a:off x="5671585" y="4460825"/>
                <a:ext cx="183240" cy="222120"/>
              </p14:xfrm>
            </p:contentPart>
          </mc:Choice>
          <mc:Fallback xmlns="">
            <p:pic>
              <p:nvPicPr>
                <p:cNvPr id="60" name="墨迹 59">
                  <a:extLst>
                    <a:ext uri="{FF2B5EF4-FFF2-40B4-BE49-F238E27FC236}">
                      <a16:creationId xmlns:a16="http://schemas.microsoft.com/office/drawing/2014/main" id="{0D377738-FA4A-41E6-FD83-72659BC00147}"/>
                    </a:ext>
                  </a:extLst>
                </p:cNvPr>
                <p:cNvPicPr/>
                <p:nvPr/>
              </p:nvPicPr>
              <p:blipFill>
                <a:blip r:embed="rId117"/>
                <a:stretch>
                  <a:fillRect/>
                </a:stretch>
              </p:blipFill>
              <p:spPr>
                <a:xfrm>
                  <a:off x="5653945" y="4443185"/>
                  <a:ext cx="218880" cy="257760"/>
                </a:xfrm>
                <a:prstGeom prst="rect">
                  <a:avLst/>
                </a:prstGeom>
              </p:spPr>
            </p:pic>
          </mc:Fallback>
        </mc:AlternateContent>
        <mc:AlternateContent xmlns:mc="http://schemas.openxmlformats.org/markup-compatibility/2006" xmlns:p14="http://schemas.microsoft.com/office/powerpoint/2010/main">
          <mc:Choice Requires="p14">
            <p:contentPart p14:bwMode="auto" r:id="rId118">
              <p14:nvContentPartPr>
                <p14:cNvPr id="61" name="墨迹 60">
                  <a:extLst>
                    <a:ext uri="{FF2B5EF4-FFF2-40B4-BE49-F238E27FC236}">
                      <a16:creationId xmlns:a16="http://schemas.microsoft.com/office/drawing/2014/main" id="{7374B03D-FA90-4733-7179-CE50F3FD66F2}"/>
                    </a:ext>
                  </a:extLst>
                </p14:cNvPr>
                <p14:cNvContentPartPr/>
                <p14:nvPr/>
              </p14:nvContentPartPr>
              <p14:xfrm>
                <a:off x="5735665" y="4529585"/>
                <a:ext cx="83520" cy="98640"/>
              </p14:xfrm>
            </p:contentPart>
          </mc:Choice>
          <mc:Fallback xmlns="">
            <p:pic>
              <p:nvPicPr>
                <p:cNvPr id="61" name="墨迹 60">
                  <a:extLst>
                    <a:ext uri="{FF2B5EF4-FFF2-40B4-BE49-F238E27FC236}">
                      <a16:creationId xmlns:a16="http://schemas.microsoft.com/office/drawing/2014/main" id="{7374B03D-FA90-4733-7179-CE50F3FD66F2}"/>
                    </a:ext>
                  </a:extLst>
                </p:cNvPr>
                <p:cNvPicPr/>
                <p:nvPr/>
              </p:nvPicPr>
              <p:blipFill>
                <a:blip r:embed="rId119"/>
                <a:stretch>
                  <a:fillRect/>
                </a:stretch>
              </p:blipFill>
              <p:spPr>
                <a:xfrm>
                  <a:off x="5717665" y="4511945"/>
                  <a:ext cx="119160" cy="134280"/>
                </a:xfrm>
                <a:prstGeom prst="rect">
                  <a:avLst/>
                </a:prstGeom>
              </p:spPr>
            </p:pic>
          </mc:Fallback>
        </mc:AlternateContent>
        <mc:AlternateContent xmlns:mc="http://schemas.openxmlformats.org/markup-compatibility/2006" xmlns:p14="http://schemas.microsoft.com/office/powerpoint/2010/main">
          <mc:Choice Requires="p14">
            <p:contentPart p14:bwMode="auto" r:id="rId120">
              <p14:nvContentPartPr>
                <p14:cNvPr id="62" name="墨迹 61">
                  <a:extLst>
                    <a:ext uri="{FF2B5EF4-FFF2-40B4-BE49-F238E27FC236}">
                      <a16:creationId xmlns:a16="http://schemas.microsoft.com/office/drawing/2014/main" id="{848E4329-5E4B-36C8-BFE0-AF0674D8F2A6}"/>
                    </a:ext>
                  </a:extLst>
                </p14:cNvPr>
                <p14:cNvContentPartPr/>
                <p14:nvPr/>
              </p14:nvContentPartPr>
              <p14:xfrm>
                <a:off x="5881465" y="4276145"/>
                <a:ext cx="122040" cy="219600"/>
              </p14:xfrm>
            </p:contentPart>
          </mc:Choice>
          <mc:Fallback xmlns="">
            <p:pic>
              <p:nvPicPr>
                <p:cNvPr id="62" name="墨迹 61">
                  <a:extLst>
                    <a:ext uri="{FF2B5EF4-FFF2-40B4-BE49-F238E27FC236}">
                      <a16:creationId xmlns:a16="http://schemas.microsoft.com/office/drawing/2014/main" id="{848E4329-5E4B-36C8-BFE0-AF0674D8F2A6}"/>
                    </a:ext>
                  </a:extLst>
                </p:cNvPr>
                <p:cNvPicPr/>
                <p:nvPr/>
              </p:nvPicPr>
              <p:blipFill>
                <a:blip r:embed="rId121"/>
                <a:stretch>
                  <a:fillRect/>
                </a:stretch>
              </p:blipFill>
              <p:spPr>
                <a:xfrm>
                  <a:off x="5863825" y="4258505"/>
                  <a:ext cx="157680" cy="255240"/>
                </a:xfrm>
                <a:prstGeom prst="rect">
                  <a:avLst/>
                </a:prstGeom>
              </p:spPr>
            </p:pic>
          </mc:Fallback>
        </mc:AlternateContent>
        <mc:AlternateContent xmlns:mc="http://schemas.openxmlformats.org/markup-compatibility/2006" xmlns:p14="http://schemas.microsoft.com/office/powerpoint/2010/main">
          <mc:Choice Requires="p14">
            <p:contentPart p14:bwMode="auto" r:id="rId122">
              <p14:nvContentPartPr>
                <p14:cNvPr id="63" name="墨迹 62">
                  <a:extLst>
                    <a:ext uri="{FF2B5EF4-FFF2-40B4-BE49-F238E27FC236}">
                      <a16:creationId xmlns:a16="http://schemas.microsoft.com/office/drawing/2014/main" id="{020A000D-36A9-C566-2FF4-4A761EBF382D}"/>
                    </a:ext>
                  </a:extLst>
                </p14:cNvPr>
                <p14:cNvContentPartPr/>
                <p14:nvPr/>
              </p14:nvContentPartPr>
              <p14:xfrm>
                <a:off x="5883265" y="4470185"/>
                <a:ext cx="424800" cy="177120"/>
              </p14:xfrm>
            </p:contentPart>
          </mc:Choice>
          <mc:Fallback xmlns="">
            <p:pic>
              <p:nvPicPr>
                <p:cNvPr id="63" name="墨迹 62">
                  <a:extLst>
                    <a:ext uri="{FF2B5EF4-FFF2-40B4-BE49-F238E27FC236}">
                      <a16:creationId xmlns:a16="http://schemas.microsoft.com/office/drawing/2014/main" id="{020A000D-36A9-C566-2FF4-4A761EBF382D}"/>
                    </a:ext>
                  </a:extLst>
                </p:cNvPr>
                <p:cNvPicPr/>
                <p:nvPr/>
              </p:nvPicPr>
              <p:blipFill>
                <a:blip r:embed="rId123"/>
                <a:stretch>
                  <a:fillRect/>
                </a:stretch>
              </p:blipFill>
              <p:spPr>
                <a:xfrm>
                  <a:off x="5865625" y="4452185"/>
                  <a:ext cx="460440" cy="212760"/>
                </a:xfrm>
                <a:prstGeom prst="rect">
                  <a:avLst/>
                </a:prstGeom>
              </p:spPr>
            </p:pic>
          </mc:Fallback>
        </mc:AlternateContent>
      </p:grpSp>
      <p:grpSp>
        <p:nvGrpSpPr>
          <p:cNvPr id="77847" name="组合 77846">
            <a:extLst>
              <a:ext uri="{FF2B5EF4-FFF2-40B4-BE49-F238E27FC236}">
                <a16:creationId xmlns:a16="http://schemas.microsoft.com/office/drawing/2014/main" id="{3B5C716D-7D22-7416-C25A-78CD460EA77B}"/>
              </a:ext>
            </a:extLst>
          </p:cNvPr>
          <p:cNvGrpSpPr/>
          <p:nvPr/>
        </p:nvGrpSpPr>
        <p:grpSpPr>
          <a:xfrm>
            <a:off x="3250945" y="6234164"/>
            <a:ext cx="1101240" cy="674301"/>
            <a:chOff x="3250945" y="6234164"/>
            <a:chExt cx="1101240" cy="674301"/>
          </a:xfrm>
        </p:grpSpPr>
        <mc:AlternateContent xmlns:mc="http://schemas.openxmlformats.org/markup-compatibility/2006" xmlns:p14="http://schemas.microsoft.com/office/powerpoint/2010/main">
          <mc:Choice Requires="p14">
            <p:contentPart p14:bwMode="auto" r:id="rId124">
              <p14:nvContentPartPr>
                <p14:cNvPr id="77832" name="墨迹 77831">
                  <a:extLst>
                    <a:ext uri="{FF2B5EF4-FFF2-40B4-BE49-F238E27FC236}">
                      <a16:creationId xmlns:a16="http://schemas.microsoft.com/office/drawing/2014/main" id="{702F6DD3-826C-82AB-7367-C45483D69EFA}"/>
                    </a:ext>
                  </a:extLst>
                </p14:cNvPr>
                <p14:cNvContentPartPr/>
                <p14:nvPr/>
              </p14:nvContentPartPr>
              <p14:xfrm>
                <a:off x="3441385" y="6234545"/>
                <a:ext cx="59760" cy="380880"/>
              </p14:xfrm>
            </p:contentPart>
          </mc:Choice>
          <mc:Fallback xmlns="">
            <p:pic>
              <p:nvPicPr>
                <p:cNvPr id="77832" name="墨迹 77831">
                  <a:extLst>
                    <a:ext uri="{FF2B5EF4-FFF2-40B4-BE49-F238E27FC236}">
                      <a16:creationId xmlns:a16="http://schemas.microsoft.com/office/drawing/2014/main" id="{702F6DD3-826C-82AB-7367-C45483D69EFA}"/>
                    </a:ext>
                  </a:extLst>
                </p:cNvPr>
                <p:cNvPicPr/>
                <p:nvPr/>
              </p:nvPicPr>
              <p:blipFill>
                <a:blip r:embed="rId125"/>
                <a:stretch>
                  <a:fillRect/>
                </a:stretch>
              </p:blipFill>
              <p:spPr>
                <a:xfrm>
                  <a:off x="3423745" y="6216545"/>
                  <a:ext cx="95400" cy="416520"/>
                </a:xfrm>
                <a:prstGeom prst="rect">
                  <a:avLst/>
                </a:prstGeom>
              </p:spPr>
            </p:pic>
          </mc:Fallback>
        </mc:AlternateContent>
        <mc:AlternateContent xmlns:mc="http://schemas.openxmlformats.org/markup-compatibility/2006" xmlns:p14="http://schemas.microsoft.com/office/powerpoint/2010/main">
          <mc:Choice Requires="p14">
            <p:contentPart p14:bwMode="auto" r:id="rId126">
              <p14:nvContentPartPr>
                <p14:cNvPr id="77833" name="墨迹 77832">
                  <a:extLst>
                    <a:ext uri="{FF2B5EF4-FFF2-40B4-BE49-F238E27FC236}">
                      <a16:creationId xmlns:a16="http://schemas.microsoft.com/office/drawing/2014/main" id="{73DD5AD8-5629-FB02-934E-FE5365482219}"/>
                    </a:ext>
                  </a:extLst>
                </p14:cNvPr>
                <p14:cNvContentPartPr/>
                <p14:nvPr/>
              </p14:nvContentPartPr>
              <p14:xfrm>
                <a:off x="3361825" y="6363425"/>
                <a:ext cx="50760" cy="52200"/>
              </p14:xfrm>
            </p:contentPart>
          </mc:Choice>
          <mc:Fallback xmlns="">
            <p:pic>
              <p:nvPicPr>
                <p:cNvPr id="77833" name="墨迹 77832">
                  <a:extLst>
                    <a:ext uri="{FF2B5EF4-FFF2-40B4-BE49-F238E27FC236}">
                      <a16:creationId xmlns:a16="http://schemas.microsoft.com/office/drawing/2014/main" id="{73DD5AD8-5629-FB02-934E-FE5365482219}"/>
                    </a:ext>
                  </a:extLst>
                </p:cNvPr>
                <p:cNvPicPr/>
                <p:nvPr/>
              </p:nvPicPr>
              <p:blipFill>
                <a:blip r:embed="rId127"/>
                <a:stretch>
                  <a:fillRect/>
                </a:stretch>
              </p:blipFill>
              <p:spPr>
                <a:xfrm>
                  <a:off x="3344185" y="6345785"/>
                  <a:ext cx="86400" cy="87840"/>
                </a:xfrm>
                <a:prstGeom prst="rect">
                  <a:avLst/>
                </a:prstGeom>
              </p:spPr>
            </p:pic>
          </mc:Fallback>
        </mc:AlternateContent>
        <mc:AlternateContent xmlns:mc="http://schemas.openxmlformats.org/markup-compatibility/2006" xmlns:p14="http://schemas.microsoft.com/office/powerpoint/2010/main">
          <mc:Choice Requires="p14">
            <p:contentPart p14:bwMode="auto" r:id="rId128">
              <p14:nvContentPartPr>
                <p14:cNvPr id="77834" name="墨迹 77833">
                  <a:extLst>
                    <a:ext uri="{FF2B5EF4-FFF2-40B4-BE49-F238E27FC236}">
                      <a16:creationId xmlns:a16="http://schemas.microsoft.com/office/drawing/2014/main" id="{680BE291-556D-E623-8E23-122A96C9F5DC}"/>
                    </a:ext>
                  </a:extLst>
                </p14:cNvPr>
                <p14:cNvContentPartPr/>
                <p14:nvPr/>
              </p14:nvContentPartPr>
              <p14:xfrm>
                <a:off x="3250945" y="6470345"/>
                <a:ext cx="365760" cy="61560"/>
              </p14:xfrm>
            </p:contentPart>
          </mc:Choice>
          <mc:Fallback xmlns="">
            <p:pic>
              <p:nvPicPr>
                <p:cNvPr id="77834" name="墨迹 77833">
                  <a:extLst>
                    <a:ext uri="{FF2B5EF4-FFF2-40B4-BE49-F238E27FC236}">
                      <a16:creationId xmlns:a16="http://schemas.microsoft.com/office/drawing/2014/main" id="{680BE291-556D-E623-8E23-122A96C9F5DC}"/>
                    </a:ext>
                  </a:extLst>
                </p:cNvPr>
                <p:cNvPicPr/>
                <p:nvPr/>
              </p:nvPicPr>
              <p:blipFill>
                <a:blip r:embed="rId129"/>
                <a:stretch>
                  <a:fillRect/>
                </a:stretch>
              </p:blipFill>
              <p:spPr>
                <a:xfrm>
                  <a:off x="3232945" y="6452345"/>
                  <a:ext cx="401400" cy="97200"/>
                </a:xfrm>
                <a:prstGeom prst="rect">
                  <a:avLst/>
                </a:prstGeom>
              </p:spPr>
            </p:pic>
          </mc:Fallback>
        </mc:AlternateContent>
        <mc:AlternateContent xmlns:mc="http://schemas.openxmlformats.org/markup-compatibility/2006" xmlns:p14="http://schemas.microsoft.com/office/powerpoint/2010/main">
          <mc:Choice Requires="p14">
            <p:contentPart p14:bwMode="auto" r:id="rId130">
              <p14:nvContentPartPr>
                <p14:cNvPr id="77835" name="墨迹 77834">
                  <a:extLst>
                    <a:ext uri="{FF2B5EF4-FFF2-40B4-BE49-F238E27FC236}">
                      <a16:creationId xmlns:a16="http://schemas.microsoft.com/office/drawing/2014/main" id="{5FF93AA4-83B5-65B4-1D34-96F85E38837C}"/>
                    </a:ext>
                  </a:extLst>
                </p14:cNvPr>
                <p14:cNvContentPartPr/>
                <p14:nvPr/>
              </p14:nvContentPartPr>
              <p14:xfrm>
                <a:off x="3582505" y="6421025"/>
                <a:ext cx="111960" cy="16920"/>
              </p14:xfrm>
            </p:contentPart>
          </mc:Choice>
          <mc:Fallback xmlns="">
            <p:pic>
              <p:nvPicPr>
                <p:cNvPr id="77835" name="墨迹 77834">
                  <a:extLst>
                    <a:ext uri="{FF2B5EF4-FFF2-40B4-BE49-F238E27FC236}">
                      <a16:creationId xmlns:a16="http://schemas.microsoft.com/office/drawing/2014/main" id="{5FF93AA4-83B5-65B4-1D34-96F85E38837C}"/>
                    </a:ext>
                  </a:extLst>
                </p:cNvPr>
                <p:cNvPicPr/>
                <p:nvPr/>
              </p:nvPicPr>
              <p:blipFill>
                <a:blip r:embed="rId131"/>
                <a:stretch>
                  <a:fillRect/>
                </a:stretch>
              </p:blipFill>
              <p:spPr>
                <a:xfrm>
                  <a:off x="3564865" y="6403385"/>
                  <a:ext cx="147600" cy="52560"/>
                </a:xfrm>
                <a:prstGeom prst="rect">
                  <a:avLst/>
                </a:prstGeom>
              </p:spPr>
            </p:pic>
          </mc:Fallback>
        </mc:AlternateContent>
        <mc:AlternateContent xmlns:mc="http://schemas.openxmlformats.org/markup-compatibility/2006" xmlns:p14="http://schemas.microsoft.com/office/powerpoint/2010/main">
          <mc:Choice Requires="p14">
            <p:contentPart p14:bwMode="auto" r:id="rId132">
              <p14:nvContentPartPr>
                <p14:cNvPr id="77836" name="墨迹 77835">
                  <a:extLst>
                    <a:ext uri="{FF2B5EF4-FFF2-40B4-BE49-F238E27FC236}">
                      <a16:creationId xmlns:a16="http://schemas.microsoft.com/office/drawing/2014/main" id="{5E87BE95-750B-2BBF-B1C4-BE38C756C73C}"/>
                    </a:ext>
                  </a:extLst>
                </p14:cNvPr>
                <p14:cNvContentPartPr/>
                <p14:nvPr/>
              </p14:nvContentPartPr>
              <p14:xfrm>
                <a:off x="3518065" y="6363425"/>
                <a:ext cx="65880" cy="300600"/>
              </p14:xfrm>
            </p:contentPart>
          </mc:Choice>
          <mc:Fallback xmlns="">
            <p:pic>
              <p:nvPicPr>
                <p:cNvPr id="77836" name="墨迹 77835">
                  <a:extLst>
                    <a:ext uri="{FF2B5EF4-FFF2-40B4-BE49-F238E27FC236}">
                      <a16:creationId xmlns:a16="http://schemas.microsoft.com/office/drawing/2014/main" id="{5E87BE95-750B-2BBF-B1C4-BE38C756C73C}"/>
                    </a:ext>
                  </a:extLst>
                </p:cNvPr>
                <p:cNvPicPr/>
                <p:nvPr/>
              </p:nvPicPr>
              <p:blipFill>
                <a:blip r:embed="rId133"/>
                <a:stretch>
                  <a:fillRect/>
                </a:stretch>
              </p:blipFill>
              <p:spPr>
                <a:xfrm>
                  <a:off x="3500065" y="6345785"/>
                  <a:ext cx="101520" cy="336240"/>
                </a:xfrm>
                <a:prstGeom prst="rect">
                  <a:avLst/>
                </a:prstGeom>
              </p:spPr>
            </p:pic>
          </mc:Fallback>
        </mc:AlternateContent>
        <mc:AlternateContent xmlns:mc="http://schemas.openxmlformats.org/markup-compatibility/2006" xmlns:p14="http://schemas.microsoft.com/office/powerpoint/2010/main">
          <mc:Choice Requires="p14">
            <p:contentPart p14:bwMode="auto" r:id="rId134">
              <p14:nvContentPartPr>
                <p14:cNvPr id="77837" name="墨迹 77836">
                  <a:extLst>
                    <a:ext uri="{FF2B5EF4-FFF2-40B4-BE49-F238E27FC236}">
                      <a16:creationId xmlns:a16="http://schemas.microsoft.com/office/drawing/2014/main" id="{1B0D7E76-F9CD-B6AE-D475-F52E43A3DCC8}"/>
                    </a:ext>
                  </a:extLst>
                </p14:cNvPr>
                <p14:cNvContentPartPr/>
                <p14:nvPr/>
              </p14:nvContentPartPr>
              <p14:xfrm>
                <a:off x="3325105" y="6622265"/>
                <a:ext cx="27720" cy="200880"/>
              </p14:xfrm>
            </p:contentPart>
          </mc:Choice>
          <mc:Fallback xmlns="">
            <p:pic>
              <p:nvPicPr>
                <p:cNvPr id="77837" name="墨迹 77836">
                  <a:extLst>
                    <a:ext uri="{FF2B5EF4-FFF2-40B4-BE49-F238E27FC236}">
                      <a16:creationId xmlns:a16="http://schemas.microsoft.com/office/drawing/2014/main" id="{1B0D7E76-F9CD-B6AE-D475-F52E43A3DCC8}"/>
                    </a:ext>
                  </a:extLst>
                </p:cNvPr>
                <p:cNvPicPr/>
                <p:nvPr/>
              </p:nvPicPr>
              <p:blipFill>
                <a:blip r:embed="rId135"/>
                <a:stretch>
                  <a:fillRect/>
                </a:stretch>
              </p:blipFill>
              <p:spPr>
                <a:xfrm>
                  <a:off x="3307105" y="6604265"/>
                  <a:ext cx="63360" cy="236520"/>
                </a:xfrm>
                <a:prstGeom prst="rect">
                  <a:avLst/>
                </a:prstGeom>
              </p:spPr>
            </p:pic>
          </mc:Fallback>
        </mc:AlternateContent>
        <mc:AlternateContent xmlns:mc="http://schemas.openxmlformats.org/markup-compatibility/2006" xmlns:p14="http://schemas.microsoft.com/office/powerpoint/2010/main">
          <mc:Choice Requires="p14">
            <p:contentPart p14:bwMode="auto" r:id="rId136">
              <p14:nvContentPartPr>
                <p14:cNvPr id="77838" name="墨迹 77837">
                  <a:extLst>
                    <a:ext uri="{FF2B5EF4-FFF2-40B4-BE49-F238E27FC236}">
                      <a16:creationId xmlns:a16="http://schemas.microsoft.com/office/drawing/2014/main" id="{E893A901-5F4D-4A42-0E1D-7BF4BF8DFFD0}"/>
                    </a:ext>
                  </a:extLst>
                </p14:cNvPr>
                <p14:cNvContentPartPr/>
                <p14:nvPr/>
              </p14:nvContentPartPr>
              <p14:xfrm>
                <a:off x="3439225" y="6621545"/>
                <a:ext cx="156960" cy="286920"/>
              </p14:xfrm>
            </p:contentPart>
          </mc:Choice>
          <mc:Fallback xmlns="">
            <p:pic>
              <p:nvPicPr>
                <p:cNvPr id="77838" name="墨迹 77837">
                  <a:extLst>
                    <a:ext uri="{FF2B5EF4-FFF2-40B4-BE49-F238E27FC236}">
                      <a16:creationId xmlns:a16="http://schemas.microsoft.com/office/drawing/2014/main" id="{E893A901-5F4D-4A42-0E1D-7BF4BF8DFFD0}"/>
                    </a:ext>
                  </a:extLst>
                </p:cNvPr>
                <p:cNvPicPr/>
                <p:nvPr/>
              </p:nvPicPr>
              <p:blipFill>
                <a:blip r:embed="rId137"/>
                <a:stretch>
                  <a:fillRect/>
                </a:stretch>
              </p:blipFill>
              <p:spPr>
                <a:xfrm>
                  <a:off x="3421225" y="6603905"/>
                  <a:ext cx="192600" cy="322560"/>
                </a:xfrm>
                <a:prstGeom prst="rect">
                  <a:avLst/>
                </a:prstGeom>
              </p:spPr>
            </p:pic>
          </mc:Fallback>
        </mc:AlternateContent>
        <mc:AlternateContent xmlns:mc="http://schemas.openxmlformats.org/markup-compatibility/2006" xmlns:p14="http://schemas.microsoft.com/office/powerpoint/2010/main">
          <mc:Choice Requires="p14">
            <p:contentPart p14:bwMode="auto" r:id="rId138">
              <p14:nvContentPartPr>
                <p14:cNvPr id="77839" name="墨迹 77838">
                  <a:extLst>
                    <a:ext uri="{FF2B5EF4-FFF2-40B4-BE49-F238E27FC236}">
                      <a16:creationId xmlns:a16="http://schemas.microsoft.com/office/drawing/2014/main" id="{32411792-35FA-BCDC-EF28-929BBCEC0BA7}"/>
                    </a:ext>
                  </a:extLst>
                </p14:cNvPr>
                <p14:cNvContentPartPr/>
                <p14:nvPr/>
              </p14:nvContentPartPr>
              <p14:xfrm>
                <a:off x="3426625" y="6779204"/>
                <a:ext cx="54360" cy="360"/>
              </p14:xfrm>
            </p:contentPart>
          </mc:Choice>
          <mc:Fallback xmlns="">
            <p:pic>
              <p:nvPicPr>
                <p:cNvPr id="77839" name="墨迹 77838">
                  <a:extLst>
                    <a:ext uri="{FF2B5EF4-FFF2-40B4-BE49-F238E27FC236}">
                      <a16:creationId xmlns:a16="http://schemas.microsoft.com/office/drawing/2014/main" id="{32411792-35FA-BCDC-EF28-929BBCEC0BA7}"/>
                    </a:ext>
                  </a:extLst>
                </p:cNvPr>
                <p:cNvPicPr/>
                <p:nvPr/>
              </p:nvPicPr>
              <p:blipFill>
                <a:blip r:embed="rId139"/>
                <a:stretch>
                  <a:fillRect/>
                </a:stretch>
              </p:blipFill>
              <p:spPr>
                <a:xfrm>
                  <a:off x="3408625" y="6761564"/>
                  <a:ext cx="90000" cy="36000"/>
                </a:xfrm>
                <a:prstGeom prst="rect">
                  <a:avLst/>
                </a:prstGeom>
              </p:spPr>
            </p:pic>
          </mc:Fallback>
        </mc:AlternateContent>
        <mc:AlternateContent xmlns:mc="http://schemas.openxmlformats.org/markup-compatibility/2006" xmlns:p14="http://schemas.microsoft.com/office/powerpoint/2010/main">
          <mc:Choice Requires="p14">
            <p:contentPart p14:bwMode="auto" r:id="rId140">
              <p14:nvContentPartPr>
                <p14:cNvPr id="77840" name="墨迹 77839">
                  <a:extLst>
                    <a:ext uri="{FF2B5EF4-FFF2-40B4-BE49-F238E27FC236}">
                      <a16:creationId xmlns:a16="http://schemas.microsoft.com/office/drawing/2014/main" id="{09568AC4-A975-31AB-DBAC-CBEC5B490D19}"/>
                    </a:ext>
                  </a:extLst>
                </p14:cNvPr>
                <p14:cNvContentPartPr/>
                <p14:nvPr/>
              </p14:nvContentPartPr>
              <p14:xfrm>
                <a:off x="3370825" y="6737444"/>
                <a:ext cx="232200" cy="61560"/>
              </p14:xfrm>
            </p:contentPart>
          </mc:Choice>
          <mc:Fallback xmlns="">
            <p:pic>
              <p:nvPicPr>
                <p:cNvPr id="77840" name="墨迹 77839">
                  <a:extLst>
                    <a:ext uri="{FF2B5EF4-FFF2-40B4-BE49-F238E27FC236}">
                      <a16:creationId xmlns:a16="http://schemas.microsoft.com/office/drawing/2014/main" id="{09568AC4-A975-31AB-DBAC-CBEC5B490D19}"/>
                    </a:ext>
                  </a:extLst>
                </p:cNvPr>
                <p:cNvPicPr/>
                <p:nvPr/>
              </p:nvPicPr>
              <p:blipFill>
                <a:blip r:embed="rId141"/>
                <a:stretch>
                  <a:fillRect/>
                </a:stretch>
              </p:blipFill>
              <p:spPr>
                <a:xfrm>
                  <a:off x="3353185" y="6719804"/>
                  <a:ext cx="267840" cy="97200"/>
                </a:xfrm>
                <a:prstGeom prst="rect">
                  <a:avLst/>
                </a:prstGeom>
              </p:spPr>
            </p:pic>
          </mc:Fallback>
        </mc:AlternateContent>
        <mc:AlternateContent xmlns:mc="http://schemas.openxmlformats.org/markup-compatibility/2006" xmlns:p14="http://schemas.microsoft.com/office/powerpoint/2010/main">
          <mc:Choice Requires="p14">
            <p:contentPart p14:bwMode="auto" r:id="rId142">
              <p14:nvContentPartPr>
                <p14:cNvPr id="77841" name="墨迹 77840">
                  <a:extLst>
                    <a:ext uri="{FF2B5EF4-FFF2-40B4-BE49-F238E27FC236}">
                      <a16:creationId xmlns:a16="http://schemas.microsoft.com/office/drawing/2014/main" id="{30822F72-BC15-E610-FE8F-9165683AED52}"/>
                    </a:ext>
                  </a:extLst>
                </p14:cNvPr>
                <p14:cNvContentPartPr/>
                <p14:nvPr/>
              </p14:nvContentPartPr>
              <p14:xfrm>
                <a:off x="3823705" y="6306524"/>
                <a:ext cx="69480" cy="20520"/>
              </p14:xfrm>
            </p:contentPart>
          </mc:Choice>
          <mc:Fallback xmlns="">
            <p:pic>
              <p:nvPicPr>
                <p:cNvPr id="77841" name="墨迹 77840">
                  <a:extLst>
                    <a:ext uri="{FF2B5EF4-FFF2-40B4-BE49-F238E27FC236}">
                      <a16:creationId xmlns:a16="http://schemas.microsoft.com/office/drawing/2014/main" id="{30822F72-BC15-E610-FE8F-9165683AED52}"/>
                    </a:ext>
                  </a:extLst>
                </p:cNvPr>
                <p:cNvPicPr/>
                <p:nvPr/>
              </p:nvPicPr>
              <p:blipFill>
                <a:blip r:embed="rId143"/>
                <a:stretch>
                  <a:fillRect/>
                </a:stretch>
              </p:blipFill>
              <p:spPr>
                <a:xfrm>
                  <a:off x="3806065" y="6288884"/>
                  <a:ext cx="105120" cy="56160"/>
                </a:xfrm>
                <a:prstGeom prst="rect">
                  <a:avLst/>
                </a:prstGeom>
              </p:spPr>
            </p:pic>
          </mc:Fallback>
        </mc:AlternateContent>
        <mc:AlternateContent xmlns:mc="http://schemas.openxmlformats.org/markup-compatibility/2006" xmlns:p14="http://schemas.microsoft.com/office/powerpoint/2010/main">
          <mc:Choice Requires="p14">
            <p:contentPart p14:bwMode="auto" r:id="rId144">
              <p14:nvContentPartPr>
                <p14:cNvPr id="77842" name="墨迹 77841">
                  <a:extLst>
                    <a:ext uri="{FF2B5EF4-FFF2-40B4-BE49-F238E27FC236}">
                      <a16:creationId xmlns:a16="http://schemas.microsoft.com/office/drawing/2014/main" id="{C3EA3964-C5D4-6932-14FF-4E1DEC5858EC}"/>
                    </a:ext>
                  </a:extLst>
                </p14:cNvPr>
                <p14:cNvContentPartPr/>
                <p14:nvPr/>
              </p14:nvContentPartPr>
              <p14:xfrm>
                <a:off x="3621385" y="6234164"/>
                <a:ext cx="202680" cy="425520"/>
              </p14:xfrm>
            </p:contentPart>
          </mc:Choice>
          <mc:Fallback xmlns="">
            <p:pic>
              <p:nvPicPr>
                <p:cNvPr id="77842" name="墨迹 77841">
                  <a:extLst>
                    <a:ext uri="{FF2B5EF4-FFF2-40B4-BE49-F238E27FC236}">
                      <a16:creationId xmlns:a16="http://schemas.microsoft.com/office/drawing/2014/main" id="{C3EA3964-C5D4-6932-14FF-4E1DEC5858EC}"/>
                    </a:ext>
                  </a:extLst>
                </p:cNvPr>
                <p:cNvPicPr/>
                <p:nvPr/>
              </p:nvPicPr>
              <p:blipFill>
                <a:blip r:embed="rId145"/>
                <a:stretch>
                  <a:fillRect/>
                </a:stretch>
              </p:blipFill>
              <p:spPr>
                <a:xfrm>
                  <a:off x="3603385" y="6216524"/>
                  <a:ext cx="238320" cy="461160"/>
                </a:xfrm>
                <a:prstGeom prst="rect">
                  <a:avLst/>
                </a:prstGeom>
              </p:spPr>
            </p:pic>
          </mc:Fallback>
        </mc:AlternateContent>
        <mc:AlternateContent xmlns:mc="http://schemas.openxmlformats.org/markup-compatibility/2006" xmlns:p14="http://schemas.microsoft.com/office/powerpoint/2010/main">
          <mc:Choice Requires="p14">
            <p:contentPart p14:bwMode="auto" r:id="rId146">
              <p14:nvContentPartPr>
                <p14:cNvPr id="77843" name="墨迹 77842">
                  <a:extLst>
                    <a:ext uri="{FF2B5EF4-FFF2-40B4-BE49-F238E27FC236}">
                      <a16:creationId xmlns:a16="http://schemas.microsoft.com/office/drawing/2014/main" id="{F3C33D31-BFD7-608B-A94B-6F8426121982}"/>
                    </a:ext>
                  </a:extLst>
                </p14:cNvPr>
                <p14:cNvContentPartPr/>
                <p14:nvPr/>
              </p14:nvContentPartPr>
              <p14:xfrm>
                <a:off x="3627865" y="6668684"/>
                <a:ext cx="186480" cy="129960"/>
              </p14:xfrm>
            </p:contentPart>
          </mc:Choice>
          <mc:Fallback xmlns="">
            <p:pic>
              <p:nvPicPr>
                <p:cNvPr id="77843" name="墨迹 77842">
                  <a:extLst>
                    <a:ext uri="{FF2B5EF4-FFF2-40B4-BE49-F238E27FC236}">
                      <a16:creationId xmlns:a16="http://schemas.microsoft.com/office/drawing/2014/main" id="{F3C33D31-BFD7-608B-A94B-6F8426121982}"/>
                    </a:ext>
                  </a:extLst>
                </p:cNvPr>
                <p:cNvPicPr/>
                <p:nvPr/>
              </p:nvPicPr>
              <p:blipFill>
                <a:blip r:embed="rId147"/>
                <a:stretch>
                  <a:fillRect/>
                </a:stretch>
              </p:blipFill>
              <p:spPr>
                <a:xfrm>
                  <a:off x="3609865" y="6650684"/>
                  <a:ext cx="222120" cy="165600"/>
                </a:xfrm>
                <a:prstGeom prst="rect">
                  <a:avLst/>
                </a:prstGeom>
              </p:spPr>
            </p:pic>
          </mc:Fallback>
        </mc:AlternateContent>
        <mc:AlternateContent xmlns:mc="http://schemas.openxmlformats.org/markup-compatibility/2006" xmlns:p14="http://schemas.microsoft.com/office/powerpoint/2010/main">
          <mc:Choice Requires="p14">
            <p:contentPart p14:bwMode="auto" r:id="rId148">
              <p14:nvContentPartPr>
                <p14:cNvPr id="77844" name="墨迹 77843">
                  <a:extLst>
                    <a:ext uri="{FF2B5EF4-FFF2-40B4-BE49-F238E27FC236}">
                      <a16:creationId xmlns:a16="http://schemas.microsoft.com/office/drawing/2014/main" id="{6284540A-E73D-1884-8D35-9FA3C9C52E51}"/>
                    </a:ext>
                  </a:extLst>
                </p14:cNvPr>
                <p14:cNvContentPartPr/>
                <p14:nvPr/>
              </p14:nvContentPartPr>
              <p14:xfrm>
                <a:off x="3629665" y="6694964"/>
                <a:ext cx="722520" cy="123480"/>
              </p14:xfrm>
            </p:contentPart>
          </mc:Choice>
          <mc:Fallback xmlns="">
            <p:pic>
              <p:nvPicPr>
                <p:cNvPr id="77844" name="墨迹 77843">
                  <a:extLst>
                    <a:ext uri="{FF2B5EF4-FFF2-40B4-BE49-F238E27FC236}">
                      <a16:creationId xmlns:a16="http://schemas.microsoft.com/office/drawing/2014/main" id="{6284540A-E73D-1884-8D35-9FA3C9C52E51}"/>
                    </a:ext>
                  </a:extLst>
                </p:cNvPr>
                <p:cNvPicPr/>
                <p:nvPr/>
              </p:nvPicPr>
              <p:blipFill>
                <a:blip r:embed="rId149"/>
                <a:stretch>
                  <a:fillRect/>
                </a:stretch>
              </p:blipFill>
              <p:spPr>
                <a:xfrm>
                  <a:off x="3611665" y="6677324"/>
                  <a:ext cx="758160" cy="15912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50">
            <p14:nvContentPartPr>
              <p14:cNvPr id="77845" name="墨迹 77844">
                <a:extLst>
                  <a:ext uri="{FF2B5EF4-FFF2-40B4-BE49-F238E27FC236}">
                    <a16:creationId xmlns:a16="http://schemas.microsoft.com/office/drawing/2014/main" id="{557047AD-85FB-46A6-585B-1AF8776414E0}"/>
                  </a:ext>
                </a:extLst>
              </p14:cNvPr>
              <p14:cNvContentPartPr/>
              <p14:nvPr/>
            </p14:nvContentPartPr>
            <p14:xfrm>
              <a:off x="4867705" y="6197444"/>
              <a:ext cx="2632680" cy="74880"/>
            </p14:xfrm>
          </p:contentPart>
        </mc:Choice>
        <mc:Fallback xmlns="">
          <p:pic>
            <p:nvPicPr>
              <p:cNvPr id="77845" name="墨迹 77844">
                <a:extLst>
                  <a:ext uri="{FF2B5EF4-FFF2-40B4-BE49-F238E27FC236}">
                    <a16:creationId xmlns:a16="http://schemas.microsoft.com/office/drawing/2014/main" id="{557047AD-85FB-46A6-585B-1AF8776414E0}"/>
                  </a:ext>
                </a:extLst>
              </p:cNvPr>
              <p:cNvPicPr/>
              <p:nvPr/>
            </p:nvPicPr>
            <p:blipFill>
              <a:blip r:embed="rId151"/>
              <a:stretch>
                <a:fillRect/>
              </a:stretch>
            </p:blipFill>
            <p:spPr>
              <a:xfrm>
                <a:off x="4849705" y="6179444"/>
                <a:ext cx="2668320" cy="110520"/>
              </a:xfrm>
              <a:prstGeom prst="rect">
                <a:avLst/>
              </a:prstGeom>
            </p:spPr>
          </p:pic>
        </mc:Fallback>
      </mc:AlternateContent>
      <mc:AlternateContent xmlns:mc="http://schemas.openxmlformats.org/markup-compatibility/2006" xmlns:p14="http://schemas.microsoft.com/office/powerpoint/2010/main">
        <mc:Choice Requires="p14">
          <p:contentPart p14:bwMode="auto" r:id="rId152">
            <p14:nvContentPartPr>
              <p14:cNvPr id="77846" name="墨迹 77845">
                <a:extLst>
                  <a:ext uri="{FF2B5EF4-FFF2-40B4-BE49-F238E27FC236}">
                    <a16:creationId xmlns:a16="http://schemas.microsoft.com/office/drawing/2014/main" id="{A87CE51F-90E1-2974-474A-53C6C754A9C0}"/>
                  </a:ext>
                </a:extLst>
              </p14:cNvPr>
              <p14:cNvContentPartPr/>
              <p14:nvPr/>
            </p14:nvContentPartPr>
            <p14:xfrm>
              <a:off x="8072425" y="6254684"/>
              <a:ext cx="406800" cy="7920"/>
            </p14:xfrm>
          </p:contentPart>
        </mc:Choice>
        <mc:Fallback xmlns="">
          <p:pic>
            <p:nvPicPr>
              <p:cNvPr id="77846" name="墨迹 77845">
                <a:extLst>
                  <a:ext uri="{FF2B5EF4-FFF2-40B4-BE49-F238E27FC236}">
                    <a16:creationId xmlns:a16="http://schemas.microsoft.com/office/drawing/2014/main" id="{A87CE51F-90E1-2974-474A-53C6C754A9C0}"/>
                  </a:ext>
                </a:extLst>
              </p:cNvPr>
              <p:cNvPicPr/>
              <p:nvPr/>
            </p:nvPicPr>
            <p:blipFill>
              <a:blip r:embed="rId153"/>
              <a:stretch>
                <a:fillRect/>
              </a:stretch>
            </p:blipFill>
            <p:spPr>
              <a:xfrm>
                <a:off x="8054785" y="6237044"/>
                <a:ext cx="442440" cy="43560"/>
              </a:xfrm>
              <a:prstGeom prst="rect">
                <a:avLst/>
              </a:prstGeom>
            </p:spPr>
          </p:pic>
        </mc:Fallback>
      </mc:AlternateContent>
      <mc:AlternateContent xmlns:mc="http://schemas.openxmlformats.org/markup-compatibility/2006" xmlns:p14="http://schemas.microsoft.com/office/powerpoint/2010/main">
        <mc:Choice Requires="p14">
          <p:contentPart p14:bwMode="auto" r:id="rId154">
            <p14:nvContentPartPr>
              <p14:cNvPr id="77848" name="墨迹 77847">
                <a:extLst>
                  <a:ext uri="{FF2B5EF4-FFF2-40B4-BE49-F238E27FC236}">
                    <a16:creationId xmlns:a16="http://schemas.microsoft.com/office/drawing/2014/main" id="{0A90619F-6C55-52E2-390A-29E7E2527740}"/>
                  </a:ext>
                </a:extLst>
              </p14:cNvPr>
              <p14:cNvContentPartPr/>
              <p14:nvPr/>
            </p14:nvContentPartPr>
            <p14:xfrm>
              <a:off x="2022265" y="6658964"/>
              <a:ext cx="941760" cy="65160"/>
            </p14:xfrm>
          </p:contentPart>
        </mc:Choice>
        <mc:Fallback xmlns="">
          <p:pic>
            <p:nvPicPr>
              <p:cNvPr id="77848" name="墨迹 77847">
                <a:extLst>
                  <a:ext uri="{FF2B5EF4-FFF2-40B4-BE49-F238E27FC236}">
                    <a16:creationId xmlns:a16="http://schemas.microsoft.com/office/drawing/2014/main" id="{0A90619F-6C55-52E2-390A-29E7E2527740}"/>
                  </a:ext>
                </a:extLst>
              </p:cNvPr>
              <p:cNvPicPr/>
              <p:nvPr/>
            </p:nvPicPr>
            <p:blipFill>
              <a:blip r:embed="rId155"/>
              <a:stretch>
                <a:fillRect/>
              </a:stretch>
            </p:blipFill>
            <p:spPr>
              <a:xfrm>
                <a:off x="2004625" y="6641324"/>
                <a:ext cx="977400" cy="100800"/>
              </a:xfrm>
              <a:prstGeom prst="rect">
                <a:avLst/>
              </a:prstGeom>
            </p:spPr>
          </p:pic>
        </mc:Fallback>
      </mc:AlternateContent>
    </p:spTree>
  </p:cSld>
  <p:clrMapOvr>
    <a:masterClrMapping/>
  </p:clrMapOvr>
  <p:transition/>
</p:sld>
</file>

<file path=ppt/slides/slide55.xml><?xml version="1.0" encoding="utf-8"?>
<p:sld xmlns:a="http://schemas.openxmlformats.org/drawingml/2006/main" xmlns:r="http://schemas.openxmlformats.org/officeDocument/2006/relationships" xmlns:p="http://schemas.openxmlformats.org/presentationml/2006/main" showMasterSp="0">
  <p:cSld>
    <p:bg>
      <p:bgPr>
        <a:blipFill rotWithShape="0">
          <a:blip r:embed="rId2"/>
          <a:stretch>
            <a:fillRect/>
          </a:stretch>
        </a:blipFill>
        <a:effectLst/>
      </p:bgPr>
    </p:bg>
    <p:spTree>
      <p:nvGrpSpPr>
        <p:cNvPr id="1" name=""/>
        <p:cNvGrpSpPr/>
        <p:nvPr/>
      </p:nvGrpSpPr>
      <p:grpSpPr>
        <a:xfrm>
          <a:off x="0" y="0"/>
          <a:ext cx="0" cy="0"/>
          <a:chOff x="0" y="0"/>
          <a:chExt cx="0" cy="0"/>
        </a:xfrm>
      </p:grpSpPr>
      <p:graphicFrame>
        <p:nvGraphicFramePr>
          <p:cNvPr id="78850" name="对象 31746"/>
          <p:cNvGraphicFramePr>
            <a:graphicFrameLocks noChangeAspect="1"/>
          </p:cNvGraphicFramePr>
          <p:nvPr/>
        </p:nvGraphicFramePr>
        <p:xfrm>
          <a:off x="755650" y="909638"/>
          <a:ext cx="7381875" cy="1000125"/>
        </p:xfrm>
        <a:graphic>
          <a:graphicData uri="http://schemas.openxmlformats.org/presentationml/2006/ole">
            <mc:AlternateContent xmlns:mc="http://schemas.openxmlformats.org/markup-compatibility/2006">
              <mc:Choice xmlns:v="urn:schemas-microsoft-com:vml" Requires="v">
                <p:oleObj r:id="rId3" imgW="3377565" imgH="457200" progId="Equation.3">
                  <p:embed/>
                </p:oleObj>
              </mc:Choice>
              <mc:Fallback>
                <p:oleObj r:id="rId3" imgW="3377565" imgH="457200" progId="Equation.3">
                  <p:embed/>
                  <p:pic>
                    <p:nvPicPr>
                      <p:cNvPr id="0" name="图片 3347"/>
                      <p:cNvPicPr/>
                      <p:nvPr/>
                    </p:nvPicPr>
                    <p:blipFill>
                      <a:blip r:embed="rId4"/>
                      <a:stretch>
                        <a:fillRect/>
                      </a:stretch>
                    </p:blipFill>
                    <p:spPr>
                      <a:xfrm>
                        <a:off x="755650" y="909638"/>
                        <a:ext cx="7381875" cy="1000125"/>
                      </a:xfrm>
                      <a:prstGeom prst="rect">
                        <a:avLst/>
                      </a:prstGeom>
                      <a:noFill/>
                      <a:ln w="38100">
                        <a:noFill/>
                        <a:miter/>
                      </a:ln>
                    </p:spPr>
                  </p:pic>
                </p:oleObj>
              </mc:Fallback>
            </mc:AlternateContent>
          </a:graphicData>
        </a:graphic>
      </p:graphicFrame>
      <p:sp>
        <p:nvSpPr>
          <p:cNvPr id="78851" name="矩形 31747"/>
          <p:cNvSpPr/>
          <p:nvPr/>
        </p:nvSpPr>
        <p:spPr>
          <a:xfrm>
            <a:off x="682625" y="5876925"/>
            <a:ext cx="5838825" cy="522288"/>
          </a:xfrm>
          <a:prstGeom prst="rect">
            <a:avLst/>
          </a:prstGeom>
          <a:noFill/>
          <a:ln w="9525">
            <a:noFill/>
          </a:ln>
        </p:spPr>
        <p:txBody>
          <a:bodyPr wrap="none" anchor="t" anchorCtr="0">
            <a:spAutoFit/>
          </a:bodyPr>
          <a:lstStyle/>
          <a:p>
            <a:pPr>
              <a:buChar char="•"/>
            </a:pPr>
            <a:r>
              <a:rPr lang="en-US" altLang="zh-CN" sz="2800">
                <a:latin typeface="Times New Roman" panose="02020603050405020304" pitchFamily="2" charset="0"/>
                <a:ea typeface="宋体" panose="02010600030101010101" pitchFamily="2" charset="-122"/>
              </a:rPr>
              <a:t> </a:t>
            </a:r>
            <a:r>
              <a:rPr lang="zh-CN" altLang="en-US" sz="2800">
                <a:latin typeface="Times New Roman" panose="02020603050405020304" pitchFamily="2" charset="0"/>
                <a:ea typeface="宋体" panose="02010600030101010101" pitchFamily="2" charset="-122"/>
              </a:rPr>
              <a:t>常见序列的</a:t>
            </a:r>
            <a:r>
              <a:rPr lang="en-US" altLang="zh-CN" sz="2800">
                <a:latin typeface="Times New Roman" panose="02020603050405020304" pitchFamily="2" charset="0"/>
                <a:ea typeface="宋体" panose="02010600030101010101" pitchFamily="2" charset="-122"/>
              </a:rPr>
              <a:t>ZT</a:t>
            </a:r>
            <a:r>
              <a:rPr lang="zh-CN" altLang="en-US" sz="2800">
                <a:latin typeface="Times New Roman" panose="02020603050405020304" pitchFamily="2" charset="0"/>
                <a:ea typeface="宋体" panose="02010600030101010101" pitchFamily="2" charset="-122"/>
              </a:rPr>
              <a:t>参见书</a:t>
            </a:r>
            <a:r>
              <a:rPr lang="en-US" altLang="zh-CN" sz="2800">
                <a:latin typeface="Times New Roman" panose="02020603050405020304" pitchFamily="2" charset="0"/>
                <a:ea typeface="宋体" panose="02010600030101010101" pitchFamily="2" charset="-122"/>
              </a:rPr>
              <a:t>p.70</a:t>
            </a:r>
            <a:r>
              <a:rPr lang="zh-CN" altLang="en-US" sz="2800">
                <a:latin typeface="Times New Roman" panose="02020603050405020304" pitchFamily="2" charset="0"/>
                <a:ea typeface="宋体" panose="02010600030101010101" pitchFamily="2" charset="-122"/>
              </a:rPr>
              <a:t>页的表</a:t>
            </a:r>
            <a:r>
              <a:rPr lang="en-US" altLang="zh-CN" sz="2800">
                <a:latin typeface="Times New Roman" panose="02020603050405020304" pitchFamily="2" charset="0"/>
                <a:ea typeface="宋体" panose="02010600030101010101" pitchFamily="2" charset="-122"/>
              </a:rPr>
              <a:t>2-1</a:t>
            </a:r>
          </a:p>
        </p:txBody>
      </p:sp>
      <p:sp>
        <p:nvSpPr>
          <p:cNvPr id="78852" name="矩形 31748"/>
          <p:cNvSpPr/>
          <p:nvPr/>
        </p:nvSpPr>
        <p:spPr>
          <a:xfrm>
            <a:off x="684213" y="188913"/>
            <a:ext cx="6607175" cy="522287"/>
          </a:xfrm>
          <a:prstGeom prst="rect">
            <a:avLst/>
          </a:prstGeom>
          <a:noFill/>
          <a:ln w="9525">
            <a:noFill/>
          </a:ln>
        </p:spPr>
        <p:txBody>
          <a:bodyPr wrap="none" anchor="t" anchorCtr="0">
            <a:spAutoFit/>
          </a:bodyPr>
          <a:lstStyle/>
          <a:p>
            <a:r>
              <a:rPr lang="zh-CN" altLang="en-US" sz="2800">
                <a:latin typeface="Times New Roman" panose="02020603050405020304" pitchFamily="2" charset="0"/>
                <a:ea typeface="宋体" panose="02010600030101010101" pitchFamily="2" charset="-122"/>
              </a:rPr>
              <a:t>若函数</a:t>
            </a:r>
            <a:r>
              <a:rPr lang="en-US" altLang="zh-CN" sz="2800">
                <a:latin typeface="Times New Roman" panose="02020603050405020304" pitchFamily="2" charset="0"/>
                <a:ea typeface="宋体" panose="02010600030101010101" pitchFamily="2" charset="-122"/>
              </a:rPr>
              <a:t>X(z) </a:t>
            </a:r>
            <a:r>
              <a:rPr lang="zh-CN" altLang="en-US" sz="2800">
                <a:latin typeface="Times New Roman" panose="02020603050405020304" pitchFamily="2" charset="0"/>
                <a:ea typeface="宋体" panose="02010600030101010101" pitchFamily="2" charset="-122"/>
              </a:rPr>
              <a:t>是</a:t>
            </a:r>
            <a:r>
              <a:rPr lang="en-US" altLang="zh-CN" sz="2800">
                <a:latin typeface="Times New Roman" panose="02020603050405020304" pitchFamily="2" charset="0"/>
                <a:ea typeface="宋体" panose="02010600030101010101" pitchFamily="2" charset="-122"/>
              </a:rPr>
              <a:t>z</a:t>
            </a:r>
            <a:r>
              <a:rPr lang="en-US" altLang="zh-CN" sz="2800" baseline="30000">
                <a:latin typeface="Times New Roman" panose="02020603050405020304" pitchFamily="2" charset="0"/>
                <a:ea typeface="宋体" panose="02010600030101010101" pitchFamily="2" charset="-122"/>
              </a:rPr>
              <a:t>-1</a:t>
            </a:r>
            <a:r>
              <a:rPr lang="zh-CN" altLang="en-US" sz="2800">
                <a:latin typeface="Times New Roman" panose="02020603050405020304" pitchFamily="2" charset="0"/>
                <a:ea typeface="宋体" panose="02010600030101010101" pitchFamily="2" charset="-122"/>
              </a:rPr>
              <a:t>的有理分式，可表示为：</a:t>
            </a:r>
          </a:p>
        </p:txBody>
      </p:sp>
      <p:sp>
        <p:nvSpPr>
          <p:cNvPr id="78853" name="矩形 31749"/>
          <p:cNvSpPr/>
          <p:nvPr/>
        </p:nvSpPr>
        <p:spPr>
          <a:xfrm>
            <a:off x="611188" y="2205038"/>
            <a:ext cx="8066087" cy="1714500"/>
          </a:xfrm>
          <a:prstGeom prst="rect">
            <a:avLst/>
          </a:prstGeom>
          <a:noFill/>
          <a:ln w="9525">
            <a:noFill/>
          </a:ln>
        </p:spPr>
        <p:txBody>
          <a:bodyPr wrap="square" anchor="t" anchorCtr="0">
            <a:spAutoFit/>
          </a:bodyPr>
          <a:lstStyle/>
          <a:p>
            <a:pPr>
              <a:lnSpc>
                <a:spcPct val="110000"/>
              </a:lnSpc>
              <a:buChar char="•"/>
            </a:pPr>
            <a:r>
              <a:rPr lang="zh-CN" altLang="en-US" sz="2400">
                <a:latin typeface="Times New Roman" panose="02020603050405020304" pitchFamily="2" charset="0"/>
                <a:ea typeface="宋体" panose="02010600030101010101" pitchFamily="2" charset="-122"/>
              </a:rPr>
              <a:t> 各个</a:t>
            </a:r>
            <a:r>
              <a:rPr lang="en-US" altLang="zh-CN" sz="2400">
                <a:latin typeface="Times New Roman" panose="02020603050405020304" pitchFamily="2" charset="0"/>
                <a:ea typeface="宋体" panose="02010600030101010101" pitchFamily="2" charset="-122"/>
              </a:rPr>
              <a:t>z</a:t>
            </a:r>
            <a:r>
              <a:rPr lang="en-US" altLang="zh-CN" sz="2400" baseline="-25000">
                <a:latin typeface="Times New Roman" panose="02020603050405020304" pitchFamily="2" charset="0"/>
                <a:ea typeface="宋体" panose="02010600030101010101" pitchFamily="2" charset="-122"/>
              </a:rPr>
              <a:t>k</a:t>
            </a:r>
            <a:r>
              <a:rPr lang="zh-CN" altLang="en-US" sz="2400">
                <a:latin typeface="Times New Roman" panose="02020603050405020304" pitchFamily="2" charset="0"/>
                <a:ea typeface="宋体" panose="02010600030101010101" pitchFamily="2" charset="-122"/>
              </a:rPr>
              <a:t>是</a:t>
            </a:r>
            <a:r>
              <a:rPr lang="en-US" altLang="zh-CN" sz="2400">
                <a:latin typeface="Times New Roman" panose="02020603050405020304" pitchFamily="2" charset="0"/>
                <a:ea typeface="宋体" panose="02010600030101010101" pitchFamily="2" charset="-122"/>
              </a:rPr>
              <a:t>X(z)</a:t>
            </a:r>
            <a:r>
              <a:rPr lang="zh-CN" altLang="en-US" sz="2400">
                <a:latin typeface="Times New Roman" panose="02020603050405020304" pitchFamily="2" charset="0"/>
                <a:ea typeface="宋体" panose="02010600030101010101" pitchFamily="2" charset="-122"/>
              </a:rPr>
              <a:t>的单阶极点，</a:t>
            </a:r>
            <a:r>
              <a:rPr lang="en-US" altLang="zh-CN" sz="2400">
                <a:latin typeface="Times New Roman" panose="02020603050405020304" pitchFamily="2" charset="0"/>
                <a:ea typeface="宋体" panose="02010600030101010101" pitchFamily="2" charset="-122"/>
              </a:rPr>
              <a:t>A</a:t>
            </a:r>
            <a:r>
              <a:rPr lang="en-US" altLang="zh-CN" sz="2400" baseline="-25000">
                <a:latin typeface="Times New Roman" panose="02020603050405020304" pitchFamily="2" charset="0"/>
                <a:ea typeface="宋体" panose="02010600030101010101" pitchFamily="2" charset="-122"/>
              </a:rPr>
              <a:t>k</a:t>
            </a:r>
            <a:r>
              <a:rPr lang="zh-CN" altLang="en-US" sz="2400">
                <a:latin typeface="Times New Roman" panose="02020603050405020304" pitchFamily="2" charset="0"/>
                <a:ea typeface="宋体" panose="02010600030101010101" pitchFamily="2" charset="-122"/>
              </a:rPr>
              <a:t>是这些单极点的留数，</a:t>
            </a:r>
            <a:r>
              <a:rPr lang="en-US" altLang="zh-CN" sz="2400">
                <a:latin typeface="Times New Roman" panose="02020603050405020304" pitchFamily="2" charset="0"/>
                <a:ea typeface="宋体" panose="02010600030101010101" pitchFamily="2" charset="-122"/>
                <a:sym typeface="微软雅黑" panose="020B0503020204020204" pitchFamily="2" charset="-122"/>
              </a:rPr>
              <a:t>z</a:t>
            </a:r>
            <a:r>
              <a:rPr lang="en-US" altLang="zh-CN" sz="2400" baseline="-25000">
                <a:latin typeface="Times New Roman" panose="02020603050405020304" pitchFamily="2" charset="0"/>
                <a:ea typeface="宋体" panose="02010600030101010101" pitchFamily="2" charset="-122"/>
                <a:sym typeface="微软雅黑" panose="020B0503020204020204" pitchFamily="2" charset="-122"/>
              </a:rPr>
              <a:t>i</a:t>
            </a:r>
            <a:r>
              <a:rPr lang="zh-CN" altLang="en-US" sz="2400">
                <a:latin typeface="Times New Roman" panose="02020603050405020304" pitchFamily="2" charset="0"/>
                <a:ea typeface="宋体" panose="02010600030101010101" pitchFamily="2" charset="-122"/>
              </a:rPr>
              <a:t>为</a:t>
            </a:r>
            <a:r>
              <a:rPr lang="en-US" altLang="zh-CN" sz="2400">
                <a:latin typeface="Times New Roman" panose="02020603050405020304" pitchFamily="2" charset="0"/>
                <a:ea typeface="宋体" panose="02010600030101010101" pitchFamily="2" charset="-122"/>
                <a:sym typeface="微软雅黑" panose="020B0503020204020204" pitchFamily="2" charset="-122"/>
              </a:rPr>
              <a:t>X(z)</a:t>
            </a:r>
            <a:r>
              <a:rPr lang="zh-CN" altLang="en-US" sz="2400">
                <a:latin typeface="Times New Roman" panose="02020603050405020304" pitchFamily="2" charset="0"/>
                <a:ea typeface="宋体" panose="02010600030101010101" pitchFamily="2" charset="-122"/>
                <a:sym typeface="微软雅黑" panose="020B0503020204020204" pitchFamily="2" charset="-122"/>
              </a:rPr>
              <a:t>的一个</a:t>
            </a:r>
            <a:r>
              <a:rPr lang="en-US" altLang="zh-CN" sz="2400">
                <a:latin typeface="Times New Roman" panose="02020603050405020304" pitchFamily="2" charset="0"/>
                <a:ea typeface="宋体" panose="02010600030101010101" pitchFamily="2" charset="-122"/>
                <a:sym typeface="微软雅黑" panose="020B0503020204020204" pitchFamily="2" charset="-122"/>
              </a:rPr>
              <a:t>r</a:t>
            </a:r>
            <a:r>
              <a:rPr lang="zh-CN" altLang="en-US" sz="2400">
                <a:latin typeface="Times New Roman" panose="02020603050405020304" pitchFamily="2" charset="0"/>
                <a:ea typeface="宋体" panose="02010600030101010101" pitchFamily="2" charset="-122"/>
                <a:sym typeface="微软雅黑" panose="020B0503020204020204" pitchFamily="2" charset="-122"/>
              </a:rPr>
              <a:t>阶极点，</a:t>
            </a:r>
            <a:r>
              <a:rPr lang="en-US" altLang="zh-CN" sz="2400">
                <a:latin typeface="Times New Roman" panose="02020603050405020304" pitchFamily="2" charset="0"/>
                <a:ea typeface="宋体" panose="02010600030101010101" pitchFamily="2" charset="-122"/>
                <a:sym typeface="微软雅黑" panose="020B0503020204020204" pitchFamily="2" charset="-122"/>
              </a:rPr>
              <a:t>B</a:t>
            </a:r>
            <a:r>
              <a:rPr lang="en-US" altLang="zh-CN" sz="2400" baseline="-25000">
                <a:latin typeface="Times New Roman" panose="02020603050405020304" pitchFamily="2" charset="0"/>
                <a:ea typeface="宋体" panose="02010600030101010101" pitchFamily="2" charset="-122"/>
                <a:sym typeface="微软雅黑" panose="020B0503020204020204" pitchFamily="2" charset="-122"/>
              </a:rPr>
              <a:t>n</a:t>
            </a:r>
            <a:r>
              <a:rPr lang="zh-CN" altLang="en-US" sz="2400">
                <a:latin typeface="Times New Roman" panose="02020603050405020304" pitchFamily="2" charset="0"/>
                <a:ea typeface="宋体" panose="02010600030101010101" pitchFamily="2" charset="-122"/>
                <a:sym typeface="微软雅黑" panose="020B0503020204020204" pitchFamily="2" charset="-122"/>
              </a:rPr>
              <a:t>是</a:t>
            </a:r>
            <a:r>
              <a:rPr lang="en-US" altLang="zh-CN" sz="2400">
                <a:latin typeface="Times New Roman" panose="02020603050405020304" pitchFamily="2" charset="0"/>
                <a:ea typeface="宋体" panose="02010600030101010101" pitchFamily="2" charset="-122"/>
                <a:sym typeface="微软雅黑" panose="020B0503020204020204" pitchFamily="2" charset="-122"/>
              </a:rPr>
              <a:t>X(z)</a:t>
            </a:r>
            <a:r>
              <a:rPr lang="zh-CN" altLang="en-US" sz="2400">
                <a:latin typeface="Times New Roman" panose="02020603050405020304" pitchFamily="2" charset="0"/>
                <a:ea typeface="宋体" panose="02010600030101010101" pitchFamily="2" charset="-122"/>
                <a:sym typeface="微软雅黑" panose="020B0503020204020204" pitchFamily="2" charset="-122"/>
              </a:rPr>
              <a:t>整式部分的系数，当</a:t>
            </a:r>
            <a:r>
              <a:rPr lang="en-US" altLang="zh-CN" sz="2400">
                <a:latin typeface="Times New Roman" panose="02020603050405020304" pitchFamily="2" charset="0"/>
                <a:ea typeface="宋体" panose="02010600030101010101" pitchFamily="2" charset="-122"/>
                <a:sym typeface="微软雅黑" panose="020B0503020204020204" pitchFamily="2" charset="-122"/>
              </a:rPr>
              <a:t>M≥N</a:t>
            </a:r>
            <a:r>
              <a:rPr lang="zh-CN" altLang="en-US" sz="2400">
                <a:latin typeface="Times New Roman" panose="02020603050405020304" pitchFamily="2" charset="0"/>
                <a:ea typeface="宋体" panose="02010600030101010101" pitchFamily="2" charset="-122"/>
                <a:sym typeface="微软雅黑" panose="020B0503020204020204" pitchFamily="2" charset="-122"/>
              </a:rPr>
              <a:t>时才存在</a:t>
            </a:r>
            <a:r>
              <a:rPr lang="en-US" altLang="zh-CN" sz="2400">
                <a:latin typeface="Times New Roman" panose="02020603050405020304" pitchFamily="2" charset="0"/>
                <a:ea typeface="宋体" panose="02010600030101010101" pitchFamily="2" charset="-122"/>
                <a:sym typeface="微软雅黑" panose="020B0503020204020204" pitchFamily="2" charset="-122"/>
              </a:rPr>
              <a:t>B</a:t>
            </a:r>
            <a:r>
              <a:rPr lang="en-US" altLang="zh-CN" sz="2400" baseline="-25000">
                <a:latin typeface="Times New Roman" panose="02020603050405020304" pitchFamily="2" charset="0"/>
                <a:ea typeface="宋体" panose="02010600030101010101" pitchFamily="2" charset="-122"/>
                <a:sym typeface="微软雅黑" panose="020B0503020204020204" pitchFamily="2" charset="-122"/>
              </a:rPr>
              <a:t>n</a:t>
            </a:r>
            <a:endParaRPr lang="zh-CN" altLang="en-US" sz="2400">
              <a:latin typeface="Times New Roman" panose="02020603050405020304" pitchFamily="2" charset="0"/>
              <a:ea typeface="宋体" panose="02010600030101010101" pitchFamily="2" charset="-122"/>
            </a:endParaRPr>
          </a:p>
          <a:p>
            <a:pPr>
              <a:lnSpc>
                <a:spcPct val="110000"/>
              </a:lnSpc>
              <a:buChar char="•"/>
            </a:pPr>
            <a:r>
              <a:rPr lang="zh-CN" altLang="en-US" sz="2400">
                <a:latin typeface="Times New Roman" panose="02020603050405020304" pitchFamily="2" charset="0"/>
                <a:ea typeface="宋体" panose="02010600030101010101" pitchFamily="2" charset="-122"/>
              </a:rPr>
              <a:t>利用部分分式的</a:t>
            </a:r>
            <a:r>
              <a:rPr lang="en-US" altLang="zh-CN" sz="2400">
                <a:latin typeface="Times New Roman" panose="02020603050405020304" pitchFamily="2" charset="0"/>
                <a:ea typeface="宋体" panose="02010600030101010101" pitchFamily="2" charset="-122"/>
              </a:rPr>
              <a:t>z</a:t>
            </a:r>
            <a:r>
              <a:rPr lang="zh-CN" altLang="en-US" sz="2400">
                <a:latin typeface="Times New Roman" panose="02020603050405020304" pitchFamily="2" charset="0"/>
                <a:ea typeface="宋体" panose="02010600030101010101" pitchFamily="2" charset="-122"/>
              </a:rPr>
              <a:t>反变换和可以得到函数</a:t>
            </a:r>
            <a:r>
              <a:rPr lang="en-US" altLang="zh-CN" sz="2400">
                <a:latin typeface="Times New Roman" panose="02020603050405020304" pitchFamily="2" charset="0"/>
                <a:ea typeface="宋体" panose="02010600030101010101" pitchFamily="2" charset="-122"/>
              </a:rPr>
              <a:t>X(z)</a:t>
            </a:r>
            <a:r>
              <a:rPr lang="zh-CN" altLang="en-US" sz="2400">
                <a:latin typeface="Times New Roman" panose="02020603050405020304" pitchFamily="2" charset="0"/>
                <a:ea typeface="宋体" panose="02010600030101010101" pitchFamily="2" charset="-122"/>
              </a:rPr>
              <a:t>的</a:t>
            </a:r>
            <a:r>
              <a:rPr lang="en-US" altLang="zh-CN" sz="2400">
                <a:latin typeface="Times New Roman" panose="02020603050405020304" pitchFamily="2" charset="0"/>
                <a:ea typeface="宋体" panose="02010600030101010101" pitchFamily="2" charset="-122"/>
              </a:rPr>
              <a:t>z</a:t>
            </a:r>
            <a:r>
              <a:rPr lang="zh-CN" altLang="en-US" sz="2400">
                <a:latin typeface="Times New Roman" panose="02020603050405020304" pitchFamily="2" charset="0"/>
                <a:ea typeface="宋体" panose="02010600030101010101" pitchFamily="2" charset="-122"/>
              </a:rPr>
              <a:t>反变换。</a:t>
            </a:r>
          </a:p>
        </p:txBody>
      </p:sp>
      <p:graphicFrame>
        <p:nvGraphicFramePr>
          <p:cNvPr id="78854" name="对象 31750"/>
          <p:cNvGraphicFramePr>
            <a:graphicFrameLocks noChangeAspect="1"/>
          </p:cNvGraphicFramePr>
          <p:nvPr/>
        </p:nvGraphicFramePr>
        <p:xfrm>
          <a:off x="971550" y="4214813"/>
          <a:ext cx="6962775" cy="1482725"/>
        </p:xfrm>
        <a:graphic>
          <a:graphicData uri="http://schemas.openxmlformats.org/presentationml/2006/ole">
            <mc:AlternateContent xmlns:mc="http://schemas.openxmlformats.org/markup-compatibility/2006">
              <mc:Choice xmlns:v="urn:schemas-microsoft-com:vml" Requires="v">
                <p:oleObj r:id="rId5" imgW="7277100" imgH="1548765" progId="Equation.DSMT4">
                  <p:embed/>
                </p:oleObj>
              </mc:Choice>
              <mc:Fallback>
                <p:oleObj r:id="rId5" imgW="7277100" imgH="1548765" progId="Equation.DSMT4">
                  <p:embed/>
                  <p:pic>
                    <p:nvPicPr>
                      <p:cNvPr id="0" name="图片 3346"/>
                      <p:cNvPicPr/>
                      <p:nvPr/>
                    </p:nvPicPr>
                    <p:blipFill>
                      <a:blip r:embed="rId6"/>
                      <a:stretch>
                        <a:fillRect/>
                      </a:stretch>
                    </p:blipFill>
                    <p:spPr>
                      <a:xfrm>
                        <a:off x="971550" y="4214813"/>
                        <a:ext cx="6962775" cy="1482725"/>
                      </a:xfrm>
                      <a:prstGeom prst="rect">
                        <a:avLst/>
                      </a:prstGeom>
                      <a:solidFill>
                        <a:srgbClr val="2D2D89"/>
                      </a:solidFill>
                      <a:ln w="38100">
                        <a:noFill/>
                        <a:miter/>
                      </a:ln>
                    </p:spPr>
                  </p:pic>
                </p:oleObj>
              </mc:Fallback>
            </mc:AlternateContent>
          </a:graphicData>
        </a:graphic>
      </p:graphicFrame>
      <mc:AlternateContent xmlns:mc="http://schemas.openxmlformats.org/markup-compatibility/2006" xmlns:p14="http://schemas.microsoft.com/office/powerpoint/2010/main">
        <mc:Choice Requires="p14">
          <p:contentPart p14:bwMode="auto" r:id="rId7">
            <p14:nvContentPartPr>
              <p14:cNvPr id="2" name="墨迹 1">
                <a:extLst>
                  <a:ext uri="{FF2B5EF4-FFF2-40B4-BE49-F238E27FC236}">
                    <a16:creationId xmlns:a16="http://schemas.microsoft.com/office/drawing/2014/main" id="{D56FFF2B-6847-D2E1-4AC6-5AF4DF2FB435}"/>
                  </a:ext>
                </a:extLst>
              </p14:cNvPr>
              <p14:cNvContentPartPr/>
              <p14:nvPr/>
            </p14:nvContentPartPr>
            <p14:xfrm>
              <a:off x="3260305" y="6381785"/>
              <a:ext cx="3121200" cy="37800"/>
            </p14:xfrm>
          </p:contentPart>
        </mc:Choice>
        <mc:Fallback xmlns="">
          <p:pic>
            <p:nvPicPr>
              <p:cNvPr id="2" name="墨迹 1">
                <a:extLst>
                  <a:ext uri="{FF2B5EF4-FFF2-40B4-BE49-F238E27FC236}">
                    <a16:creationId xmlns:a16="http://schemas.microsoft.com/office/drawing/2014/main" id="{D56FFF2B-6847-D2E1-4AC6-5AF4DF2FB435}"/>
                  </a:ext>
                </a:extLst>
              </p:cNvPr>
              <p:cNvPicPr/>
              <p:nvPr/>
            </p:nvPicPr>
            <p:blipFill>
              <a:blip r:embed="rId8"/>
              <a:stretch>
                <a:fillRect/>
              </a:stretch>
            </p:blipFill>
            <p:spPr>
              <a:xfrm>
                <a:off x="3242665" y="6364145"/>
                <a:ext cx="3156840" cy="73440"/>
              </a:xfrm>
              <a:prstGeom prst="rect">
                <a:avLst/>
              </a:prstGeom>
            </p:spPr>
          </p:pic>
        </mc:Fallback>
      </mc:AlternateContent>
    </p:spTree>
  </p:cSld>
  <p:clrMapOvr>
    <a:masterClrMapping/>
  </p:clrMapOvr>
  <p:transition/>
</p:sld>
</file>

<file path=ppt/slides/slide56.xml><?xml version="1.0" encoding="utf-8"?>
<p:sld xmlns:a="http://schemas.openxmlformats.org/drawingml/2006/main" xmlns:r="http://schemas.openxmlformats.org/officeDocument/2006/relationships" xmlns:p="http://schemas.openxmlformats.org/presentationml/2006/main">
  <p:cSld>
    <p:bg>
      <p:bgPr>
        <a:solidFill>
          <a:schemeClr val="accent2"/>
        </a:solidFill>
        <a:effectLst/>
      </p:bgPr>
    </p:bg>
    <p:spTree>
      <p:nvGrpSpPr>
        <p:cNvPr id="1" name=""/>
        <p:cNvGrpSpPr/>
        <p:nvPr/>
      </p:nvGrpSpPr>
      <p:grpSpPr>
        <a:xfrm>
          <a:off x="0" y="0"/>
          <a:ext cx="0" cy="0"/>
          <a:chOff x="0" y="0"/>
          <a:chExt cx="0" cy="0"/>
        </a:xfrm>
      </p:grpSpPr>
      <p:graphicFrame>
        <p:nvGraphicFramePr>
          <p:cNvPr id="79874" name="对象 32769"/>
          <p:cNvGraphicFramePr>
            <a:graphicFrameLocks noChangeAspect="1"/>
          </p:cNvGraphicFramePr>
          <p:nvPr/>
        </p:nvGraphicFramePr>
        <p:xfrm>
          <a:off x="319088" y="152400"/>
          <a:ext cx="8359775" cy="1065213"/>
        </p:xfrm>
        <a:graphic>
          <a:graphicData uri="http://schemas.openxmlformats.org/presentationml/2006/ole">
            <mc:AlternateContent xmlns:mc="http://schemas.openxmlformats.org/markup-compatibility/2006">
              <mc:Choice xmlns:v="urn:schemas-microsoft-com:vml" Requires="v">
                <p:oleObj r:id="rId2" imgW="6972300" imgH="889000" progId="Equation.DSMT4">
                  <p:embed/>
                </p:oleObj>
              </mc:Choice>
              <mc:Fallback>
                <p:oleObj r:id="rId2" imgW="6972300" imgH="889000" progId="Equation.DSMT4">
                  <p:embed/>
                  <p:pic>
                    <p:nvPicPr>
                      <p:cNvPr id="0" name="图片 3350"/>
                      <p:cNvPicPr/>
                      <p:nvPr/>
                    </p:nvPicPr>
                    <p:blipFill>
                      <a:blip r:embed="rId3"/>
                      <a:stretch>
                        <a:fillRect/>
                      </a:stretch>
                    </p:blipFill>
                    <p:spPr>
                      <a:xfrm>
                        <a:off x="319088" y="152400"/>
                        <a:ext cx="8359775" cy="1065213"/>
                      </a:xfrm>
                      <a:prstGeom prst="rect">
                        <a:avLst/>
                      </a:prstGeom>
                      <a:noFill/>
                      <a:ln w="38100">
                        <a:noFill/>
                        <a:miter/>
                      </a:ln>
                    </p:spPr>
                  </p:pic>
                </p:oleObj>
              </mc:Fallback>
            </mc:AlternateContent>
          </a:graphicData>
        </a:graphic>
      </p:graphicFrame>
      <p:graphicFrame>
        <p:nvGraphicFramePr>
          <p:cNvPr id="79875" name="对象 32786"/>
          <p:cNvGraphicFramePr>
            <a:graphicFrameLocks noChangeAspect="1"/>
          </p:cNvGraphicFramePr>
          <p:nvPr/>
        </p:nvGraphicFramePr>
        <p:xfrm>
          <a:off x="1116013" y="5659438"/>
          <a:ext cx="7459662" cy="1119187"/>
        </p:xfrm>
        <a:graphic>
          <a:graphicData uri="http://schemas.openxmlformats.org/presentationml/2006/ole">
            <mc:AlternateContent xmlns:mc="http://schemas.openxmlformats.org/markup-compatibility/2006">
              <mc:Choice xmlns:v="urn:schemas-microsoft-com:vml" Requires="v">
                <p:oleObj r:id="rId4" imgW="7454900" imgH="1117600" progId="Equation.DSMT4">
                  <p:embed/>
                </p:oleObj>
              </mc:Choice>
              <mc:Fallback>
                <p:oleObj r:id="rId4" imgW="7454900" imgH="1117600" progId="Equation.DSMT4">
                  <p:embed/>
                  <p:pic>
                    <p:nvPicPr>
                      <p:cNvPr id="0" name="图片 3354"/>
                      <p:cNvPicPr/>
                      <p:nvPr/>
                    </p:nvPicPr>
                    <p:blipFill>
                      <a:blip r:embed="rId5"/>
                      <a:stretch>
                        <a:fillRect/>
                      </a:stretch>
                    </p:blipFill>
                    <p:spPr>
                      <a:xfrm>
                        <a:off x="1116013" y="5659438"/>
                        <a:ext cx="7459662" cy="1119187"/>
                      </a:xfrm>
                      <a:prstGeom prst="rect">
                        <a:avLst/>
                      </a:prstGeom>
                      <a:noFill/>
                      <a:ln w="38100">
                        <a:noFill/>
                        <a:miter/>
                      </a:ln>
                    </p:spPr>
                  </p:pic>
                </p:oleObj>
              </mc:Fallback>
            </mc:AlternateContent>
          </a:graphicData>
        </a:graphic>
      </p:graphicFrame>
      <p:graphicFrame>
        <p:nvGraphicFramePr>
          <p:cNvPr id="79876" name="对象 32787"/>
          <p:cNvGraphicFramePr>
            <a:graphicFrameLocks noChangeAspect="1"/>
          </p:cNvGraphicFramePr>
          <p:nvPr/>
        </p:nvGraphicFramePr>
        <p:xfrm>
          <a:off x="304800" y="1371600"/>
          <a:ext cx="7691438" cy="1001713"/>
        </p:xfrm>
        <a:graphic>
          <a:graphicData uri="http://schemas.openxmlformats.org/presentationml/2006/ole">
            <mc:AlternateContent xmlns:mc="http://schemas.openxmlformats.org/markup-compatibility/2006">
              <mc:Choice xmlns:v="urn:schemas-microsoft-com:vml" Requires="v">
                <p:oleObj r:id="rId6" imgW="7708900" imgH="1003300" progId="Equation.DSMT4">
                  <p:embed/>
                </p:oleObj>
              </mc:Choice>
              <mc:Fallback>
                <p:oleObj r:id="rId6" imgW="7708900" imgH="1003300" progId="Equation.DSMT4">
                  <p:embed/>
                  <p:pic>
                    <p:nvPicPr>
                      <p:cNvPr id="0" name="图片 3351"/>
                      <p:cNvPicPr/>
                      <p:nvPr/>
                    </p:nvPicPr>
                    <p:blipFill>
                      <a:blip r:embed="rId7"/>
                      <a:stretch>
                        <a:fillRect/>
                      </a:stretch>
                    </p:blipFill>
                    <p:spPr>
                      <a:xfrm>
                        <a:off x="304800" y="1371600"/>
                        <a:ext cx="7691438" cy="1001713"/>
                      </a:xfrm>
                      <a:prstGeom prst="rect">
                        <a:avLst/>
                      </a:prstGeom>
                      <a:noFill/>
                      <a:ln w="38100">
                        <a:noFill/>
                        <a:miter/>
                      </a:ln>
                    </p:spPr>
                  </p:pic>
                </p:oleObj>
              </mc:Fallback>
            </mc:AlternateContent>
          </a:graphicData>
        </a:graphic>
      </p:graphicFrame>
      <p:graphicFrame>
        <p:nvGraphicFramePr>
          <p:cNvPr id="79877" name="对象 32788"/>
          <p:cNvGraphicFramePr>
            <a:graphicFrameLocks noChangeAspect="1"/>
          </p:cNvGraphicFramePr>
          <p:nvPr/>
        </p:nvGraphicFramePr>
        <p:xfrm>
          <a:off x="990600" y="2667000"/>
          <a:ext cx="5289550" cy="1014413"/>
        </p:xfrm>
        <a:graphic>
          <a:graphicData uri="http://schemas.openxmlformats.org/presentationml/2006/ole">
            <mc:AlternateContent xmlns:mc="http://schemas.openxmlformats.org/markup-compatibility/2006">
              <mc:Choice xmlns:v="urn:schemas-microsoft-com:vml" Requires="v">
                <p:oleObj r:id="rId8" imgW="5295900" imgH="1016000" progId="Equation.DSMT4">
                  <p:embed/>
                </p:oleObj>
              </mc:Choice>
              <mc:Fallback>
                <p:oleObj r:id="rId8" imgW="5295900" imgH="1016000" progId="Equation.DSMT4">
                  <p:embed/>
                  <p:pic>
                    <p:nvPicPr>
                      <p:cNvPr id="0" name="图片 3352"/>
                      <p:cNvPicPr/>
                      <p:nvPr/>
                    </p:nvPicPr>
                    <p:blipFill>
                      <a:blip r:embed="rId9"/>
                      <a:stretch>
                        <a:fillRect/>
                      </a:stretch>
                    </p:blipFill>
                    <p:spPr>
                      <a:xfrm>
                        <a:off x="990600" y="2667000"/>
                        <a:ext cx="5289550" cy="1014413"/>
                      </a:xfrm>
                      <a:prstGeom prst="rect">
                        <a:avLst/>
                      </a:prstGeom>
                      <a:noFill/>
                      <a:ln w="38100">
                        <a:noFill/>
                        <a:miter/>
                      </a:ln>
                    </p:spPr>
                  </p:pic>
                </p:oleObj>
              </mc:Fallback>
            </mc:AlternateContent>
          </a:graphicData>
        </a:graphic>
      </p:graphicFrame>
      <p:graphicFrame>
        <p:nvGraphicFramePr>
          <p:cNvPr id="79878" name="对象 32789"/>
          <p:cNvGraphicFramePr>
            <a:graphicFrameLocks noChangeAspect="1"/>
          </p:cNvGraphicFramePr>
          <p:nvPr/>
        </p:nvGraphicFramePr>
        <p:xfrm>
          <a:off x="1146175" y="4221163"/>
          <a:ext cx="6985000" cy="1117600"/>
        </p:xfrm>
        <a:graphic>
          <a:graphicData uri="http://schemas.openxmlformats.org/presentationml/2006/ole">
            <mc:AlternateContent xmlns:mc="http://schemas.openxmlformats.org/markup-compatibility/2006">
              <mc:Choice xmlns:v="urn:schemas-microsoft-com:vml" Requires="v">
                <p:oleObj r:id="rId10" imgW="6985000" imgH="1117600" progId="Equation.DSMT4">
                  <p:embed/>
                </p:oleObj>
              </mc:Choice>
              <mc:Fallback>
                <p:oleObj r:id="rId10" imgW="6985000" imgH="1117600" progId="Equation.DSMT4">
                  <p:embed/>
                  <p:pic>
                    <p:nvPicPr>
                      <p:cNvPr id="0" name="图片 3353"/>
                      <p:cNvPicPr/>
                      <p:nvPr/>
                    </p:nvPicPr>
                    <p:blipFill>
                      <a:blip r:embed="rId11"/>
                      <a:stretch>
                        <a:fillRect/>
                      </a:stretch>
                    </p:blipFill>
                    <p:spPr>
                      <a:xfrm>
                        <a:off x="1146175" y="4221163"/>
                        <a:ext cx="6985000" cy="1117600"/>
                      </a:xfrm>
                      <a:prstGeom prst="rect">
                        <a:avLst/>
                      </a:prstGeom>
                      <a:noFill/>
                      <a:ln w="38100">
                        <a:noFill/>
                        <a:miter/>
                      </a:ln>
                    </p:spPr>
                  </p:pic>
                </p:oleObj>
              </mc:Fallback>
            </mc:AlternateContent>
          </a:graphicData>
        </a:graphic>
      </p:graphicFrame>
      <p:grpSp>
        <p:nvGrpSpPr>
          <p:cNvPr id="79879" name="组合 1"/>
          <p:cNvGrpSpPr/>
          <p:nvPr/>
        </p:nvGrpSpPr>
        <p:grpSpPr>
          <a:xfrm>
            <a:off x="6643688" y="2362200"/>
            <a:ext cx="2500312" cy="2070100"/>
            <a:chOff x="4185" y="1446"/>
            <a:chExt cx="1575" cy="1304"/>
          </a:xfrm>
        </p:grpSpPr>
        <p:sp>
          <p:nvSpPr>
            <p:cNvPr id="79880" name="椭圆 2"/>
            <p:cNvSpPr/>
            <p:nvPr/>
          </p:nvSpPr>
          <p:spPr>
            <a:xfrm>
              <a:off x="4345" y="1654"/>
              <a:ext cx="1026" cy="1037"/>
            </a:xfrm>
            <a:prstGeom prst="ellipse">
              <a:avLst/>
            </a:prstGeom>
            <a:pattFill prst="pct10">
              <a:fgClr>
                <a:schemeClr val="tx1"/>
              </a:fgClr>
              <a:bgClr>
                <a:schemeClr val="bg2"/>
              </a:bgClr>
            </a:pattFill>
            <a:ln w="25400" cap="sq" cmpd="sng">
              <a:solidFill>
                <a:schemeClr val="tx1"/>
              </a:solidFill>
              <a:prstDash val="solid"/>
              <a:round/>
              <a:headEnd type="none" w="sm" len="sm"/>
              <a:tailEnd type="none" w="sm" len="sm"/>
            </a:ln>
          </p:spPr>
          <p:txBody>
            <a:bodyPr anchor="t" anchorCtr="0"/>
            <a:lstStyle/>
            <a:p>
              <a:endParaRPr lang="zh-CN" altLang="en-US">
                <a:latin typeface="Times New Roman" panose="02020603050405020304" pitchFamily="2" charset="0"/>
                <a:ea typeface="宋体" panose="02010600030101010101" pitchFamily="2" charset="-122"/>
              </a:endParaRPr>
            </a:p>
          </p:txBody>
        </p:sp>
        <p:sp>
          <p:nvSpPr>
            <p:cNvPr id="79881" name="椭圆 3"/>
            <p:cNvSpPr/>
            <p:nvPr/>
          </p:nvSpPr>
          <p:spPr>
            <a:xfrm>
              <a:off x="4608" y="1920"/>
              <a:ext cx="470" cy="474"/>
            </a:xfrm>
            <a:prstGeom prst="ellipse">
              <a:avLst/>
            </a:prstGeom>
            <a:solidFill>
              <a:schemeClr val="bg2"/>
            </a:solidFill>
            <a:ln w="25400" cap="sq" cmpd="sng">
              <a:solidFill>
                <a:schemeClr val="tx1"/>
              </a:solidFill>
              <a:prstDash val="solid"/>
              <a:round/>
              <a:headEnd type="none" w="sm" len="sm"/>
              <a:tailEnd type="none" w="sm" len="sm"/>
            </a:ln>
          </p:spPr>
          <p:txBody>
            <a:bodyPr anchor="t" anchorCtr="0"/>
            <a:lstStyle/>
            <a:p>
              <a:endParaRPr lang="zh-CN" altLang="en-US">
                <a:latin typeface="Times New Roman" panose="02020603050405020304" pitchFamily="2" charset="0"/>
                <a:ea typeface="宋体" panose="02010600030101010101" pitchFamily="2" charset="-122"/>
              </a:endParaRPr>
            </a:p>
          </p:txBody>
        </p:sp>
        <p:sp>
          <p:nvSpPr>
            <p:cNvPr id="79882" name="直接连接符 4"/>
            <p:cNvSpPr/>
            <p:nvPr/>
          </p:nvSpPr>
          <p:spPr>
            <a:xfrm>
              <a:off x="4286" y="2157"/>
              <a:ext cx="1357" cy="0"/>
            </a:xfrm>
            <a:prstGeom prst="line">
              <a:avLst/>
            </a:prstGeom>
            <a:ln w="25400" cap="sq" cmpd="sng">
              <a:solidFill>
                <a:schemeClr val="tx1"/>
              </a:solidFill>
              <a:prstDash val="solid"/>
              <a:round/>
              <a:headEnd type="none" w="sm" len="sm"/>
              <a:tailEnd type="triangle" w="med" len="lg"/>
            </a:ln>
          </p:spPr>
        </p:sp>
        <p:sp>
          <p:nvSpPr>
            <p:cNvPr id="79883" name="直接连接符 5"/>
            <p:cNvSpPr/>
            <p:nvPr/>
          </p:nvSpPr>
          <p:spPr>
            <a:xfrm flipV="1">
              <a:off x="4844" y="1476"/>
              <a:ext cx="0" cy="1274"/>
            </a:xfrm>
            <a:prstGeom prst="line">
              <a:avLst/>
            </a:prstGeom>
            <a:ln w="25400" cap="sq" cmpd="sng">
              <a:solidFill>
                <a:schemeClr val="tx1"/>
              </a:solidFill>
              <a:prstDash val="solid"/>
              <a:round/>
              <a:headEnd type="none" w="sm" len="sm"/>
              <a:tailEnd type="triangle" w="med" len="lg"/>
            </a:ln>
          </p:spPr>
        </p:sp>
        <p:graphicFrame>
          <p:nvGraphicFramePr>
            <p:cNvPr id="79884" name="对象 6"/>
            <p:cNvGraphicFramePr/>
            <p:nvPr/>
          </p:nvGraphicFramePr>
          <p:xfrm>
            <a:off x="5438" y="2187"/>
            <a:ext cx="322" cy="148"/>
          </p:xfrm>
          <a:graphic>
            <a:graphicData uri="http://schemas.openxmlformats.org/presentationml/2006/ole">
              <mc:AlternateContent xmlns:mc="http://schemas.openxmlformats.org/markup-compatibility/2006">
                <mc:Choice xmlns:v="urn:schemas-microsoft-com:vml" Requires="v">
                  <p:oleObj r:id="rId12" imgW="838200" imgH="381000" progId="Equation.DSMT4">
                    <p:embed/>
                  </p:oleObj>
                </mc:Choice>
                <mc:Fallback>
                  <p:oleObj r:id="rId12" imgW="838200" imgH="381000" progId="Equation.DSMT4">
                    <p:embed/>
                    <p:pic>
                      <p:nvPicPr>
                        <p:cNvPr id="0" name="图片 3404"/>
                        <p:cNvPicPr/>
                        <p:nvPr/>
                      </p:nvPicPr>
                      <p:blipFill>
                        <a:blip r:embed="rId13"/>
                        <a:stretch>
                          <a:fillRect/>
                        </a:stretch>
                      </p:blipFill>
                      <p:spPr>
                        <a:xfrm>
                          <a:off x="5438" y="2187"/>
                          <a:ext cx="322" cy="148"/>
                        </a:xfrm>
                        <a:prstGeom prst="rect">
                          <a:avLst/>
                        </a:prstGeom>
                        <a:noFill/>
                        <a:ln w="38100">
                          <a:noFill/>
                          <a:miter/>
                        </a:ln>
                      </p:spPr>
                    </p:pic>
                  </p:oleObj>
                </mc:Fallback>
              </mc:AlternateContent>
            </a:graphicData>
          </a:graphic>
        </p:graphicFrame>
        <p:graphicFrame>
          <p:nvGraphicFramePr>
            <p:cNvPr id="79885" name="对象 8"/>
            <p:cNvGraphicFramePr/>
            <p:nvPr/>
          </p:nvGraphicFramePr>
          <p:xfrm>
            <a:off x="4873" y="1446"/>
            <a:ext cx="405" cy="148"/>
          </p:xfrm>
          <a:graphic>
            <a:graphicData uri="http://schemas.openxmlformats.org/presentationml/2006/ole">
              <mc:AlternateContent xmlns:mc="http://schemas.openxmlformats.org/markup-compatibility/2006">
                <mc:Choice xmlns:v="urn:schemas-microsoft-com:vml" Requires="v">
                  <p:oleObj r:id="rId14" imgW="1054100" imgH="381000" progId="Equation.DSMT4">
                    <p:embed/>
                  </p:oleObj>
                </mc:Choice>
                <mc:Fallback>
                  <p:oleObj r:id="rId14" imgW="1054100" imgH="381000" progId="Equation.DSMT4">
                    <p:embed/>
                    <p:pic>
                      <p:nvPicPr>
                        <p:cNvPr id="0" name="图片 3389"/>
                        <p:cNvPicPr/>
                        <p:nvPr/>
                      </p:nvPicPr>
                      <p:blipFill>
                        <a:blip r:embed="rId15"/>
                        <a:stretch>
                          <a:fillRect/>
                        </a:stretch>
                      </p:blipFill>
                      <p:spPr>
                        <a:xfrm>
                          <a:off x="4873" y="1446"/>
                          <a:ext cx="405" cy="148"/>
                        </a:xfrm>
                        <a:prstGeom prst="rect">
                          <a:avLst/>
                        </a:prstGeom>
                        <a:noFill/>
                        <a:ln w="38100">
                          <a:noFill/>
                          <a:miter/>
                        </a:ln>
                      </p:spPr>
                    </p:pic>
                  </p:oleObj>
                </mc:Fallback>
              </mc:AlternateContent>
            </a:graphicData>
          </a:graphic>
        </p:graphicFrame>
        <p:graphicFrame>
          <p:nvGraphicFramePr>
            <p:cNvPr id="79886" name="对象 10"/>
            <p:cNvGraphicFramePr/>
            <p:nvPr/>
          </p:nvGraphicFramePr>
          <p:xfrm>
            <a:off x="4755" y="2187"/>
            <a:ext cx="79" cy="119"/>
          </p:xfrm>
          <a:graphic>
            <a:graphicData uri="http://schemas.openxmlformats.org/presentationml/2006/ole">
              <mc:AlternateContent xmlns:mc="http://schemas.openxmlformats.org/markup-compatibility/2006">
                <mc:Choice xmlns:v="urn:schemas-microsoft-com:vml" Requires="v">
                  <p:oleObj r:id="rId16" imgW="203200" imgH="304800" progId="Equation.DSMT4">
                    <p:embed/>
                  </p:oleObj>
                </mc:Choice>
                <mc:Fallback>
                  <p:oleObj r:id="rId16" imgW="203200" imgH="304800" progId="Equation.DSMT4">
                    <p:embed/>
                    <p:pic>
                      <p:nvPicPr>
                        <p:cNvPr id="0" name="图片 3393"/>
                        <p:cNvPicPr/>
                        <p:nvPr/>
                      </p:nvPicPr>
                      <p:blipFill>
                        <a:blip r:embed="rId17"/>
                        <a:stretch>
                          <a:fillRect/>
                        </a:stretch>
                      </p:blipFill>
                      <p:spPr>
                        <a:xfrm>
                          <a:off x="4755" y="2187"/>
                          <a:ext cx="79" cy="119"/>
                        </a:xfrm>
                        <a:prstGeom prst="rect">
                          <a:avLst/>
                        </a:prstGeom>
                        <a:noFill/>
                        <a:ln w="38100">
                          <a:noFill/>
                          <a:miter/>
                        </a:ln>
                      </p:spPr>
                    </p:pic>
                  </p:oleObj>
                </mc:Fallback>
              </mc:AlternateContent>
            </a:graphicData>
          </a:graphic>
        </p:graphicFrame>
        <p:grpSp>
          <p:nvGrpSpPr>
            <p:cNvPr id="79887" name="组合 12"/>
            <p:cNvGrpSpPr/>
            <p:nvPr/>
          </p:nvGrpSpPr>
          <p:grpSpPr>
            <a:xfrm>
              <a:off x="4320" y="2110"/>
              <a:ext cx="57" cy="97"/>
              <a:chOff x="4743" y="1344"/>
              <a:chExt cx="92" cy="157"/>
            </a:xfrm>
          </p:grpSpPr>
          <p:sp>
            <p:nvSpPr>
              <p:cNvPr id="79888" name="直接连接符 13"/>
              <p:cNvSpPr/>
              <p:nvPr/>
            </p:nvSpPr>
            <p:spPr>
              <a:xfrm flipH="1">
                <a:off x="4743" y="1349"/>
                <a:ext cx="90" cy="133"/>
              </a:xfrm>
              <a:prstGeom prst="line">
                <a:avLst/>
              </a:prstGeom>
              <a:ln w="25400" cap="sq" cmpd="sng">
                <a:solidFill>
                  <a:srgbClr val="FF9900"/>
                </a:solidFill>
                <a:prstDash val="solid"/>
                <a:round/>
                <a:headEnd type="none" w="sm" len="sm"/>
                <a:tailEnd type="none" w="sm" len="sm"/>
              </a:ln>
            </p:spPr>
          </p:sp>
          <p:sp>
            <p:nvSpPr>
              <p:cNvPr id="79889" name="直接连接符 14"/>
              <p:cNvSpPr/>
              <p:nvPr/>
            </p:nvSpPr>
            <p:spPr>
              <a:xfrm>
                <a:off x="4752" y="1344"/>
                <a:ext cx="83" cy="157"/>
              </a:xfrm>
              <a:prstGeom prst="line">
                <a:avLst/>
              </a:prstGeom>
              <a:ln w="25400" cap="sq" cmpd="sng">
                <a:solidFill>
                  <a:srgbClr val="FF9900"/>
                </a:solidFill>
                <a:prstDash val="solid"/>
                <a:round/>
                <a:headEnd type="none" w="sm" len="sm"/>
                <a:tailEnd type="none" w="sm" len="sm"/>
              </a:ln>
            </p:spPr>
          </p:sp>
        </p:grpSp>
        <p:graphicFrame>
          <p:nvGraphicFramePr>
            <p:cNvPr id="79890" name="对象 15"/>
            <p:cNvGraphicFramePr/>
            <p:nvPr/>
          </p:nvGraphicFramePr>
          <p:xfrm>
            <a:off x="4185" y="2014"/>
            <a:ext cx="153" cy="120"/>
          </p:xfrm>
          <a:graphic>
            <a:graphicData uri="http://schemas.openxmlformats.org/presentationml/2006/ole">
              <mc:AlternateContent xmlns:mc="http://schemas.openxmlformats.org/markup-compatibility/2006">
                <mc:Choice xmlns:v="urn:schemas-microsoft-com:vml" Requires="v">
                  <p:oleObj r:id="rId18" imgW="393065" imgH="304800" progId="Equation.DSMT4">
                    <p:embed/>
                  </p:oleObj>
                </mc:Choice>
                <mc:Fallback>
                  <p:oleObj r:id="rId18" imgW="393065" imgH="304800" progId="Equation.DSMT4">
                    <p:embed/>
                    <p:pic>
                      <p:nvPicPr>
                        <p:cNvPr id="0" name="图片 3392"/>
                        <p:cNvPicPr/>
                        <p:nvPr/>
                      </p:nvPicPr>
                      <p:blipFill>
                        <a:blip r:embed="rId19"/>
                        <a:stretch>
                          <a:fillRect/>
                        </a:stretch>
                      </p:blipFill>
                      <p:spPr>
                        <a:xfrm>
                          <a:off x="4185" y="2014"/>
                          <a:ext cx="153" cy="120"/>
                        </a:xfrm>
                        <a:prstGeom prst="rect">
                          <a:avLst/>
                        </a:prstGeom>
                        <a:noFill/>
                        <a:ln w="38100">
                          <a:noFill/>
                          <a:miter/>
                        </a:ln>
                      </p:spPr>
                    </p:pic>
                  </p:oleObj>
                </mc:Fallback>
              </mc:AlternateContent>
            </a:graphicData>
          </a:graphic>
        </p:graphicFrame>
        <p:grpSp>
          <p:nvGrpSpPr>
            <p:cNvPr id="79891" name="组合 17"/>
            <p:cNvGrpSpPr/>
            <p:nvPr/>
          </p:nvGrpSpPr>
          <p:grpSpPr>
            <a:xfrm>
              <a:off x="5046" y="2115"/>
              <a:ext cx="56" cy="97"/>
              <a:chOff x="4743" y="1344"/>
              <a:chExt cx="92" cy="157"/>
            </a:xfrm>
          </p:grpSpPr>
          <p:sp>
            <p:nvSpPr>
              <p:cNvPr id="79892" name="直接连接符 18"/>
              <p:cNvSpPr/>
              <p:nvPr/>
            </p:nvSpPr>
            <p:spPr>
              <a:xfrm flipH="1">
                <a:off x="4743" y="1349"/>
                <a:ext cx="90" cy="133"/>
              </a:xfrm>
              <a:prstGeom prst="line">
                <a:avLst/>
              </a:prstGeom>
              <a:ln w="25400" cap="sq" cmpd="sng">
                <a:solidFill>
                  <a:srgbClr val="FF9900"/>
                </a:solidFill>
                <a:prstDash val="solid"/>
                <a:round/>
                <a:headEnd type="none" w="sm" len="sm"/>
                <a:tailEnd type="none" w="sm" len="sm"/>
              </a:ln>
            </p:spPr>
          </p:sp>
          <p:sp>
            <p:nvSpPr>
              <p:cNvPr id="79893" name="直接连接符 19"/>
              <p:cNvSpPr/>
              <p:nvPr/>
            </p:nvSpPr>
            <p:spPr>
              <a:xfrm>
                <a:off x="4752" y="1344"/>
                <a:ext cx="83" cy="157"/>
              </a:xfrm>
              <a:prstGeom prst="line">
                <a:avLst/>
              </a:prstGeom>
              <a:ln w="25400" cap="sq" cmpd="sng">
                <a:solidFill>
                  <a:srgbClr val="FF9900"/>
                </a:solidFill>
                <a:prstDash val="solid"/>
                <a:round/>
                <a:headEnd type="none" w="sm" len="sm"/>
                <a:tailEnd type="none" w="sm" len="sm"/>
              </a:ln>
            </p:spPr>
          </p:sp>
        </p:grpSp>
        <p:graphicFrame>
          <p:nvGraphicFramePr>
            <p:cNvPr id="79894" name="对象 20"/>
            <p:cNvGraphicFramePr/>
            <p:nvPr/>
          </p:nvGraphicFramePr>
          <p:xfrm>
            <a:off x="4956" y="2035"/>
            <a:ext cx="83" cy="115"/>
          </p:xfrm>
          <a:graphic>
            <a:graphicData uri="http://schemas.openxmlformats.org/presentationml/2006/ole">
              <mc:AlternateContent xmlns:mc="http://schemas.openxmlformats.org/markup-compatibility/2006">
                <mc:Choice xmlns:v="urn:schemas-microsoft-com:vml" Requires="v">
                  <p:oleObj r:id="rId20" imgW="215900" imgH="292100" progId="Equation.DSMT4">
                    <p:embed/>
                  </p:oleObj>
                </mc:Choice>
                <mc:Fallback>
                  <p:oleObj r:id="rId20" imgW="215900" imgH="292100" progId="Equation.DSMT4">
                    <p:embed/>
                    <p:pic>
                      <p:nvPicPr>
                        <p:cNvPr id="0" name="图片 3390"/>
                        <p:cNvPicPr/>
                        <p:nvPr/>
                      </p:nvPicPr>
                      <p:blipFill>
                        <a:blip r:embed="rId21"/>
                        <a:stretch>
                          <a:fillRect/>
                        </a:stretch>
                      </p:blipFill>
                      <p:spPr>
                        <a:xfrm>
                          <a:off x="4956" y="2035"/>
                          <a:ext cx="83" cy="115"/>
                        </a:xfrm>
                        <a:prstGeom prst="rect">
                          <a:avLst/>
                        </a:prstGeom>
                        <a:noFill/>
                        <a:ln w="38100">
                          <a:noFill/>
                          <a:miter/>
                        </a:ln>
                      </p:spPr>
                    </p:pic>
                  </p:oleObj>
                </mc:Fallback>
              </mc:AlternateContent>
            </a:graphicData>
          </a:graphic>
        </p:graphicFrame>
      </p:grpSp>
      <mc:AlternateContent xmlns:mc="http://schemas.openxmlformats.org/markup-compatibility/2006" xmlns:p14="http://schemas.microsoft.com/office/powerpoint/2010/main">
        <mc:Choice Requires="p14">
          <p:contentPart p14:bwMode="auto" r:id="rId22">
            <p14:nvContentPartPr>
              <p14:cNvPr id="20" name="墨迹 19">
                <a:extLst>
                  <a:ext uri="{FF2B5EF4-FFF2-40B4-BE49-F238E27FC236}">
                    <a16:creationId xmlns:a16="http://schemas.microsoft.com/office/drawing/2014/main" id="{DF67CB39-A21B-A812-0508-39AB6F7BCE4D}"/>
                  </a:ext>
                </a:extLst>
              </p14:cNvPr>
              <p14:cNvContentPartPr/>
              <p14:nvPr/>
            </p14:nvContentPartPr>
            <p14:xfrm>
              <a:off x="6816025" y="942185"/>
              <a:ext cx="1001160" cy="126360"/>
            </p14:xfrm>
          </p:contentPart>
        </mc:Choice>
        <mc:Fallback xmlns="">
          <p:pic>
            <p:nvPicPr>
              <p:cNvPr id="20" name="墨迹 19">
                <a:extLst>
                  <a:ext uri="{FF2B5EF4-FFF2-40B4-BE49-F238E27FC236}">
                    <a16:creationId xmlns:a16="http://schemas.microsoft.com/office/drawing/2014/main" id="{DF67CB39-A21B-A812-0508-39AB6F7BCE4D}"/>
                  </a:ext>
                </a:extLst>
              </p:cNvPr>
              <p:cNvPicPr/>
              <p:nvPr/>
            </p:nvPicPr>
            <p:blipFill>
              <a:blip r:embed="rId23"/>
              <a:stretch>
                <a:fillRect/>
              </a:stretch>
            </p:blipFill>
            <p:spPr>
              <a:xfrm>
                <a:off x="6798385" y="924185"/>
                <a:ext cx="1036800" cy="162000"/>
              </a:xfrm>
              <a:prstGeom prst="rect">
                <a:avLst/>
              </a:prstGeom>
            </p:spPr>
          </p:pic>
        </mc:Fallback>
      </mc:AlternateContent>
    </p:spTree>
  </p:cSld>
  <p:clrMapOvr>
    <a:masterClrMapping/>
  </p:clrMapOvr>
  <p:transition/>
</p:sld>
</file>

<file path=ppt/slides/slide57.xml><?xml version="1.0" encoding="utf-8"?>
<p:sld xmlns:a="http://schemas.openxmlformats.org/drawingml/2006/main" xmlns:r="http://schemas.openxmlformats.org/officeDocument/2006/relationships" xmlns:p="http://schemas.openxmlformats.org/presentationml/2006/main">
  <p:cSld>
    <p:bg>
      <p:bgPr>
        <a:solidFill>
          <a:schemeClr val="accent2"/>
        </a:solidFill>
        <a:effectLst/>
      </p:bgPr>
    </p:bg>
    <p:spTree>
      <p:nvGrpSpPr>
        <p:cNvPr id="1" name=""/>
        <p:cNvGrpSpPr/>
        <p:nvPr/>
      </p:nvGrpSpPr>
      <p:grpSpPr>
        <a:xfrm>
          <a:off x="0" y="0"/>
          <a:ext cx="0" cy="0"/>
          <a:chOff x="0" y="0"/>
          <a:chExt cx="0" cy="0"/>
        </a:xfrm>
      </p:grpSpPr>
      <p:graphicFrame>
        <p:nvGraphicFramePr>
          <p:cNvPr id="80898" name="内容占位符 33793"/>
          <p:cNvGraphicFramePr>
            <a:graphicFrameLocks noGrp="1" noChangeAspect="1"/>
          </p:cNvGraphicFramePr>
          <p:nvPr>
            <p:ph sz="quarter" idx="2"/>
          </p:nvPr>
        </p:nvGraphicFramePr>
        <p:xfrm>
          <a:off x="1547813" y="150813"/>
          <a:ext cx="2984500" cy="901700"/>
        </p:xfrm>
        <a:graphic>
          <a:graphicData uri="http://schemas.openxmlformats.org/presentationml/2006/ole">
            <mc:AlternateContent xmlns:mc="http://schemas.openxmlformats.org/markup-compatibility/2006">
              <mc:Choice xmlns:v="urn:schemas-microsoft-com:vml" Requires="v">
                <p:oleObj r:id="rId2" imgW="2984500" imgH="901700" progId="Equation.DSMT4">
                  <p:embed/>
                </p:oleObj>
              </mc:Choice>
              <mc:Fallback>
                <p:oleObj r:id="rId2" imgW="2984500" imgH="901700" progId="Equation.DSMT4">
                  <p:embed/>
                  <p:pic>
                    <p:nvPicPr>
                      <p:cNvPr id="0" name="图片 3391"/>
                      <p:cNvPicPr/>
                      <p:nvPr/>
                    </p:nvPicPr>
                    <p:blipFill>
                      <a:blip r:embed="rId3"/>
                      <a:stretch>
                        <a:fillRect/>
                      </a:stretch>
                    </p:blipFill>
                    <p:spPr>
                      <a:xfrm>
                        <a:off x="1547813" y="150813"/>
                        <a:ext cx="2984500" cy="901700"/>
                      </a:xfrm>
                      <a:prstGeom prst="rect">
                        <a:avLst/>
                      </a:prstGeom>
                      <a:noFill/>
                      <a:ln w="38100">
                        <a:miter/>
                      </a:ln>
                    </p:spPr>
                  </p:pic>
                </p:oleObj>
              </mc:Fallback>
            </mc:AlternateContent>
          </a:graphicData>
        </a:graphic>
      </p:graphicFrame>
      <p:graphicFrame>
        <p:nvGraphicFramePr>
          <p:cNvPr id="80899" name="对象 33794"/>
          <p:cNvGraphicFramePr>
            <a:graphicFrameLocks noChangeAspect="1"/>
          </p:cNvGraphicFramePr>
          <p:nvPr/>
        </p:nvGraphicFramePr>
        <p:xfrm>
          <a:off x="1547813" y="1125538"/>
          <a:ext cx="5743575" cy="838200"/>
        </p:xfrm>
        <a:graphic>
          <a:graphicData uri="http://schemas.openxmlformats.org/presentationml/2006/ole">
            <mc:AlternateContent xmlns:mc="http://schemas.openxmlformats.org/markup-compatibility/2006">
              <mc:Choice xmlns:v="urn:schemas-microsoft-com:vml" Requires="v">
                <p:oleObj r:id="rId4" imgW="5753100" imgH="838200" progId="Equation.DSMT4">
                  <p:embed/>
                </p:oleObj>
              </mc:Choice>
              <mc:Fallback>
                <p:oleObj r:id="rId4" imgW="5753100" imgH="838200" progId="Equation.DSMT4">
                  <p:embed/>
                  <p:pic>
                    <p:nvPicPr>
                      <p:cNvPr id="0" name="图片 3403"/>
                      <p:cNvPicPr/>
                      <p:nvPr/>
                    </p:nvPicPr>
                    <p:blipFill>
                      <a:blip r:embed="rId5"/>
                      <a:stretch>
                        <a:fillRect/>
                      </a:stretch>
                    </p:blipFill>
                    <p:spPr>
                      <a:xfrm>
                        <a:off x="1547813" y="1125538"/>
                        <a:ext cx="5743575" cy="838200"/>
                      </a:xfrm>
                      <a:prstGeom prst="rect">
                        <a:avLst/>
                      </a:prstGeom>
                      <a:noFill/>
                      <a:ln w="38100">
                        <a:noFill/>
                        <a:miter/>
                      </a:ln>
                    </p:spPr>
                  </p:pic>
                </p:oleObj>
              </mc:Fallback>
            </mc:AlternateContent>
          </a:graphicData>
        </a:graphic>
      </p:graphicFrame>
      <p:graphicFrame>
        <p:nvGraphicFramePr>
          <p:cNvPr id="80900" name="内容占位符 33795"/>
          <p:cNvGraphicFramePr>
            <a:graphicFrameLocks noGrp="1" noChangeAspect="1"/>
          </p:cNvGraphicFramePr>
          <p:nvPr>
            <p:ph sz="quarter" idx="3"/>
          </p:nvPr>
        </p:nvGraphicFramePr>
        <p:xfrm>
          <a:off x="1609725" y="2016125"/>
          <a:ext cx="1733550" cy="485775"/>
        </p:xfrm>
        <a:graphic>
          <a:graphicData uri="http://schemas.openxmlformats.org/presentationml/2006/ole">
            <mc:AlternateContent xmlns:mc="http://schemas.openxmlformats.org/markup-compatibility/2006">
              <mc:Choice xmlns:v="urn:schemas-microsoft-com:vml" Requires="v">
                <p:oleObj r:id="rId6" imgW="1637665" imgH="482600" progId="Equation.DSMT4">
                  <p:embed/>
                </p:oleObj>
              </mc:Choice>
              <mc:Fallback>
                <p:oleObj r:id="rId6" imgW="1637665" imgH="482600" progId="Equation.DSMT4">
                  <p:embed/>
                  <p:pic>
                    <p:nvPicPr>
                      <p:cNvPr id="0" name="图片 3402"/>
                      <p:cNvPicPr/>
                      <p:nvPr/>
                    </p:nvPicPr>
                    <p:blipFill>
                      <a:blip r:embed="rId7"/>
                      <a:stretch>
                        <a:fillRect/>
                      </a:stretch>
                    </p:blipFill>
                    <p:spPr>
                      <a:xfrm>
                        <a:off x="1609725" y="2016125"/>
                        <a:ext cx="1733550" cy="485775"/>
                      </a:xfrm>
                      <a:prstGeom prst="rect">
                        <a:avLst/>
                      </a:prstGeom>
                      <a:noFill/>
                      <a:ln w="38100">
                        <a:miter/>
                      </a:ln>
                    </p:spPr>
                  </p:pic>
                </p:oleObj>
              </mc:Fallback>
            </mc:AlternateContent>
          </a:graphicData>
        </a:graphic>
      </p:graphicFrame>
      <p:grpSp>
        <p:nvGrpSpPr>
          <p:cNvPr id="80901" name="组合 33796"/>
          <p:cNvGrpSpPr>
            <a:grpSpLocks noChangeAspect="1"/>
          </p:cNvGrpSpPr>
          <p:nvPr/>
        </p:nvGrpSpPr>
        <p:grpSpPr>
          <a:xfrm>
            <a:off x="1581150" y="2425700"/>
            <a:ext cx="5257800" cy="1800225"/>
            <a:chOff x="0" y="0"/>
            <a:chExt cx="3112" cy="1134"/>
          </a:xfrm>
        </p:grpSpPr>
        <p:graphicFrame>
          <p:nvGraphicFramePr>
            <p:cNvPr id="80902" name="对象 33797"/>
            <p:cNvGraphicFramePr>
              <a:graphicFrameLocks noChangeAspect="1"/>
            </p:cNvGraphicFramePr>
            <p:nvPr/>
          </p:nvGraphicFramePr>
          <p:xfrm>
            <a:off x="28" y="0"/>
            <a:ext cx="2712" cy="528"/>
          </p:xfrm>
          <a:graphic>
            <a:graphicData uri="http://schemas.openxmlformats.org/presentationml/2006/ole">
              <mc:AlternateContent xmlns:mc="http://schemas.openxmlformats.org/markup-compatibility/2006">
                <mc:Choice xmlns:v="urn:schemas-microsoft-com:vml" Requires="v">
                  <p:oleObj r:id="rId8" imgW="4305300" imgH="838200" progId="Equation.DSMT4">
                    <p:embed/>
                  </p:oleObj>
                </mc:Choice>
                <mc:Fallback>
                  <p:oleObj r:id="rId8" imgW="4305300" imgH="838200" progId="Equation.DSMT4">
                    <p:embed/>
                    <p:pic>
                      <p:nvPicPr>
                        <p:cNvPr id="0" name="图片 3400"/>
                        <p:cNvPicPr/>
                        <p:nvPr/>
                      </p:nvPicPr>
                      <p:blipFill>
                        <a:blip r:embed="rId9"/>
                        <a:stretch>
                          <a:fillRect/>
                        </a:stretch>
                      </p:blipFill>
                      <p:spPr>
                        <a:xfrm>
                          <a:off x="28" y="0"/>
                          <a:ext cx="2712" cy="528"/>
                        </a:xfrm>
                        <a:prstGeom prst="rect">
                          <a:avLst/>
                        </a:prstGeom>
                        <a:noFill/>
                        <a:ln w="38100">
                          <a:noFill/>
                          <a:miter/>
                        </a:ln>
                      </p:spPr>
                    </p:pic>
                  </p:oleObj>
                </mc:Fallback>
              </mc:AlternateContent>
            </a:graphicData>
          </a:graphic>
        </p:graphicFrame>
        <p:graphicFrame>
          <p:nvGraphicFramePr>
            <p:cNvPr id="80903" name="对象 33798"/>
            <p:cNvGraphicFramePr>
              <a:graphicFrameLocks noChangeAspect="1"/>
            </p:cNvGraphicFramePr>
            <p:nvPr/>
          </p:nvGraphicFramePr>
          <p:xfrm>
            <a:off x="0" y="606"/>
            <a:ext cx="3112" cy="528"/>
          </p:xfrm>
          <a:graphic>
            <a:graphicData uri="http://schemas.openxmlformats.org/presentationml/2006/ole">
              <mc:AlternateContent xmlns:mc="http://schemas.openxmlformats.org/markup-compatibility/2006">
                <mc:Choice xmlns:v="urn:schemas-microsoft-com:vml" Requires="v">
                  <p:oleObj r:id="rId10" imgW="4940300" imgH="838200" progId="Equation.DSMT4">
                    <p:embed/>
                  </p:oleObj>
                </mc:Choice>
                <mc:Fallback>
                  <p:oleObj r:id="rId10" imgW="4940300" imgH="838200" progId="Equation.DSMT4">
                    <p:embed/>
                    <p:pic>
                      <p:nvPicPr>
                        <p:cNvPr id="0" name="图片 3395"/>
                        <p:cNvPicPr/>
                        <p:nvPr/>
                      </p:nvPicPr>
                      <p:blipFill>
                        <a:blip r:embed="rId11"/>
                        <a:stretch>
                          <a:fillRect/>
                        </a:stretch>
                      </p:blipFill>
                      <p:spPr>
                        <a:xfrm>
                          <a:off x="0" y="606"/>
                          <a:ext cx="3112" cy="528"/>
                        </a:xfrm>
                        <a:prstGeom prst="rect">
                          <a:avLst/>
                        </a:prstGeom>
                        <a:noFill/>
                        <a:ln w="38100">
                          <a:noFill/>
                          <a:miter/>
                        </a:ln>
                      </p:spPr>
                    </p:pic>
                  </p:oleObj>
                </mc:Fallback>
              </mc:AlternateContent>
            </a:graphicData>
          </a:graphic>
        </p:graphicFrame>
      </p:grpSp>
      <p:grpSp>
        <p:nvGrpSpPr>
          <p:cNvPr id="80904" name="组合 33799"/>
          <p:cNvGrpSpPr/>
          <p:nvPr/>
        </p:nvGrpSpPr>
        <p:grpSpPr>
          <a:xfrm>
            <a:off x="1636713" y="4221163"/>
            <a:ext cx="3798887" cy="936625"/>
            <a:chOff x="0" y="0"/>
            <a:chExt cx="2393" cy="590"/>
          </a:xfrm>
        </p:grpSpPr>
        <p:graphicFrame>
          <p:nvGraphicFramePr>
            <p:cNvPr id="80905" name="对象 33800"/>
            <p:cNvGraphicFramePr>
              <a:graphicFrameLocks noChangeAspect="1"/>
            </p:cNvGraphicFramePr>
            <p:nvPr/>
          </p:nvGraphicFramePr>
          <p:xfrm>
            <a:off x="0" y="70"/>
            <a:ext cx="704" cy="520"/>
          </p:xfrm>
          <a:graphic>
            <a:graphicData uri="http://schemas.openxmlformats.org/presentationml/2006/ole">
              <mc:AlternateContent xmlns:mc="http://schemas.openxmlformats.org/markup-compatibility/2006">
                <mc:Choice xmlns:v="urn:schemas-microsoft-com:vml" Requires="v">
                  <p:oleObj r:id="rId12" imgW="1117600" imgH="825500" progId="Equation.DSMT4">
                    <p:embed/>
                  </p:oleObj>
                </mc:Choice>
                <mc:Fallback>
                  <p:oleObj r:id="rId12" imgW="1117600" imgH="825500" progId="Equation.DSMT4">
                    <p:embed/>
                    <p:pic>
                      <p:nvPicPr>
                        <p:cNvPr id="0" name="图片 3398"/>
                        <p:cNvPicPr/>
                        <p:nvPr/>
                      </p:nvPicPr>
                      <p:blipFill>
                        <a:blip r:embed="rId13"/>
                        <a:stretch>
                          <a:fillRect/>
                        </a:stretch>
                      </p:blipFill>
                      <p:spPr>
                        <a:xfrm>
                          <a:off x="0" y="70"/>
                          <a:ext cx="704" cy="520"/>
                        </a:xfrm>
                        <a:prstGeom prst="rect">
                          <a:avLst/>
                        </a:prstGeom>
                        <a:noFill/>
                        <a:ln w="38100">
                          <a:noFill/>
                          <a:miter/>
                        </a:ln>
                      </p:spPr>
                    </p:pic>
                  </p:oleObj>
                </mc:Fallback>
              </mc:AlternateContent>
            </a:graphicData>
          </a:graphic>
        </p:graphicFrame>
        <p:sp>
          <p:nvSpPr>
            <p:cNvPr id="80906" name="直接连接符 33801"/>
            <p:cNvSpPr/>
            <p:nvPr/>
          </p:nvSpPr>
          <p:spPr>
            <a:xfrm>
              <a:off x="861" y="363"/>
              <a:ext cx="817" cy="0"/>
            </a:xfrm>
            <a:prstGeom prst="line">
              <a:avLst/>
            </a:prstGeom>
            <a:ln w="28575" cap="sq" cmpd="sng">
              <a:solidFill>
                <a:schemeClr val="tx1"/>
              </a:solidFill>
              <a:prstDash val="solid"/>
              <a:round/>
              <a:headEnd type="none" w="med" len="med"/>
              <a:tailEnd type="stealth" w="lg" len="lg"/>
            </a:ln>
          </p:spPr>
        </p:sp>
        <p:graphicFrame>
          <p:nvGraphicFramePr>
            <p:cNvPr id="80907" name="对象 33802"/>
            <p:cNvGraphicFramePr>
              <a:graphicFrameLocks noChangeAspect="1"/>
            </p:cNvGraphicFramePr>
            <p:nvPr/>
          </p:nvGraphicFramePr>
          <p:xfrm>
            <a:off x="1769" y="227"/>
            <a:ext cx="624" cy="288"/>
          </p:xfrm>
          <a:graphic>
            <a:graphicData uri="http://schemas.openxmlformats.org/presentationml/2006/ole">
              <mc:AlternateContent xmlns:mc="http://schemas.openxmlformats.org/markup-compatibility/2006">
                <mc:Choice xmlns:v="urn:schemas-microsoft-com:vml" Requires="v">
                  <p:oleObj r:id="rId14" imgW="990600" imgH="457200" progId="Equation.DSMT4">
                    <p:embed/>
                  </p:oleObj>
                </mc:Choice>
                <mc:Fallback>
                  <p:oleObj r:id="rId14" imgW="990600" imgH="457200" progId="Equation.DSMT4">
                    <p:embed/>
                    <p:pic>
                      <p:nvPicPr>
                        <p:cNvPr id="0" name="图片 3387"/>
                        <p:cNvPicPr/>
                        <p:nvPr/>
                      </p:nvPicPr>
                      <p:blipFill>
                        <a:blip r:embed="rId15"/>
                        <a:stretch>
                          <a:fillRect/>
                        </a:stretch>
                      </p:blipFill>
                      <p:spPr>
                        <a:xfrm>
                          <a:off x="1769" y="227"/>
                          <a:ext cx="624" cy="288"/>
                        </a:xfrm>
                        <a:prstGeom prst="rect">
                          <a:avLst/>
                        </a:prstGeom>
                        <a:noFill/>
                        <a:ln w="38100">
                          <a:noFill/>
                          <a:miter/>
                        </a:ln>
                      </p:spPr>
                    </p:pic>
                  </p:oleObj>
                </mc:Fallback>
              </mc:AlternateContent>
            </a:graphicData>
          </a:graphic>
        </p:graphicFrame>
        <p:graphicFrame>
          <p:nvGraphicFramePr>
            <p:cNvPr id="80908" name="对象 33803"/>
            <p:cNvGraphicFramePr>
              <a:graphicFrameLocks noChangeAspect="1"/>
            </p:cNvGraphicFramePr>
            <p:nvPr/>
          </p:nvGraphicFramePr>
          <p:xfrm>
            <a:off x="997" y="0"/>
            <a:ext cx="536" cy="304"/>
          </p:xfrm>
          <a:graphic>
            <a:graphicData uri="http://schemas.openxmlformats.org/presentationml/2006/ole">
              <mc:AlternateContent xmlns:mc="http://schemas.openxmlformats.org/markup-compatibility/2006">
                <mc:Choice xmlns:v="urn:schemas-microsoft-com:vml" Requires="v">
                  <p:oleObj r:id="rId16" imgW="850265" imgH="482600" progId="Equation.DSMT4">
                    <p:embed/>
                  </p:oleObj>
                </mc:Choice>
                <mc:Fallback>
                  <p:oleObj r:id="rId16" imgW="850265" imgH="482600" progId="Equation.DSMT4">
                    <p:embed/>
                    <p:pic>
                      <p:nvPicPr>
                        <p:cNvPr id="0" name="图片 3388"/>
                        <p:cNvPicPr/>
                        <p:nvPr/>
                      </p:nvPicPr>
                      <p:blipFill>
                        <a:blip r:embed="rId17"/>
                        <a:stretch>
                          <a:fillRect/>
                        </a:stretch>
                      </p:blipFill>
                      <p:spPr>
                        <a:xfrm>
                          <a:off x="997" y="0"/>
                          <a:ext cx="536" cy="304"/>
                        </a:xfrm>
                        <a:prstGeom prst="rect">
                          <a:avLst/>
                        </a:prstGeom>
                        <a:noFill/>
                        <a:ln w="38100">
                          <a:noFill/>
                          <a:miter/>
                        </a:ln>
                      </p:spPr>
                    </p:pic>
                  </p:oleObj>
                </mc:Fallback>
              </mc:AlternateContent>
            </a:graphicData>
          </a:graphic>
        </p:graphicFrame>
      </p:grpSp>
      <p:grpSp>
        <p:nvGrpSpPr>
          <p:cNvPr id="80909" name="组合 33804"/>
          <p:cNvGrpSpPr/>
          <p:nvPr/>
        </p:nvGrpSpPr>
        <p:grpSpPr>
          <a:xfrm>
            <a:off x="1660525" y="5084763"/>
            <a:ext cx="4927600" cy="942975"/>
            <a:chOff x="0" y="0"/>
            <a:chExt cx="3104" cy="594"/>
          </a:xfrm>
        </p:grpSpPr>
        <p:graphicFrame>
          <p:nvGraphicFramePr>
            <p:cNvPr id="80910" name="对象 33805"/>
            <p:cNvGraphicFramePr>
              <a:graphicFrameLocks noChangeAspect="1"/>
            </p:cNvGraphicFramePr>
            <p:nvPr/>
          </p:nvGraphicFramePr>
          <p:xfrm>
            <a:off x="0" y="66"/>
            <a:ext cx="696" cy="528"/>
          </p:xfrm>
          <a:graphic>
            <a:graphicData uri="http://schemas.openxmlformats.org/presentationml/2006/ole">
              <mc:AlternateContent xmlns:mc="http://schemas.openxmlformats.org/markup-compatibility/2006">
                <mc:Choice xmlns:v="urn:schemas-microsoft-com:vml" Requires="v">
                  <p:oleObj r:id="rId18" imgW="1104900" imgH="838200" progId="Equation.DSMT4">
                    <p:embed/>
                  </p:oleObj>
                </mc:Choice>
                <mc:Fallback>
                  <p:oleObj r:id="rId18" imgW="1104900" imgH="838200" progId="Equation.DSMT4">
                    <p:embed/>
                    <p:pic>
                      <p:nvPicPr>
                        <p:cNvPr id="0" name="图片 3394"/>
                        <p:cNvPicPr/>
                        <p:nvPr/>
                      </p:nvPicPr>
                      <p:blipFill>
                        <a:blip r:embed="rId19"/>
                        <a:stretch>
                          <a:fillRect/>
                        </a:stretch>
                      </p:blipFill>
                      <p:spPr>
                        <a:xfrm>
                          <a:off x="0" y="66"/>
                          <a:ext cx="696" cy="528"/>
                        </a:xfrm>
                        <a:prstGeom prst="rect">
                          <a:avLst/>
                        </a:prstGeom>
                        <a:noFill/>
                        <a:ln w="38100">
                          <a:noFill/>
                          <a:miter/>
                        </a:ln>
                      </p:spPr>
                    </p:pic>
                  </p:oleObj>
                </mc:Fallback>
              </mc:AlternateContent>
            </a:graphicData>
          </a:graphic>
        </p:graphicFrame>
        <p:sp>
          <p:nvSpPr>
            <p:cNvPr id="80911" name="直接连接符 33806"/>
            <p:cNvSpPr/>
            <p:nvPr/>
          </p:nvSpPr>
          <p:spPr>
            <a:xfrm>
              <a:off x="857" y="363"/>
              <a:ext cx="817" cy="0"/>
            </a:xfrm>
            <a:prstGeom prst="line">
              <a:avLst/>
            </a:prstGeom>
            <a:ln w="28575" cap="sq" cmpd="sng">
              <a:solidFill>
                <a:schemeClr val="tx1"/>
              </a:solidFill>
              <a:prstDash val="solid"/>
              <a:round/>
              <a:headEnd type="none" w="med" len="med"/>
              <a:tailEnd type="stealth" w="lg" len="lg"/>
            </a:ln>
          </p:spPr>
        </p:sp>
        <p:graphicFrame>
          <p:nvGraphicFramePr>
            <p:cNvPr id="80912" name="对象 33807"/>
            <p:cNvGraphicFramePr>
              <a:graphicFrameLocks noChangeAspect="1"/>
            </p:cNvGraphicFramePr>
            <p:nvPr/>
          </p:nvGraphicFramePr>
          <p:xfrm>
            <a:off x="1776" y="147"/>
            <a:ext cx="1328" cy="352"/>
          </p:xfrm>
          <a:graphic>
            <a:graphicData uri="http://schemas.openxmlformats.org/presentationml/2006/ole">
              <mc:AlternateContent xmlns:mc="http://schemas.openxmlformats.org/markup-compatibility/2006">
                <mc:Choice xmlns:v="urn:schemas-microsoft-com:vml" Requires="v">
                  <p:oleObj r:id="rId20" imgW="2108200" imgH="558800" progId="Equation.DSMT4">
                    <p:embed/>
                  </p:oleObj>
                </mc:Choice>
                <mc:Fallback>
                  <p:oleObj r:id="rId20" imgW="2108200" imgH="558800" progId="Equation.DSMT4">
                    <p:embed/>
                    <p:pic>
                      <p:nvPicPr>
                        <p:cNvPr id="0" name="图片 3397"/>
                        <p:cNvPicPr/>
                        <p:nvPr/>
                      </p:nvPicPr>
                      <p:blipFill>
                        <a:blip r:embed="rId21"/>
                        <a:stretch>
                          <a:fillRect/>
                        </a:stretch>
                      </p:blipFill>
                      <p:spPr>
                        <a:xfrm>
                          <a:off x="1776" y="147"/>
                          <a:ext cx="1328" cy="352"/>
                        </a:xfrm>
                        <a:prstGeom prst="rect">
                          <a:avLst/>
                        </a:prstGeom>
                        <a:noFill/>
                        <a:ln w="38100">
                          <a:noFill/>
                          <a:miter/>
                        </a:ln>
                      </p:spPr>
                    </p:pic>
                  </p:oleObj>
                </mc:Fallback>
              </mc:AlternateContent>
            </a:graphicData>
          </a:graphic>
        </p:graphicFrame>
        <p:graphicFrame>
          <p:nvGraphicFramePr>
            <p:cNvPr id="80913" name="对象 33808"/>
            <p:cNvGraphicFramePr>
              <a:graphicFrameLocks noChangeAspect="1"/>
            </p:cNvGraphicFramePr>
            <p:nvPr/>
          </p:nvGraphicFramePr>
          <p:xfrm>
            <a:off x="1001" y="0"/>
            <a:ext cx="520" cy="304"/>
          </p:xfrm>
          <a:graphic>
            <a:graphicData uri="http://schemas.openxmlformats.org/presentationml/2006/ole">
              <mc:AlternateContent xmlns:mc="http://schemas.openxmlformats.org/markup-compatibility/2006">
                <mc:Choice xmlns:v="urn:schemas-microsoft-com:vml" Requires="v">
                  <p:oleObj r:id="rId22" imgW="825500" imgH="482600" progId="Equation.DSMT4">
                    <p:embed/>
                  </p:oleObj>
                </mc:Choice>
                <mc:Fallback>
                  <p:oleObj r:id="rId22" imgW="825500" imgH="482600" progId="Equation.DSMT4">
                    <p:embed/>
                    <p:pic>
                      <p:nvPicPr>
                        <p:cNvPr id="0" name="图片 3396"/>
                        <p:cNvPicPr/>
                        <p:nvPr/>
                      </p:nvPicPr>
                      <p:blipFill>
                        <a:blip r:embed="rId23"/>
                        <a:stretch>
                          <a:fillRect/>
                        </a:stretch>
                      </p:blipFill>
                      <p:spPr>
                        <a:xfrm>
                          <a:off x="1001" y="0"/>
                          <a:ext cx="520" cy="304"/>
                        </a:xfrm>
                        <a:prstGeom prst="rect">
                          <a:avLst/>
                        </a:prstGeom>
                        <a:noFill/>
                        <a:ln w="38100">
                          <a:noFill/>
                          <a:miter/>
                        </a:ln>
                      </p:spPr>
                    </p:pic>
                  </p:oleObj>
                </mc:Fallback>
              </mc:AlternateContent>
            </a:graphicData>
          </a:graphic>
        </p:graphicFrame>
      </p:grpSp>
      <p:graphicFrame>
        <p:nvGraphicFramePr>
          <p:cNvPr id="80914" name="对象 33809"/>
          <p:cNvGraphicFramePr>
            <a:graphicFrameLocks noChangeAspect="1"/>
          </p:cNvGraphicFramePr>
          <p:nvPr/>
        </p:nvGraphicFramePr>
        <p:xfrm>
          <a:off x="1544638" y="6237288"/>
          <a:ext cx="4800600" cy="558800"/>
        </p:xfrm>
        <a:graphic>
          <a:graphicData uri="http://schemas.openxmlformats.org/presentationml/2006/ole">
            <mc:AlternateContent xmlns:mc="http://schemas.openxmlformats.org/markup-compatibility/2006">
              <mc:Choice xmlns:v="urn:schemas-microsoft-com:vml" Requires="v">
                <p:oleObj r:id="rId24" imgW="4800600" imgH="558800" progId="Equation.DSMT4">
                  <p:embed/>
                </p:oleObj>
              </mc:Choice>
              <mc:Fallback>
                <p:oleObj r:id="rId24" imgW="4800600" imgH="558800" progId="Equation.DSMT4">
                  <p:embed/>
                  <p:pic>
                    <p:nvPicPr>
                      <p:cNvPr id="0" name="图片 3401"/>
                      <p:cNvPicPr/>
                      <p:nvPr/>
                    </p:nvPicPr>
                    <p:blipFill>
                      <a:blip r:embed="rId25"/>
                      <a:stretch>
                        <a:fillRect/>
                      </a:stretch>
                    </p:blipFill>
                    <p:spPr>
                      <a:xfrm>
                        <a:off x="1544638" y="6237288"/>
                        <a:ext cx="4800600" cy="558800"/>
                      </a:xfrm>
                      <a:prstGeom prst="rect">
                        <a:avLst/>
                      </a:prstGeom>
                      <a:noFill/>
                      <a:ln w="38100">
                        <a:noFill/>
                        <a:miter/>
                      </a:ln>
                    </p:spPr>
                  </p:pic>
                </p:oleObj>
              </mc:Fallback>
            </mc:AlternateContent>
          </a:graphicData>
        </a:graphic>
      </p:graphicFrame>
      <mc:AlternateContent xmlns:mc="http://schemas.openxmlformats.org/markup-compatibility/2006" xmlns:p14="http://schemas.microsoft.com/office/powerpoint/2010/main">
        <mc:Choice Requires="p14">
          <p:contentPart p14:bwMode="auto" r:id="rId26">
            <p14:nvContentPartPr>
              <p14:cNvPr id="8" name="墨迹 7">
                <a:extLst>
                  <a:ext uri="{FF2B5EF4-FFF2-40B4-BE49-F238E27FC236}">
                    <a16:creationId xmlns:a16="http://schemas.microsoft.com/office/drawing/2014/main" id="{0BCFD361-45D5-E620-D3E7-4901299B1871}"/>
                  </a:ext>
                </a:extLst>
              </p14:cNvPr>
              <p14:cNvContentPartPr/>
              <p14:nvPr/>
            </p14:nvContentPartPr>
            <p14:xfrm>
              <a:off x="997345" y="1662185"/>
              <a:ext cx="360" cy="360"/>
            </p14:xfrm>
          </p:contentPart>
        </mc:Choice>
        <mc:Fallback xmlns="">
          <p:pic>
            <p:nvPicPr>
              <p:cNvPr id="8" name="墨迹 7">
                <a:extLst>
                  <a:ext uri="{FF2B5EF4-FFF2-40B4-BE49-F238E27FC236}">
                    <a16:creationId xmlns:a16="http://schemas.microsoft.com/office/drawing/2014/main" id="{0BCFD361-45D5-E620-D3E7-4901299B1871}"/>
                  </a:ext>
                </a:extLst>
              </p:cNvPr>
              <p:cNvPicPr/>
              <p:nvPr/>
            </p:nvPicPr>
            <p:blipFill>
              <a:blip r:embed="rId27"/>
              <a:stretch>
                <a:fillRect/>
              </a:stretch>
            </p:blipFill>
            <p:spPr>
              <a:xfrm>
                <a:off x="979705" y="1644545"/>
                <a:ext cx="36000" cy="3600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18" name="墨迹 17">
                <a:extLst>
                  <a:ext uri="{FF2B5EF4-FFF2-40B4-BE49-F238E27FC236}">
                    <a16:creationId xmlns:a16="http://schemas.microsoft.com/office/drawing/2014/main" id="{6710DF70-2811-E5FB-6425-8F76BFE81303}"/>
                  </a:ext>
                </a:extLst>
              </p14:cNvPr>
              <p14:cNvContentPartPr/>
              <p14:nvPr/>
            </p14:nvContentPartPr>
            <p14:xfrm>
              <a:off x="5144185" y="3158345"/>
              <a:ext cx="1090440" cy="37440"/>
            </p14:xfrm>
          </p:contentPart>
        </mc:Choice>
        <mc:Fallback xmlns="">
          <p:pic>
            <p:nvPicPr>
              <p:cNvPr id="18" name="墨迹 17">
                <a:extLst>
                  <a:ext uri="{FF2B5EF4-FFF2-40B4-BE49-F238E27FC236}">
                    <a16:creationId xmlns:a16="http://schemas.microsoft.com/office/drawing/2014/main" id="{6710DF70-2811-E5FB-6425-8F76BFE81303}"/>
                  </a:ext>
                </a:extLst>
              </p:cNvPr>
              <p:cNvPicPr/>
              <p:nvPr/>
            </p:nvPicPr>
            <p:blipFill>
              <a:blip r:embed="rId29"/>
              <a:stretch>
                <a:fillRect/>
              </a:stretch>
            </p:blipFill>
            <p:spPr>
              <a:xfrm>
                <a:off x="5126185" y="3140345"/>
                <a:ext cx="1126080" cy="73080"/>
              </a:xfrm>
              <a:prstGeom prst="rect">
                <a:avLst/>
              </a:prstGeom>
            </p:spPr>
          </p:pic>
        </mc:Fallback>
      </mc:AlternateContent>
    </p:spTree>
  </p:cSld>
  <p:clrMapOvr>
    <a:masterClrMapping/>
  </p:clrMapOvr>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1" name="矩形 34817"/>
          <p:cNvSpPr/>
          <p:nvPr/>
        </p:nvSpPr>
        <p:spPr>
          <a:xfrm>
            <a:off x="457200" y="609600"/>
            <a:ext cx="5791200" cy="2057400"/>
          </a:xfrm>
          <a:prstGeom prst="rect">
            <a:avLst/>
          </a:prstGeom>
          <a:noFill/>
          <a:ln w="9525">
            <a:noFill/>
          </a:ln>
        </p:spPr>
        <p:txBody>
          <a:bodyPr anchor="t" anchorCtr="0"/>
          <a:lstStyle/>
          <a:p>
            <a:pPr eaLnBrk="0" hangingPunct="0"/>
            <a:r>
              <a:rPr lang="zh-CN" altLang="en-US" sz="2800">
                <a:latin typeface="Times New Roman" panose="02020603050405020304" pitchFamily="2" charset="0"/>
                <a:ea typeface="宋体" panose="02010600030101010101" pitchFamily="2" charset="-122"/>
              </a:rPr>
              <a:t>例</a:t>
            </a:r>
            <a:r>
              <a:rPr lang="en-US" altLang="zh-CN" sz="2800">
                <a:latin typeface="Times New Roman" panose="02020603050405020304" pitchFamily="2" charset="0"/>
                <a:ea typeface="宋体" panose="02010600030101010101" pitchFamily="2" charset="-122"/>
              </a:rPr>
              <a:t>2	</a:t>
            </a:r>
            <a:r>
              <a:rPr lang="zh-CN" altLang="en-US" sz="2800">
                <a:latin typeface="Times New Roman" panose="02020603050405020304" pitchFamily="2" charset="0"/>
                <a:ea typeface="宋体" panose="02010600030101010101" pitchFamily="2" charset="-122"/>
              </a:rPr>
              <a:t>设</a:t>
            </a:r>
          </a:p>
          <a:p>
            <a:pPr eaLnBrk="0" hangingPunct="0"/>
            <a:endParaRPr lang="zh-CN" altLang="en-US" sz="2800">
              <a:latin typeface="Times New Roman" panose="02020603050405020304" pitchFamily="2" charset="0"/>
              <a:ea typeface="宋体" panose="02010600030101010101" pitchFamily="2" charset="-122"/>
            </a:endParaRPr>
          </a:p>
          <a:p>
            <a:pPr eaLnBrk="0" hangingPunct="0"/>
            <a:r>
              <a:rPr lang="zh-CN" altLang="en-US" sz="2800">
                <a:latin typeface="Times New Roman" panose="02020603050405020304" pitchFamily="2" charset="0"/>
                <a:ea typeface="宋体" panose="02010600030101010101" pitchFamily="2" charset="-122"/>
              </a:rPr>
              <a:t>利用部分分式法求</a:t>
            </a:r>
            <a:r>
              <a:rPr lang="en-US" altLang="zh-CN" sz="2800">
                <a:latin typeface="Times New Roman" panose="02020603050405020304" pitchFamily="2" charset="0"/>
                <a:ea typeface="宋体" panose="02010600030101010101" pitchFamily="2" charset="-122"/>
              </a:rPr>
              <a:t>z</a:t>
            </a:r>
            <a:r>
              <a:rPr lang="zh-CN" altLang="en-US" sz="2800">
                <a:latin typeface="Times New Roman" panose="02020603050405020304" pitchFamily="2" charset="0"/>
                <a:ea typeface="宋体" panose="02010600030101010101" pitchFamily="2" charset="-122"/>
              </a:rPr>
              <a:t>反变换。</a:t>
            </a:r>
          </a:p>
        </p:txBody>
      </p:sp>
      <p:graphicFrame>
        <p:nvGraphicFramePr>
          <p:cNvPr id="81922" name="对象 34818"/>
          <p:cNvGraphicFramePr>
            <a:graphicFrameLocks noChangeAspect="1"/>
          </p:cNvGraphicFramePr>
          <p:nvPr/>
        </p:nvGraphicFramePr>
        <p:xfrm>
          <a:off x="2209800" y="381000"/>
          <a:ext cx="6607175" cy="1111250"/>
        </p:xfrm>
        <a:graphic>
          <a:graphicData uri="http://schemas.openxmlformats.org/presentationml/2006/ole">
            <mc:AlternateContent xmlns:mc="http://schemas.openxmlformats.org/markup-compatibility/2006">
              <mc:Choice xmlns:v="urn:schemas-microsoft-com:vml" Requires="v">
                <p:oleObj r:id="rId2" imgW="2489200" imgH="419100" progId="Equation.3">
                  <p:embed/>
                </p:oleObj>
              </mc:Choice>
              <mc:Fallback>
                <p:oleObj r:id="rId2" imgW="2489200" imgH="419100" progId="Equation.3">
                  <p:embed/>
                  <p:pic>
                    <p:nvPicPr>
                      <p:cNvPr id="0" name="图片 3399"/>
                      <p:cNvPicPr/>
                      <p:nvPr/>
                    </p:nvPicPr>
                    <p:blipFill>
                      <a:blip r:embed="rId3"/>
                      <a:stretch>
                        <a:fillRect/>
                      </a:stretch>
                    </p:blipFill>
                    <p:spPr>
                      <a:xfrm>
                        <a:off x="2209800" y="381000"/>
                        <a:ext cx="6607175" cy="1111250"/>
                      </a:xfrm>
                      <a:prstGeom prst="rect">
                        <a:avLst/>
                      </a:prstGeom>
                      <a:noFill/>
                      <a:ln w="38100">
                        <a:noFill/>
                        <a:miter/>
                      </a:ln>
                    </p:spPr>
                  </p:pic>
                </p:oleObj>
              </mc:Fallback>
            </mc:AlternateContent>
          </a:graphicData>
        </a:graphic>
      </p:graphicFrame>
      <p:graphicFrame>
        <p:nvGraphicFramePr>
          <p:cNvPr id="81923" name="对象 34819"/>
          <p:cNvGraphicFramePr>
            <a:graphicFrameLocks noChangeAspect="1"/>
          </p:cNvGraphicFramePr>
          <p:nvPr/>
        </p:nvGraphicFramePr>
        <p:xfrm>
          <a:off x="1827213" y="2020888"/>
          <a:ext cx="4791075" cy="2290762"/>
        </p:xfrm>
        <a:graphic>
          <a:graphicData uri="http://schemas.openxmlformats.org/presentationml/2006/ole">
            <mc:AlternateContent xmlns:mc="http://schemas.openxmlformats.org/markup-compatibility/2006">
              <mc:Choice xmlns:v="urn:schemas-microsoft-com:vml" Requires="v">
                <p:oleObj r:id="rId4" imgW="1803400" imgH="862965" progId="Equation.3">
                  <p:embed/>
                </p:oleObj>
              </mc:Choice>
              <mc:Fallback>
                <p:oleObj r:id="rId4" imgW="1803400" imgH="862965" progId="Equation.3">
                  <p:embed/>
                  <p:pic>
                    <p:nvPicPr>
                      <p:cNvPr id="0" name="图片 3408"/>
                      <p:cNvPicPr/>
                      <p:nvPr/>
                    </p:nvPicPr>
                    <p:blipFill>
                      <a:blip r:embed="rId5"/>
                      <a:stretch>
                        <a:fillRect/>
                      </a:stretch>
                    </p:blipFill>
                    <p:spPr>
                      <a:xfrm>
                        <a:off x="1827213" y="2020888"/>
                        <a:ext cx="4791075" cy="2290762"/>
                      </a:xfrm>
                      <a:prstGeom prst="rect">
                        <a:avLst/>
                      </a:prstGeom>
                      <a:noFill/>
                      <a:ln w="38100">
                        <a:noFill/>
                        <a:miter/>
                      </a:ln>
                    </p:spPr>
                  </p:pic>
                </p:oleObj>
              </mc:Fallback>
            </mc:AlternateContent>
          </a:graphicData>
        </a:graphic>
      </p:graphicFrame>
      <p:graphicFrame>
        <p:nvGraphicFramePr>
          <p:cNvPr id="81924" name="对象 34820"/>
          <p:cNvGraphicFramePr>
            <a:graphicFrameLocks noChangeAspect="1"/>
          </p:cNvGraphicFramePr>
          <p:nvPr/>
        </p:nvGraphicFramePr>
        <p:xfrm>
          <a:off x="533400" y="4759325"/>
          <a:ext cx="6238875" cy="1146175"/>
        </p:xfrm>
        <a:graphic>
          <a:graphicData uri="http://schemas.openxmlformats.org/presentationml/2006/ole">
            <mc:AlternateContent xmlns:mc="http://schemas.openxmlformats.org/markup-compatibility/2006">
              <mc:Choice xmlns:v="urn:schemas-microsoft-com:vml" Requires="v">
                <p:oleObj r:id="rId6" imgW="2348230" imgH="431800" progId="Equation.3">
                  <p:embed/>
                </p:oleObj>
              </mc:Choice>
              <mc:Fallback>
                <p:oleObj r:id="rId6" imgW="2348230" imgH="431800" progId="Equation.3">
                  <p:embed/>
                  <p:pic>
                    <p:nvPicPr>
                      <p:cNvPr id="0" name="图片 3409"/>
                      <p:cNvPicPr/>
                      <p:nvPr/>
                    </p:nvPicPr>
                    <p:blipFill>
                      <a:blip r:embed="rId7"/>
                      <a:stretch>
                        <a:fillRect/>
                      </a:stretch>
                    </p:blipFill>
                    <p:spPr>
                      <a:xfrm>
                        <a:off x="533400" y="4759325"/>
                        <a:ext cx="6238875" cy="1146175"/>
                      </a:xfrm>
                      <a:prstGeom prst="rect">
                        <a:avLst/>
                      </a:prstGeom>
                      <a:noFill/>
                      <a:ln w="38100">
                        <a:noFill/>
                        <a:miter/>
                      </a:ln>
                    </p:spPr>
                  </p:pic>
                </p:oleObj>
              </mc:Fallback>
            </mc:AlternateContent>
          </a:graphicData>
        </a:graphic>
      </p:graphicFrame>
      <p:sp>
        <p:nvSpPr>
          <p:cNvPr id="81925" name="矩形 34821"/>
          <p:cNvSpPr/>
          <p:nvPr/>
        </p:nvSpPr>
        <p:spPr>
          <a:xfrm>
            <a:off x="609600" y="2317750"/>
            <a:ext cx="893763" cy="522288"/>
          </a:xfrm>
          <a:prstGeom prst="rect">
            <a:avLst/>
          </a:prstGeom>
          <a:noFill/>
          <a:ln w="9525">
            <a:noFill/>
          </a:ln>
        </p:spPr>
        <p:txBody>
          <a:bodyPr wrap="none" anchor="t" anchorCtr="0">
            <a:spAutoFit/>
          </a:bodyPr>
          <a:lstStyle/>
          <a:p>
            <a:r>
              <a:rPr lang="zh-CN" altLang="en-US" sz="2800">
                <a:latin typeface="Times New Roman" panose="02020603050405020304" pitchFamily="2" charset="0"/>
                <a:ea typeface="宋体" panose="02010600030101010101" pitchFamily="2" charset="-122"/>
              </a:rPr>
              <a:t>解：</a:t>
            </a:r>
          </a:p>
        </p:txBody>
      </p:sp>
      <mc:AlternateContent xmlns:mc="http://schemas.openxmlformats.org/markup-compatibility/2006" xmlns:p14="http://schemas.microsoft.com/office/powerpoint/2010/main">
        <mc:Choice Requires="p14">
          <p:contentPart p14:bwMode="auto" r:id="rId8">
            <p14:nvContentPartPr>
              <p14:cNvPr id="2" name="墨迹 1">
                <a:extLst>
                  <a:ext uri="{FF2B5EF4-FFF2-40B4-BE49-F238E27FC236}">
                    <a16:creationId xmlns:a16="http://schemas.microsoft.com/office/drawing/2014/main" id="{F91CA3AD-7EC8-521A-3635-EB0CD7A822F8}"/>
                  </a:ext>
                </a:extLst>
              </p14:cNvPr>
              <p14:cNvContentPartPr/>
              <p14:nvPr/>
            </p14:nvContentPartPr>
            <p14:xfrm>
              <a:off x="7451065" y="449705"/>
              <a:ext cx="1608120" cy="936360"/>
            </p14:xfrm>
          </p:contentPart>
        </mc:Choice>
        <mc:Fallback xmlns="">
          <p:pic>
            <p:nvPicPr>
              <p:cNvPr id="2" name="墨迹 1">
                <a:extLst>
                  <a:ext uri="{FF2B5EF4-FFF2-40B4-BE49-F238E27FC236}">
                    <a16:creationId xmlns:a16="http://schemas.microsoft.com/office/drawing/2014/main" id="{F91CA3AD-7EC8-521A-3635-EB0CD7A822F8}"/>
                  </a:ext>
                </a:extLst>
              </p:cNvPr>
              <p:cNvPicPr/>
              <p:nvPr/>
            </p:nvPicPr>
            <p:blipFill>
              <a:blip r:embed="rId9"/>
              <a:stretch>
                <a:fillRect/>
              </a:stretch>
            </p:blipFill>
            <p:spPr>
              <a:xfrm>
                <a:off x="7433425" y="431705"/>
                <a:ext cx="1643760" cy="97200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3" name="墨迹 2">
                <a:extLst>
                  <a:ext uri="{FF2B5EF4-FFF2-40B4-BE49-F238E27FC236}">
                    <a16:creationId xmlns:a16="http://schemas.microsoft.com/office/drawing/2014/main" id="{A0116253-CFBB-56F5-D06C-59848C4B3E35}"/>
                  </a:ext>
                </a:extLst>
              </p14:cNvPr>
              <p14:cNvContentPartPr/>
              <p14:nvPr/>
            </p14:nvContentPartPr>
            <p14:xfrm>
              <a:off x="1412785" y="2086985"/>
              <a:ext cx="1856160" cy="149040"/>
            </p14:xfrm>
          </p:contentPart>
        </mc:Choice>
        <mc:Fallback xmlns="">
          <p:pic>
            <p:nvPicPr>
              <p:cNvPr id="3" name="墨迹 2">
                <a:extLst>
                  <a:ext uri="{FF2B5EF4-FFF2-40B4-BE49-F238E27FC236}">
                    <a16:creationId xmlns:a16="http://schemas.microsoft.com/office/drawing/2014/main" id="{A0116253-CFBB-56F5-D06C-59848C4B3E35}"/>
                  </a:ext>
                </a:extLst>
              </p:cNvPr>
              <p:cNvPicPr/>
              <p:nvPr/>
            </p:nvPicPr>
            <p:blipFill>
              <a:blip r:embed="rId11"/>
              <a:stretch>
                <a:fillRect/>
              </a:stretch>
            </p:blipFill>
            <p:spPr>
              <a:xfrm>
                <a:off x="1395145" y="2068985"/>
                <a:ext cx="1891800" cy="18468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4" name="墨迹 3">
                <a:extLst>
                  <a:ext uri="{FF2B5EF4-FFF2-40B4-BE49-F238E27FC236}">
                    <a16:creationId xmlns:a16="http://schemas.microsoft.com/office/drawing/2014/main" id="{D08966A0-FC14-516B-5269-43B79AC2D38E}"/>
                  </a:ext>
                </a:extLst>
              </p14:cNvPr>
              <p14:cNvContentPartPr/>
              <p14:nvPr/>
            </p14:nvContentPartPr>
            <p14:xfrm>
              <a:off x="8076745" y="1409465"/>
              <a:ext cx="380880" cy="373680"/>
            </p14:xfrm>
          </p:contentPart>
        </mc:Choice>
        <mc:Fallback xmlns="">
          <p:pic>
            <p:nvPicPr>
              <p:cNvPr id="4" name="墨迹 3">
                <a:extLst>
                  <a:ext uri="{FF2B5EF4-FFF2-40B4-BE49-F238E27FC236}">
                    <a16:creationId xmlns:a16="http://schemas.microsoft.com/office/drawing/2014/main" id="{D08966A0-FC14-516B-5269-43B79AC2D38E}"/>
                  </a:ext>
                </a:extLst>
              </p:cNvPr>
              <p:cNvPicPr/>
              <p:nvPr/>
            </p:nvPicPr>
            <p:blipFill>
              <a:blip r:embed="rId13"/>
              <a:stretch>
                <a:fillRect/>
              </a:stretch>
            </p:blipFill>
            <p:spPr>
              <a:xfrm>
                <a:off x="8059105" y="1391465"/>
                <a:ext cx="416520" cy="409320"/>
              </a:xfrm>
              <a:prstGeom prst="rect">
                <a:avLst/>
              </a:prstGeom>
            </p:spPr>
          </p:pic>
        </mc:Fallback>
      </mc:AlternateContent>
      <p:grpSp>
        <p:nvGrpSpPr>
          <p:cNvPr id="7" name="组合 6">
            <a:extLst>
              <a:ext uri="{FF2B5EF4-FFF2-40B4-BE49-F238E27FC236}">
                <a16:creationId xmlns:a16="http://schemas.microsoft.com/office/drawing/2014/main" id="{FEFB4385-5CB6-B5CE-9C0A-35E5C0109EE4}"/>
              </a:ext>
            </a:extLst>
          </p:cNvPr>
          <p:cNvGrpSpPr/>
          <p:nvPr/>
        </p:nvGrpSpPr>
        <p:grpSpPr>
          <a:xfrm>
            <a:off x="3084625" y="3232505"/>
            <a:ext cx="2469600" cy="30240"/>
            <a:chOff x="3084625" y="3232505"/>
            <a:chExt cx="2469600" cy="30240"/>
          </a:xfrm>
        </p:grpSpPr>
        <mc:AlternateContent xmlns:mc="http://schemas.openxmlformats.org/markup-compatibility/2006" xmlns:p14="http://schemas.microsoft.com/office/powerpoint/2010/main">
          <mc:Choice Requires="p14">
            <p:contentPart p14:bwMode="auto" r:id="rId14">
              <p14:nvContentPartPr>
                <p14:cNvPr id="5" name="墨迹 4">
                  <a:extLst>
                    <a:ext uri="{FF2B5EF4-FFF2-40B4-BE49-F238E27FC236}">
                      <a16:creationId xmlns:a16="http://schemas.microsoft.com/office/drawing/2014/main" id="{1F535872-3BB8-70E9-509E-9DC15ECB85E7}"/>
                    </a:ext>
                  </a:extLst>
                </p14:cNvPr>
                <p14:cNvContentPartPr/>
                <p14:nvPr/>
              </p14:nvContentPartPr>
              <p14:xfrm>
                <a:off x="3084625" y="3232505"/>
                <a:ext cx="2469600" cy="30240"/>
              </p14:xfrm>
            </p:contentPart>
          </mc:Choice>
          <mc:Fallback xmlns="">
            <p:pic>
              <p:nvPicPr>
                <p:cNvPr id="5" name="墨迹 4">
                  <a:extLst>
                    <a:ext uri="{FF2B5EF4-FFF2-40B4-BE49-F238E27FC236}">
                      <a16:creationId xmlns:a16="http://schemas.microsoft.com/office/drawing/2014/main" id="{1F535872-3BB8-70E9-509E-9DC15ECB85E7}"/>
                    </a:ext>
                  </a:extLst>
                </p:cNvPr>
                <p:cNvPicPr/>
                <p:nvPr/>
              </p:nvPicPr>
              <p:blipFill>
                <a:blip r:embed="rId15"/>
                <a:stretch>
                  <a:fillRect/>
                </a:stretch>
              </p:blipFill>
              <p:spPr>
                <a:xfrm>
                  <a:off x="3066985" y="3214865"/>
                  <a:ext cx="2505240" cy="6588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6" name="墨迹 5">
                  <a:extLst>
                    <a:ext uri="{FF2B5EF4-FFF2-40B4-BE49-F238E27FC236}">
                      <a16:creationId xmlns:a16="http://schemas.microsoft.com/office/drawing/2014/main" id="{598F4FC6-5C2F-40A4-A57F-8945313991D8}"/>
                    </a:ext>
                  </a:extLst>
                </p14:cNvPr>
                <p14:cNvContentPartPr/>
                <p14:nvPr/>
              </p14:nvContentPartPr>
              <p14:xfrm>
                <a:off x="5365945" y="3241865"/>
                <a:ext cx="156960" cy="18720"/>
              </p14:xfrm>
            </p:contentPart>
          </mc:Choice>
          <mc:Fallback xmlns="">
            <p:pic>
              <p:nvPicPr>
                <p:cNvPr id="6" name="墨迹 5">
                  <a:extLst>
                    <a:ext uri="{FF2B5EF4-FFF2-40B4-BE49-F238E27FC236}">
                      <a16:creationId xmlns:a16="http://schemas.microsoft.com/office/drawing/2014/main" id="{598F4FC6-5C2F-40A4-A57F-8945313991D8}"/>
                    </a:ext>
                  </a:extLst>
                </p:cNvPr>
                <p:cNvPicPr/>
                <p:nvPr/>
              </p:nvPicPr>
              <p:blipFill>
                <a:blip r:embed="rId17"/>
                <a:stretch>
                  <a:fillRect/>
                </a:stretch>
              </p:blipFill>
              <p:spPr>
                <a:xfrm>
                  <a:off x="5348305" y="3223865"/>
                  <a:ext cx="192600" cy="54360"/>
                </a:xfrm>
                <a:prstGeom prst="rect">
                  <a:avLst/>
                </a:prstGeom>
              </p:spPr>
            </p:pic>
          </mc:Fallback>
        </mc:AlternateContent>
      </p:grpSp>
      <p:grpSp>
        <p:nvGrpSpPr>
          <p:cNvPr id="10" name="组合 9">
            <a:extLst>
              <a:ext uri="{FF2B5EF4-FFF2-40B4-BE49-F238E27FC236}">
                <a16:creationId xmlns:a16="http://schemas.microsoft.com/office/drawing/2014/main" id="{1C14F198-5DA8-BD1E-EB3C-58A9A06B8643}"/>
              </a:ext>
            </a:extLst>
          </p:cNvPr>
          <p:cNvGrpSpPr/>
          <p:nvPr/>
        </p:nvGrpSpPr>
        <p:grpSpPr>
          <a:xfrm>
            <a:off x="3936745" y="4362905"/>
            <a:ext cx="349560" cy="366840"/>
            <a:chOff x="3936745" y="4362905"/>
            <a:chExt cx="349560" cy="366840"/>
          </a:xfrm>
        </p:grpSpPr>
        <mc:AlternateContent xmlns:mc="http://schemas.openxmlformats.org/markup-compatibility/2006" xmlns:p14="http://schemas.microsoft.com/office/powerpoint/2010/main">
          <mc:Choice Requires="p14">
            <p:contentPart p14:bwMode="auto" r:id="rId18">
              <p14:nvContentPartPr>
                <p14:cNvPr id="8" name="墨迹 7">
                  <a:extLst>
                    <a:ext uri="{FF2B5EF4-FFF2-40B4-BE49-F238E27FC236}">
                      <a16:creationId xmlns:a16="http://schemas.microsoft.com/office/drawing/2014/main" id="{BD353E1D-C301-B79A-10BC-40E080666CA2}"/>
                    </a:ext>
                  </a:extLst>
                </p14:cNvPr>
                <p14:cNvContentPartPr/>
                <p14:nvPr/>
              </p14:nvContentPartPr>
              <p14:xfrm>
                <a:off x="3936745" y="4524545"/>
                <a:ext cx="232200" cy="205200"/>
              </p14:xfrm>
            </p:contentPart>
          </mc:Choice>
          <mc:Fallback xmlns="">
            <p:pic>
              <p:nvPicPr>
                <p:cNvPr id="8" name="墨迹 7">
                  <a:extLst>
                    <a:ext uri="{FF2B5EF4-FFF2-40B4-BE49-F238E27FC236}">
                      <a16:creationId xmlns:a16="http://schemas.microsoft.com/office/drawing/2014/main" id="{BD353E1D-C301-B79A-10BC-40E080666CA2}"/>
                    </a:ext>
                  </a:extLst>
                </p:cNvPr>
                <p:cNvPicPr/>
                <p:nvPr/>
              </p:nvPicPr>
              <p:blipFill>
                <a:blip r:embed="rId19"/>
                <a:stretch>
                  <a:fillRect/>
                </a:stretch>
              </p:blipFill>
              <p:spPr>
                <a:xfrm>
                  <a:off x="3919105" y="4506545"/>
                  <a:ext cx="267840" cy="24084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9" name="墨迹 8">
                  <a:extLst>
                    <a:ext uri="{FF2B5EF4-FFF2-40B4-BE49-F238E27FC236}">
                      <a16:creationId xmlns:a16="http://schemas.microsoft.com/office/drawing/2014/main" id="{F0820866-8467-CBF8-19FB-08C37098C183}"/>
                    </a:ext>
                  </a:extLst>
                </p14:cNvPr>
                <p14:cNvContentPartPr/>
                <p14:nvPr/>
              </p14:nvContentPartPr>
              <p14:xfrm>
                <a:off x="4155985" y="4362905"/>
                <a:ext cx="130320" cy="182520"/>
              </p14:xfrm>
            </p:contentPart>
          </mc:Choice>
          <mc:Fallback xmlns="">
            <p:pic>
              <p:nvPicPr>
                <p:cNvPr id="9" name="墨迹 8">
                  <a:extLst>
                    <a:ext uri="{FF2B5EF4-FFF2-40B4-BE49-F238E27FC236}">
                      <a16:creationId xmlns:a16="http://schemas.microsoft.com/office/drawing/2014/main" id="{F0820866-8467-CBF8-19FB-08C37098C183}"/>
                    </a:ext>
                  </a:extLst>
                </p:cNvPr>
                <p:cNvPicPr/>
                <p:nvPr/>
              </p:nvPicPr>
              <p:blipFill>
                <a:blip r:embed="rId21"/>
                <a:stretch>
                  <a:fillRect/>
                </a:stretch>
              </p:blipFill>
              <p:spPr>
                <a:xfrm>
                  <a:off x="4138345" y="4344905"/>
                  <a:ext cx="165960" cy="21816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22">
            <p14:nvContentPartPr>
              <p14:cNvPr id="11" name="墨迹 10">
                <a:extLst>
                  <a:ext uri="{FF2B5EF4-FFF2-40B4-BE49-F238E27FC236}">
                    <a16:creationId xmlns:a16="http://schemas.microsoft.com/office/drawing/2014/main" id="{75E847A0-434B-8C7C-949D-0B745F9384A4}"/>
                  </a:ext>
                </a:extLst>
              </p14:cNvPr>
              <p14:cNvContentPartPr/>
              <p14:nvPr/>
            </p14:nvContentPartPr>
            <p14:xfrm>
              <a:off x="6354145" y="5567465"/>
              <a:ext cx="202680" cy="211320"/>
            </p14:xfrm>
          </p:contentPart>
        </mc:Choice>
        <mc:Fallback xmlns="">
          <p:pic>
            <p:nvPicPr>
              <p:cNvPr id="11" name="墨迹 10">
                <a:extLst>
                  <a:ext uri="{FF2B5EF4-FFF2-40B4-BE49-F238E27FC236}">
                    <a16:creationId xmlns:a16="http://schemas.microsoft.com/office/drawing/2014/main" id="{75E847A0-434B-8C7C-949D-0B745F9384A4}"/>
                  </a:ext>
                </a:extLst>
              </p:cNvPr>
              <p:cNvPicPr/>
              <p:nvPr/>
            </p:nvPicPr>
            <p:blipFill>
              <a:blip r:embed="rId23"/>
              <a:stretch>
                <a:fillRect/>
              </a:stretch>
            </p:blipFill>
            <p:spPr>
              <a:xfrm>
                <a:off x="6336505" y="5549825"/>
                <a:ext cx="238320" cy="24696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12" name="墨迹 11">
                <a:extLst>
                  <a:ext uri="{FF2B5EF4-FFF2-40B4-BE49-F238E27FC236}">
                    <a16:creationId xmlns:a16="http://schemas.microsoft.com/office/drawing/2014/main" id="{0BFA5124-1443-71C0-EA10-42667E6E3943}"/>
                  </a:ext>
                </a:extLst>
              </p14:cNvPr>
              <p14:cNvContentPartPr/>
              <p14:nvPr/>
            </p14:nvContentPartPr>
            <p14:xfrm>
              <a:off x="6732865" y="2114345"/>
              <a:ext cx="326880" cy="462600"/>
            </p14:xfrm>
          </p:contentPart>
        </mc:Choice>
        <mc:Fallback xmlns="">
          <p:pic>
            <p:nvPicPr>
              <p:cNvPr id="12" name="墨迹 11">
                <a:extLst>
                  <a:ext uri="{FF2B5EF4-FFF2-40B4-BE49-F238E27FC236}">
                    <a16:creationId xmlns:a16="http://schemas.microsoft.com/office/drawing/2014/main" id="{0BFA5124-1443-71C0-EA10-42667E6E3943}"/>
                  </a:ext>
                </a:extLst>
              </p:cNvPr>
              <p:cNvPicPr/>
              <p:nvPr/>
            </p:nvPicPr>
            <p:blipFill>
              <a:blip r:embed="rId25"/>
              <a:stretch>
                <a:fillRect/>
              </a:stretch>
            </p:blipFill>
            <p:spPr>
              <a:xfrm>
                <a:off x="6714865" y="2096345"/>
                <a:ext cx="362520" cy="49824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13" name="墨迹 12">
                <a:extLst>
                  <a:ext uri="{FF2B5EF4-FFF2-40B4-BE49-F238E27FC236}">
                    <a16:creationId xmlns:a16="http://schemas.microsoft.com/office/drawing/2014/main" id="{14149F5C-5565-6AA4-7FE1-1DEF5464D4F1}"/>
                  </a:ext>
                </a:extLst>
              </p14:cNvPr>
              <p14:cNvContentPartPr/>
              <p14:nvPr/>
            </p14:nvContentPartPr>
            <p14:xfrm>
              <a:off x="7699105" y="1384985"/>
              <a:ext cx="229320" cy="187200"/>
            </p14:xfrm>
          </p:contentPart>
        </mc:Choice>
        <mc:Fallback xmlns="">
          <p:pic>
            <p:nvPicPr>
              <p:cNvPr id="13" name="墨迹 12">
                <a:extLst>
                  <a:ext uri="{FF2B5EF4-FFF2-40B4-BE49-F238E27FC236}">
                    <a16:creationId xmlns:a16="http://schemas.microsoft.com/office/drawing/2014/main" id="{14149F5C-5565-6AA4-7FE1-1DEF5464D4F1}"/>
                  </a:ext>
                </a:extLst>
              </p:cNvPr>
              <p:cNvPicPr/>
              <p:nvPr/>
            </p:nvPicPr>
            <p:blipFill>
              <a:blip r:embed="rId27"/>
              <a:stretch>
                <a:fillRect/>
              </a:stretch>
            </p:blipFill>
            <p:spPr>
              <a:xfrm>
                <a:off x="7681465" y="1367345"/>
                <a:ext cx="264960" cy="222840"/>
              </a:xfrm>
              <a:prstGeom prst="rect">
                <a:avLst/>
              </a:prstGeom>
            </p:spPr>
          </p:pic>
        </mc:Fallback>
      </mc:AlternateContent>
      <p:grpSp>
        <p:nvGrpSpPr>
          <p:cNvPr id="23" name="组合 22">
            <a:extLst>
              <a:ext uri="{FF2B5EF4-FFF2-40B4-BE49-F238E27FC236}">
                <a16:creationId xmlns:a16="http://schemas.microsoft.com/office/drawing/2014/main" id="{258F7ACB-1899-2068-74D0-4546164AADA1}"/>
              </a:ext>
            </a:extLst>
          </p:cNvPr>
          <p:cNvGrpSpPr/>
          <p:nvPr/>
        </p:nvGrpSpPr>
        <p:grpSpPr>
          <a:xfrm>
            <a:off x="7649425" y="1948385"/>
            <a:ext cx="1116360" cy="473400"/>
            <a:chOff x="7649425" y="1948385"/>
            <a:chExt cx="1116360" cy="473400"/>
          </a:xfrm>
        </p:grpSpPr>
        <mc:AlternateContent xmlns:mc="http://schemas.openxmlformats.org/markup-compatibility/2006" xmlns:p14="http://schemas.microsoft.com/office/powerpoint/2010/main">
          <mc:Choice Requires="p14">
            <p:contentPart p14:bwMode="auto" r:id="rId28">
              <p14:nvContentPartPr>
                <p14:cNvPr id="14" name="墨迹 13">
                  <a:extLst>
                    <a:ext uri="{FF2B5EF4-FFF2-40B4-BE49-F238E27FC236}">
                      <a16:creationId xmlns:a16="http://schemas.microsoft.com/office/drawing/2014/main" id="{89161C2F-C6FC-A71D-C580-CEC8B6D9079E}"/>
                    </a:ext>
                  </a:extLst>
                </p14:cNvPr>
                <p14:cNvContentPartPr/>
                <p14:nvPr/>
              </p14:nvContentPartPr>
              <p14:xfrm>
                <a:off x="7776865" y="2083025"/>
                <a:ext cx="301680" cy="60120"/>
              </p14:xfrm>
            </p:contentPart>
          </mc:Choice>
          <mc:Fallback xmlns="">
            <p:pic>
              <p:nvPicPr>
                <p:cNvPr id="14" name="墨迹 13">
                  <a:extLst>
                    <a:ext uri="{FF2B5EF4-FFF2-40B4-BE49-F238E27FC236}">
                      <a16:creationId xmlns:a16="http://schemas.microsoft.com/office/drawing/2014/main" id="{89161C2F-C6FC-A71D-C580-CEC8B6D9079E}"/>
                    </a:ext>
                  </a:extLst>
                </p:cNvPr>
                <p:cNvPicPr/>
                <p:nvPr/>
              </p:nvPicPr>
              <p:blipFill>
                <a:blip r:embed="rId29"/>
                <a:stretch>
                  <a:fillRect/>
                </a:stretch>
              </p:blipFill>
              <p:spPr>
                <a:xfrm>
                  <a:off x="7758865" y="2065025"/>
                  <a:ext cx="337320" cy="9576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15" name="墨迹 14">
                  <a:extLst>
                    <a:ext uri="{FF2B5EF4-FFF2-40B4-BE49-F238E27FC236}">
                      <a16:creationId xmlns:a16="http://schemas.microsoft.com/office/drawing/2014/main" id="{C74C0473-4E05-9958-6DFF-EA23DDD4D282}"/>
                    </a:ext>
                  </a:extLst>
                </p14:cNvPr>
                <p14:cNvContentPartPr/>
                <p14:nvPr/>
              </p14:nvContentPartPr>
              <p14:xfrm>
                <a:off x="7649425" y="1948385"/>
                <a:ext cx="303480" cy="410400"/>
              </p14:xfrm>
            </p:contentPart>
          </mc:Choice>
          <mc:Fallback xmlns="">
            <p:pic>
              <p:nvPicPr>
                <p:cNvPr id="15" name="墨迹 14">
                  <a:extLst>
                    <a:ext uri="{FF2B5EF4-FFF2-40B4-BE49-F238E27FC236}">
                      <a16:creationId xmlns:a16="http://schemas.microsoft.com/office/drawing/2014/main" id="{C74C0473-4E05-9958-6DFF-EA23DDD4D282}"/>
                    </a:ext>
                  </a:extLst>
                </p:cNvPr>
                <p:cNvPicPr/>
                <p:nvPr/>
              </p:nvPicPr>
              <p:blipFill>
                <a:blip r:embed="rId31"/>
                <a:stretch>
                  <a:fillRect/>
                </a:stretch>
              </p:blipFill>
              <p:spPr>
                <a:xfrm>
                  <a:off x="7631425" y="1930745"/>
                  <a:ext cx="339120" cy="44604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16" name="墨迹 15">
                  <a:extLst>
                    <a:ext uri="{FF2B5EF4-FFF2-40B4-BE49-F238E27FC236}">
                      <a16:creationId xmlns:a16="http://schemas.microsoft.com/office/drawing/2014/main" id="{CC9B37AF-F55E-6AA9-83BB-E77329BDC2A8}"/>
                    </a:ext>
                  </a:extLst>
                </p14:cNvPr>
                <p14:cNvContentPartPr/>
                <p14:nvPr/>
              </p14:nvContentPartPr>
              <p14:xfrm>
                <a:off x="7832305" y="2253665"/>
                <a:ext cx="19080" cy="102960"/>
              </p14:xfrm>
            </p:contentPart>
          </mc:Choice>
          <mc:Fallback xmlns="">
            <p:pic>
              <p:nvPicPr>
                <p:cNvPr id="16" name="墨迹 15">
                  <a:extLst>
                    <a:ext uri="{FF2B5EF4-FFF2-40B4-BE49-F238E27FC236}">
                      <a16:creationId xmlns:a16="http://schemas.microsoft.com/office/drawing/2014/main" id="{CC9B37AF-F55E-6AA9-83BB-E77329BDC2A8}"/>
                    </a:ext>
                  </a:extLst>
                </p:cNvPr>
                <p:cNvPicPr/>
                <p:nvPr/>
              </p:nvPicPr>
              <p:blipFill>
                <a:blip r:embed="rId33"/>
                <a:stretch>
                  <a:fillRect/>
                </a:stretch>
              </p:blipFill>
              <p:spPr>
                <a:xfrm>
                  <a:off x="7814665" y="2235665"/>
                  <a:ext cx="54720" cy="13860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17" name="墨迹 16">
                  <a:extLst>
                    <a:ext uri="{FF2B5EF4-FFF2-40B4-BE49-F238E27FC236}">
                      <a16:creationId xmlns:a16="http://schemas.microsoft.com/office/drawing/2014/main" id="{81C8137F-EC55-EA00-3A58-4694BE18ED22}"/>
                    </a:ext>
                  </a:extLst>
                </p14:cNvPr>
                <p14:cNvContentPartPr/>
                <p14:nvPr/>
              </p14:nvContentPartPr>
              <p14:xfrm>
                <a:off x="7887025" y="2227025"/>
                <a:ext cx="214560" cy="194760"/>
              </p14:xfrm>
            </p:contentPart>
          </mc:Choice>
          <mc:Fallback xmlns="">
            <p:pic>
              <p:nvPicPr>
                <p:cNvPr id="17" name="墨迹 16">
                  <a:extLst>
                    <a:ext uri="{FF2B5EF4-FFF2-40B4-BE49-F238E27FC236}">
                      <a16:creationId xmlns:a16="http://schemas.microsoft.com/office/drawing/2014/main" id="{81C8137F-EC55-EA00-3A58-4694BE18ED22}"/>
                    </a:ext>
                  </a:extLst>
                </p:cNvPr>
                <p:cNvPicPr/>
                <p:nvPr/>
              </p:nvPicPr>
              <p:blipFill>
                <a:blip r:embed="rId35"/>
                <a:stretch>
                  <a:fillRect/>
                </a:stretch>
              </p:blipFill>
              <p:spPr>
                <a:xfrm>
                  <a:off x="7869025" y="2209385"/>
                  <a:ext cx="250200" cy="230400"/>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18" name="墨迹 17">
                  <a:extLst>
                    <a:ext uri="{FF2B5EF4-FFF2-40B4-BE49-F238E27FC236}">
                      <a16:creationId xmlns:a16="http://schemas.microsoft.com/office/drawing/2014/main" id="{24A79A0E-4063-0811-CE59-43A856BC59E2}"/>
                    </a:ext>
                  </a:extLst>
                </p14:cNvPr>
                <p14:cNvContentPartPr/>
                <p14:nvPr/>
              </p14:nvContentPartPr>
              <p14:xfrm>
                <a:off x="8349265" y="2142425"/>
                <a:ext cx="289800" cy="192600"/>
              </p14:xfrm>
            </p:contentPart>
          </mc:Choice>
          <mc:Fallback xmlns="">
            <p:pic>
              <p:nvPicPr>
                <p:cNvPr id="18" name="墨迹 17">
                  <a:extLst>
                    <a:ext uri="{FF2B5EF4-FFF2-40B4-BE49-F238E27FC236}">
                      <a16:creationId xmlns:a16="http://schemas.microsoft.com/office/drawing/2014/main" id="{24A79A0E-4063-0811-CE59-43A856BC59E2}"/>
                    </a:ext>
                  </a:extLst>
                </p:cNvPr>
                <p:cNvPicPr/>
                <p:nvPr/>
              </p:nvPicPr>
              <p:blipFill>
                <a:blip r:embed="rId37"/>
                <a:stretch>
                  <a:fillRect/>
                </a:stretch>
              </p:blipFill>
              <p:spPr>
                <a:xfrm>
                  <a:off x="8331625" y="2124785"/>
                  <a:ext cx="325440" cy="228240"/>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19" name="墨迹 18">
                  <a:extLst>
                    <a:ext uri="{FF2B5EF4-FFF2-40B4-BE49-F238E27FC236}">
                      <a16:creationId xmlns:a16="http://schemas.microsoft.com/office/drawing/2014/main" id="{7C389990-824B-411E-2B2F-D790D5DD41E4}"/>
                    </a:ext>
                  </a:extLst>
                </p14:cNvPr>
                <p14:cNvContentPartPr/>
                <p14:nvPr/>
              </p14:nvContentPartPr>
              <p14:xfrm>
                <a:off x="8401825" y="2068625"/>
                <a:ext cx="142200" cy="228600"/>
              </p14:xfrm>
            </p:contentPart>
          </mc:Choice>
          <mc:Fallback xmlns="">
            <p:pic>
              <p:nvPicPr>
                <p:cNvPr id="19" name="墨迹 18">
                  <a:extLst>
                    <a:ext uri="{FF2B5EF4-FFF2-40B4-BE49-F238E27FC236}">
                      <a16:creationId xmlns:a16="http://schemas.microsoft.com/office/drawing/2014/main" id="{7C389990-824B-411E-2B2F-D790D5DD41E4}"/>
                    </a:ext>
                  </a:extLst>
                </p:cNvPr>
                <p:cNvPicPr/>
                <p:nvPr/>
              </p:nvPicPr>
              <p:blipFill>
                <a:blip r:embed="rId39"/>
                <a:stretch>
                  <a:fillRect/>
                </a:stretch>
              </p:blipFill>
              <p:spPr>
                <a:xfrm>
                  <a:off x="8383825" y="2050985"/>
                  <a:ext cx="177840" cy="264240"/>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20" name="墨迹 19">
                  <a:extLst>
                    <a:ext uri="{FF2B5EF4-FFF2-40B4-BE49-F238E27FC236}">
                      <a16:creationId xmlns:a16="http://schemas.microsoft.com/office/drawing/2014/main" id="{47B0D828-FEA4-A9A3-E5FE-B458A8900442}"/>
                    </a:ext>
                  </a:extLst>
                </p14:cNvPr>
                <p14:cNvContentPartPr/>
                <p14:nvPr/>
              </p14:nvContentPartPr>
              <p14:xfrm>
                <a:off x="8327305" y="2068625"/>
                <a:ext cx="3960" cy="43920"/>
              </p14:xfrm>
            </p:contentPart>
          </mc:Choice>
          <mc:Fallback xmlns="">
            <p:pic>
              <p:nvPicPr>
                <p:cNvPr id="20" name="墨迹 19">
                  <a:extLst>
                    <a:ext uri="{FF2B5EF4-FFF2-40B4-BE49-F238E27FC236}">
                      <a16:creationId xmlns:a16="http://schemas.microsoft.com/office/drawing/2014/main" id="{47B0D828-FEA4-A9A3-E5FE-B458A8900442}"/>
                    </a:ext>
                  </a:extLst>
                </p:cNvPr>
                <p:cNvPicPr/>
                <p:nvPr/>
              </p:nvPicPr>
              <p:blipFill>
                <a:blip r:embed="rId41"/>
                <a:stretch>
                  <a:fillRect/>
                </a:stretch>
              </p:blipFill>
              <p:spPr>
                <a:xfrm>
                  <a:off x="8309305" y="2050985"/>
                  <a:ext cx="39600" cy="79560"/>
                </a:xfrm>
                <a:prstGeom prst="rect">
                  <a:avLst/>
                </a:prstGeom>
              </p:spPr>
            </p:pic>
          </mc:Fallback>
        </mc:AlternateContent>
        <mc:AlternateContent xmlns:mc="http://schemas.openxmlformats.org/markup-compatibility/2006" xmlns:p14="http://schemas.microsoft.com/office/powerpoint/2010/main">
          <mc:Choice Requires="p14">
            <p:contentPart p14:bwMode="auto" r:id="rId42">
              <p14:nvContentPartPr>
                <p14:cNvPr id="21" name="墨迹 20">
                  <a:extLst>
                    <a:ext uri="{FF2B5EF4-FFF2-40B4-BE49-F238E27FC236}">
                      <a16:creationId xmlns:a16="http://schemas.microsoft.com/office/drawing/2014/main" id="{209F96F0-5507-AE19-B3BD-77C8C2BB32AC}"/>
                    </a:ext>
                  </a:extLst>
                </p14:cNvPr>
                <p14:cNvContentPartPr/>
                <p14:nvPr/>
              </p14:nvContentPartPr>
              <p14:xfrm>
                <a:off x="8156665" y="2151785"/>
                <a:ext cx="165240" cy="210240"/>
              </p14:xfrm>
            </p:contentPart>
          </mc:Choice>
          <mc:Fallback xmlns="">
            <p:pic>
              <p:nvPicPr>
                <p:cNvPr id="21" name="墨迹 20">
                  <a:extLst>
                    <a:ext uri="{FF2B5EF4-FFF2-40B4-BE49-F238E27FC236}">
                      <a16:creationId xmlns:a16="http://schemas.microsoft.com/office/drawing/2014/main" id="{209F96F0-5507-AE19-B3BD-77C8C2BB32AC}"/>
                    </a:ext>
                  </a:extLst>
                </p:cNvPr>
                <p:cNvPicPr/>
                <p:nvPr/>
              </p:nvPicPr>
              <p:blipFill>
                <a:blip r:embed="rId43"/>
                <a:stretch>
                  <a:fillRect/>
                </a:stretch>
              </p:blipFill>
              <p:spPr>
                <a:xfrm>
                  <a:off x="8138665" y="2133785"/>
                  <a:ext cx="200880" cy="245880"/>
                </a:xfrm>
                <a:prstGeom prst="rect">
                  <a:avLst/>
                </a:prstGeom>
              </p:spPr>
            </p:pic>
          </mc:Fallback>
        </mc:AlternateContent>
        <mc:AlternateContent xmlns:mc="http://schemas.openxmlformats.org/markup-compatibility/2006" xmlns:p14="http://schemas.microsoft.com/office/powerpoint/2010/main">
          <mc:Choice Requires="p14">
            <p:contentPart p14:bwMode="auto" r:id="rId44">
              <p14:nvContentPartPr>
                <p14:cNvPr id="22" name="墨迹 21">
                  <a:extLst>
                    <a:ext uri="{FF2B5EF4-FFF2-40B4-BE49-F238E27FC236}">
                      <a16:creationId xmlns:a16="http://schemas.microsoft.com/office/drawing/2014/main" id="{32B4E588-3FF5-9101-0235-F318CE71F415}"/>
                    </a:ext>
                  </a:extLst>
                </p14:cNvPr>
                <p14:cNvContentPartPr/>
                <p14:nvPr/>
              </p14:nvContentPartPr>
              <p14:xfrm>
                <a:off x="8192665" y="2327465"/>
                <a:ext cx="573120" cy="65160"/>
              </p14:xfrm>
            </p:contentPart>
          </mc:Choice>
          <mc:Fallback xmlns="">
            <p:pic>
              <p:nvPicPr>
                <p:cNvPr id="22" name="墨迹 21">
                  <a:extLst>
                    <a:ext uri="{FF2B5EF4-FFF2-40B4-BE49-F238E27FC236}">
                      <a16:creationId xmlns:a16="http://schemas.microsoft.com/office/drawing/2014/main" id="{32B4E588-3FF5-9101-0235-F318CE71F415}"/>
                    </a:ext>
                  </a:extLst>
                </p:cNvPr>
                <p:cNvPicPr/>
                <p:nvPr/>
              </p:nvPicPr>
              <p:blipFill>
                <a:blip r:embed="rId45"/>
                <a:stretch>
                  <a:fillRect/>
                </a:stretch>
              </p:blipFill>
              <p:spPr>
                <a:xfrm>
                  <a:off x="8174665" y="2309465"/>
                  <a:ext cx="608760" cy="100800"/>
                </a:xfrm>
                <a:prstGeom prst="rect">
                  <a:avLst/>
                </a:prstGeom>
              </p:spPr>
            </p:pic>
          </mc:Fallback>
        </mc:AlternateContent>
      </p:grpSp>
      <p:grpSp>
        <p:nvGrpSpPr>
          <p:cNvPr id="28" name="组合 27">
            <a:extLst>
              <a:ext uri="{FF2B5EF4-FFF2-40B4-BE49-F238E27FC236}">
                <a16:creationId xmlns:a16="http://schemas.microsoft.com/office/drawing/2014/main" id="{45CE7A1C-2D48-364C-34F9-B46AC0E2BD7E}"/>
              </a:ext>
            </a:extLst>
          </p:cNvPr>
          <p:cNvGrpSpPr/>
          <p:nvPr/>
        </p:nvGrpSpPr>
        <p:grpSpPr>
          <a:xfrm>
            <a:off x="7286905" y="1237385"/>
            <a:ext cx="315000" cy="259200"/>
            <a:chOff x="7286905" y="1237385"/>
            <a:chExt cx="315000" cy="259200"/>
          </a:xfrm>
        </p:grpSpPr>
        <mc:AlternateContent xmlns:mc="http://schemas.openxmlformats.org/markup-compatibility/2006" xmlns:p14="http://schemas.microsoft.com/office/powerpoint/2010/main">
          <mc:Choice Requires="p14">
            <p:contentPart p14:bwMode="auto" r:id="rId46">
              <p14:nvContentPartPr>
                <p14:cNvPr id="24" name="墨迹 23">
                  <a:extLst>
                    <a:ext uri="{FF2B5EF4-FFF2-40B4-BE49-F238E27FC236}">
                      <a16:creationId xmlns:a16="http://schemas.microsoft.com/office/drawing/2014/main" id="{FF9FE8B7-349A-71B1-C1D0-4491355500F1}"/>
                    </a:ext>
                  </a:extLst>
                </p14:cNvPr>
                <p14:cNvContentPartPr/>
                <p14:nvPr/>
              </p14:nvContentPartPr>
              <p14:xfrm>
                <a:off x="7286905" y="1237385"/>
                <a:ext cx="261360" cy="232920"/>
              </p14:xfrm>
            </p:contentPart>
          </mc:Choice>
          <mc:Fallback xmlns="">
            <p:pic>
              <p:nvPicPr>
                <p:cNvPr id="24" name="墨迹 23">
                  <a:extLst>
                    <a:ext uri="{FF2B5EF4-FFF2-40B4-BE49-F238E27FC236}">
                      <a16:creationId xmlns:a16="http://schemas.microsoft.com/office/drawing/2014/main" id="{FF9FE8B7-349A-71B1-C1D0-4491355500F1}"/>
                    </a:ext>
                  </a:extLst>
                </p:cNvPr>
                <p:cNvPicPr/>
                <p:nvPr/>
              </p:nvPicPr>
              <p:blipFill>
                <a:blip r:embed="rId47"/>
                <a:stretch>
                  <a:fillRect/>
                </a:stretch>
              </p:blipFill>
              <p:spPr>
                <a:xfrm>
                  <a:off x="7268905" y="1219745"/>
                  <a:ext cx="297000" cy="268560"/>
                </a:xfrm>
                <a:prstGeom prst="rect">
                  <a:avLst/>
                </a:prstGeom>
              </p:spPr>
            </p:pic>
          </mc:Fallback>
        </mc:AlternateContent>
        <mc:AlternateContent xmlns:mc="http://schemas.openxmlformats.org/markup-compatibility/2006" xmlns:p14="http://schemas.microsoft.com/office/powerpoint/2010/main">
          <mc:Choice Requires="p14">
            <p:contentPart p14:bwMode="auto" r:id="rId48">
              <p14:nvContentPartPr>
                <p14:cNvPr id="25" name="墨迹 24">
                  <a:extLst>
                    <a:ext uri="{FF2B5EF4-FFF2-40B4-BE49-F238E27FC236}">
                      <a16:creationId xmlns:a16="http://schemas.microsoft.com/office/drawing/2014/main" id="{E6E90E3C-8AC4-9138-5B5D-E49C59EA2DE0}"/>
                    </a:ext>
                  </a:extLst>
                </p14:cNvPr>
                <p14:cNvContentPartPr/>
                <p14:nvPr/>
              </p14:nvContentPartPr>
              <p14:xfrm>
                <a:off x="7398865" y="1292825"/>
                <a:ext cx="203040" cy="203760"/>
              </p14:xfrm>
            </p:contentPart>
          </mc:Choice>
          <mc:Fallback xmlns="">
            <p:pic>
              <p:nvPicPr>
                <p:cNvPr id="25" name="墨迹 24">
                  <a:extLst>
                    <a:ext uri="{FF2B5EF4-FFF2-40B4-BE49-F238E27FC236}">
                      <a16:creationId xmlns:a16="http://schemas.microsoft.com/office/drawing/2014/main" id="{E6E90E3C-8AC4-9138-5B5D-E49C59EA2DE0}"/>
                    </a:ext>
                  </a:extLst>
                </p:cNvPr>
                <p:cNvPicPr/>
                <p:nvPr/>
              </p:nvPicPr>
              <p:blipFill>
                <a:blip r:embed="rId49"/>
                <a:stretch>
                  <a:fillRect/>
                </a:stretch>
              </p:blipFill>
              <p:spPr>
                <a:xfrm>
                  <a:off x="7381225" y="1275185"/>
                  <a:ext cx="238680" cy="239400"/>
                </a:xfrm>
                <a:prstGeom prst="rect">
                  <a:avLst/>
                </a:prstGeom>
              </p:spPr>
            </p:pic>
          </mc:Fallback>
        </mc:AlternateContent>
        <mc:AlternateContent xmlns:mc="http://schemas.openxmlformats.org/markup-compatibility/2006" xmlns:p14="http://schemas.microsoft.com/office/powerpoint/2010/main">
          <mc:Choice Requires="p14">
            <p:contentPart p14:bwMode="auto" r:id="rId50">
              <p14:nvContentPartPr>
                <p14:cNvPr id="26" name="墨迹 25">
                  <a:extLst>
                    <a:ext uri="{FF2B5EF4-FFF2-40B4-BE49-F238E27FC236}">
                      <a16:creationId xmlns:a16="http://schemas.microsoft.com/office/drawing/2014/main" id="{1F01644E-BA13-0934-7DF8-B16ED961FD36}"/>
                    </a:ext>
                  </a:extLst>
                </p14:cNvPr>
                <p14:cNvContentPartPr/>
                <p14:nvPr/>
              </p14:nvContentPartPr>
              <p14:xfrm>
                <a:off x="7294105" y="1262225"/>
                <a:ext cx="293400" cy="204480"/>
              </p14:xfrm>
            </p:contentPart>
          </mc:Choice>
          <mc:Fallback xmlns="">
            <p:pic>
              <p:nvPicPr>
                <p:cNvPr id="26" name="墨迹 25">
                  <a:extLst>
                    <a:ext uri="{FF2B5EF4-FFF2-40B4-BE49-F238E27FC236}">
                      <a16:creationId xmlns:a16="http://schemas.microsoft.com/office/drawing/2014/main" id="{1F01644E-BA13-0934-7DF8-B16ED961FD36}"/>
                    </a:ext>
                  </a:extLst>
                </p:cNvPr>
                <p:cNvPicPr/>
                <p:nvPr/>
              </p:nvPicPr>
              <p:blipFill>
                <a:blip r:embed="rId51"/>
                <a:stretch>
                  <a:fillRect/>
                </a:stretch>
              </p:blipFill>
              <p:spPr>
                <a:xfrm>
                  <a:off x="7276105" y="1244225"/>
                  <a:ext cx="329040" cy="240120"/>
                </a:xfrm>
                <a:prstGeom prst="rect">
                  <a:avLst/>
                </a:prstGeom>
              </p:spPr>
            </p:pic>
          </mc:Fallback>
        </mc:AlternateContent>
        <mc:AlternateContent xmlns:mc="http://schemas.openxmlformats.org/markup-compatibility/2006" xmlns:p14="http://schemas.microsoft.com/office/powerpoint/2010/main">
          <mc:Choice Requires="p14">
            <p:contentPart p14:bwMode="auto" r:id="rId52">
              <p14:nvContentPartPr>
                <p14:cNvPr id="27" name="墨迹 26">
                  <a:extLst>
                    <a:ext uri="{FF2B5EF4-FFF2-40B4-BE49-F238E27FC236}">
                      <a16:creationId xmlns:a16="http://schemas.microsoft.com/office/drawing/2014/main" id="{31F00B4B-54EB-1812-5956-8D612897352E}"/>
                    </a:ext>
                  </a:extLst>
                </p14:cNvPr>
                <p14:cNvContentPartPr/>
                <p14:nvPr/>
              </p14:nvContentPartPr>
              <p14:xfrm>
                <a:off x="7462585" y="1265105"/>
                <a:ext cx="69840" cy="85680"/>
              </p14:xfrm>
            </p:contentPart>
          </mc:Choice>
          <mc:Fallback xmlns="">
            <p:pic>
              <p:nvPicPr>
                <p:cNvPr id="27" name="墨迹 26">
                  <a:extLst>
                    <a:ext uri="{FF2B5EF4-FFF2-40B4-BE49-F238E27FC236}">
                      <a16:creationId xmlns:a16="http://schemas.microsoft.com/office/drawing/2014/main" id="{31F00B4B-54EB-1812-5956-8D612897352E}"/>
                    </a:ext>
                  </a:extLst>
                </p:cNvPr>
                <p:cNvPicPr/>
                <p:nvPr/>
              </p:nvPicPr>
              <p:blipFill>
                <a:blip r:embed="rId53"/>
                <a:stretch>
                  <a:fillRect/>
                </a:stretch>
              </p:blipFill>
              <p:spPr>
                <a:xfrm>
                  <a:off x="7444945" y="1247105"/>
                  <a:ext cx="105480" cy="121320"/>
                </a:xfrm>
                <a:prstGeom prst="rect">
                  <a:avLst/>
                </a:prstGeom>
              </p:spPr>
            </p:pic>
          </mc:Fallback>
        </mc:AlternateContent>
      </p:grpSp>
    </p:spTree>
  </p:cSld>
  <p:clrMapOvr>
    <a:masterClrMapping/>
  </p:clrMapOvr>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2945" name="对象 35843"/>
          <p:cNvGraphicFramePr>
            <a:graphicFrameLocks noChangeAspect="1"/>
          </p:cNvGraphicFramePr>
          <p:nvPr/>
        </p:nvGraphicFramePr>
        <p:xfrm>
          <a:off x="592138" y="3913188"/>
          <a:ext cx="8464550" cy="1131887"/>
        </p:xfrm>
        <a:graphic>
          <a:graphicData uri="http://schemas.openxmlformats.org/presentationml/2006/ole">
            <mc:AlternateContent xmlns:mc="http://schemas.openxmlformats.org/markup-compatibility/2006">
              <mc:Choice xmlns:v="urn:schemas-microsoft-com:vml" Requires="v">
                <p:oleObj r:id="rId2" imgW="3225800" imgH="431800" progId="Equation.3">
                  <p:embed/>
                </p:oleObj>
              </mc:Choice>
              <mc:Fallback>
                <p:oleObj r:id="rId2" imgW="3225800" imgH="431800" progId="Equation.3">
                  <p:embed/>
                  <p:pic>
                    <p:nvPicPr>
                      <p:cNvPr id="0" name="图片 3410"/>
                      <p:cNvPicPr/>
                      <p:nvPr/>
                    </p:nvPicPr>
                    <p:blipFill>
                      <a:blip r:embed="rId3"/>
                      <a:stretch>
                        <a:fillRect/>
                      </a:stretch>
                    </p:blipFill>
                    <p:spPr>
                      <a:xfrm>
                        <a:off x="592138" y="3913188"/>
                        <a:ext cx="8464550" cy="1131887"/>
                      </a:xfrm>
                      <a:prstGeom prst="rect">
                        <a:avLst/>
                      </a:prstGeom>
                      <a:noFill/>
                      <a:ln w="38100">
                        <a:noFill/>
                        <a:miter/>
                      </a:ln>
                    </p:spPr>
                  </p:pic>
                </p:oleObj>
              </mc:Fallback>
            </mc:AlternateContent>
          </a:graphicData>
        </a:graphic>
      </p:graphicFrame>
      <p:sp>
        <p:nvSpPr>
          <p:cNvPr id="82946" name="文本框 1"/>
          <p:cNvSpPr txBox="1"/>
          <p:nvPr/>
        </p:nvSpPr>
        <p:spPr>
          <a:xfrm>
            <a:off x="614363" y="5445125"/>
            <a:ext cx="3975100" cy="522288"/>
          </a:xfrm>
          <a:prstGeom prst="rect">
            <a:avLst/>
          </a:prstGeom>
          <a:noFill/>
          <a:ln w="9525">
            <a:noFill/>
          </a:ln>
        </p:spPr>
        <p:txBody>
          <a:bodyPr wrap="none" anchor="t" anchorCtr="0">
            <a:spAutoFit/>
          </a:bodyPr>
          <a:lstStyle/>
          <a:p>
            <a:pPr>
              <a:spcBef>
                <a:spcPct val="20000"/>
              </a:spcBef>
              <a:buClr>
                <a:schemeClr val="tx2"/>
              </a:buClr>
              <a:buSzPct val="90000"/>
              <a:buFont typeface="Symbol" panose="05050102010706020507" pitchFamily="2" charset="2"/>
            </a:pPr>
            <a:r>
              <a:rPr lang="zh-CN" altLang="en-US" sz="2800">
                <a:latin typeface="Times New Roman" panose="02020603050405020304" pitchFamily="2" charset="0"/>
                <a:ea typeface="宋体" panose="02010600030101010101" pitchFamily="2" charset="-122"/>
              </a:rPr>
              <a:t>级数的系数就是序列x(n)</a:t>
            </a:r>
          </a:p>
        </p:txBody>
      </p:sp>
      <p:sp>
        <p:nvSpPr>
          <p:cNvPr id="82947" name="标题 35841"/>
          <p:cNvSpPr>
            <a:spLocks noGrp="1"/>
          </p:cNvSpPr>
          <p:nvPr/>
        </p:nvSpPr>
        <p:spPr>
          <a:xfrm>
            <a:off x="1009650" y="655638"/>
            <a:ext cx="7772400" cy="762000"/>
          </a:xfrm>
          <a:prstGeom prst="rect">
            <a:avLst/>
          </a:prstGeom>
          <a:noFill/>
          <a:ln w="9525">
            <a:noFill/>
          </a:ln>
        </p:spPr>
        <p:txBody>
          <a:bodyPr anchor="ctr" anchorCtr="0"/>
          <a:lstStyle/>
          <a:p>
            <a:r>
              <a:rPr lang="zh-CN" altLang="en-US" sz="3600" u="sng">
                <a:latin typeface="Times New Roman" panose="02020603050405020304" pitchFamily="2" charset="0"/>
                <a:ea typeface="宋体" panose="02010600030101010101" pitchFamily="2" charset="-122"/>
              </a:rPr>
              <a:t>3、幂级数展开法求解（长除法）</a:t>
            </a:r>
          </a:p>
        </p:txBody>
      </p:sp>
      <p:sp>
        <p:nvSpPr>
          <p:cNvPr id="82948" name="矩形 35842"/>
          <p:cNvSpPr/>
          <p:nvPr/>
        </p:nvSpPr>
        <p:spPr>
          <a:xfrm>
            <a:off x="546100" y="1897063"/>
            <a:ext cx="8093075" cy="1676400"/>
          </a:xfrm>
          <a:prstGeom prst="rect">
            <a:avLst/>
          </a:prstGeom>
          <a:noFill/>
          <a:ln w="9525">
            <a:noFill/>
          </a:ln>
        </p:spPr>
        <p:txBody>
          <a:bodyPr lIns="92075" tIns="46038" rIns="92075" bIns="46038" anchor="t" anchorCtr="0"/>
          <a:lstStyle/>
          <a:p>
            <a:pPr>
              <a:lnSpc>
                <a:spcPct val="110000"/>
              </a:lnSpc>
              <a:spcBef>
                <a:spcPct val="20000"/>
              </a:spcBef>
              <a:buClr>
                <a:schemeClr val="tx2"/>
              </a:buClr>
            </a:pPr>
            <a:r>
              <a:rPr lang="en-US" altLang="zh-CN" sz="2800">
                <a:latin typeface="Times New Roman" panose="02020603050405020304" pitchFamily="2" charset="0"/>
                <a:ea typeface="宋体" panose="02010600030101010101" pitchFamily="2" charset="-122"/>
              </a:rPr>
              <a:t> </a:t>
            </a:r>
            <a:r>
              <a:rPr lang="zh-CN" altLang="en-US" sz="2800">
                <a:latin typeface="Times New Roman" panose="02020603050405020304" pitchFamily="2" charset="0"/>
                <a:ea typeface="宋体" panose="02010600030101010101" pitchFamily="2" charset="-122"/>
              </a:rPr>
              <a:t>一般</a:t>
            </a:r>
            <a:r>
              <a:rPr lang="en-US" altLang="zh-CN" sz="2800">
                <a:latin typeface="Times New Roman" panose="02020603050405020304" pitchFamily="2" charset="0"/>
                <a:ea typeface="宋体" panose="02010600030101010101" pitchFamily="2" charset="-122"/>
              </a:rPr>
              <a:t>X(z)</a:t>
            </a:r>
            <a:r>
              <a:rPr lang="zh-CN" altLang="en-US" sz="2800">
                <a:latin typeface="Times New Roman" panose="02020603050405020304" pitchFamily="2" charset="0"/>
                <a:ea typeface="宋体" panose="02010600030101010101" pitchFamily="2" charset="-122"/>
              </a:rPr>
              <a:t>是有理分式，可利用分子多项式除分母多项式（长除法）得到幂级数展开式，从而得到</a:t>
            </a:r>
            <a:r>
              <a:rPr lang="en-US" altLang="zh-CN" sz="2800">
                <a:latin typeface="Times New Roman" panose="02020603050405020304" pitchFamily="2" charset="0"/>
                <a:ea typeface="宋体" panose="02010600030101010101" pitchFamily="2" charset="-122"/>
              </a:rPr>
              <a:t>x(n)</a:t>
            </a:r>
            <a:r>
              <a:rPr lang="zh-CN" altLang="en-US" sz="2800">
                <a:latin typeface="Times New Roman" panose="02020603050405020304" pitchFamily="2" charset="0"/>
                <a:ea typeface="宋体" panose="02010600030101010101" pitchFamily="2" charset="-122"/>
              </a:rPr>
              <a:t>。</a:t>
            </a:r>
          </a:p>
        </p:txBody>
      </p:sp>
      <p:sp>
        <p:nvSpPr>
          <p:cNvPr id="82949" name="内容占位符 132098"/>
          <p:cNvSpPr>
            <a:spLocks noGrp="1"/>
          </p:cNvSpPr>
          <p:nvPr/>
        </p:nvSpPr>
        <p:spPr>
          <a:xfrm>
            <a:off x="592138" y="3402013"/>
            <a:ext cx="7772400" cy="696912"/>
          </a:xfrm>
          <a:prstGeom prst="rect">
            <a:avLst/>
          </a:prstGeom>
          <a:noFill/>
          <a:ln w="9525">
            <a:noFill/>
          </a:ln>
        </p:spPr>
        <p:txBody>
          <a:bodyPr anchor="t" anchorCtr="0"/>
          <a:lstStyle/>
          <a:p>
            <a:pPr marL="342900" indent="-342900">
              <a:spcBef>
                <a:spcPct val="20000"/>
              </a:spcBef>
            </a:pPr>
            <a:r>
              <a:rPr lang="zh-CN" altLang="en-US" sz="2800">
                <a:latin typeface="Times New Roman" panose="02020603050405020304" pitchFamily="2" charset="0"/>
                <a:ea typeface="宋体" panose="02010600030101010101" pitchFamily="2" charset="-122"/>
              </a:rPr>
              <a:t>把X(z)展开成幂级数</a:t>
            </a:r>
          </a:p>
        </p:txBody>
      </p:sp>
    </p:spTree>
  </p:cSld>
  <p:clrMapOvr>
    <a:masterClrMapping/>
  </p:clrMapOvr>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3969" name="对象 36866"/>
          <p:cNvGraphicFramePr>
            <a:graphicFrameLocks noChangeAspect="1"/>
          </p:cNvGraphicFramePr>
          <p:nvPr/>
        </p:nvGraphicFramePr>
        <p:xfrm>
          <a:off x="695325" y="3517900"/>
          <a:ext cx="1346200" cy="611188"/>
        </p:xfrm>
        <a:graphic>
          <a:graphicData uri="http://schemas.openxmlformats.org/presentationml/2006/ole">
            <mc:AlternateContent xmlns:mc="http://schemas.openxmlformats.org/markup-compatibility/2006">
              <mc:Choice xmlns:v="urn:schemas-microsoft-com:vml" Requires="v">
                <p:oleObj r:id="rId2" imgW="1118235" imgH="508000" progId="Equation.DSMT4">
                  <p:embed/>
                </p:oleObj>
              </mc:Choice>
              <mc:Fallback>
                <p:oleObj r:id="rId2" imgW="1118235" imgH="508000" progId="Equation.DSMT4">
                  <p:embed/>
                  <p:pic>
                    <p:nvPicPr>
                      <p:cNvPr id="0" name="图片 3415"/>
                      <p:cNvPicPr/>
                      <p:nvPr/>
                    </p:nvPicPr>
                    <p:blipFill>
                      <a:blip r:embed="rId3"/>
                      <a:stretch>
                        <a:fillRect/>
                      </a:stretch>
                    </p:blipFill>
                    <p:spPr>
                      <a:xfrm>
                        <a:off x="695325" y="3517900"/>
                        <a:ext cx="1346200" cy="611188"/>
                      </a:xfrm>
                      <a:prstGeom prst="rect">
                        <a:avLst/>
                      </a:prstGeom>
                      <a:solidFill>
                        <a:srgbClr val="2D2D89"/>
                      </a:solidFill>
                      <a:ln w="38100">
                        <a:noFill/>
                        <a:miter/>
                      </a:ln>
                    </p:spPr>
                  </p:pic>
                </p:oleObj>
              </mc:Fallback>
            </mc:AlternateContent>
          </a:graphicData>
        </a:graphic>
      </p:graphicFrame>
      <p:graphicFrame>
        <p:nvGraphicFramePr>
          <p:cNvPr id="83970" name="对象 36867"/>
          <p:cNvGraphicFramePr>
            <a:graphicFrameLocks noChangeAspect="1"/>
          </p:cNvGraphicFramePr>
          <p:nvPr/>
        </p:nvGraphicFramePr>
        <p:xfrm>
          <a:off x="695325" y="4530725"/>
          <a:ext cx="1346200" cy="611188"/>
        </p:xfrm>
        <a:graphic>
          <a:graphicData uri="http://schemas.openxmlformats.org/presentationml/2006/ole">
            <mc:AlternateContent xmlns:mc="http://schemas.openxmlformats.org/markup-compatibility/2006">
              <mc:Choice xmlns:v="urn:schemas-microsoft-com:vml" Requires="v">
                <p:oleObj r:id="rId4" imgW="1118235" imgH="508000" progId="Equation.DSMT4">
                  <p:embed/>
                </p:oleObj>
              </mc:Choice>
              <mc:Fallback>
                <p:oleObj r:id="rId4" imgW="1118235" imgH="508000" progId="Equation.DSMT4">
                  <p:embed/>
                  <p:pic>
                    <p:nvPicPr>
                      <p:cNvPr id="0" name="图片 3411"/>
                      <p:cNvPicPr/>
                      <p:nvPr/>
                    </p:nvPicPr>
                    <p:blipFill>
                      <a:blip r:embed="rId5"/>
                      <a:stretch>
                        <a:fillRect/>
                      </a:stretch>
                    </p:blipFill>
                    <p:spPr>
                      <a:xfrm>
                        <a:off x="695325" y="4530725"/>
                        <a:ext cx="1346200" cy="611188"/>
                      </a:xfrm>
                      <a:prstGeom prst="rect">
                        <a:avLst/>
                      </a:prstGeom>
                      <a:solidFill>
                        <a:srgbClr val="2D2D89"/>
                      </a:solidFill>
                      <a:ln w="38100">
                        <a:noFill/>
                        <a:miter/>
                      </a:ln>
                    </p:spPr>
                  </p:pic>
                </p:oleObj>
              </mc:Fallback>
            </mc:AlternateContent>
          </a:graphicData>
        </a:graphic>
      </p:graphicFrame>
      <p:pic>
        <p:nvPicPr>
          <p:cNvPr id="83971" name="图片 36868" descr="DD00448_"/>
          <p:cNvPicPr>
            <a:picLocks noChangeAspect="1"/>
          </p:cNvPicPr>
          <p:nvPr/>
        </p:nvPicPr>
        <p:blipFill>
          <a:blip r:embed="rId6"/>
          <a:stretch>
            <a:fillRect/>
          </a:stretch>
        </p:blipFill>
        <p:spPr>
          <a:xfrm>
            <a:off x="8216900" y="-273050"/>
            <a:ext cx="850900" cy="952500"/>
          </a:xfrm>
          <a:prstGeom prst="rect">
            <a:avLst/>
          </a:prstGeom>
          <a:noFill/>
          <a:ln w="9525">
            <a:noFill/>
          </a:ln>
        </p:spPr>
      </p:pic>
      <p:sp>
        <p:nvSpPr>
          <p:cNvPr id="2" name="文本占位符 36865"/>
          <p:cNvSpPr>
            <a:spLocks noGrp="1"/>
          </p:cNvSpPr>
          <p:nvPr/>
        </p:nvSpPr>
        <p:spPr>
          <a:xfrm>
            <a:off x="512763" y="1082675"/>
            <a:ext cx="8305800" cy="4800600"/>
          </a:xfrm>
          <a:prstGeom prst="rect">
            <a:avLst/>
          </a:prstGeom>
          <a:noFill/>
          <a:ln w="9525">
            <a:noFill/>
          </a:ln>
        </p:spPr>
        <p:txBody>
          <a:bodyPr anchor="t"/>
          <a:lstStyle>
            <a:lvl1pPr marL="342900" lvl="0" indent="-342900" algn="l" defTabSz="914400" eaLnBrk="1" fontAlgn="base" latinLnBrk="0" hangingPunct="1">
              <a:lnSpc>
                <a:spcPct val="100000"/>
              </a:lnSpc>
              <a:spcBef>
                <a:spcPct val="20000"/>
              </a:spcBef>
              <a:spcAft>
                <a:spcPct val="0"/>
              </a:spcAft>
              <a:buChar char="•"/>
              <a:defRPr sz="2800" b="0" i="0" u="none" kern="1200" baseline="0">
                <a:solidFill>
                  <a:schemeClr val="tx1"/>
                </a:solidFill>
                <a:latin typeface="+mn-lt"/>
                <a:ea typeface="+mn-ea"/>
                <a:cs typeface="+mn-cs"/>
              </a:defRPr>
            </a:lvl1pPr>
            <a:lvl2pPr marL="742950" lvl="1" indent="-285750" algn="l" defTabSz="914400" eaLnBrk="1" fontAlgn="base" latinLnBrk="0" hangingPunct="1">
              <a:lnSpc>
                <a:spcPct val="100000"/>
              </a:lnSpc>
              <a:spcBef>
                <a:spcPct val="20000"/>
              </a:spcBef>
              <a:spcAft>
                <a:spcPct val="0"/>
              </a:spcAft>
              <a:buChar char="–"/>
              <a:defRPr sz="2400" b="0" i="0" u="none" kern="1200" baseline="0">
                <a:solidFill>
                  <a:schemeClr val="tx1"/>
                </a:solidFill>
                <a:latin typeface="+mn-lt"/>
                <a:ea typeface="+mn-ea"/>
                <a:cs typeface="+mn-cs"/>
              </a:defRPr>
            </a:lvl2pPr>
            <a:lvl3pPr marL="1143000" lvl="2"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3pPr>
            <a:lvl4pPr marL="1600200" lvl="3" indent="-228600" algn="l" defTabSz="914400" eaLnBrk="1" fontAlgn="base" latinLnBrk="0" hangingPunct="1">
              <a:lnSpc>
                <a:spcPct val="100000"/>
              </a:lnSpc>
              <a:spcBef>
                <a:spcPct val="20000"/>
              </a:spcBef>
              <a:spcAft>
                <a:spcPct val="0"/>
              </a:spcAft>
              <a:buChar char="–"/>
              <a:defRPr sz="1800" b="0" i="0" u="none" kern="1200" baseline="0">
                <a:solidFill>
                  <a:schemeClr val="tx1"/>
                </a:solidFill>
                <a:latin typeface="+mn-lt"/>
                <a:ea typeface="+mn-ea"/>
                <a:cs typeface="+mn-cs"/>
              </a:defRPr>
            </a:lvl4pPr>
            <a:lvl5pPr marL="2057400" lvl="4" indent="-228600" algn="l" defTabSz="914400" eaLnBrk="1" fontAlgn="base" latinLnBrk="0" hangingPunct="1">
              <a:lnSpc>
                <a:spcPct val="100000"/>
              </a:lnSpc>
              <a:spcBef>
                <a:spcPct val="20000"/>
              </a:spcBef>
              <a:spcAft>
                <a:spcPct val="0"/>
              </a:spcAft>
              <a:buChar char="»"/>
              <a:defRPr sz="1800" b="0" i="0" u="none" kern="1200" baseline="0">
                <a:solidFill>
                  <a:schemeClr val="tx1"/>
                </a:solidFill>
                <a:latin typeface="+mn-lt"/>
                <a:ea typeface="+mn-ea"/>
                <a:cs typeface="+mn-cs"/>
              </a:defRPr>
            </a:lvl5pPr>
            <a:lvl6pPr marL="2514600" lvl="5" indent="-228600" algn="l" defTabSz="914400" eaLnBrk="1" fontAlgn="base" latinLnBrk="0" hangingPunct="1">
              <a:lnSpc>
                <a:spcPct val="100000"/>
              </a:lnSpc>
              <a:spcBef>
                <a:spcPct val="20000"/>
              </a:spcBef>
              <a:spcAft>
                <a:spcPct val="0"/>
              </a:spcAft>
              <a:buChar char="»"/>
              <a:defRPr sz="1800" b="0" i="0" u="none" kern="1200" baseline="0">
                <a:solidFill>
                  <a:schemeClr val="tx1"/>
                </a:solidFill>
                <a:latin typeface="+mn-lt"/>
                <a:ea typeface="+mn-ea"/>
                <a:cs typeface="+mn-cs"/>
              </a:defRPr>
            </a:lvl6pPr>
            <a:lvl7pPr marL="2971800" lvl="6" indent="-228600" algn="l" defTabSz="914400" eaLnBrk="1" fontAlgn="base" latinLnBrk="0" hangingPunct="1">
              <a:lnSpc>
                <a:spcPct val="100000"/>
              </a:lnSpc>
              <a:spcBef>
                <a:spcPct val="20000"/>
              </a:spcBef>
              <a:spcAft>
                <a:spcPct val="0"/>
              </a:spcAft>
              <a:buChar char="»"/>
              <a:defRPr sz="1800" b="0" i="0" u="none" kern="1200" baseline="0">
                <a:solidFill>
                  <a:schemeClr val="tx1"/>
                </a:solidFill>
                <a:latin typeface="+mn-lt"/>
                <a:ea typeface="+mn-ea"/>
                <a:cs typeface="+mn-cs"/>
              </a:defRPr>
            </a:lvl7pPr>
            <a:lvl8pPr marL="3429000" lvl="7" indent="-228600" algn="l" defTabSz="914400" eaLnBrk="1" fontAlgn="base" latinLnBrk="0" hangingPunct="1">
              <a:lnSpc>
                <a:spcPct val="100000"/>
              </a:lnSpc>
              <a:spcBef>
                <a:spcPct val="20000"/>
              </a:spcBef>
              <a:spcAft>
                <a:spcPct val="0"/>
              </a:spcAft>
              <a:buChar char="»"/>
              <a:defRPr sz="1800" b="0" i="0" u="none" kern="1200" baseline="0">
                <a:solidFill>
                  <a:schemeClr val="tx1"/>
                </a:solidFill>
                <a:latin typeface="+mn-lt"/>
                <a:ea typeface="+mn-ea"/>
                <a:cs typeface="+mn-cs"/>
              </a:defRPr>
            </a:lvl8pPr>
            <a:lvl9pPr marL="3886200" lvl="8" indent="-228600" algn="l" defTabSz="914400" eaLnBrk="1" fontAlgn="base" latinLnBrk="0" hangingPunct="1">
              <a:lnSpc>
                <a:spcPct val="100000"/>
              </a:lnSpc>
              <a:spcBef>
                <a:spcPct val="20000"/>
              </a:spcBef>
              <a:spcAft>
                <a:spcPct val="0"/>
              </a:spcAft>
              <a:buChar char="»"/>
              <a:defRPr sz="1800" b="0" i="0" u="none" kern="1200" baseline="0">
                <a:solidFill>
                  <a:schemeClr val="tx1"/>
                </a:solidFill>
                <a:latin typeface="+mn-lt"/>
                <a:ea typeface="+mn-ea"/>
                <a:cs typeface="+mn-cs"/>
              </a:defRPr>
            </a:lvl9pPr>
          </a:lstStyle>
          <a:p>
            <a:pPr marL="0" indent="0" fontAlgn="base">
              <a:buNone/>
            </a:pPr>
            <a:r>
              <a:rPr lang="zh-CN" altLang="en-US" strike="noStrike" noProof="1">
                <a:latin typeface="Times New Roman" panose="02020603050405020304" pitchFamily="2" charset="0"/>
                <a:ea typeface="宋体" panose="02010600030101010101" pitchFamily="2" charset="-122"/>
                <a:cs typeface="+mn-cs"/>
              </a:rPr>
              <a:t>根据收敛域判断</a:t>
            </a:r>
            <a:r>
              <a:rPr lang="en-US" altLang="zh-CN" strike="noStrike" noProof="1">
                <a:latin typeface="Times New Roman" panose="02020603050405020304" pitchFamily="2" charset="0"/>
                <a:ea typeface="宋体" panose="02010600030101010101" pitchFamily="2" charset="-122"/>
                <a:cs typeface="+mn-cs"/>
              </a:rPr>
              <a:t>x(n)</a:t>
            </a:r>
            <a:r>
              <a:rPr lang="zh-CN" altLang="en-US" strike="noStrike" noProof="1">
                <a:latin typeface="Times New Roman" panose="02020603050405020304" pitchFamily="2" charset="0"/>
                <a:ea typeface="宋体" panose="02010600030101010101" pitchFamily="2" charset="-122"/>
                <a:cs typeface="+mn-cs"/>
              </a:rPr>
              <a:t>的性质，再展开成相应的</a:t>
            </a:r>
            <a:r>
              <a:rPr lang="en-US" altLang="zh-CN" strike="noStrike" noProof="1">
                <a:latin typeface="Times New Roman" panose="02020603050405020304" pitchFamily="2" charset="0"/>
                <a:ea typeface="宋体" panose="02010600030101010101" pitchFamily="2" charset="-122"/>
                <a:cs typeface="+mn-cs"/>
              </a:rPr>
              <a:t>z</a:t>
            </a:r>
            <a:r>
              <a:rPr lang="zh-CN" altLang="en-US" strike="noStrike" noProof="1">
                <a:latin typeface="Times New Roman" panose="02020603050405020304" pitchFamily="2" charset="0"/>
                <a:ea typeface="宋体" panose="02010600030101010101" pitchFamily="2" charset="-122"/>
                <a:cs typeface="+mn-cs"/>
              </a:rPr>
              <a:t>的幂级数</a:t>
            </a:r>
            <a:endParaRPr lang="zh-CN" altLang="en-US" strike="noStrike" noProof="1">
              <a:latin typeface="Times New Roman" panose="02020603050405020304" pitchFamily="2" charset="0"/>
              <a:ea typeface="宋体" panose="02010600030101010101" pitchFamily="2" charset="-122"/>
            </a:endParaRPr>
          </a:p>
          <a:p>
            <a:pPr fontAlgn="base">
              <a:buNone/>
            </a:pPr>
            <a:r>
              <a:rPr lang="zh-CN" altLang="en-US" strike="noStrike" noProof="1">
                <a:latin typeface="Times New Roman" panose="02020603050405020304" pitchFamily="2" charset="0"/>
                <a:ea typeface="宋体" panose="02010600030101010101" pitchFamily="2" charset="-122"/>
                <a:cs typeface="+mn-cs"/>
              </a:rPr>
              <a:t>                                      将</a:t>
            </a:r>
            <a:r>
              <a:rPr lang="en-US" altLang="zh-CN" strike="noStrike" noProof="1">
                <a:latin typeface="Times New Roman" panose="02020603050405020304" pitchFamily="2" charset="0"/>
                <a:ea typeface="宋体" panose="02010600030101010101" pitchFamily="2" charset="-122"/>
                <a:cs typeface="+mn-cs"/>
              </a:rPr>
              <a:t>X(z)          X(z)</a:t>
            </a:r>
            <a:r>
              <a:rPr lang="zh-CN" altLang="en-US" strike="noStrike" noProof="1">
                <a:latin typeface="Times New Roman" panose="02020603050405020304" pitchFamily="2" charset="0"/>
                <a:ea typeface="宋体" panose="02010600030101010101" pitchFamily="2" charset="-122"/>
                <a:cs typeface="+mn-cs"/>
              </a:rPr>
              <a:t>的</a:t>
            </a:r>
            <a:endParaRPr lang="zh-CN" altLang="en-US" strike="noStrike" noProof="1">
              <a:latin typeface="Times New Roman" panose="02020603050405020304" pitchFamily="2" charset="0"/>
              <a:ea typeface="宋体" panose="02010600030101010101" pitchFamily="2" charset="-122"/>
            </a:endParaRPr>
          </a:p>
          <a:p>
            <a:pPr fontAlgn="base">
              <a:buNone/>
            </a:pPr>
            <a:r>
              <a:rPr lang="zh-CN" altLang="en-US" strike="noStrike" noProof="1">
                <a:latin typeface="Times New Roman" panose="02020603050405020304" pitchFamily="2" charset="0"/>
                <a:ea typeface="宋体" panose="02010600030101010101" pitchFamily="2" charset="-122"/>
                <a:cs typeface="+mn-cs"/>
              </a:rPr>
              <a:t> 			  </a:t>
            </a:r>
            <a:r>
              <a:rPr lang="en-US" altLang="zh-CN" strike="noStrike" noProof="1">
                <a:latin typeface="Times New Roman" panose="02020603050405020304" pitchFamily="2" charset="0"/>
                <a:ea typeface="宋体" panose="02010600030101010101" pitchFamily="2" charset="-122"/>
                <a:cs typeface="+mn-cs"/>
              </a:rPr>
              <a:t>x(n)        </a:t>
            </a:r>
            <a:r>
              <a:rPr lang="zh-CN" altLang="en-US" strike="noStrike" noProof="1">
                <a:latin typeface="Times New Roman" panose="02020603050405020304" pitchFamily="2" charset="0"/>
                <a:ea typeface="宋体" panose="02010600030101010101" pitchFamily="2" charset="-122"/>
                <a:cs typeface="+mn-cs"/>
              </a:rPr>
              <a:t>展成</a:t>
            </a:r>
            <a:r>
              <a:rPr lang="en-US" altLang="zh-CN" strike="noStrike" noProof="1">
                <a:latin typeface="Times New Roman" panose="02020603050405020304" pitchFamily="2" charset="0"/>
                <a:ea typeface="宋体" panose="02010600030101010101" pitchFamily="2" charset="-122"/>
                <a:cs typeface="+mn-cs"/>
              </a:rPr>
              <a:t>z</a:t>
            </a:r>
            <a:r>
              <a:rPr lang="zh-CN" altLang="en-US" strike="noStrike" noProof="1">
                <a:latin typeface="Times New Roman" panose="02020603050405020304" pitchFamily="2" charset="0"/>
                <a:ea typeface="宋体" panose="02010600030101010101" pitchFamily="2" charset="-122"/>
                <a:cs typeface="+mn-cs"/>
              </a:rPr>
              <a:t>的        分子分母</a:t>
            </a:r>
            <a:endParaRPr lang="zh-CN" altLang="en-US" strike="noStrike" noProof="1">
              <a:latin typeface="Times New Roman" panose="02020603050405020304" pitchFamily="2" charset="0"/>
              <a:ea typeface="宋体" panose="02010600030101010101" pitchFamily="2" charset="-122"/>
            </a:endParaRPr>
          </a:p>
          <a:p>
            <a:pPr fontAlgn="base">
              <a:buNone/>
            </a:pPr>
            <a:r>
              <a:rPr lang="zh-CN" altLang="en-US" strike="noStrike" noProof="1">
                <a:latin typeface="Times New Roman" panose="02020603050405020304" pitchFamily="2" charset="0"/>
                <a:ea typeface="宋体" panose="02010600030101010101" pitchFamily="2" charset="-122"/>
                <a:cs typeface="+mn-cs"/>
              </a:rPr>
              <a:t>                                                           按</a:t>
            </a:r>
            <a:r>
              <a:rPr lang="en-US" altLang="zh-CN" strike="noStrike" noProof="1">
                <a:latin typeface="Times New Roman" panose="02020603050405020304" pitchFamily="2" charset="0"/>
                <a:ea typeface="宋体" panose="02010600030101010101" pitchFamily="2" charset="-122"/>
                <a:cs typeface="+mn-cs"/>
              </a:rPr>
              <a:t>z</a:t>
            </a:r>
            <a:r>
              <a:rPr lang="zh-CN" altLang="en-US" strike="noStrike" noProof="1">
                <a:latin typeface="Times New Roman" panose="02020603050405020304" pitchFamily="2" charset="0"/>
                <a:ea typeface="宋体" panose="02010600030101010101" pitchFamily="2" charset="-122"/>
                <a:cs typeface="+mn-cs"/>
              </a:rPr>
              <a:t>的</a:t>
            </a:r>
            <a:endParaRPr lang="zh-CN" altLang="en-US" strike="noStrike" noProof="1">
              <a:latin typeface="Times New Roman" panose="02020603050405020304" pitchFamily="2" charset="0"/>
              <a:ea typeface="宋体" panose="02010600030101010101" pitchFamily="2" charset="-122"/>
            </a:endParaRPr>
          </a:p>
          <a:p>
            <a:pPr fontAlgn="base">
              <a:buNone/>
            </a:pPr>
            <a:r>
              <a:rPr lang="zh-CN" altLang="en-US" strike="noStrike" noProof="1">
                <a:latin typeface="Times New Roman" panose="02020603050405020304" pitchFamily="2" charset="0"/>
                <a:ea typeface="宋体" panose="02010600030101010101" pitchFamily="2" charset="-122"/>
                <a:cs typeface="+mn-cs"/>
              </a:rPr>
              <a:t>                  因果序列    负幂级数     降幂排列</a:t>
            </a:r>
            <a:endParaRPr lang="zh-CN" altLang="en-US" strike="noStrike" noProof="1">
              <a:latin typeface="Times New Roman" panose="02020603050405020304" pitchFamily="2" charset="0"/>
              <a:ea typeface="宋体" panose="02010600030101010101" pitchFamily="2" charset="-122"/>
            </a:endParaRPr>
          </a:p>
          <a:p>
            <a:pPr fontAlgn="base">
              <a:buNone/>
            </a:pPr>
            <a:endParaRPr lang="zh-CN" altLang="en-US" strike="noStrike" noProof="1">
              <a:latin typeface="Times New Roman" panose="02020603050405020304" pitchFamily="2" charset="0"/>
              <a:ea typeface="宋体" panose="02010600030101010101" pitchFamily="2" charset="-122"/>
            </a:endParaRPr>
          </a:p>
          <a:p>
            <a:pPr fontAlgn="base">
              <a:buNone/>
            </a:pPr>
            <a:r>
              <a:rPr lang="zh-CN" altLang="en-US" strike="noStrike" noProof="1">
                <a:latin typeface="Times New Roman" panose="02020603050405020304" pitchFamily="2" charset="0"/>
                <a:ea typeface="宋体" panose="02010600030101010101" pitchFamily="2" charset="-122"/>
                <a:cs typeface="+mn-cs"/>
              </a:rPr>
              <a:t>                  左边序列    正幂级数     升幂排列</a:t>
            </a:r>
            <a:endParaRPr lang="zh-CN" altLang="en-US" strike="noStrike" noProof="1">
              <a:latin typeface="Times New Roman" panose="02020603050405020304" pitchFamily="2" charset="0"/>
              <a:ea typeface="宋体" panose="02010600030101010101" pitchFamily="2" charset="-122"/>
            </a:endParaRPr>
          </a:p>
        </p:txBody>
      </p:sp>
      <mc:AlternateContent xmlns:mc="http://schemas.openxmlformats.org/markup-compatibility/2006" xmlns:p14="http://schemas.microsoft.com/office/powerpoint/2010/main">
        <mc:Choice Requires="p14">
          <p:contentPart p14:bwMode="auto" r:id="rId7">
            <p14:nvContentPartPr>
              <p14:cNvPr id="3" name="墨迹 2">
                <a:extLst>
                  <a:ext uri="{FF2B5EF4-FFF2-40B4-BE49-F238E27FC236}">
                    <a16:creationId xmlns:a16="http://schemas.microsoft.com/office/drawing/2014/main" id="{3DC0B18A-FA84-5664-4389-1CED2D52F6E2}"/>
                  </a:ext>
                </a:extLst>
              </p14:cNvPr>
              <p14:cNvContentPartPr/>
              <p14:nvPr/>
            </p14:nvContentPartPr>
            <p14:xfrm>
              <a:off x="2761345" y="2996727"/>
              <a:ext cx="250560" cy="131760"/>
            </p14:xfrm>
          </p:contentPart>
        </mc:Choice>
        <mc:Fallback xmlns="">
          <p:pic>
            <p:nvPicPr>
              <p:cNvPr id="3" name="墨迹 2">
                <a:extLst>
                  <a:ext uri="{FF2B5EF4-FFF2-40B4-BE49-F238E27FC236}">
                    <a16:creationId xmlns:a16="http://schemas.microsoft.com/office/drawing/2014/main" id="{3DC0B18A-FA84-5664-4389-1CED2D52F6E2}"/>
                  </a:ext>
                </a:extLst>
              </p:cNvPr>
              <p:cNvPicPr/>
              <p:nvPr/>
            </p:nvPicPr>
            <p:blipFill>
              <a:blip r:embed="rId8"/>
              <a:stretch>
                <a:fillRect/>
              </a:stretch>
            </p:blipFill>
            <p:spPr>
              <a:xfrm>
                <a:off x="2743705" y="2979087"/>
                <a:ext cx="286200" cy="16740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4" name="墨迹 3">
                <a:extLst>
                  <a:ext uri="{FF2B5EF4-FFF2-40B4-BE49-F238E27FC236}">
                    <a16:creationId xmlns:a16="http://schemas.microsoft.com/office/drawing/2014/main" id="{38FB36C0-752E-9029-5A48-AC4A2F71E0A9}"/>
                  </a:ext>
                </a:extLst>
              </p14:cNvPr>
              <p14:cNvContentPartPr/>
              <p14:nvPr/>
            </p14:nvContentPartPr>
            <p14:xfrm>
              <a:off x="4100905" y="4037127"/>
              <a:ext cx="1209240" cy="85320"/>
            </p14:xfrm>
          </p:contentPart>
        </mc:Choice>
        <mc:Fallback xmlns="">
          <p:pic>
            <p:nvPicPr>
              <p:cNvPr id="4" name="墨迹 3">
                <a:extLst>
                  <a:ext uri="{FF2B5EF4-FFF2-40B4-BE49-F238E27FC236}">
                    <a16:creationId xmlns:a16="http://schemas.microsoft.com/office/drawing/2014/main" id="{38FB36C0-752E-9029-5A48-AC4A2F71E0A9}"/>
                  </a:ext>
                </a:extLst>
              </p:cNvPr>
              <p:cNvPicPr/>
              <p:nvPr/>
            </p:nvPicPr>
            <p:blipFill>
              <a:blip r:embed="rId10"/>
              <a:stretch>
                <a:fillRect/>
              </a:stretch>
            </p:blipFill>
            <p:spPr>
              <a:xfrm>
                <a:off x="4083265" y="4019127"/>
                <a:ext cx="1244880" cy="12096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5" name="墨迹 4">
                <a:extLst>
                  <a:ext uri="{FF2B5EF4-FFF2-40B4-BE49-F238E27FC236}">
                    <a16:creationId xmlns:a16="http://schemas.microsoft.com/office/drawing/2014/main" id="{E18FABAB-35FF-1422-6348-6330E2C28E46}"/>
                  </a:ext>
                </a:extLst>
              </p14:cNvPr>
              <p14:cNvContentPartPr/>
              <p14:nvPr/>
            </p14:nvContentPartPr>
            <p14:xfrm>
              <a:off x="2650825" y="5076807"/>
              <a:ext cx="283320" cy="200880"/>
            </p14:xfrm>
          </p:contentPart>
        </mc:Choice>
        <mc:Fallback xmlns="">
          <p:pic>
            <p:nvPicPr>
              <p:cNvPr id="5" name="墨迹 4">
                <a:extLst>
                  <a:ext uri="{FF2B5EF4-FFF2-40B4-BE49-F238E27FC236}">
                    <a16:creationId xmlns:a16="http://schemas.microsoft.com/office/drawing/2014/main" id="{E18FABAB-35FF-1422-6348-6330E2C28E46}"/>
                  </a:ext>
                </a:extLst>
              </p:cNvPr>
              <p:cNvPicPr/>
              <p:nvPr/>
            </p:nvPicPr>
            <p:blipFill>
              <a:blip r:embed="rId12"/>
              <a:stretch>
                <a:fillRect/>
              </a:stretch>
            </p:blipFill>
            <p:spPr>
              <a:xfrm>
                <a:off x="2632825" y="5058807"/>
                <a:ext cx="318960" cy="23652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6" name="墨迹 5">
                <a:extLst>
                  <a:ext uri="{FF2B5EF4-FFF2-40B4-BE49-F238E27FC236}">
                    <a16:creationId xmlns:a16="http://schemas.microsoft.com/office/drawing/2014/main" id="{064619C0-AD39-576C-6D83-88827C80FFF4}"/>
                  </a:ext>
                </a:extLst>
              </p14:cNvPr>
              <p14:cNvContentPartPr/>
              <p14:nvPr/>
            </p14:nvContentPartPr>
            <p14:xfrm>
              <a:off x="3821545" y="4543287"/>
              <a:ext cx="1563840" cy="611280"/>
            </p14:xfrm>
          </p:contentPart>
        </mc:Choice>
        <mc:Fallback xmlns="">
          <p:pic>
            <p:nvPicPr>
              <p:cNvPr id="6" name="墨迹 5">
                <a:extLst>
                  <a:ext uri="{FF2B5EF4-FFF2-40B4-BE49-F238E27FC236}">
                    <a16:creationId xmlns:a16="http://schemas.microsoft.com/office/drawing/2014/main" id="{064619C0-AD39-576C-6D83-88827C80FFF4}"/>
                  </a:ext>
                </a:extLst>
              </p:cNvPr>
              <p:cNvPicPr/>
              <p:nvPr/>
            </p:nvPicPr>
            <p:blipFill>
              <a:blip r:embed="rId14"/>
              <a:stretch>
                <a:fillRect/>
              </a:stretch>
            </p:blipFill>
            <p:spPr>
              <a:xfrm>
                <a:off x="3803545" y="4525647"/>
                <a:ext cx="1599480" cy="646920"/>
              </a:xfrm>
              <a:prstGeom prst="rect">
                <a:avLst/>
              </a:prstGeom>
            </p:spPr>
          </p:pic>
        </mc:Fallback>
      </mc:AlternateContent>
    </p:spTree>
  </p:cSld>
  <p:clrMapOvr>
    <a:masterClrMapping/>
  </p:clrMapOvr>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3" name="矩形 37889"/>
          <p:cNvSpPr/>
          <p:nvPr/>
        </p:nvSpPr>
        <p:spPr>
          <a:xfrm>
            <a:off x="422275" y="639763"/>
            <a:ext cx="793750" cy="584200"/>
          </a:xfrm>
          <a:prstGeom prst="rect">
            <a:avLst/>
          </a:prstGeom>
          <a:noFill/>
          <a:ln w="9525">
            <a:noFill/>
          </a:ln>
        </p:spPr>
        <p:txBody>
          <a:bodyPr wrap="none" anchor="t" anchorCtr="0">
            <a:spAutoFit/>
          </a:bodyPr>
          <a:lstStyle/>
          <a:p>
            <a:r>
              <a:rPr lang="zh-CN" altLang="en-US" sz="3200" b="1">
                <a:latin typeface="Times New Roman" panose="02020603050405020304" pitchFamily="2" charset="0"/>
                <a:ea typeface="宋体" panose="02010600030101010101" pitchFamily="2" charset="-122"/>
              </a:rPr>
              <a:t>例</a:t>
            </a:r>
            <a:r>
              <a:rPr lang="en-US" altLang="zh-CN" sz="3200" b="1">
                <a:latin typeface="Times New Roman" panose="02020603050405020304" pitchFamily="2" charset="0"/>
                <a:ea typeface="宋体" panose="02010600030101010101" pitchFamily="2" charset="-122"/>
              </a:rPr>
              <a:t>1</a:t>
            </a:r>
          </a:p>
        </p:txBody>
      </p:sp>
      <p:graphicFrame>
        <p:nvGraphicFramePr>
          <p:cNvPr id="84994" name="对象 37890"/>
          <p:cNvGraphicFramePr>
            <a:graphicFrameLocks noChangeAspect="1"/>
          </p:cNvGraphicFramePr>
          <p:nvPr/>
        </p:nvGraphicFramePr>
        <p:xfrm>
          <a:off x="3962400" y="476250"/>
          <a:ext cx="2193925" cy="911225"/>
        </p:xfrm>
        <a:graphic>
          <a:graphicData uri="http://schemas.openxmlformats.org/presentationml/2006/ole">
            <mc:AlternateContent xmlns:mc="http://schemas.openxmlformats.org/markup-compatibility/2006">
              <mc:Choice xmlns:v="urn:schemas-microsoft-com:vml" Requires="v">
                <p:oleObj r:id="rId2" imgW="977265" imgH="406400" progId="Equation.3">
                  <p:embed/>
                </p:oleObj>
              </mc:Choice>
              <mc:Fallback>
                <p:oleObj r:id="rId2" imgW="977265" imgH="406400" progId="Equation.3">
                  <p:embed/>
                  <p:pic>
                    <p:nvPicPr>
                      <p:cNvPr id="0" name="图片 3405"/>
                      <p:cNvPicPr/>
                      <p:nvPr/>
                    </p:nvPicPr>
                    <p:blipFill>
                      <a:blip r:embed="rId3"/>
                      <a:stretch>
                        <a:fillRect/>
                      </a:stretch>
                    </p:blipFill>
                    <p:spPr>
                      <a:xfrm>
                        <a:off x="3962400" y="476250"/>
                        <a:ext cx="2193925" cy="911225"/>
                      </a:xfrm>
                      <a:prstGeom prst="rect">
                        <a:avLst/>
                      </a:prstGeom>
                      <a:noFill/>
                      <a:ln w="38100">
                        <a:noFill/>
                        <a:miter/>
                      </a:ln>
                    </p:spPr>
                  </p:pic>
                </p:oleObj>
              </mc:Fallback>
            </mc:AlternateContent>
          </a:graphicData>
        </a:graphic>
      </p:graphicFrame>
      <p:graphicFrame>
        <p:nvGraphicFramePr>
          <p:cNvPr id="84995" name="对象 37891"/>
          <p:cNvGraphicFramePr>
            <a:graphicFrameLocks noChangeAspect="1"/>
          </p:cNvGraphicFramePr>
          <p:nvPr/>
        </p:nvGraphicFramePr>
        <p:xfrm>
          <a:off x="1858963" y="1409700"/>
          <a:ext cx="1265237" cy="685800"/>
        </p:xfrm>
        <a:graphic>
          <a:graphicData uri="http://schemas.openxmlformats.org/presentationml/2006/ole">
            <mc:AlternateContent xmlns:mc="http://schemas.openxmlformats.org/markup-compatibility/2006">
              <mc:Choice xmlns:v="urn:schemas-microsoft-com:vml" Requires="v">
                <p:oleObj r:id="rId4" imgW="444500" imgH="241300" progId="Equation.3">
                  <p:embed/>
                </p:oleObj>
              </mc:Choice>
              <mc:Fallback>
                <p:oleObj r:id="rId4" imgW="444500" imgH="241300" progId="Equation.3">
                  <p:embed/>
                  <p:pic>
                    <p:nvPicPr>
                      <p:cNvPr id="0" name="图片 3412"/>
                      <p:cNvPicPr/>
                      <p:nvPr/>
                    </p:nvPicPr>
                    <p:blipFill>
                      <a:blip r:embed="rId5"/>
                      <a:stretch>
                        <a:fillRect/>
                      </a:stretch>
                    </p:blipFill>
                    <p:spPr>
                      <a:xfrm>
                        <a:off x="1858963" y="1409700"/>
                        <a:ext cx="1265237" cy="685800"/>
                      </a:xfrm>
                      <a:prstGeom prst="rect">
                        <a:avLst/>
                      </a:prstGeom>
                      <a:noFill/>
                      <a:ln w="38100">
                        <a:noFill/>
                        <a:miter/>
                      </a:ln>
                    </p:spPr>
                  </p:pic>
                </p:oleObj>
              </mc:Fallback>
            </mc:AlternateContent>
          </a:graphicData>
        </a:graphic>
      </p:graphicFrame>
      <p:sp>
        <p:nvSpPr>
          <p:cNvPr id="84996" name="矩形 37892"/>
          <p:cNvSpPr/>
          <p:nvPr/>
        </p:nvSpPr>
        <p:spPr>
          <a:xfrm>
            <a:off x="533400" y="1524000"/>
            <a:ext cx="1371600" cy="457200"/>
          </a:xfrm>
          <a:prstGeom prst="rect">
            <a:avLst/>
          </a:prstGeom>
          <a:noFill/>
          <a:ln w="9525">
            <a:noFill/>
          </a:ln>
        </p:spPr>
        <p:txBody>
          <a:bodyPr anchor="t" anchorCtr="0">
            <a:spAutoFit/>
          </a:bodyPr>
          <a:lstStyle/>
          <a:p>
            <a:r>
              <a:rPr lang="en-US" altLang="zh-CN" sz="2400" b="1">
                <a:solidFill>
                  <a:srgbClr val="C00000"/>
                </a:solidFill>
                <a:latin typeface="Times New Roman" panose="02020603050405020304" pitchFamily="2" charset="0"/>
                <a:ea typeface="宋体" panose="02010600030101010101" pitchFamily="2" charset="-122"/>
              </a:rPr>
              <a:t>ROC1:</a:t>
            </a:r>
          </a:p>
        </p:txBody>
      </p:sp>
      <p:grpSp>
        <p:nvGrpSpPr>
          <p:cNvPr id="84997" name="组合 37893"/>
          <p:cNvGrpSpPr/>
          <p:nvPr/>
        </p:nvGrpSpPr>
        <p:grpSpPr>
          <a:xfrm>
            <a:off x="5275263" y="2292350"/>
            <a:ext cx="3751262" cy="3090863"/>
            <a:chOff x="0" y="0"/>
            <a:chExt cx="3637" cy="2106"/>
          </a:xfrm>
        </p:grpSpPr>
        <p:sp>
          <p:nvSpPr>
            <p:cNvPr id="84998" name="直接连接符 37894"/>
            <p:cNvSpPr/>
            <p:nvPr/>
          </p:nvSpPr>
          <p:spPr>
            <a:xfrm>
              <a:off x="1056" y="480"/>
              <a:ext cx="2160" cy="0"/>
            </a:xfrm>
            <a:prstGeom prst="line">
              <a:avLst/>
            </a:prstGeom>
            <a:ln w="28575" cap="flat" cmpd="sng">
              <a:solidFill>
                <a:srgbClr val="FFFFFF"/>
              </a:solidFill>
              <a:prstDash val="solid"/>
              <a:round/>
              <a:headEnd type="none" w="med" len="med"/>
              <a:tailEnd type="none" w="med" len="med"/>
            </a:ln>
          </p:spPr>
        </p:sp>
        <p:sp>
          <p:nvSpPr>
            <p:cNvPr id="84999" name="矩形 37895"/>
            <p:cNvSpPr/>
            <p:nvPr/>
          </p:nvSpPr>
          <p:spPr>
            <a:xfrm>
              <a:off x="961" y="384"/>
              <a:ext cx="243" cy="398"/>
            </a:xfrm>
            <a:prstGeom prst="rect">
              <a:avLst/>
            </a:prstGeom>
            <a:noFill/>
            <a:ln w="9525">
              <a:noFill/>
            </a:ln>
          </p:spPr>
          <p:txBody>
            <a:bodyPr wrap="square" anchor="t" anchorCtr="0">
              <a:spAutoFit/>
            </a:bodyPr>
            <a:lstStyle/>
            <a:p>
              <a:r>
                <a:rPr lang="en-US" altLang="zh-CN" sz="3200" b="1">
                  <a:latin typeface="Times New Roman" panose="02020603050405020304" pitchFamily="2" charset="0"/>
                  <a:ea typeface="宋体" panose="02010600030101010101" pitchFamily="2" charset="-122"/>
                </a:rPr>
                <a:t>)</a:t>
              </a:r>
            </a:p>
          </p:txBody>
        </p:sp>
        <p:graphicFrame>
          <p:nvGraphicFramePr>
            <p:cNvPr id="85000" name="对象 37896"/>
            <p:cNvGraphicFramePr>
              <a:graphicFrameLocks noChangeAspect="1"/>
            </p:cNvGraphicFramePr>
            <p:nvPr/>
          </p:nvGraphicFramePr>
          <p:xfrm>
            <a:off x="0" y="384"/>
            <a:ext cx="960" cy="416"/>
          </p:xfrm>
          <a:graphic>
            <a:graphicData uri="http://schemas.openxmlformats.org/presentationml/2006/ole">
              <mc:AlternateContent xmlns:mc="http://schemas.openxmlformats.org/markup-compatibility/2006">
                <mc:Choice xmlns:v="urn:schemas-microsoft-com:vml" Requires="v">
                  <p:oleObj r:id="rId6" imgW="469900" imgH="203200" progId="Equation.3">
                    <p:embed/>
                  </p:oleObj>
                </mc:Choice>
                <mc:Fallback>
                  <p:oleObj r:id="rId6" imgW="469900" imgH="203200" progId="Equation.3">
                    <p:embed/>
                    <p:pic>
                      <p:nvPicPr>
                        <p:cNvPr id="0" name="图片 3414"/>
                        <p:cNvPicPr/>
                        <p:nvPr/>
                      </p:nvPicPr>
                      <p:blipFill>
                        <a:blip r:embed="rId7"/>
                        <a:stretch>
                          <a:fillRect/>
                        </a:stretch>
                      </p:blipFill>
                      <p:spPr>
                        <a:xfrm>
                          <a:off x="0" y="384"/>
                          <a:ext cx="960" cy="416"/>
                        </a:xfrm>
                        <a:prstGeom prst="rect">
                          <a:avLst/>
                        </a:prstGeom>
                        <a:noFill/>
                        <a:ln w="38100">
                          <a:noFill/>
                          <a:miter/>
                        </a:ln>
                      </p:spPr>
                    </p:pic>
                  </p:oleObj>
                </mc:Fallback>
              </mc:AlternateContent>
            </a:graphicData>
          </a:graphic>
        </p:graphicFrame>
        <p:sp>
          <p:nvSpPr>
            <p:cNvPr id="85001" name="矩形 37897"/>
            <p:cNvSpPr/>
            <p:nvPr/>
          </p:nvSpPr>
          <p:spPr>
            <a:xfrm>
              <a:off x="1153" y="432"/>
              <a:ext cx="313" cy="398"/>
            </a:xfrm>
            <a:prstGeom prst="rect">
              <a:avLst/>
            </a:prstGeom>
            <a:noFill/>
            <a:ln w="9525">
              <a:noFill/>
            </a:ln>
          </p:spPr>
          <p:txBody>
            <a:bodyPr wrap="square" anchor="t" anchorCtr="0">
              <a:spAutoFit/>
            </a:bodyPr>
            <a:lstStyle/>
            <a:p>
              <a:r>
                <a:rPr lang="en-US" altLang="zh-CN" sz="3200" b="1">
                  <a:latin typeface="Times New Roman" panose="02020603050405020304" pitchFamily="2" charset="0"/>
                  <a:ea typeface="宋体" panose="02010600030101010101" pitchFamily="2" charset="-122"/>
                </a:rPr>
                <a:t>1</a:t>
              </a:r>
            </a:p>
          </p:txBody>
        </p:sp>
        <p:graphicFrame>
          <p:nvGraphicFramePr>
            <p:cNvPr id="85002" name="对象 37898"/>
            <p:cNvGraphicFramePr>
              <a:graphicFrameLocks noChangeAspect="1"/>
            </p:cNvGraphicFramePr>
            <p:nvPr/>
          </p:nvGraphicFramePr>
          <p:xfrm>
            <a:off x="1200" y="672"/>
            <a:ext cx="960" cy="416"/>
          </p:xfrm>
          <a:graphic>
            <a:graphicData uri="http://schemas.openxmlformats.org/presentationml/2006/ole">
              <mc:AlternateContent xmlns:mc="http://schemas.openxmlformats.org/markup-compatibility/2006">
                <mc:Choice xmlns:v="urn:schemas-microsoft-com:vml" Requires="v">
                  <p:oleObj r:id="rId8" imgW="469900" imgH="203200" progId="Equation.3">
                    <p:embed/>
                  </p:oleObj>
                </mc:Choice>
                <mc:Fallback>
                  <p:oleObj r:id="rId8" imgW="469900" imgH="203200" progId="Equation.3">
                    <p:embed/>
                    <p:pic>
                      <p:nvPicPr>
                        <p:cNvPr id="0" name="图片 3413"/>
                        <p:cNvPicPr/>
                        <p:nvPr/>
                      </p:nvPicPr>
                      <p:blipFill>
                        <a:blip r:embed="rId9"/>
                        <a:stretch>
                          <a:fillRect/>
                        </a:stretch>
                      </p:blipFill>
                      <p:spPr>
                        <a:xfrm>
                          <a:off x="1200" y="672"/>
                          <a:ext cx="960" cy="416"/>
                        </a:xfrm>
                        <a:prstGeom prst="rect">
                          <a:avLst/>
                        </a:prstGeom>
                        <a:noFill/>
                        <a:ln w="38100">
                          <a:noFill/>
                          <a:miter/>
                        </a:ln>
                      </p:spPr>
                    </p:pic>
                  </p:oleObj>
                </mc:Fallback>
              </mc:AlternateContent>
            </a:graphicData>
          </a:graphic>
        </p:graphicFrame>
        <p:sp>
          <p:nvSpPr>
            <p:cNvPr id="85003" name="直接连接符 37899"/>
            <p:cNvSpPr/>
            <p:nvPr/>
          </p:nvSpPr>
          <p:spPr>
            <a:xfrm>
              <a:off x="1104" y="1056"/>
              <a:ext cx="1056" cy="0"/>
            </a:xfrm>
            <a:prstGeom prst="line">
              <a:avLst/>
            </a:prstGeom>
            <a:ln w="28575" cap="flat" cmpd="sng">
              <a:solidFill>
                <a:srgbClr val="FFFFFF"/>
              </a:solidFill>
              <a:prstDash val="solid"/>
              <a:round/>
              <a:headEnd type="none" w="med" len="med"/>
              <a:tailEnd type="none" w="med" len="med"/>
            </a:ln>
          </p:spPr>
        </p:sp>
        <p:graphicFrame>
          <p:nvGraphicFramePr>
            <p:cNvPr id="85004" name="对象 37900"/>
            <p:cNvGraphicFramePr>
              <a:graphicFrameLocks noChangeAspect="1"/>
            </p:cNvGraphicFramePr>
            <p:nvPr/>
          </p:nvGraphicFramePr>
          <p:xfrm>
            <a:off x="1584" y="1056"/>
            <a:ext cx="528" cy="368"/>
          </p:xfrm>
          <a:graphic>
            <a:graphicData uri="http://schemas.openxmlformats.org/presentationml/2006/ole">
              <mc:AlternateContent xmlns:mc="http://schemas.openxmlformats.org/markup-compatibility/2006">
                <mc:Choice xmlns:v="urn:schemas-microsoft-com:vml" Requires="v">
                  <p:oleObj r:id="rId10" imgW="292100" imgH="203200" progId="Equation.3">
                    <p:embed/>
                  </p:oleObj>
                </mc:Choice>
                <mc:Fallback>
                  <p:oleObj r:id="rId10" imgW="292100" imgH="203200" progId="Equation.3">
                    <p:embed/>
                    <p:pic>
                      <p:nvPicPr>
                        <p:cNvPr id="0" name="图片 3406"/>
                        <p:cNvPicPr/>
                        <p:nvPr/>
                      </p:nvPicPr>
                      <p:blipFill>
                        <a:blip r:embed="rId11"/>
                        <a:stretch>
                          <a:fillRect/>
                        </a:stretch>
                      </p:blipFill>
                      <p:spPr>
                        <a:xfrm>
                          <a:off x="1584" y="1056"/>
                          <a:ext cx="528" cy="368"/>
                        </a:xfrm>
                        <a:prstGeom prst="rect">
                          <a:avLst/>
                        </a:prstGeom>
                        <a:noFill/>
                        <a:ln w="38100">
                          <a:noFill/>
                          <a:miter/>
                        </a:ln>
                      </p:spPr>
                    </p:pic>
                  </p:oleObj>
                </mc:Fallback>
              </mc:AlternateContent>
            </a:graphicData>
          </a:graphic>
        </p:graphicFrame>
        <p:graphicFrame>
          <p:nvGraphicFramePr>
            <p:cNvPr id="85005" name="对象 37901"/>
            <p:cNvGraphicFramePr>
              <a:graphicFrameLocks noChangeAspect="1"/>
            </p:cNvGraphicFramePr>
            <p:nvPr/>
          </p:nvGraphicFramePr>
          <p:xfrm>
            <a:off x="1584" y="1344"/>
            <a:ext cx="1531" cy="416"/>
          </p:xfrm>
          <a:graphic>
            <a:graphicData uri="http://schemas.openxmlformats.org/presentationml/2006/ole">
              <mc:AlternateContent xmlns:mc="http://schemas.openxmlformats.org/markup-compatibility/2006">
                <mc:Choice xmlns:v="urn:schemas-microsoft-com:vml" Requires="v">
                  <p:oleObj r:id="rId12" imgW="748665" imgH="203200" progId="Equation.3">
                    <p:embed/>
                  </p:oleObj>
                </mc:Choice>
                <mc:Fallback>
                  <p:oleObj r:id="rId12" imgW="748665" imgH="203200" progId="Equation.3">
                    <p:embed/>
                    <p:pic>
                      <p:nvPicPr>
                        <p:cNvPr id="0" name="图片 3407"/>
                        <p:cNvPicPr/>
                        <p:nvPr/>
                      </p:nvPicPr>
                      <p:blipFill>
                        <a:blip r:embed="rId13"/>
                        <a:stretch>
                          <a:fillRect/>
                        </a:stretch>
                      </p:blipFill>
                      <p:spPr>
                        <a:xfrm>
                          <a:off x="1584" y="1344"/>
                          <a:ext cx="1531" cy="416"/>
                        </a:xfrm>
                        <a:prstGeom prst="rect">
                          <a:avLst/>
                        </a:prstGeom>
                        <a:noFill/>
                        <a:ln w="38100">
                          <a:noFill/>
                          <a:miter/>
                        </a:ln>
                      </p:spPr>
                    </p:pic>
                  </p:oleObj>
                </mc:Fallback>
              </mc:AlternateContent>
            </a:graphicData>
          </a:graphic>
        </p:graphicFrame>
        <p:sp>
          <p:nvSpPr>
            <p:cNvPr id="85006" name="直接连接符 37902"/>
            <p:cNvSpPr/>
            <p:nvPr/>
          </p:nvSpPr>
          <p:spPr>
            <a:xfrm>
              <a:off x="1584" y="1728"/>
              <a:ext cx="1536" cy="0"/>
            </a:xfrm>
            <a:prstGeom prst="line">
              <a:avLst/>
            </a:prstGeom>
            <a:ln w="28575" cap="flat" cmpd="sng">
              <a:solidFill>
                <a:srgbClr val="FFFFFF"/>
              </a:solidFill>
              <a:prstDash val="solid"/>
              <a:round/>
              <a:headEnd type="none" w="med" len="med"/>
              <a:tailEnd type="none" w="med" len="med"/>
            </a:ln>
          </p:spPr>
        </p:sp>
        <p:graphicFrame>
          <p:nvGraphicFramePr>
            <p:cNvPr id="85007" name="对象 37903"/>
            <p:cNvGraphicFramePr>
              <a:graphicFrameLocks noChangeAspect="1"/>
            </p:cNvGraphicFramePr>
            <p:nvPr/>
          </p:nvGraphicFramePr>
          <p:xfrm>
            <a:off x="2400" y="1735"/>
            <a:ext cx="672" cy="371"/>
          </p:xfrm>
          <a:graphic>
            <a:graphicData uri="http://schemas.openxmlformats.org/presentationml/2006/ole">
              <mc:AlternateContent xmlns:mc="http://schemas.openxmlformats.org/markup-compatibility/2006">
                <mc:Choice xmlns:v="urn:schemas-microsoft-com:vml" Requires="v">
                  <p:oleObj r:id="rId14" imgW="368300" imgH="203200" progId="Equation.3">
                    <p:embed/>
                  </p:oleObj>
                </mc:Choice>
                <mc:Fallback>
                  <p:oleObj r:id="rId14" imgW="368300" imgH="203200" progId="Equation.3">
                    <p:embed/>
                    <p:pic>
                      <p:nvPicPr>
                        <p:cNvPr id="0" name="图片 3424"/>
                        <p:cNvPicPr/>
                        <p:nvPr/>
                      </p:nvPicPr>
                      <p:blipFill>
                        <a:blip r:embed="rId15"/>
                        <a:stretch>
                          <a:fillRect/>
                        </a:stretch>
                      </p:blipFill>
                      <p:spPr>
                        <a:xfrm>
                          <a:off x="2400" y="1735"/>
                          <a:ext cx="672" cy="371"/>
                        </a:xfrm>
                        <a:prstGeom prst="rect">
                          <a:avLst/>
                        </a:prstGeom>
                        <a:noFill/>
                        <a:ln w="38100">
                          <a:noFill/>
                          <a:miter/>
                        </a:ln>
                      </p:spPr>
                    </p:pic>
                  </p:oleObj>
                </mc:Fallback>
              </mc:AlternateContent>
            </a:graphicData>
          </a:graphic>
        </p:graphicFrame>
        <p:graphicFrame>
          <p:nvGraphicFramePr>
            <p:cNvPr id="85008" name="对象 37904"/>
            <p:cNvGraphicFramePr>
              <a:graphicFrameLocks noChangeAspect="1"/>
            </p:cNvGraphicFramePr>
            <p:nvPr/>
          </p:nvGraphicFramePr>
          <p:xfrm>
            <a:off x="1225" y="0"/>
            <a:ext cx="2412" cy="416"/>
          </p:xfrm>
          <a:graphic>
            <a:graphicData uri="http://schemas.openxmlformats.org/presentationml/2006/ole">
              <mc:AlternateContent xmlns:mc="http://schemas.openxmlformats.org/markup-compatibility/2006">
                <mc:Choice xmlns:v="urn:schemas-microsoft-com:vml" Requires="v">
                  <p:oleObj r:id="rId16" imgW="1181100" imgH="203200" progId="Equation.3">
                    <p:embed/>
                  </p:oleObj>
                </mc:Choice>
                <mc:Fallback>
                  <p:oleObj r:id="rId16" imgW="1181100" imgH="203200" progId="Equation.3">
                    <p:embed/>
                    <p:pic>
                      <p:nvPicPr>
                        <p:cNvPr id="0" name="图片 3430"/>
                        <p:cNvPicPr/>
                        <p:nvPr/>
                      </p:nvPicPr>
                      <p:blipFill>
                        <a:blip r:embed="rId17"/>
                        <a:stretch>
                          <a:fillRect/>
                        </a:stretch>
                      </p:blipFill>
                      <p:spPr>
                        <a:xfrm>
                          <a:off x="1225" y="0"/>
                          <a:ext cx="2412" cy="416"/>
                        </a:xfrm>
                        <a:prstGeom prst="rect">
                          <a:avLst/>
                        </a:prstGeom>
                        <a:noFill/>
                        <a:ln w="38100">
                          <a:noFill/>
                          <a:miter/>
                        </a:ln>
                      </p:spPr>
                    </p:pic>
                  </p:oleObj>
                </mc:Fallback>
              </mc:AlternateContent>
            </a:graphicData>
          </a:graphic>
        </p:graphicFrame>
      </p:grpSp>
      <p:graphicFrame>
        <p:nvGraphicFramePr>
          <p:cNvPr id="85009" name="对象 37905"/>
          <p:cNvGraphicFramePr>
            <a:graphicFrameLocks noChangeAspect="1"/>
          </p:cNvGraphicFramePr>
          <p:nvPr/>
        </p:nvGraphicFramePr>
        <p:xfrm>
          <a:off x="-96837" y="5478463"/>
          <a:ext cx="2528887" cy="1031875"/>
        </p:xfrm>
        <a:graphic>
          <a:graphicData uri="http://schemas.openxmlformats.org/presentationml/2006/ole">
            <mc:AlternateContent xmlns:mc="http://schemas.openxmlformats.org/markup-compatibility/2006">
              <mc:Choice xmlns:v="urn:schemas-microsoft-com:vml" Requires="v">
                <p:oleObj r:id="rId18" imgW="965200" imgH="393700" progId="Equation.3">
                  <p:embed/>
                </p:oleObj>
              </mc:Choice>
              <mc:Fallback>
                <p:oleObj r:id="rId18" imgW="965200" imgH="393700" progId="Equation.3">
                  <p:embed/>
                  <p:pic>
                    <p:nvPicPr>
                      <p:cNvPr id="0" name="图片 3426"/>
                      <p:cNvPicPr/>
                      <p:nvPr/>
                    </p:nvPicPr>
                    <p:blipFill>
                      <a:blip r:embed="rId19"/>
                      <a:stretch>
                        <a:fillRect/>
                      </a:stretch>
                    </p:blipFill>
                    <p:spPr>
                      <a:xfrm>
                        <a:off x="-96837" y="5478463"/>
                        <a:ext cx="2528887" cy="1031875"/>
                      </a:xfrm>
                      <a:prstGeom prst="rect">
                        <a:avLst/>
                      </a:prstGeom>
                      <a:noFill/>
                      <a:ln w="38100">
                        <a:noFill/>
                        <a:miter/>
                      </a:ln>
                    </p:spPr>
                  </p:pic>
                </p:oleObj>
              </mc:Fallback>
            </mc:AlternateContent>
          </a:graphicData>
        </a:graphic>
      </p:graphicFrame>
      <p:graphicFrame>
        <p:nvGraphicFramePr>
          <p:cNvPr id="85010" name="对象 37906"/>
          <p:cNvGraphicFramePr>
            <a:graphicFrameLocks noChangeAspect="1"/>
          </p:cNvGraphicFramePr>
          <p:nvPr/>
        </p:nvGraphicFramePr>
        <p:xfrm>
          <a:off x="2305050" y="5641975"/>
          <a:ext cx="3675063" cy="561975"/>
        </p:xfrm>
        <a:graphic>
          <a:graphicData uri="http://schemas.openxmlformats.org/presentationml/2006/ole">
            <mc:AlternateContent xmlns:mc="http://schemas.openxmlformats.org/markup-compatibility/2006">
              <mc:Choice xmlns:v="urn:schemas-microsoft-com:vml" Requires="v">
                <p:oleObj r:id="rId20" imgW="1332865" imgH="203200" progId="Equation.3">
                  <p:embed/>
                </p:oleObj>
              </mc:Choice>
              <mc:Fallback>
                <p:oleObj r:id="rId20" imgW="1332865" imgH="203200" progId="Equation.3">
                  <p:embed/>
                  <p:pic>
                    <p:nvPicPr>
                      <p:cNvPr id="0" name="图片 3425"/>
                      <p:cNvPicPr/>
                      <p:nvPr/>
                    </p:nvPicPr>
                    <p:blipFill>
                      <a:blip r:embed="rId21"/>
                      <a:stretch>
                        <a:fillRect/>
                      </a:stretch>
                    </p:blipFill>
                    <p:spPr>
                      <a:xfrm>
                        <a:off x="2305050" y="5641975"/>
                        <a:ext cx="3675063" cy="561975"/>
                      </a:xfrm>
                      <a:prstGeom prst="rect">
                        <a:avLst/>
                      </a:prstGeom>
                      <a:noFill/>
                      <a:ln w="38100">
                        <a:noFill/>
                        <a:miter/>
                      </a:ln>
                    </p:spPr>
                  </p:pic>
                </p:oleObj>
              </mc:Fallback>
            </mc:AlternateContent>
          </a:graphicData>
        </a:graphic>
      </p:graphicFrame>
      <p:graphicFrame>
        <p:nvGraphicFramePr>
          <p:cNvPr id="85011" name="对象 37907"/>
          <p:cNvGraphicFramePr>
            <a:graphicFrameLocks noChangeAspect="1"/>
          </p:cNvGraphicFramePr>
          <p:nvPr/>
        </p:nvGraphicFramePr>
        <p:xfrm>
          <a:off x="1246188" y="4552950"/>
          <a:ext cx="2984500" cy="619125"/>
        </p:xfrm>
        <a:graphic>
          <a:graphicData uri="http://schemas.openxmlformats.org/presentationml/2006/ole">
            <mc:AlternateContent xmlns:mc="http://schemas.openxmlformats.org/markup-compatibility/2006">
              <mc:Choice xmlns:v="urn:schemas-microsoft-com:vml" Requires="v">
                <p:oleObj r:id="rId22" imgW="1105535" imgH="228600" progId="Equation.3">
                  <p:embed/>
                </p:oleObj>
              </mc:Choice>
              <mc:Fallback>
                <p:oleObj r:id="rId22" imgW="1105535" imgH="228600" progId="Equation.3">
                  <p:embed/>
                  <p:pic>
                    <p:nvPicPr>
                      <p:cNvPr id="0" name="图片 3417"/>
                      <p:cNvPicPr/>
                      <p:nvPr/>
                    </p:nvPicPr>
                    <p:blipFill>
                      <a:blip r:embed="rId23"/>
                      <a:stretch>
                        <a:fillRect/>
                      </a:stretch>
                    </p:blipFill>
                    <p:spPr>
                      <a:xfrm>
                        <a:off x="1246188" y="4552950"/>
                        <a:ext cx="2984500" cy="619125"/>
                      </a:xfrm>
                      <a:prstGeom prst="rect">
                        <a:avLst/>
                      </a:prstGeom>
                      <a:noFill/>
                      <a:ln w="38100">
                        <a:noFill/>
                        <a:miter/>
                      </a:ln>
                    </p:spPr>
                  </p:pic>
                </p:oleObj>
              </mc:Fallback>
            </mc:AlternateContent>
          </a:graphicData>
        </a:graphic>
      </p:graphicFrame>
      <p:sp>
        <p:nvSpPr>
          <p:cNvPr id="85012" name="矩形 37908"/>
          <p:cNvSpPr/>
          <p:nvPr/>
        </p:nvSpPr>
        <p:spPr>
          <a:xfrm>
            <a:off x="1524000" y="639763"/>
            <a:ext cx="2428875" cy="579437"/>
          </a:xfrm>
          <a:prstGeom prst="rect">
            <a:avLst/>
          </a:prstGeom>
          <a:noFill/>
          <a:ln w="9525">
            <a:noFill/>
          </a:ln>
        </p:spPr>
        <p:txBody>
          <a:bodyPr wrap="none" anchor="t" anchorCtr="0">
            <a:spAutoFit/>
          </a:bodyPr>
          <a:lstStyle/>
          <a:p>
            <a:r>
              <a:rPr lang="en-US" altLang="zh-CN" sz="3200" b="1">
                <a:latin typeface="Times New Roman" panose="02020603050405020304" pitchFamily="2" charset="0"/>
                <a:ea typeface="宋体" panose="02010600030101010101" pitchFamily="2" charset="-122"/>
              </a:rPr>
              <a:t> </a:t>
            </a:r>
            <a:r>
              <a:rPr lang="zh-CN" altLang="en-US" sz="3200" b="1">
                <a:latin typeface="Times New Roman" panose="02020603050405020304" pitchFamily="2" charset="0"/>
                <a:ea typeface="宋体" panose="02010600030101010101" pitchFamily="2" charset="-122"/>
              </a:rPr>
              <a:t>长除法示例</a:t>
            </a:r>
          </a:p>
        </p:txBody>
      </p:sp>
      <p:sp>
        <p:nvSpPr>
          <p:cNvPr id="85013" name="上箭头 37909"/>
          <p:cNvSpPr/>
          <p:nvPr/>
        </p:nvSpPr>
        <p:spPr>
          <a:xfrm>
            <a:off x="2895600" y="5181600"/>
            <a:ext cx="228600" cy="457200"/>
          </a:xfrm>
          <a:prstGeom prst="upArrow">
            <a:avLst>
              <a:gd name="adj1" fmla="val 50000"/>
              <a:gd name="adj2" fmla="val 50000"/>
            </a:avLst>
          </a:prstGeom>
          <a:solidFill>
            <a:srgbClr val="66FF33"/>
          </a:solidFill>
          <a:ln w="9525" cap="flat" cmpd="sng">
            <a:solidFill>
              <a:srgbClr val="66FF33"/>
            </a:solidFill>
            <a:prstDash val="solid"/>
            <a:miter/>
            <a:headEnd type="none" w="med" len="med"/>
            <a:tailEnd type="none" w="med" len="med"/>
          </a:ln>
        </p:spPr>
        <p:txBody>
          <a:bodyPr anchor="t" anchorCtr="0"/>
          <a:lstStyle/>
          <a:p>
            <a:endParaRPr lang="zh-CN" altLang="en-US">
              <a:latin typeface="Times New Roman" panose="02020603050405020304" pitchFamily="2" charset="0"/>
              <a:ea typeface="宋体" panose="02010600030101010101" pitchFamily="2" charset="-122"/>
            </a:endParaRPr>
          </a:p>
        </p:txBody>
      </p:sp>
      <p:sp>
        <p:nvSpPr>
          <p:cNvPr id="85014" name="矩形 37910"/>
          <p:cNvSpPr/>
          <p:nvPr/>
        </p:nvSpPr>
        <p:spPr>
          <a:xfrm>
            <a:off x="381000" y="2209800"/>
            <a:ext cx="3581400" cy="1384300"/>
          </a:xfrm>
          <a:prstGeom prst="rect">
            <a:avLst/>
          </a:prstGeom>
          <a:noFill/>
          <a:ln w="9525">
            <a:noFill/>
          </a:ln>
        </p:spPr>
        <p:txBody>
          <a:bodyPr anchor="t" anchorCtr="0">
            <a:spAutoFit/>
          </a:bodyPr>
          <a:lstStyle/>
          <a:p>
            <a:pPr>
              <a:spcBef>
                <a:spcPct val="20000"/>
              </a:spcBef>
              <a:buClr>
                <a:schemeClr val="tx2"/>
              </a:buClr>
              <a:buSzPct val="90000"/>
              <a:buFont typeface="Symbol" panose="05050102010706020507" pitchFamily="2" charset="2"/>
            </a:pPr>
            <a:r>
              <a:rPr lang="zh-CN" altLang="en-US" sz="2800" b="1">
                <a:latin typeface="Times New Roman" panose="02020603050405020304" pitchFamily="2" charset="0"/>
                <a:ea typeface="宋体" panose="02010600030101010101" pitchFamily="2" charset="-122"/>
              </a:rPr>
              <a:t>解：由</a:t>
            </a:r>
            <a:r>
              <a:rPr lang="en-US" altLang="zh-CN" sz="2800" b="1">
                <a:latin typeface="Times New Roman" panose="02020603050405020304" pitchFamily="2" charset="0"/>
                <a:ea typeface="宋体" panose="02010600030101010101" pitchFamily="2" charset="-122"/>
              </a:rPr>
              <a:t>Roc</a:t>
            </a:r>
            <a:r>
              <a:rPr lang="zh-CN" altLang="en-US" sz="2800" b="1">
                <a:latin typeface="Times New Roman" panose="02020603050405020304" pitchFamily="2" charset="0"/>
                <a:ea typeface="宋体" panose="02010600030101010101" pitchFamily="2" charset="-122"/>
              </a:rPr>
              <a:t>判定</a:t>
            </a:r>
            <a:r>
              <a:rPr lang="en-US" altLang="zh-CN" sz="2800" b="1">
                <a:latin typeface="Times New Roman" panose="02020603050405020304" pitchFamily="2" charset="0"/>
                <a:ea typeface="宋体" panose="02010600030101010101" pitchFamily="2" charset="-122"/>
              </a:rPr>
              <a:t>x(n)</a:t>
            </a:r>
            <a:r>
              <a:rPr lang="zh-CN" altLang="en-US" sz="2800" b="1">
                <a:latin typeface="Times New Roman" panose="02020603050405020304" pitchFamily="2" charset="0"/>
                <a:ea typeface="宋体" panose="02010600030101010101" pitchFamily="2" charset="-122"/>
              </a:rPr>
              <a:t>是因果序列，用长除法展成</a:t>
            </a:r>
            <a:r>
              <a:rPr lang="en-US" altLang="zh-CN" sz="2800" b="1">
                <a:latin typeface="Times New Roman" panose="02020603050405020304" pitchFamily="2" charset="0"/>
                <a:ea typeface="宋体" panose="02010600030101010101" pitchFamily="2" charset="-122"/>
              </a:rPr>
              <a:t>z</a:t>
            </a:r>
            <a:r>
              <a:rPr lang="zh-CN" altLang="en-US" sz="2800" b="1">
                <a:latin typeface="Times New Roman" panose="02020603050405020304" pitchFamily="2" charset="0"/>
                <a:ea typeface="宋体" panose="02010600030101010101" pitchFamily="2" charset="-122"/>
              </a:rPr>
              <a:t>的负幂级数</a:t>
            </a:r>
          </a:p>
        </p:txBody>
      </p:sp>
    </p:spTree>
  </p:cSld>
  <p:clrMapOvr>
    <a:masterClrMapping/>
  </p:clrMapOvr>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6017" name="对象 38913"/>
          <p:cNvGraphicFramePr>
            <a:graphicFrameLocks noChangeAspect="1"/>
          </p:cNvGraphicFramePr>
          <p:nvPr/>
        </p:nvGraphicFramePr>
        <p:xfrm>
          <a:off x="1828800" y="904875"/>
          <a:ext cx="1287463" cy="698500"/>
        </p:xfrm>
        <a:graphic>
          <a:graphicData uri="http://schemas.openxmlformats.org/presentationml/2006/ole">
            <mc:AlternateContent xmlns:mc="http://schemas.openxmlformats.org/markup-compatibility/2006">
              <mc:Choice xmlns:v="urn:schemas-microsoft-com:vml" Requires="v">
                <p:oleObj r:id="rId2" imgW="444500" imgH="241300" progId="Equation.3">
                  <p:embed/>
                </p:oleObj>
              </mc:Choice>
              <mc:Fallback>
                <p:oleObj r:id="rId2" imgW="444500" imgH="241300" progId="Equation.3">
                  <p:embed/>
                  <p:pic>
                    <p:nvPicPr>
                      <p:cNvPr id="0" name="图片 3427"/>
                      <p:cNvPicPr/>
                      <p:nvPr/>
                    </p:nvPicPr>
                    <p:blipFill>
                      <a:blip r:embed="rId3"/>
                      <a:stretch>
                        <a:fillRect/>
                      </a:stretch>
                    </p:blipFill>
                    <p:spPr>
                      <a:xfrm>
                        <a:off x="1828800" y="904875"/>
                        <a:ext cx="1287463" cy="698500"/>
                      </a:xfrm>
                      <a:prstGeom prst="rect">
                        <a:avLst/>
                      </a:prstGeom>
                      <a:noFill/>
                      <a:ln w="38100">
                        <a:noFill/>
                        <a:miter/>
                      </a:ln>
                    </p:spPr>
                  </p:pic>
                </p:oleObj>
              </mc:Fallback>
            </mc:AlternateContent>
          </a:graphicData>
        </a:graphic>
      </p:graphicFrame>
      <p:sp>
        <p:nvSpPr>
          <p:cNvPr id="86018" name="矩形 38914"/>
          <p:cNvSpPr/>
          <p:nvPr/>
        </p:nvSpPr>
        <p:spPr>
          <a:xfrm>
            <a:off x="609600" y="990600"/>
            <a:ext cx="1447800" cy="522288"/>
          </a:xfrm>
          <a:prstGeom prst="rect">
            <a:avLst/>
          </a:prstGeom>
          <a:noFill/>
          <a:ln w="9525">
            <a:noFill/>
          </a:ln>
        </p:spPr>
        <p:txBody>
          <a:bodyPr anchor="t" anchorCtr="0">
            <a:spAutoFit/>
          </a:bodyPr>
          <a:lstStyle/>
          <a:p>
            <a:r>
              <a:rPr lang="en-US" altLang="zh-CN" sz="2800" b="1">
                <a:solidFill>
                  <a:srgbClr val="FFFF00"/>
                </a:solidFill>
                <a:latin typeface="Times New Roman" panose="02020603050405020304" pitchFamily="2" charset="0"/>
                <a:ea typeface="宋体" panose="02010600030101010101" pitchFamily="2" charset="-122"/>
              </a:rPr>
              <a:t>ROC2:</a:t>
            </a:r>
          </a:p>
        </p:txBody>
      </p:sp>
      <p:graphicFrame>
        <p:nvGraphicFramePr>
          <p:cNvPr id="86019" name="对象 38915"/>
          <p:cNvGraphicFramePr>
            <a:graphicFrameLocks noChangeAspect="1"/>
          </p:cNvGraphicFramePr>
          <p:nvPr/>
        </p:nvGraphicFramePr>
        <p:xfrm>
          <a:off x="1420813" y="4678363"/>
          <a:ext cx="4141787" cy="661987"/>
        </p:xfrm>
        <a:graphic>
          <a:graphicData uri="http://schemas.openxmlformats.org/presentationml/2006/ole">
            <mc:AlternateContent xmlns:mc="http://schemas.openxmlformats.org/markup-compatibility/2006">
              <mc:Choice xmlns:v="urn:schemas-microsoft-com:vml" Requires="v">
                <p:oleObj r:id="rId4" imgW="1435735" imgH="228600" progId="Equation.3">
                  <p:embed/>
                </p:oleObj>
              </mc:Choice>
              <mc:Fallback>
                <p:oleObj r:id="rId4" imgW="1435735" imgH="228600" progId="Equation.3">
                  <p:embed/>
                  <p:pic>
                    <p:nvPicPr>
                      <p:cNvPr id="0" name="图片 3421"/>
                      <p:cNvPicPr/>
                      <p:nvPr/>
                    </p:nvPicPr>
                    <p:blipFill>
                      <a:blip r:embed="rId5"/>
                      <a:stretch>
                        <a:fillRect/>
                      </a:stretch>
                    </p:blipFill>
                    <p:spPr>
                      <a:xfrm>
                        <a:off x="1420813" y="4678363"/>
                        <a:ext cx="4141787" cy="661987"/>
                      </a:xfrm>
                      <a:prstGeom prst="rect">
                        <a:avLst/>
                      </a:prstGeom>
                      <a:noFill/>
                      <a:ln w="38100">
                        <a:noFill/>
                        <a:miter/>
                      </a:ln>
                    </p:spPr>
                  </p:pic>
                </p:oleObj>
              </mc:Fallback>
            </mc:AlternateContent>
          </a:graphicData>
        </a:graphic>
      </p:graphicFrame>
      <p:graphicFrame>
        <p:nvGraphicFramePr>
          <p:cNvPr id="86020" name="对象 38917"/>
          <p:cNvGraphicFramePr>
            <a:graphicFrameLocks noChangeAspect="1"/>
          </p:cNvGraphicFramePr>
          <p:nvPr/>
        </p:nvGraphicFramePr>
        <p:xfrm>
          <a:off x="2992438" y="5646738"/>
          <a:ext cx="3570287" cy="590550"/>
        </p:xfrm>
        <a:graphic>
          <a:graphicData uri="http://schemas.openxmlformats.org/presentationml/2006/ole">
            <mc:AlternateContent xmlns:mc="http://schemas.openxmlformats.org/markup-compatibility/2006">
              <mc:Choice xmlns:v="urn:schemas-microsoft-com:vml" Requires="v">
                <p:oleObj r:id="rId6" imgW="1231265" imgH="203200" progId="Equation.3">
                  <p:embed/>
                </p:oleObj>
              </mc:Choice>
              <mc:Fallback>
                <p:oleObj r:id="rId6" imgW="1231265" imgH="203200" progId="Equation.3">
                  <p:embed/>
                  <p:pic>
                    <p:nvPicPr>
                      <p:cNvPr id="0" name="图片 3416"/>
                      <p:cNvPicPr/>
                      <p:nvPr/>
                    </p:nvPicPr>
                    <p:blipFill>
                      <a:blip r:embed="rId7"/>
                      <a:stretch>
                        <a:fillRect/>
                      </a:stretch>
                    </p:blipFill>
                    <p:spPr>
                      <a:xfrm>
                        <a:off x="2992438" y="5646738"/>
                        <a:ext cx="3570287" cy="590550"/>
                      </a:xfrm>
                      <a:prstGeom prst="rect">
                        <a:avLst/>
                      </a:prstGeom>
                      <a:noFill/>
                      <a:ln w="38100">
                        <a:noFill/>
                        <a:miter/>
                      </a:ln>
                    </p:spPr>
                  </p:pic>
                </p:oleObj>
              </mc:Fallback>
            </mc:AlternateContent>
          </a:graphicData>
        </a:graphic>
      </p:graphicFrame>
      <p:sp>
        <p:nvSpPr>
          <p:cNvPr id="86021" name="上箭头 38918"/>
          <p:cNvSpPr/>
          <p:nvPr/>
        </p:nvSpPr>
        <p:spPr>
          <a:xfrm>
            <a:off x="4176713" y="5257800"/>
            <a:ext cx="228600" cy="457200"/>
          </a:xfrm>
          <a:prstGeom prst="upArrow">
            <a:avLst>
              <a:gd name="adj1" fmla="val 50000"/>
              <a:gd name="adj2" fmla="val 50000"/>
            </a:avLst>
          </a:prstGeom>
          <a:solidFill>
            <a:srgbClr val="66FF33"/>
          </a:solidFill>
          <a:ln w="9525" cap="flat" cmpd="sng">
            <a:solidFill>
              <a:srgbClr val="66FF33"/>
            </a:solidFill>
            <a:prstDash val="solid"/>
            <a:miter/>
            <a:headEnd type="none" w="med" len="med"/>
            <a:tailEnd type="none" w="med" len="med"/>
          </a:ln>
        </p:spPr>
        <p:txBody>
          <a:bodyPr anchor="t" anchorCtr="0"/>
          <a:lstStyle/>
          <a:p>
            <a:endParaRPr lang="zh-CN" altLang="en-US" sz="2800">
              <a:latin typeface="Times New Roman" panose="02020603050405020304" pitchFamily="2" charset="0"/>
              <a:ea typeface="宋体" panose="02010600030101010101" pitchFamily="2" charset="-122"/>
            </a:endParaRPr>
          </a:p>
        </p:txBody>
      </p:sp>
      <p:grpSp>
        <p:nvGrpSpPr>
          <p:cNvPr id="86022" name="组合 38919"/>
          <p:cNvGrpSpPr/>
          <p:nvPr/>
        </p:nvGrpSpPr>
        <p:grpSpPr>
          <a:xfrm>
            <a:off x="3833813" y="1762125"/>
            <a:ext cx="4929187" cy="3038475"/>
            <a:chOff x="0" y="0"/>
            <a:chExt cx="3969" cy="2106"/>
          </a:xfrm>
        </p:grpSpPr>
        <p:sp>
          <p:nvSpPr>
            <p:cNvPr id="86023" name="直接连接符 38920"/>
            <p:cNvSpPr/>
            <p:nvPr/>
          </p:nvSpPr>
          <p:spPr>
            <a:xfrm>
              <a:off x="1440" y="480"/>
              <a:ext cx="2160" cy="0"/>
            </a:xfrm>
            <a:prstGeom prst="line">
              <a:avLst/>
            </a:prstGeom>
            <a:ln w="28575" cap="flat" cmpd="sng">
              <a:solidFill>
                <a:srgbClr val="FFFFFF"/>
              </a:solidFill>
              <a:prstDash val="solid"/>
              <a:round/>
              <a:headEnd type="none" w="med" len="med"/>
              <a:tailEnd type="none" w="med" len="med"/>
            </a:ln>
          </p:spPr>
        </p:sp>
        <p:sp>
          <p:nvSpPr>
            <p:cNvPr id="86024" name="矩形 38921"/>
            <p:cNvSpPr/>
            <p:nvPr/>
          </p:nvSpPr>
          <p:spPr>
            <a:xfrm>
              <a:off x="1343" y="384"/>
              <a:ext cx="242" cy="362"/>
            </a:xfrm>
            <a:prstGeom prst="rect">
              <a:avLst/>
            </a:prstGeom>
            <a:noFill/>
            <a:ln w="9525">
              <a:noFill/>
            </a:ln>
          </p:spPr>
          <p:txBody>
            <a:bodyPr wrap="none" anchor="t" anchorCtr="0">
              <a:spAutoFit/>
            </a:bodyPr>
            <a:lstStyle/>
            <a:p>
              <a:r>
                <a:rPr lang="en-US" altLang="zh-CN" sz="2800" b="1">
                  <a:solidFill>
                    <a:srgbClr val="FFFFFF"/>
                  </a:solidFill>
                  <a:latin typeface="Times New Roman" panose="02020603050405020304" pitchFamily="2" charset="0"/>
                  <a:ea typeface="宋体" panose="02010600030101010101" pitchFamily="2" charset="-122"/>
                </a:rPr>
                <a:t>)</a:t>
              </a:r>
            </a:p>
          </p:txBody>
        </p:sp>
        <p:graphicFrame>
          <p:nvGraphicFramePr>
            <p:cNvPr id="86025" name="对象 38922"/>
            <p:cNvGraphicFramePr>
              <a:graphicFrameLocks noChangeAspect="1"/>
            </p:cNvGraphicFramePr>
            <p:nvPr/>
          </p:nvGraphicFramePr>
          <p:xfrm>
            <a:off x="0" y="336"/>
            <a:ext cx="1245" cy="416"/>
          </p:xfrm>
          <a:graphic>
            <a:graphicData uri="http://schemas.openxmlformats.org/presentationml/2006/ole">
              <mc:AlternateContent xmlns:mc="http://schemas.openxmlformats.org/markup-compatibility/2006">
                <mc:Choice xmlns:v="urn:schemas-microsoft-com:vml" Requires="v">
                  <p:oleObj r:id="rId8" imgW="609600" imgH="203200" progId="Equation.3">
                    <p:embed/>
                  </p:oleObj>
                </mc:Choice>
                <mc:Fallback>
                  <p:oleObj r:id="rId8" imgW="609600" imgH="203200" progId="Equation.3">
                    <p:embed/>
                    <p:pic>
                      <p:nvPicPr>
                        <p:cNvPr id="0" name="图片 3428"/>
                        <p:cNvPicPr/>
                        <p:nvPr/>
                      </p:nvPicPr>
                      <p:blipFill>
                        <a:blip r:embed="rId9"/>
                        <a:stretch>
                          <a:fillRect/>
                        </a:stretch>
                      </p:blipFill>
                      <p:spPr>
                        <a:xfrm>
                          <a:off x="0" y="336"/>
                          <a:ext cx="1245" cy="416"/>
                        </a:xfrm>
                        <a:prstGeom prst="rect">
                          <a:avLst/>
                        </a:prstGeom>
                        <a:noFill/>
                        <a:ln w="38100">
                          <a:noFill/>
                          <a:miter/>
                        </a:ln>
                      </p:spPr>
                    </p:pic>
                  </p:oleObj>
                </mc:Fallback>
              </mc:AlternateContent>
            </a:graphicData>
          </a:graphic>
        </p:graphicFrame>
        <p:sp>
          <p:nvSpPr>
            <p:cNvPr id="86026" name="矩形 38923"/>
            <p:cNvSpPr/>
            <p:nvPr/>
          </p:nvSpPr>
          <p:spPr>
            <a:xfrm>
              <a:off x="1536" y="432"/>
              <a:ext cx="290" cy="362"/>
            </a:xfrm>
            <a:prstGeom prst="rect">
              <a:avLst/>
            </a:prstGeom>
            <a:noFill/>
            <a:ln w="9525">
              <a:noFill/>
            </a:ln>
          </p:spPr>
          <p:txBody>
            <a:bodyPr wrap="none" anchor="t" anchorCtr="0">
              <a:spAutoFit/>
            </a:bodyPr>
            <a:lstStyle/>
            <a:p>
              <a:r>
                <a:rPr lang="en-US" altLang="zh-CN" sz="2800" b="1">
                  <a:solidFill>
                    <a:srgbClr val="FFFFFF"/>
                  </a:solidFill>
                  <a:latin typeface="Times New Roman" panose="02020603050405020304" pitchFamily="2" charset="0"/>
                  <a:ea typeface="宋体" panose="02010600030101010101" pitchFamily="2" charset="-122"/>
                </a:rPr>
                <a:t>1</a:t>
              </a:r>
            </a:p>
          </p:txBody>
        </p:sp>
        <p:sp>
          <p:nvSpPr>
            <p:cNvPr id="86027" name="直接连接符 38924"/>
            <p:cNvSpPr/>
            <p:nvPr/>
          </p:nvSpPr>
          <p:spPr>
            <a:xfrm>
              <a:off x="1392" y="1056"/>
              <a:ext cx="1344" cy="0"/>
            </a:xfrm>
            <a:prstGeom prst="line">
              <a:avLst/>
            </a:prstGeom>
            <a:ln w="28575" cap="flat" cmpd="sng">
              <a:solidFill>
                <a:srgbClr val="000000"/>
              </a:solidFill>
              <a:prstDash val="solid"/>
              <a:round/>
              <a:headEnd type="none" w="med" len="med"/>
              <a:tailEnd type="none" w="med" len="med"/>
            </a:ln>
          </p:spPr>
        </p:sp>
        <p:graphicFrame>
          <p:nvGraphicFramePr>
            <p:cNvPr id="86028" name="对象 38925"/>
            <p:cNvGraphicFramePr>
              <a:graphicFrameLocks noChangeAspect="1"/>
            </p:cNvGraphicFramePr>
            <p:nvPr/>
          </p:nvGraphicFramePr>
          <p:xfrm>
            <a:off x="2016" y="1056"/>
            <a:ext cx="551" cy="368"/>
          </p:xfrm>
          <a:graphic>
            <a:graphicData uri="http://schemas.openxmlformats.org/presentationml/2006/ole">
              <mc:AlternateContent xmlns:mc="http://schemas.openxmlformats.org/markup-compatibility/2006">
                <mc:Choice xmlns:v="urn:schemas-microsoft-com:vml" Requires="v">
                  <p:oleObj r:id="rId10" imgW="304800" imgH="203200" progId="Equation.3">
                    <p:embed/>
                  </p:oleObj>
                </mc:Choice>
                <mc:Fallback>
                  <p:oleObj r:id="rId10" imgW="304800" imgH="203200" progId="Equation.3">
                    <p:embed/>
                    <p:pic>
                      <p:nvPicPr>
                        <p:cNvPr id="0" name="图片 3418"/>
                        <p:cNvPicPr/>
                        <p:nvPr/>
                      </p:nvPicPr>
                      <p:blipFill>
                        <a:blip r:embed="rId11"/>
                        <a:stretch>
                          <a:fillRect/>
                        </a:stretch>
                      </p:blipFill>
                      <p:spPr>
                        <a:xfrm>
                          <a:off x="2016" y="1056"/>
                          <a:ext cx="551" cy="368"/>
                        </a:xfrm>
                        <a:prstGeom prst="rect">
                          <a:avLst/>
                        </a:prstGeom>
                        <a:noFill/>
                        <a:ln w="38100">
                          <a:noFill/>
                          <a:miter/>
                        </a:ln>
                      </p:spPr>
                    </p:pic>
                  </p:oleObj>
                </mc:Fallback>
              </mc:AlternateContent>
            </a:graphicData>
          </a:graphic>
        </p:graphicFrame>
        <p:graphicFrame>
          <p:nvGraphicFramePr>
            <p:cNvPr id="86029" name="对象 38926"/>
            <p:cNvGraphicFramePr>
              <a:graphicFrameLocks noChangeAspect="1"/>
            </p:cNvGraphicFramePr>
            <p:nvPr/>
          </p:nvGraphicFramePr>
          <p:xfrm>
            <a:off x="2007" y="1344"/>
            <a:ext cx="1453" cy="416"/>
          </p:xfrm>
          <a:graphic>
            <a:graphicData uri="http://schemas.openxmlformats.org/presentationml/2006/ole">
              <mc:AlternateContent xmlns:mc="http://schemas.openxmlformats.org/markup-compatibility/2006">
                <mc:Choice xmlns:v="urn:schemas-microsoft-com:vml" Requires="v">
                  <p:oleObj r:id="rId12" imgW="711200" imgH="203200" progId="Equation.3">
                    <p:embed/>
                  </p:oleObj>
                </mc:Choice>
                <mc:Fallback>
                  <p:oleObj r:id="rId12" imgW="711200" imgH="203200" progId="Equation.3">
                    <p:embed/>
                    <p:pic>
                      <p:nvPicPr>
                        <p:cNvPr id="0" name="图片 3429"/>
                        <p:cNvPicPr/>
                        <p:nvPr/>
                      </p:nvPicPr>
                      <p:blipFill>
                        <a:blip r:embed="rId13"/>
                        <a:stretch>
                          <a:fillRect/>
                        </a:stretch>
                      </p:blipFill>
                      <p:spPr>
                        <a:xfrm>
                          <a:off x="2007" y="1344"/>
                          <a:ext cx="1453" cy="416"/>
                        </a:xfrm>
                        <a:prstGeom prst="rect">
                          <a:avLst/>
                        </a:prstGeom>
                        <a:noFill/>
                        <a:ln w="38100">
                          <a:noFill/>
                          <a:miter/>
                        </a:ln>
                      </p:spPr>
                    </p:pic>
                  </p:oleObj>
                </mc:Fallback>
              </mc:AlternateContent>
            </a:graphicData>
          </a:graphic>
        </p:graphicFrame>
        <p:sp>
          <p:nvSpPr>
            <p:cNvPr id="86030" name="直接连接符 38927"/>
            <p:cNvSpPr/>
            <p:nvPr/>
          </p:nvSpPr>
          <p:spPr>
            <a:xfrm>
              <a:off x="1968" y="1728"/>
              <a:ext cx="1536" cy="0"/>
            </a:xfrm>
            <a:prstGeom prst="line">
              <a:avLst/>
            </a:prstGeom>
            <a:ln w="28575" cap="flat" cmpd="sng">
              <a:solidFill>
                <a:srgbClr val="FFFFFF"/>
              </a:solidFill>
              <a:prstDash val="solid"/>
              <a:round/>
              <a:headEnd type="none" w="med" len="med"/>
              <a:tailEnd type="none" w="med" len="med"/>
            </a:ln>
          </p:spPr>
        </p:sp>
        <p:graphicFrame>
          <p:nvGraphicFramePr>
            <p:cNvPr id="86031" name="对象 38928"/>
            <p:cNvGraphicFramePr>
              <a:graphicFrameLocks noChangeAspect="1"/>
            </p:cNvGraphicFramePr>
            <p:nvPr/>
          </p:nvGraphicFramePr>
          <p:xfrm>
            <a:off x="2830" y="1735"/>
            <a:ext cx="579" cy="371"/>
          </p:xfrm>
          <a:graphic>
            <a:graphicData uri="http://schemas.openxmlformats.org/presentationml/2006/ole">
              <mc:AlternateContent xmlns:mc="http://schemas.openxmlformats.org/markup-compatibility/2006">
                <mc:Choice xmlns:v="urn:schemas-microsoft-com:vml" Requires="v">
                  <p:oleObj r:id="rId14" imgW="317500" imgH="203200" progId="Equation.3">
                    <p:embed/>
                  </p:oleObj>
                </mc:Choice>
                <mc:Fallback>
                  <p:oleObj r:id="rId14" imgW="317500" imgH="203200" progId="Equation.3">
                    <p:embed/>
                    <p:pic>
                      <p:nvPicPr>
                        <p:cNvPr id="0" name="图片 3419"/>
                        <p:cNvPicPr/>
                        <p:nvPr/>
                      </p:nvPicPr>
                      <p:blipFill>
                        <a:blip r:embed="rId15"/>
                        <a:stretch>
                          <a:fillRect/>
                        </a:stretch>
                      </p:blipFill>
                      <p:spPr>
                        <a:xfrm>
                          <a:off x="2830" y="1735"/>
                          <a:ext cx="579" cy="371"/>
                        </a:xfrm>
                        <a:prstGeom prst="rect">
                          <a:avLst/>
                        </a:prstGeom>
                        <a:noFill/>
                        <a:ln w="38100">
                          <a:noFill/>
                          <a:miter/>
                        </a:ln>
                      </p:spPr>
                    </p:pic>
                  </p:oleObj>
                </mc:Fallback>
              </mc:AlternateContent>
            </a:graphicData>
          </a:graphic>
        </p:graphicFrame>
        <p:graphicFrame>
          <p:nvGraphicFramePr>
            <p:cNvPr id="86032" name="对象 38929"/>
            <p:cNvGraphicFramePr>
              <a:graphicFrameLocks noChangeAspect="1"/>
            </p:cNvGraphicFramePr>
            <p:nvPr/>
          </p:nvGraphicFramePr>
          <p:xfrm>
            <a:off x="1661" y="0"/>
            <a:ext cx="2308" cy="416"/>
          </p:xfrm>
          <a:graphic>
            <a:graphicData uri="http://schemas.openxmlformats.org/presentationml/2006/ole">
              <mc:AlternateContent xmlns:mc="http://schemas.openxmlformats.org/markup-compatibility/2006">
                <mc:Choice xmlns:v="urn:schemas-microsoft-com:vml" Requires="v">
                  <p:oleObj r:id="rId16" imgW="1129665" imgH="203200" progId="Equation.3">
                    <p:embed/>
                  </p:oleObj>
                </mc:Choice>
                <mc:Fallback>
                  <p:oleObj r:id="rId16" imgW="1129665" imgH="203200" progId="Equation.3">
                    <p:embed/>
                    <p:pic>
                      <p:nvPicPr>
                        <p:cNvPr id="0" name="图片 3420"/>
                        <p:cNvPicPr/>
                        <p:nvPr/>
                      </p:nvPicPr>
                      <p:blipFill>
                        <a:blip r:embed="rId17"/>
                        <a:stretch>
                          <a:fillRect/>
                        </a:stretch>
                      </p:blipFill>
                      <p:spPr>
                        <a:xfrm>
                          <a:off x="1661" y="0"/>
                          <a:ext cx="2308" cy="416"/>
                        </a:xfrm>
                        <a:prstGeom prst="rect">
                          <a:avLst/>
                        </a:prstGeom>
                        <a:noFill/>
                        <a:ln w="38100">
                          <a:noFill/>
                          <a:miter/>
                        </a:ln>
                      </p:spPr>
                    </p:pic>
                  </p:oleObj>
                </mc:Fallback>
              </mc:AlternateContent>
            </a:graphicData>
          </a:graphic>
        </p:graphicFrame>
        <p:graphicFrame>
          <p:nvGraphicFramePr>
            <p:cNvPr id="86033" name="对象 38930"/>
            <p:cNvGraphicFramePr>
              <a:graphicFrameLocks noChangeAspect="1"/>
            </p:cNvGraphicFramePr>
            <p:nvPr/>
          </p:nvGraphicFramePr>
          <p:xfrm>
            <a:off x="1604" y="672"/>
            <a:ext cx="1012" cy="416"/>
          </p:xfrm>
          <a:graphic>
            <a:graphicData uri="http://schemas.openxmlformats.org/presentationml/2006/ole">
              <mc:AlternateContent xmlns:mc="http://schemas.openxmlformats.org/markup-compatibility/2006">
                <mc:Choice xmlns:v="urn:schemas-microsoft-com:vml" Requires="v">
                  <p:oleObj r:id="rId18" imgW="495300" imgH="203200" progId="Equation.3">
                    <p:embed/>
                  </p:oleObj>
                </mc:Choice>
                <mc:Fallback>
                  <p:oleObj r:id="rId18" imgW="495300" imgH="203200" progId="Equation.3">
                    <p:embed/>
                    <p:pic>
                      <p:nvPicPr>
                        <p:cNvPr id="0" name="图片 3422"/>
                        <p:cNvPicPr/>
                        <p:nvPr/>
                      </p:nvPicPr>
                      <p:blipFill>
                        <a:blip r:embed="rId19"/>
                        <a:stretch>
                          <a:fillRect/>
                        </a:stretch>
                      </p:blipFill>
                      <p:spPr>
                        <a:xfrm>
                          <a:off x="1604" y="672"/>
                          <a:ext cx="1012" cy="416"/>
                        </a:xfrm>
                        <a:prstGeom prst="rect">
                          <a:avLst/>
                        </a:prstGeom>
                        <a:noFill/>
                        <a:ln w="38100">
                          <a:noFill/>
                          <a:miter/>
                        </a:ln>
                      </p:spPr>
                    </p:pic>
                  </p:oleObj>
                </mc:Fallback>
              </mc:AlternateContent>
            </a:graphicData>
          </a:graphic>
        </p:graphicFrame>
        <p:sp>
          <p:nvSpPr>
            <p:cNvPr id="86034" name="直接连接符 38931"/>
            <p:cNvSpPr/>
            <p:nvPr/>
          </p:nvSpPr>
          <p:spPr>
            <a:xfrm>
              <a:off x="1632" y="1080"/>
              <a:ext cx="1008" cy="0"/>
            </a:xfrm>
            <a:prstGeom prst="line">
              <a:avLst/>
            </a:prstGeom>
            <a:ln w="28575" cap="flat" cmpd="sng">
              <a:solidFill>
                <a:srgbClr val="FFFFFF"/>
              </a:solidFill>
              <a:prstDash val="solid"/>
              <a:round/>
              <a:headEnd type="none" w="med" len="med"/>
              <a:tailEnd type="none" w="med" len="med"/>
            </a:ln>
          </p:spPr>
        </p:sp>
      </p:grpSp>
      <p:sp>
        <p:nvSpPr>
          <p:cNvPr id="86035" name="矩形 38932"/>
          <p:cNvSpPr/>
          <p:nvPr/>
        </p:nvSpPr>
        <p:spPr>
          <a:xfrm>
            <a:off x="457200" y="2057400"/>
            <a:ext cx="3124200" cy="1814513"/>
          </a:xfrm>
          <a:prstGeom prst="rect">
            <a:avLst/>
          </a:prstGeom>
          <a:noFill/>
          <a:ln w="9525">
            <a:noFill/>
          </a:ln>
        </p:spPr>
        <p:txBody>
          <a:bodyPr anchor="t" anchorCtr="0">
            <a:spAutoFit/>
          </a:bodyPr>
          <a:lstStyle/>
          <a:p>
            <a:pPr>
              <a:spcBef>
                <a:spcPct val="20000"/>
              </a:spcBef>
              <a:buClr>
                <a:schemeClr val="tx2"/>
              </a:buClr>
              <a:buSzPct val="90000"/>
              <a:buFont typeface="Symbol" panose="05050102010706020507" pitchFamily="2" charset="2"/>
            </a:pPr>
            <a:r>
              <a:rPr lang="zh-CN" altLang="en-US" sz="2800" b="1">
                <a:latin typeface="Times New Roman" panose="02020603050405020304" pitchFamily="2" charset="0"/>
                <a:ea typeface="宋体" panose="02010600030101010101" pitchFamily="2" charset="-122"/>
              </a:rPr>
              <a:t>解：由</a:t>
            </a:r>
            <a:r>
              <a:rPr lang="en-US" altLang="zh-CN" sz="2800" b="1">
                <a:latin typeface="Times New Roman" panose="02020603050405020304" pitchFamily="2" charset="0"/>
                <a:ea typeface="宋体" panose="02010600030101010101" pitchFamily="2" charset="-122"/>
              </a:rPr>
              <a:t>Roc</a:t>
            </a:r>
            <a:r>
              <a:rPr lang="zh-CN" altLang="en-US" sz="2800" b="1">
                <a:latin typeface="Times New Roman" panose="02020603050405020304" pitchFamily="2" charset="0"/>
                <a:ea typeface="宋体" panose="02010600030101010101" pitchFamily="2" charset="-122"/>
              </a:rPr>
              <a:t>判定</a:t>
            </a:r>
            <a:r>
              <a:rPr lang="en-US" altLang="zh-CN" sz="2800" b="1">
                <a:latin typeface="Times New Roman" panose="02020603050405020304" pitchFamily="2" charset="0"/>
                <a:ea typeface="宋体" panose="02010600030101010101" pitchFamily="2" charset="-122"/>
              </a:rPr>
              <a:t>x(n)</a:t>
            </a:r>
            <a:r>
              <a:rPr lang="zh-CN" altLang="en-US" sz="2800" b="1">
                <a:latin typeface="Times New Roman" panose="02020603050405020304" pitchFamily="2" charset="0"/>
                <a:ea typeface="宋体" panose="02010600030101010101" pitchFamily="2" charset="-122"/>
              </a:rPr>
              <a:t>是左边序列，用长除法展成</a:t>
            </a:r>
            <a:r>
              <a:rPr lang="en-US" altLang="zh-CN" sz="2800" b="1">
                <a:latin typeface="Times New Roman" panose="02020603050405020304" pitchFamily="2" charset="0"/>
                <a:ea typeface="宋体" panose="02010600030101010101" pitchFamily="2" charset="-122"/>
              </a:rPr>
              <a:t>z</a:t>
            </a:r>
            <a:r>
              <a:rPr lang="zh-CN" altLang="en-US" sz="2800" b="1">
                <a:latin typeface="Times New Roman" panose="02020603050405020304" pitchFamily="2" charset="0"/>
                <a:ea typeface="宋体" panose="02010600030101010101" pitchFamily="2" charset="-122"/>
              </a:rPr>
              <a:t>的正幂级数</a:t>
            </a:r>
          </a:p>
        </p:txBody>
      </p:sp>
      <p:graphicFrame>
        <p:nvGraphicFramePr>
          <p:cNvPr id="86036" name="对象 37905"/>
          <p:cNvGraphicFramePr>
            <a:graphicFrameLocks noChangeAspect="1"/>
          </p:cNvGraphicFramePr>
          <p:nvPr/>
        </p:nvGraphicFramePr>
        <p:xfrm>
          <a:off x="457200" y="5508625"/>
          <a:ext cx="2528888" cy="1031875"/>
        </p:xfrm>
        <a:graphic>
          <a:graphicData uri="http://schemas.openxmlformats.org/presentationml/2006/ole">
            <mc:AlternateContent xmlns:mc="http://schemas.openxmlformats.org/markup-compatibility/2006">
              <mc:Choice xmlns:v="urn:schemas-microsoft-com:vml" Requires="v">
                <p:oleObj r:id="rId20" imgW="965200" imgH="393700" progId="Equation.3">
                  <p:embed/>
                </p:oleObj>
              </mc:Choice>
              <mc:Fallback>
                <p:oleObj r:id="rId20" imgW="965200" imgH="393700" progId="Equation.3">
                  <p:embed/>
                  <p:pic>
                    <p:nvPicPr>
                      <p:cNvPr id="0" name="图片 3423"/>
                      <p:cNvPicPr/>
                      <p:nvPr/>
                    </p:nvPicPr>
                    <p:blipFill>
                      <a:blip r:embed="rId21"/>
                      <a:stretch>
                        <a:fillRect/>
                      </a:stretch>
                    </p:blipFill>
                    <p:spPr>
                      <a:xfrm>
                        <a:off x="457200" y="5508625"/>
                        <a:ext cx="2528888" cy="1031875"/>
                      </a:xfrm>
                      <a:prstGeom prst="rect">
                        <a:avLst/>
                      </a:prstGeom>
                      <a:noFill/>
                      <a:ln w="38100">
                        <a:noFill/>
                        <a:miter/>
                      </a:ln>
                    </p:spPr>
                  </p:pic>
                </p:oleObj>
              </mc:Fallback>
            </mc:AlternateContent>
          </a:graphicData>
        </a:graphic>
      </p:graphicFrame>
    </p:spTree>
  </p:cSld>
  <p:clrMapOvr>
    <a:masterClrMapping/>
  </p:clrMapOvr>
  <p:transition/>
</p:sld>
</file>

<file path=ppt/slides/slide63.xml><?xml version="1.0" encoding="utf-8"?>
<p:sld xmlns:a="http://schemas.openxmlformats.org/drawingml/2006/main" xmlns:r="http://schemas.openxmlformats.org/officeDocument/2006/relationships" xmlns:p="http://schemas.openxmlformats.org/presentationml/2006/main">
  <p:cSld>
    <p:bg>
      <p:bgPr>
        <a:solidFill>
          <a:schemeClr val="accent2"/>
        </a:solidFill>
        <a:effectLst/>
      </p:bgPr>
    </p:bg>
    <p:spTree>
      <p:nvGrpSpPr>
        <p:cNvPr id="1" name=""/>
        <p:cNvGrpSpPr/>
        <p:nvPr/>
      </p:nvGrpSpPr>
      <p:grpSpPr>
        <a:xfrm>
          <a:off x="0" y="0"/>
          <a:ext cx="0" cy="0"/>
          <a:chOff x="0" y="0"/>
          <a:chExt cx="0" cy="0"/>
        </a:xfrm>
      </p:grpSpPr>
      <p:graphicFrame>
        <p:nvGraphicFramePr>
          <p:cNvPr id="87042" name="对象 134146"/>
          <p:cNvGraphicFramePr/>
          <p:nvPr/>
        </p:nvGraphicFramePr>
        <p:xfrm>
          <a:off x="762000" y="0"/>
          <a:ext cx="6286500" cy="901700"/>
        </p:xfrm>
        <a:graphic>
          <a:graphicData uri="http://schemas.openxmlformats.org/presentationml/2006/ole">
            <mc:AlternateContent xmlns:mc="http://schemas.openxmlformats.org/markup-compatibility/2006">
              <mc:Choice xmlns:v="urn:schemas-microsoft-com:vml" Requires="v">
                <p:oleObj r:id="rId2" imgW="6283960" imgH="901065" progId="Equation.DSMT4">
                  <p:embed/>
                </p:oleObj>
              </mc:Choice>
              <mc:Fallback>
                <p:oleObj r:id="rId2" imgW="6283960" imgH="901065" progId="Equation.DSMT4">
                  <p:embed/>
                  <p:pic>
                    <p:nvPicPr>
                      <p:cNvPr id="0" name="图片 3435"/>
                      <p:cNvPicPr/>
                      <p:nvPr/>
                    </p:nvPicPr>
                    <p:blipFill>
                      <a:blip r:embed="rId3"/>
                      <a:stretch>
                        <a:fillRect/>
                      </a:stretch>
                    </p:blipFill>
                    <p:spPr>
                      <a:xfrm>
                        <a:off x="762000" y="0"/>
                        <a:ext cx="6286500" cy="901700"/>
                      </a:xfrm>
                      <a:prstGeom prst="rect">
                        <a:avLst/>
                      </a:prstGeom>
                      <a:noFill/>
                      <a:ln w="38100">
                        <a:noFill/>
                        <a:miter/>
                      </a:ln>
                    </p:spPr>
                  </p:pic>
                </p:oleObj>
              </mc:Fallback>
            </mc:AlternateContent>
          </a:graphicData>
        </a:graphic>
      </p:graphicFrame>
      <p:graphicFrame>
        <p:nvGraphicFramePr>
          <p:cNvPr id="87043" name="对象 134147"/>
          <p:cNvGraphicFramePr/>
          <p:nvPr/>
        </p:nvGraphicFramePr>
        <p:xfrm>
          <a:off x="1174750" y="4352925"/>
          <a:ext cx="4833938" cy="1489075"/>
        </p:xfrm>
        <a:graphic>
          <a:graphicData uri="http://schemas.openxmlformats.org/presentationml/2006/ole">
            <mc:AlternateContent xmlns:mc="http://schemas.openxmlformats.org/markup-compatibility/2006">
              <mc:Choice xmlns:v="urn:schemas-microsoft-com:vml" Requires="v">
                <p:oleObj r:id="rId4" imgW="4864100" imgH="1498600" progId="Equation.DSMT4">
                  <p:embed/>
                </p:oleObj>
              </mc:Choice>
              <mc:Fallback>
                <p:oleObj r:id="rId4" imgW="4864100" imgH="1498600" progId="Equation.DSMT4">
                  <p:embed/>
                  <p:pic>
                    <p:nvPicPr>
                      <p:cNvPr id="0" name="图片 3437"/>
                      <p:cNvPicPr/>
                      <p:nvPr/>
                    </p:nvPicPr>
                    <p:blipFill>
                      <a:blip r:embed="rId5"/>
                      <a:stretch>
                        <a:fillRect/>
                      </a:stretch>
                    </p:blipFill>
                    <p:spPr>
                      <a:xfrm>
                        <a:off x="1174750" y="4352925"/>
                        <a:ext cx="4833938" cy="1489075"/>
                      </a:xfrm>
                      <a:prstGeom prst="rect">
                        <a:avLst/>
                      </a:prstGeom>
                      <a:noFill/>
                      <a:ln w="38100">
                        <a:noFill/>
                        <a:miter/>
                      </a:ln>
                    </p:spPr>
                  </p:pic>
                </p:oleObj>
              </mc:Fallback>
            </mc:AlternateContent>
          </a:graphicData>
        </a:graphic>
      </p:graphicFrame>
      <p:graphicFrame>
        <p:nvGraphicFramePr>
          <p:cNvPr id="87044" name="对象 134148"/>
          <p:cNvGraphicFramePr/>
          <p:nvPr/>
        </p:nvGraphicFramePr>
        <p:xfrm>
          <a:off x="1200150" y="6159500"/>
          <a:ext cx="2260600" cy="444500"/>
        </p:xfrm>
        <a:graphic>
          <a:graphicData uri="http://schemas.openxmlformats.org/presentationml/2006/ole">
            <mc:AlternateContent xmlns:mc="http://schemas.openxmlformats.org/markup-compatibility/2006">
              <mc:Choice xmlns:v="urn:schemas-microsoft-com:vml" Requires="v">
                <p:oleObj r:id="rId6" imgW="2259330" imgH="444500" progId="Equation.DSMT4">
                  <p:embed/>
                </p:oleObj>
              </mc:Choice>
              <mc:Fallback>
                <p:oleObj r:id="rId6" imgW="2259330" imgH="444500" progId="Equation.DSMT4">
                  <p:embed/>
                  <p:pic>
                    <p:nvPicPr>
                      <p:cNvPr id="0" name="图片 3448"/>
                      <p:cNvPicPr/>
                      <p:nvPr/>
                    </p:nvPicPr>
                    <p:blipFill>
                      <a:blip r:embed="rId7"/>
                      <a:stretch>
                        <a:fillRect/>
                      </a:stretch>
                    </p:blipFill>
                    <p:spPr>
                      <a:xfrm>
                        <a:off x="1200150" y="6159500"/>
                        <a:ext cx="2260600" cy="444500"/>
                      </a:xfrm>
                      <a:prstGeom prst="rect">
                        <a:avLst/>
                      </a:prstGeom>
                      <a:noFill/>
                      <a:ln w="38100">
                        <a:noFill/>
                        <a:miter/>
                      </a:ln>
                    </p:spPr>
                  </p:pic>
                </p:oleObj>
              </mc:Fallback>
            </mc:AlternateContent>
          </a:graphicData>
        </a:graphic>
      </p:graphicFrame>
      <p:grpSp>
        <p:nvGrpSpPr>
          <p:cNvPr id="87045" name="组合 134149"/>
          <p:cNvGrpSpPr/>
          <p:nvPr/>
        </p:nvGrpSpPr>
        <p:grpSpPr>
          <a:xfrm>
            <a:off x="4311650" y="1109663"/>
            <a:ext cx="4756150" cy="4429125"/>
            <a:chOff x="2716" y="666"/>
            <a:chExt cx="2996" cy="2790"/>
          </a:xfrm>
        </p:grpSpPr>
        <p:graphicFrame>
          <p:nvGraphicFramePr>
            <p:cNvPr id="87046" name="对象 134150"/>
            <p:cNvGraphicFramePr/>
            <p:nvPr/>
          </p:nvGraphicFramePr>
          <p:xfrm>
            <a:off x="2964" y="2056"/>
            <a:ext cx="120" cy="208"/>
          </p:xfrm>
          <a:graphic>
            <a:graphicData uri="http://schemas.openxmlformats.org/presentationml/2006/ole">
              <mc:AlternateContent xmlns:mc="http://schemas.openxmlformats.org/markup-compatibility/2006">
                <mc:Choice xmlns:v="urn:schemas-microsoft-com:vml" Requires="v">
                  <p:oleObj r:id="rId8" imgW="190500" imgH="330200" progId="Equation.DSMT4">
                    <p:embed/>
                  </p:oleObj>
                </mc:Choice>
                <mc:Fallback>
                  <p:oleObj r:id="rId8" imgW="190500" imgH="330200" progId="Equation.DSMT4">
                    <p:embed/>
                    <p:pic>
                      <p:nvPicPr>
                        <p:cNvPr id="0" name="图片 3447"/>
                        <p:cNvPicPr/>
                        <p:nvPr/>
                      </p:nvPicPr>
                      <p:blipFill>
                        <a:blip r:embed="rId9"/>
                        <a:stretch>
                          <a:fillRect/>
                        </a:stretch>
                      </p:blipFill>
                      <p:spPr>
                        <a:xfrm>
                          <a:off x="2964" y="2056"/>
                          <a:ext cx="120" cy="208"/>
                        </a:xfrm>
                        <a:prstGeom prst="rect">
                          <a:avLst/>
                        </a:prstGeom>
                        <a:noFill/>
                        <a:ln w="38100">
                          <a:noFill/>
                          <a:miter/>
                        </a:ln>
                      </p:spPr>
                    </p:pic>
                  </p:oleObj>
                </mc:Fallback>
              </mc:AlternateContent>
            </a:graphicData>
          </a:graphic>
        </p:graphicFrame>
        <p:graphicFrame>
          <p:nvGraphicFramePr>
            <p:cNvPr id="87047" name="对象 134151"/>
            <p:cNvGraphicFramePr/>
            <p:nvPr/>
          </p:nvGraphicFramePr>
          <p:xfrm>
            <a:off x="2964" y="2056"/>
            <a:ext cx="120" cy="208"/>
          </p:xfrm>
          <a:graphic>
            <a:graphicData uri="http://schemas.openxmlformats.org/presentationml/2006/ole">
              <mc:AlternateContent xmlns:mc="http://schemas.openxmlformats.org/markup-compatibility/2006">
                <mc:Choice xmlns:v="urn:schemas-microsoft-com:vml" Requires="v">
                  <p:oleObj r:id="rId8" imgW="190500" imgH="330200" progId="Equation.DSMT4">
                    <p:embed/>
                  </p:oleObj>
                </mc:Choice>
                <mc:Fallback>
                  <p:oleObj r:id="rId8" imgW="190500" imgH="330200" progId="Equation.DSMT4">
                    <p:embed/>
                    <p:pic>
                      <p:nvPicPr>
                        <p:cNvPr id="0" name="图片 3444"/>
                        <p:cNvPicPr/>
                        <p:nvPr/>
                      </p:nvPicPr>
                      <p:blipFill>
                        <a:blip r:embed="rId9"/>
                        <a:stretch>
                          <a:fillRect/>
                        </a:stretch>
                      </p:blipFill>
                      <p:spPr>
                        <a:xfrm>
                          <a:off x="2964" y="2056"/>
                          <a:ext cx="120" cy="208"/>
                        </a:xfrm>
                        <a:prstGeom prst="rect">
                          <a:avLst/>
                        </a:prstGeom>
                        <a:noFill/>
                        <a:ln w="38100">
                          <a:noFill/>
                          <a:miter/>
                        </a:ln>
                      </p:spPr>
                    </p:pic>
                  </p:oleObj>
                </mc:Fallback>
              </mc:AlternateContent>
            </a:graphicData>
          </a:graphic>
        </p:graphicFrame>
        <p:graphicFrame>
          <p:nvGraphicFramePr>
            <p:cNvPr id="87048" name="对象 134152"/>
            <p:cNvGraphicFramePr/>
            <p:nvPr/>
          </p:nvGraphicFramePr>
          <p:xfrm>
            <a:off x="2716" y="687"/>
            <a:ext cx="2535" cy="2769"/>
          </p:xfrm>
          <a:graphic>
            <a:graphicData uri="http://schemas.openxmlformats.org/presentationml/2006/ole">
              <mc:AlternateContent xmlns:mc="http://schemas.openxmlformats.org/markup-compatibility/2006">
                <mc:Choice xmlns:v="urn:schemas-microsoft-com:vml" Requires="v">
                  <p:oleObj r:id="rId10" imgW="4394200" imgH="4800600" progId="Equation.DSMT4">
                    <p:embed/>
                  </p:oleObj>
                </mc:Choice>
                <mc:Fallback>
                  <p:oleObj r:id="rId10" imgW="4394200" imgH="4800600" progId="Equation.DSMT4">
                    <p:embed/>
                    <p:pic>
                      <p:nvPicPr>
                        <p:cNvPr id="0" name="图片 3442"/>
                        <p:cNvPicPr/>
                        <p:nvPr/>
                      </p:nvPicPr>
                      <p:blipFill>
                        <a:blip r:embed="rId11"/>
                        <a:stretch>
                          <a:fillRect/>
                        </a:stretch>
                      </p:blipFill>
                      <p:spPr>
                        <a:xfrm>
                          <a:off x="2716" y="687"/>
                          <a:ext cx="2535" cy="2769"/>
                        </a:xfrm>
                        <a:prstGeom prst="rect">
                          <a:avLst/>
                        </a:prstGeom>
                        <a:noFill/>
                        <a:ln w="38100">
                          <a:noFill/>
                          <a:miter/>
                        </a:ln>
                      </p:spPr>
                    </p:pic>
                  </p:oleObj>
                </mc:Fallback>
              </mc:AlternateContent>
            </a:graphicData>
          </a:graphic>
        </p:graphicFrame>
        <p:graphicFrame>
          <p:nvGraphicFramePr>
            <p:cNvPr id="87049" name="对象 134153"/>
            <p:cNvGraphicFramePr/>
            <p:nvPr/>
          </p:nvGraphicFramePr>
          <p:xfrm>
            <a:off x="3408" y="666"/>
            <a:ext cx="2304" cy="230"/>
          </p:xfrm>
          <a:graphic>
            <a:graphicData uri="http://schemas.openxmlformats.org/presentationml/2006/ole">
              <mc:AlternateContent xmlns:mc="http://schemas.openxmlformats.org/markup-compatibility/2006">
                <mc:Choice xmlns:v="urn:schemas-microsoft-com:vml" Requires="v">
                  <p:oleObj r:id="rId12" imgW="3808095" imgH="381000" progId="Equation.DSMT4">
                    <p:embed/>
                  </p:oleObj>
                </mc:Choice>
                <mc:Fallback>
                  <p:oleObj r:id="rId12" imgW="3808095" imgH="381000" progId="Equation.DSMT4">
                    <p:embed/>
                    <p:pic>
                      <p:nvPicPr>
                        <p:cNvPr id="0" name="图片 3443"/>
                        <p:cNvPicPr/>
                        <p:nvPr/>
                      </p:nvPicPr>
                      <p:blipFill>
                        <a:blip r:embed="rId13"/>
                        <a:stretch>
                          <a:fillRect/>
                        </a:stretch>
                      </p:blipFill>
                      <p:spPr>
                        <a:xfrm>
                          <a:off x="3408" y="666"/>
                          <a:ext cx="2304" cy="230"/>
                        </a:xfrm>
                        <a:prstGeom prst="rect">
                          <a:avLst/>
                        </a:prstGeom>
                        <a:noFill/>
                        <a:ln w="38100">
                          <a:noFill/>
                          <a:miter/>
                        </a:ln>
                      </p:spPr>
                    </p:pic>
                  </p:oleObj>
                </mc:Fallback>
              </mc:AlternateContent>
            </a:graphicData>
          </a:graphic>
        </p:graphicFrame>
      </p:grpSp>
      <p:sp>
        <p:nvSpPr>
          <p:cNvPr id="87050" name="内容占位符 134145"/>
          <p:cNvSpPr>
            <a:spLocks noGrp="1"/>
          </p:cNvSpPr>
          <p:nvPr/>
        </p:nvSpPr>
        <p:spPr>
          <a:xfrm>
            <a:off x="669925" y="1485900"/>
            <a:ext cx="3352800" cy="2667000"/>
          </a:xfrm>
          <a:prstGeom prst="rect">
            <a:avLst/>
          </a:prstGeom>
          <a:noFill/>
          <a:ln w="9525">
            <a:noFill/>
          </a:ln>
        </p:spPr>
        <p:txBody>
          <a:bodyPr anchor="t" anchorCtr="0"/>
          <a:lstStyle/>
          <a:p>
            <a:pPr marL="342900" indent="-342900">
              <a:spcBef>
                <a:spcPct val="20000"/>
              </a:spcBef>
            </a:pPr>
            <a:r>
              <a:rPr lang="zh-CN" altLang="en-US" sz="2800" dirty="0">
                <a:solidFill>
                  <a:schemeClr val="bg1"/>
                </a:solidFill>
                <a:latin typeface="Times New Roman" panose="02020603050405020304" pitchFamily="2" charset="0"/>
                <a:ea typeface="宋体" panose="02010600030101010101" pitchFamily="2" charset="-122"/>
              </a:rPr>
              <a:t>解：由</a:t>
            </a:r>
            <a:r>
              <a:rPr lang="en-US" altLang="zh-CN" sz="2800">
                <a:solidFill>
                  <a:schemeClr val="bg1"/>
                </a:solidFill>
                <a:latin typeface="Times New Roman" panose="02020603050405020304" pitchFamily="2" charset="0"/>
                <a:ea typeface="宋体" panose="02010600030101010101" pitchFamily="2" charset="-122"/>
              </a:rPr>
              <a:t>Roc</a:t>
            </a:r>
            <a:r>
              <a:rPr lang="zh-CN" altLang="en-US" sz="2800" dirty="0">
                <a:solidFill>
                  <a:schemeClr val="bg1"/>
                </a:solidFill>
                <a:latin typeface="Times New Roman" panose="02020603050405020304" pitchFamily="2" charset="0"/>
                <a:ea typeface="宋体" panose="02010600030101010101" pitchFamily="2" charset="-122"/>
              </a:rPr>
              <a:t>判定</a:t>
            </a:r>
            <a:r>
              <a:rPr lang="en-US" altLang="zh-CN" sz="2800">
                <a:solidFill>
                  <a:schemeClr val="bg1"/>
                </a:solidFill>
                <a:latin typeface="Times New Roman" panose="02020603050405020304" pitchFamily="2" charset="0"/>
                <a:ea typeface="宋体" panose="02010600030101010101" pitchFamily="2" charset="-122"/>
              </a:rPr>
              <a:t>x(n)</a:t>
            </a:r>
            <a:r>
              <a:rPr lang="zh-CN" altLang="en-US" sz="2800" dirty="0">
                <a:solidFill>
                  <a:schemeClr val="bg1"/>
                </a:solidFill>
                <a:latin typeface="Times New Roman" panose="02020603050405020304" pitchFamily="2" charset="0"/>
                <a:ea typeface="宋体" panose="02010600030101010101" pitchFamily="2" charset="-122"/>
              </a:rPr>
              <a:t>是因果序列，用长除法展成</a:t>
            </a:r>
            <a:r>
              <a:rPr lang="en-US" altLang="zh-CN" sz="2800">
                <a:solidFill>
                  <a:schemeClr val="bg1"/>
                </a:solidFill>
                <a:latin typeface="Times New Roman" panose="02020603050405020304" pitchFamily="2" charset="0"/>
                <a:ea typeface="宋体" panose="02010600030101010101" pitchFamily="2" charset="-122"/>
              </a:rPr>
              <a:t>z</a:t>
            </a:r>
            <a:r>
              <a:rPr lang="zh-CN" altLang="en-US" sz="2800" dirty="0">
                <a:solidFill>
                  <a:schemeClr val="bg1"/>
                </a:solidFill>
                <a:latin typeface="Times New Roman" panose="02020603050405020304" pitchFamily="2" charset="0"/>
                <a:ea typeface="宋体" panose="02010600030101010101" pitchFamily="2" charset="-122"/>
              </a:rPr>
              <a:t>的负幂级数</a:t>
            </a:r>
          </a:p>
        </p:txBody>
      </p:sp>
    </p:spTree>
  </p:cSld>
  <p:clrMapOvr>
    <a:masterClrMapping/>
  </p:clrMapOvr>
  <p:transition/>
</p:sld>
</file>

<file path=ppt/slides/slide64.xml><?xml version="1.0" encoding="utf-8"?>
<p:sld xmlns:a="http://schemas.openxmlformats.org/drawingml/2006/main" xmlns:r="http://schemas.openxmlformats.org/officeDocument/2006/relationships" xmlns:p="http://schemas.openxmlformats.org/presentationml/2006/main">
  <p:cSld>
    <p:bg>
      <p:bgPr>
        <a:solidFill>
          <a:schemeClr val="accent2"/>
        </a:solidFill>
        <a:effectLst/>
      </p:bgPr>
    </p:bg>
    <p:spTree>
      <p:nvGrpSpPr>
        <p:cNvPr id="1" name=""/>
        <p:cNvGrpSpPr/>
        <p:nvPr/>
      </p:nvGrpSpPr>
      <p:grpSpPr>
        <a:xfrm>
          <a:off x="0" y="0"/>
          <a:ext cx="0" cy="0"/>
          <a:chOff x="0" y="0"/>
          <a:chExt cx="0" cy="0"/>
        </a:xfrm>
      </p:grpSpPr>
      <p:graphicFrame>
        <p:nvGraphicFramePr>
          <p:cNvPr id="88066" name="对象 135169"/>
          <p:cNvGraphicFramePr/>
          <p:nvPr/>
        </p:nvGraphicFramePr>
        <p:xfrm>
          <a:off x="762000" y="152400"/>
          <a:ext cx="6286500" cy="901700"/>
        </p:xfrm>
        <a:graphic>
          <a:graphicData uri="http://schemas.openxmlformats.org/presentationml/2006/ole">
            <mc:AlternateContent xmlns:mc="http://schemas.openxmlformats.org/markup-compatibility/2006">
              <mc:Choice xmlns:v="urn:schemas-microsoft-com:vml" Requires="v">
                <p:oleObj r:id="rId2" imgW="6283960" imgH="901065" progId="Equation.DSMT4">
                  <p:embed/>
                </p:oleObj>
              </mc:Choice>
              <mc:Fallback>
                <p:oleObj r:id="rId2" imgW="6283960" imgH="901065" progId="Equation.DSMT4">
                  <p:embed/>
                  <p:pic>
                    <p:nvPicPr>
                      <p:cNvPr id="0" name="图片 3438"/>
                      <p:cNvPicPr/>
                      <p:nvPr/>
                    </p:nvPicPr>
                    <p:blipFill>
                      <a:blip r:embed="rId3"/>
                      <a:stretch>
                        <a:fillRect/>
                      </a:stretch>
                    </p:blipFill>
                    <p:spPr>
                      <a:xfrm>
                        <a:off x="762000" y="152400"/>
                        <a:ext cx="6286500" cy="901700"/>
                      </a:xfrm>
                      <a:prstGeom prst="rect">
                        <a:avLst/>
                      </a:prstGeom>
                      <a:noFill/>
                      <a:ln w="38100">
                        <a:noFill/>
                        <a:miter/>
                      </a:ln>
                    </p:spPr>
                  </p:pic>
                </p:oleObj>
              </mc:Fallback>
            </mc:AlternateContent>
          </a:graphicData>
        </a:graphic>
      </p:graphicFrame>
      <p:graphicFrame>
        <p:nvGraphicFramePr>
          <p:cNvPr id="88067" name="对象 135170"/>
          <p:cNvGraphicFramePr/>
          <p:nvPr/>
        </p:nvGraphicFramePr>
        <p:xfrm>
          <a:off x="1193800" y="4140200"/>
          <a:ext cx="4849813" cy="1498600"/>
        </p:xfrm>
        <a:graphic>
          <a:graphicData uri="http://schemas.openxmlformats.org/presentationml/2006/ole">
            <mc:AlternateContent xmlns:mc="http://schemas.openxmlformats.org/markup-compatibility/2006">
              <mc:Choice xmlns:v="urn:schemas-microsoft-com:vml" Requires="v">
                <p:oleObj r:id="rId4" imgW="4851400" imgH="1498600" progId="Equation.DSMT4">
                  <p:embed/>
                </p:oleObj>
              </mc:Choice>
              <mc:Fallback>
                <p:oleObj r:id="rId4" imgW="4851400" imgH="1498600" progId="Equation.DSMT4">
                  <p:embed/>
                  <p:pic>
                    <p:nvPicPr>
                      <p:cNvPr id="0" name="图片 3431"/>
                      <p:cNvPicPr/>
                      <p:nvPr/>
                    </p:nvPicPr>
                    <p:blipFill>
                      <a:blip r:embed="rId5"/>
                      <a:stretch>
                        <a:fillRect/>
                      </a:stretch>
                    </p:blipFill>
                    <p:spPr>
                      <a:xfrm>
                        <a:off x="1193800" y="4140200"/>
                        <a:ext cx="4849813" cy="1498600"/>
                      </a:xfrm>
                      <a:prstGeom prst="rect">
                        <a:avLst/>
                      </a:prstGeom>
                      <a:noFill/>
                      <a:ln w="38100">
                        <a:noFill/>
                        <a:miter/>
                      </a:ln>
                    </p:spPr>
                  </p:pic>
                </p:oleObj>
              </mc:Fallback>
            </mc:AlternateContent>
          </a:graphicData>
        </a:graphic>
      </p:graphicFrame>
      <p:graphicFrame>
        <p:nvGraphicFramePr>
          <p:cNvPr id="88068" name="对象 135171"/>
          <p:cNvGraphicFramePr/>
          <p:nvPr/>
        </p:nvGraphicFramePr>
        <p:xfrm>
          <a:off x="1212850" y="5880100"/>
          <a:ext cx="3122613" cy="444500"/>
        </p:xfrm>
        <a:graphic>
          <a:graphicData uri="http://schemas.openxmlformats.org/presentationml/2006/ole">
            <mc:AlternateContent xmlns:mc="http://schemas.openxmlformats.org/markup-compatibility/2006">
              <mc:Choice xmlns:v="urn:schemas-microsoft-com:vml" Requires="v">
                <p:oleObj r:id="rId6" imgW="3122930" imgH="444500" progId="Equation.DSMT4">
                  <p:embed/>
                </p:oleObj>
              </mc:Choice>
              <mc:Fallback>
                <p:oleObj r:id="rId6" imgW="3122930" imgH="444500" progId="Equation.DSMT4">
                  <p:embed/>
                  <p:pic>
                    <p:nvPicPr>
                      <p:cNvPr id="0" name="图片 3441"/>
                      <p:cNvPicPr/>
                      <p:nvPr/>
                    </p:nvPicPr>
                    <p:blipFill>
                      <a:blip r:embed="rId7"/>
                      <a:stretch>
                        <a:fillRect/>
                      </a:stretch>
                    </p:blipFill>
                    <p:spPr>
                      <a:xfrm>
                        <a:off x="1212850" y="5880100"/>
                        <a:ext cx="3122613" cy="444500"/>
                      </a:xfrm>
                      <a:prstGeom prst="rect">
                        <a:avLst/>
                      </a:prstGeom>
                      <a:noFill/>
                      <a:ln w="38100">
                        <a:noFill/>
                        <a:miter/>
                      </a:ln>
                    </p:spPr>
                  </p:pic>
                </p:oleObj>
              </mc:Fallback>
            </mc:AlternateContent>
          </a:graphicData>
        </a:graphic>
      </p:graphicFrame>
      <p:sp>
        <p:nvSpPr>
          <p:cNvPr id="88069" name="矩形 135172"/>
          <p:cNvSpPr/>
          <p:nvPr/>
        </p:nvSpPr>
        <p:spPr>
          <a:xfrm>
            <a:off x="685800" y="1219200"/>
            <a:ext cx="3352800" cy="2667000"/>
          </a:xfrm>
          <a:prstGeom prst="rect">
            <a:avLst/>
          </a:prstGeom>
          <a:noFill/>
          <a:ln w="12700">
            <a:noFill/>
          </a:ln>
        </p:spPr>
        <p:txBody>
          <a:bodyPr anchor="t" anchorCtr="0"/>
          <a:lstStyle/>
          <a:p>
            <a:pPr marL="342900" indent="-342900">
              <a:spcBef>
                <a:spcPct val="20000"/>
              </a:spcBef>
              <a:buClr>
                <a:schemeClr val="tx2"/>
              </a:buClr>
              <a:buSzPct val="90000"/>
              <a:buFont typeface="Symbol" panose="05050102010706020507" pitchFamily="2" charset="2"/>
            </a:pPr>
            <a:r>
              <a:rPr lang="zh-CN" altLang="en-US" sz="2800" dirty="0">
                <a:solidFill>
                  <a:schemeClr val="bg1"/>
                </a:solidFill>
                <a:latin typeface="Times New Roman" panose="02020603050405020304" pitchFamily="2" charset="0"/>
                <a:ea typeface="宋体" panose="02010600030101010101" pitchFamily="2" charset="-122"/>
              </a:rPr>
              <a:t>解：由Roc判定x(n)是左边序列，用长除法展成z的正幂级数</a:t>
            </a:r>
          </a:p>
        </p:txBody>
      </p:sp>
      <p:grpSp>
        <p:nvGrpSpPr>
          <p:cNvPr id="88070" name="组合 135173"/>
          <p:cNvGrpSpPr/>
          <p:nvPr/>
        </p:nvGrpSpPr>
        <p:grpSpPr>
          <a:xfrm>
            <a:off x="4648200" y="1219200"/>
            <a:ext cx="4406900" cy="3970338"/>
            <a:chOff x="2928" y="768"/>
            <a:chExt cx="2776" cy="2501"/>
          </a:xfrm>
        </p:grpSpPr>
        <p:graphicFrame>
          <p:nvGraphicFramePr>
            <p:cNvPr id="88071" name="对象 135174"/>
            <p:cNvGraphicFramePr/>
            <p:nvPr/>
          </p:nvGraphicFramePr>
          <p:xfrm>
            <a:off x="2928" y="870"/>
            <a:ext cx="2255" cy="2399"/>
          </p:xfrm>
          <a:graphic>
            <a:graphicData uri="http://schemas.openxmlformats.org/presentationml/2006/ole">
              <mc:AlternateContent xmlns:mc="http://schemas.openxmlformats.org/markup-compatibility/2006">
                <mc:Choice xmlns:v="urn:schemas-microsoft-com:vml" Requires="v">
                  <p:oleObj r:id="rId8" imgW="3581400" imgH="3810000" progId="Equation.DSMT4">
                    <p:embed/>
                  </p:oleObj>
                </mc:Choice>
                <mc:Fallback>
                  <p:oleObj r:id="rId8" imgW="3581400" imgH="3810000" progId="Equation.DSMT4">
                    <p:embed/>
                    <p:pic>
                      <p:nvPicPr>
                        <p:cNvPr id="0" name="图片 3432"/>
                        <p:cNvPicPr/>
                        <p:nvPr/>
                      </p:nvPicPr>
                      <p:blipFill>
                        <a:blip r:embed="rId9"/>
                        <a:stretch>
                          <a:fillRect/>
                        </a:stretch>
                      </p:blipFill>
                      <p:spPr>
                        <a:xfrm>
                          <a:off x="2928" y="870"/>
                          <a:ext cx="2255" cy="2399"/>
                        </a:xfrm>
                        <a:prstGeom prst="rect">
                          <a:avLst/>
                        </a:prstGeom>
                        <a:noFill/>
                        <a:ln w="38100">
                          <a:noFill/>
                          <a:miter/>
                        </a:ln>
                      </p:spPr>
                    </p:pic>
                  </p:oleObj>
                </mc:Fallback>
              </mc:AlternateContent>
            </a:graphicData>
          </a:graphic>
        </p:graphicFrame>
        <p:graphicFrame>
          <p:nvGraphicFramePr>
            <p:cNvPr id="88072" name="对象 135175"/>
            <p:cNvGraphicFramePr/>
            <p:nvPr/>
          </p:nvGraphicFramePr>
          <p:xfrm>
            <a:off x="3456" y="768"/>
            <a:ext cx="2248" cy="240"/>
          </p:xfrm>
          <a:graphic>
            <a:graphicData uri="http://schemas.openxmlformats.org/presentationml/2006/ole">
              <mc:AlternateContent xmlns:mc="http://schemas.openxmlformats.org/markup-compatibility/2006">
                <mc:Choice xmlns:v="urn:schemas-microsoft-com:vml" Requires="v">
                  <p:oleObj r:id="rId10" imgW="3567430" imgH="381000" progId="Equation.DSMT4">
                    <p:embed/>
                  </p:oleObj>
                </mc:Choice>
                <mc:Fallback>
                  <p:oleObj r:id="rId10" imgW="3567430" imgH="381000" progId="Equation.DSMT4">
                    <p:embed/>
                    <p:pic>
                      <p:nvPicPr>
                        <p:cNvPr id="0" name="图片 3434"/>
                        <p:cNvPicPr/>
                        <p:nvPr/>
                      </p:nvPicPr>
                      <p:blipFill>
                        <a:blip r:embed="rId11"/>
                        <a:stretch>
                          <a:fillRect/>
                        </a:stretch>
                      </p:blipFill>
                      <p:spPr>
                        <a:xfrm>
                          <a:off x="3456" y="768"/>
                          <a:ext cx="2248" cy="240"/>
                        </a:xfrm>
                        <a:prstGeom prst="rect">
                          <a:avLst/>
                        </a:prstGeom>
                        <a:noFill/>
                        <a:ln w="38100">
                          <a:noFill/>
                          <a:miter/>
                        </a:ln>
                      </p:spPr>
                    </p:pic>
                  </p:oleObj>
                </mc:Fallback>
              </mc:AlternateContent>
            </a:graphicData>
          </a:graphic>
        </p:graphicFrame>
      </p:grpSp>
    </p:spTree>
  </p:cSld>
  <p:clrMapOvr>
    <a:masterClrMapping/>
  </p:clrMapOvr>
  <p:transition/>
</p:sld>
</file>

<file path=ppt/slides/slide65.xml><?xml version="1.0" encoding="utf-8"?>
<p:sld xmlns:a="http://schemas.openxmlformats.org/drawingml/2006/main" xmlns:r="http://schemas.openxmlformats.org/officeDocument/2006/relationships" xmlns:p="http://schemas.openxmlformats.org/presentationml/2006/main">
  <p:cSld>
    <p:bg>
      <p:bgPr>
        <a:solidFill>
          <a:schemeClr val="accent6"/>
        </a:solidFill>
        <a:effectLst/>
      </p:bgPr>
    </p:bg>
    <p:spTree>
      <p:nvGrpSpPr>
        <p:cNvPr id="1" name=""/>
        <p:cNvGrpSpPr/>
        <p:nvPr/>
      </p:nvGrpSpPr>
      <p:grpSpPr>
        <a:xfrm>
          <a:off x="0" y="0"/>
          <a:ext cx="0" cy="0"/>
          <a:chOff x="0" y="0"/>
          <a:chExt cx="0" cy="0"/>
        </a:xfrm>
      </p:grpSpPr>
      <p:graphicFrame>
        <p:nvGraphicFramePr>
          <p:cNvPr id="89090" name="对象 39937"/>
          <p:cNvGraphicFramePr>
            <a:graphicFrameLocks noChangeAspect="1"/>
          </p:cNvGraphicFramePr>
          <p:nvPr/>
        </p:nvGraphicFramePr>
        <p:xfrm>
          <a:off x="190500" y="381000"/>
          <a:ext cx="8724900" cy="1085850"/>
        </p:xfrm>
        <a:graphic>
          <a:graphicData uri="http://schemas.openxmlformats.org/presentationml/2006/ole">
            <mc:AlternateContent xmlns:mc="http://schemas.openxmlformats.org/markup-compatibility/2006">
              <mc:Choice xmlns:v="urn:schemas-microsoft-com:vml" Requires="v">
                <p:oleObj r:id="rId2" imgW="7654925" imgH="951865" progId="Equation.DSMT4">
                  <p:embed/>
                </p:oleObj>
              </mc:Choice>
              <mc:Fallback>
                <p:oleObj r:id="rId2" imgW="7654925" imgH="951865" progId="Equation.DSMT4">
                  <p:embed/>
                  <p:pic>
                    <p:nvPicPr>
                      <p:cNvPr id="0" name="图片 3449"/>
                      <p:cNvPicPr/>
                      <p:nvPr/>
                    </p:nvPicPr>
                    <p:blipFill>
                      <a:blip r:embed="rId3"/>
                      <a:stretch>
                        <a:fillRect/>
                      </a:stretch>
                    </p:blipFill>
                    <p:spPr>
                      <a:xfrm>
                        <a:off x="190500" y="381000"/>
                        <a:ext cx="8724900" cy="1085850"/>
                      </a:xfrm>
                      <a:prstGeom prst="rect">
                        <a:avLst/>
                      </a:prstGeom>
                      <a:noFill/>
                      <a:ln w="38100">
                        <a:noFill/>
                        <a:miter/>
                      </a:ln>
                    </p:spPr>
                  </p:pic>
                </p:oleObj>
              </mc:Fallback>
            </mc:AlternateContent>
          </a:graphicData>
        </a:graphic>
      </p:graphicFrame>
      <p:sp>
        <p:nvSpPr>
          <p:cNvPr id="89091" name="文本框 39938"/>
          <p:cNvSpPr txBox="1"/>
          <p:nvPr/>
        </p:nvSpPr>
        <p:spPr>
          <a:xfrm>
            <a:off x="304800" y="1855788"/>
            <a:ext cx="8686800" cy="1814512"/>
          </a:xfrm>
          <a:prstGeom prst="rect">
            <a:avLst/>
          </a:prstGeom>
          <a:noFill/>
          <a:ln w="9525">
            <a:noFill/>
          </a:ln>
        </p:spPr>
        <p:txBody>
          <a:bodyPr anchor="t" anchorCtr="0">
            <a:spAutoFit/>
          </a:bodyPr>
          <a:lstStyle/>
          <a:p>
            <a:pPr>
              <a:spcBef>
                <a:spcPct val="50000"/>
              </a:spcBef>
            </a:pPr>
            <a:r>
              <a:rPr lang="zh-CN" altLang="en-US" sz="2800">
                <a:solidFill>
                  <a:schemeClr val="bg1"/>
                </a:solidFill>
                <a:latin typeface="Times New Roman" panose="02020603050405020304" pitchFamily="2" charset="0"/>
                <a:ea typeface="宋体" panose="02010600030101010101" pitchFamily="2" charset="-122"/>
              </a:rPr>
              <a:t>解：</a:t>
            </a:r>
            <a:r>
              <a:rPr lang="en-US" altLang="zh-CN" sz="2800">
                <a:solidFill>
                  <a:schemeClr val="bg1"/>
                </a:solidFill>
                <a:latin typeface="Times New Roman" panose="02020603050405020304" pitchFamily="2" charset="0"/>
                <a:ea typeface="宋体" panose="02010600030101010101" pitchFamily="2" charset="-122"/>
              </a:rPr>
              <a:t>X(z)</a:t>
            </a:r>
            <a:r>
              <a:rPr lang="zh-CN" altLang="en-US" sz="2800">
                <a:solidFill>
                  <a:schemeClr val="bg1"/>
                </a:solidFill>
                <a:latin typeface="Times New Roman" panose="02020603050405020304" pitchFamily="2" charset="0"/>
                <a:ea typeface="宋体" panose="02010600030101010101" pitchFamily="2" charset="-122"/>
              </a:rPr>
              <a:t>的</a:t>
            </a:r>
            <a:r>
              <a:rPr lang="en-US" altLang="zh-CN" sz="2800">
                <a:solidFill>
                  <a:schemeClr val="bg1"/>
                </a:solidFill>
                <a:latin typeface="Times New Roman" panose="02020603050405020304" pitchFamily="2" charset="0"/>
                <a:ea typeface="宋体" panose="02010600030101010101" pitchFamily="2" charset="-122"/>
              </a:rPr>
              <a:t>Roc</a:t>
            </a:r>
            <a:r>
              <a:rPr lang="zh-CN" altLang="en-US" sz="2800">
                <a:solidFill>
                  <a:schemeClr val="bg1"/>
                </a:solidFill>
                <a:latin typeface="Times New Roman" panose="02020603050405020304" pitchFamily="2" charset="0"/>
                <a:ea typeface="宋体" panose="02010600030101010101" pitchFamily="2" charset="-122"/>
              </a:rPr>
              <a:t>为环状，故</a:t>
            </a:r>
            <a:r>
              <a:rPr lang="en-US" altLang="zh-CN" sz="2800">
                <a:solidFill>
                  <a:schemeClr val="bg1"/>
                </a:solidFill>
                <a:latin typeface="Times New Roman" panose="02020603050405020304" pitchFamily="2" charset="0"/>
                <a:ea typeface="宋体" panose="02010600030101010101" pitchFamily="2" charset="-122"/>
              </a:rPr>
              <a:t>x(n)</a:t>
            </a:r>
            <a:r>
              <a:rPr lang="zh-CN" altLang="en-US" sz="2800">
                <a:solidFill>
                  <a:schemeClr val="bg1"/>
                </a:solidFill>
                <a:latin typeface="Times New Roman" panose="02020603050405020304" pitchFamily="2" charset="0"/>
                <a:ea typeface="宋体" panose="02010600030101010101" pitchFamily="2" charset="-122"/>
              </a:rPr>
              <a:t>是双边序列</a:t>
            </a:r>
          </a:p>
          <a:p>
            <a:pPr>
              <a:spcBef>
                <a:spcPct val="50000"/>
              </a:spcBef>
            </a:pPr>
            <a:r>
              <a:rPr lang="zh-CN" altLang="en-US" sz="2800">
                <a:solidFill>
                  <a:schemeClr val="bg1"/>
                </a:solidFill>
                <a:latin typeface="Times New Roman" panose="02020603050405020304" pitchFamily="2" charset="0"/>
                <a:ea typeface="宋体" panose="02010600030101010101" pitchFamily="2" charset="-122"/>
              </a:rPr>
              <a:t>     极点</a:t>
            </a:r>
            <a:r>
              <a:rPr lang="en-US" altLang="zh-CN" sz="2800">
                <a:solidFill>
                  <a:schemeClr val="bg1"/>
                </a:solidFill>
                <a:latin typeface="Times New Roman" panose="02020603050405020304" pitchFamily="2" charset="0"/>
                <a:ea typeface="宋体" panose="02010600030101010101" pitchFamily="2" charset="-122"/>
              </a:rPr>
              <a:t>z=1/4</a:t>
            </a:r>
            <a:r>
              <a:rPr lang="zh-CN" altLang="en-US" sz="2800">
                <a:solidFill>
                  <a:schemeClr val="bg1"/>
                </a:solidFill>
                <a:latin typeface="Times New Roman" panose="02020603050405020304" pitchFamily="2" charset="0"/>
                <a:ea typeface="宋体" panose="02010600030101010101" pitchFamily="2" charset="-122"/>
              </a:rPr>
              <a:t>对应右边序列，极点</a:t>
            </a:r>
            <a:r>
              <a:rPr lang="en-US" altLang="zh-CN" sz="2800">
                <a:solidFill>
                  <a:schemeClr val="bg1"/>
                </a:solidFill>
                <a:latin typeface="Times New Roman" panose="02020603050405020304" pitchFamily="2" charset="0"/>
                <a:ea typeface="宋体" panose="02010600030101010101" pitchFamily="2" charset="-122"/>
              </a:rPr>
              <a:t>z=4</a:t>
            </a:r>
            <a:r>
              <a:rPr lang="zh-CN" altLang="en-US" sz="2800">
                <a:solidFill>
                  <a:schemeClr val="bg1"/>
                </a:solidFill>
                <a:latin typeface="Times New Roman" panose="02020603050405020304" pitchFamily="2" charset="0"/>
                <a:ea typeface="宋体" panose="02010600030101010101" pitchFamily="2" charset="-122"/>
              </a:rPr>
              <a:t>对应左边序列</a:t>
            </a:r>
          </a:p>
          <a:p>
            <a:pPr>
              <a:spcBef>
                <a:spcPct val="50000"/>
              </a:spcBef>
            </a:pPr>
            <a:r>
              <a:rPr lang="zh-CN" altLang="en-US" sz="2800">
                <a:solidFill>
                  <a:schemeClr val="bg1"/>
                </a:solidFill>
                <a:latin typeface="Times New Roman" panose="02020603050405020304" pitchFamily="2" charset="0"/>
                <a:ea typeface="宋体" panose="02010600030101010101" pitchFamily="2" charset="-122"/>
              </a:rPr>
              <a:t>     先把</a:t>
            </a:r>
            <a:r>
              <a:rPr lang="en-US" altLang="zh-CN" sz="2800">
                <a:solidFill>
                  <a:schemeClr val="bg1"/>
                </a:solidFill>
                <a:latin typeface="Times New Roman" panose="02020603050405020304" pitchFamily="2" charset="0"/>
                <a:ea typeface="宋体" panose="02010600030101010101" pitchFamily="2" charset="-122"/>
              </a:rPr>
              <a:t>X(z)</a:t>
            </a:r>
            <a:r>
              <a:rPr lang="zh-CN" altLang="en-US" sz="2800">
                <a:solidFill>
                  <a:schemeClr val="bg1"/>
                </a:solidFill>
                <a:latin typeface="Times New Roman" panose="02020603050405020304" pitchFamily="2" charset="0"/>
                <a:ea typeface="宋体" panose="02010600030101010101" pitchFamily="2" charset="-122"/>
              </a:rPr>
              <a:t>展成部分分式</a:t>
            </a:r>
          </a:p>
        </p:txBody>
      </p:sp>
      <p:graphicFrame>
        <p:nvGraphicFramePr>
          <p:cNvPr id="89092" name="对象 39939"/>
          <p:cNvGraphicFramePr>
            <a:graphicFrameLocks noChangeAspect="1"/>
          </p:cNvGraphicFramePr>
          <p:nvPr/>
        </p:nvGraphicFramePr>
        <p:xfrm>
          <a:off x="990600" y="3810000"/>
          <a:ext cx="6375400" cy="1427163"/>
        </p:xfrm>
        <a:graphic>
          <a:graphicData uri="http://schemas.openxmlformats.org/presentationml/2006/ole">
            <mc:AlternateContent xmlns:mc="http://schemas.openxmlformats.org/markup-compatibility/2006">
              <mc:Choice xmlns:v="urn:schemas-microsoft-com:vml" Requires="v">
                <p:oleObj r:id="rId4" imgW="5842000" imgH="1308100" progId="Equation.DSMT4">
                  <p:embed/>
                </p:oleObj>
              </mc:Choice>
              <mc:Fallback>
                <p:oleObj r:id="rId4" imgW="5842000" imgH="1308100" progId="Equation.DSMT4">
                  <p:embed/>
                  <p:pic>
                    <p:nvPicPr>
                      <p:cNvPr id="0" name="图片 3445"/>
                      <p:cNvPicPr/>
                      <p:nvPr/>
                    </p:nvPicPr>
                    <p:blipFill>
                      <a:blip r:embed="rId5"/>
                      <a:stretch>
                        <a:fillRect/>
                      </a:stretch>
                    </p:blipFill>
                    <p:spPr>
                      <a:xfrm>
                        <a:off x="990600" y="3810000"/>
                        <a:ext cx="6375400" cy="1427163"/>
                      </a:xfrm>
                      <a:prstGeom prst="rect">
                        <a:avLst/>
                      </a:prstGeom>
                      <a:noFill/>
                      <a:ln w="38100">
                        <a:noFill/>
                        <a:miter/>
                      </a:ln>
                    </p:spPr>
                  </p:pic>
                </p:oleObj>
              </mc:Fallback>
            </mc:AlternateContent>
          </a:graphicData>
        </a:graphic>
      </p:graphicFrame>
    </p:spTree>
  </p:cSld>
  <p:clrMapOvr>
    <a:masterClrMapping/>
  </p:clrMapOvr>
  <p:transition/>
</p:sld>
</file>

<file path=ppt/slides/slide66.xml><?xml version="1.0" encoding="utf-8"?>
<p:sld xmlns:a="http://schemas.openxmlformats.org/drawingml/2006/main" xmlns:r="http://schemas.openxmlformats.org/officeDocument/2006/relationships" xmlns:p="http://schemas.openxmlformats.org/presentationml/2006/main">
  <p:cSld>
    <p:bg>
      <p:bgPr>
        <a:solidFill>
          <a:schemeClr val="accent6"/>
        </a:solidFill>
        <a:effectLst/>
      </p:bgPr>
    </p:bg>
    <p:spTree>
      <p:nvGrpSpPr>
        <p:cNvPr id="1" name=""/>
        <p:cNvGrpSpPr/>
        <p:nvPr/>
      </p:nvGrpSpPr>
      <p:grpSpPr>
        <a:xfrm>
          <a:off x="0" y="0"/>
          <a:ext cx="0" cy="0"/>
          <a:chOff x="0" y="0"/>
          <a:chExt cx="0" cy="0"/>
        </a:xfrm>
      </p:grpSpPr>
      <p:graphicFrame>
        <p:nvGraphicFramePr>
          <p:cNvPr id="90114" name="内容占位符 40961"/>
          <p:cNvGraphicFramePr>
            <a:graphicFrameLocks noGrp="1" noChangeAspect="1"/>
          </p:cNvGraphicFramePr>
          <p:nvPr>
            <p:ph sz="half" idx="1"/>
          </p:nvPr>
        </p:nvGraphicFramePr>
        <p:xfrm>
          <a:off x="1384300" y="381000"/>
          <a:ext cx="3949700" cy="928688"/>
        </p:xfrm>
        <a:graphic>
          <a:graphicData uri="http://schemas.openxmlformats.org/presentationml/2006/ole">
            <mc:AlternateContent xmlns:mc="http://schemas.openxmlformats.org/markup-compatibility/2006">
              <mc:Choice xmlns:v="urn:schemas-microsoft-com:vml" Requires="v">
                <p:oleObj r:id="rId2" imgW="4000500" imgH="939800" progId="Equation.DSMT4">
                  <p:embed/>
                </p:oleObj>
              </mc:Choice>
              <mc:Fallback>
                <p:oleObj r:id="rId2" imgW="4000500" imgH="939800" progId="Equation.DSMT4">
                  <p:embed/>
                  <p:pic>
                    <p:nvPicPr>
                      <p:cNvPr id="0" name="图片 3433"/>
                      <p:cNvPicPr/>
                      <p:nvPr/>
                    </p:nvPicPr>
                    <p:blipFill>
                      <a:blip r:embed="rId3"/>
                      <a:stretch>
                        <a:fillRect/>
                      </a:stretch>
                    </p:blipFill>
                    <p:spPr>
                      <a:xfrm>
                        <a:off x="1384300" y="381000"/>
                        <a:ext cx="3949700" cy="928688"/>
                      </a:xfrm>
                      <a:prstGeom prst="rect">
                        <a:avLst/>
                      </a:prstGeom>
                      <a:noFill/>
                      <a:ln w="38100">
                        <a:miter/>
                      </a:ln>
                    </p:spPr>
                  </p:pic>
                </p:oleObj>
              </mc:Fallback>
            </mc:AlternateContent>
          </a:graphicData>
        </a:graphic>
      </p:graphicFrame>
      <p:grpSp>
        <p:nvGrpSpPr>
          <p:cNvPr id="90115" name="组合 40962"/>
          <p:cNvGrpSpPr>
            <a:grpSpLocks noChangeAspect="1"/>
          </p:cNvGrpSpPr>
          <p:nvPr/>
        </p:nvGrpSpPr>
        <p:grpSpPr>
          <a:xfrm>
            <a:off x="533400" y="1752600"/>
            <a:ext cx="4114800" cy="4572000"/>
            <a:chOff x="0" y="0"/>
            <a:chExt cx="2487" cy="2568"/>
          </a:xfrm>
        </p:grpSpPr>
        <p:graphicFrame>
          <p:nvGraphicFramePr>
            <p:cNvPr id="90116" name="内容占位符 40963"/>
            <p:cNvGraphicFramePr>
              <a:graphicFrameLocks noGrp="1" noChangeAspect="1"/>
            </p:cNvGraphicFramePr>
            <p:nvPr>
              <p:ph sz="quarter" idx="4294967295"/>
            </p:nvPr>
          </p:nvGraphicFramePr>
          <p:xfrm>
            <a:off x="0" y="504"/>
            <a:ext cx="1737" cy="2064"/>
          </p:xfrm>
          <a:graphic>
            <a:graphicData uri="http://schemas.openxmlformats.org/presentationml/2006/ole">
              <mc:AlternateContent xmlns:mc="http://schemas.openxmlformats.org/markup-compatibility/2006">
                <mc:Choice xmlns:v="urn:schemas-microsoft-com:vml" Requires="v">
                  <p:oleObj r:id="rId4" imgW="2933700" imgH="3810000" progId="Equation.DSMT4">
                    <p:embed/>
                  </p:oleObj>
                </mc:Choice>
                <mc:Fallback>
                  <p:oleObj r:id="rId4" imgW="2933700" imgH="3810000" progId="Equation.DSMT4">
                    <p:embed/>
                    <p:pic>
                      <p:nvPicPr>
                        <p:cNvPr id="0" name="图片 3436"/>
                        <p:cNvPicPr/>
                        <p:nvPr/>
                      </p:nvPicPr>
                      <p:blipFill>
                        <a:blip r:embed="rId5"/>
                        <a:stretch>
                          <a:fillRect/>
                        </a:stretch>
                      </p:blipFill>
                      <p:spPr>
                        <a:xfrm>
                          <a:off x="0" y="504"/>
                          <a:ext cx="1737" cy="2064"/>
                        </a:xfrm>
                        <a:prstGeom prst="rect">
                          <a:avLst/>
                        </a:prstGeom>
                        <a:noFill/>
                        <a:ln w="38100">
                          <a:miter/>
                        </a:ln>
                      </p:spPr>
                    </p:pic>
                  </p:oleObj>
                </mc:Fallback>
              </mc:AlternateContent>
            </a:graphicData>
          </a:graphic>
        </p:graphicFrame>
        <p:graphicFrame>
          <p:nvGraphicFramePr>
            <p:cNvPr id="90117" name="对象 40964"/>
            <p:cNvGraphicFramePr>
              <a:graphicFrameLocks noChangeAspect="1"/>
            </p:cNvGraphicFramePr>
            <p:nvPr/>
          </p:nvGraphicFramePr>
          <p:xfrm>
            <a:off x="879" y="0"/>
            <a:ext cx="1608" cy="520"/>
          </p:xfrm>
          <a:graphic>
            <a:graphicData uri="http://schemas.openxmlformats.org/presentationml/2006/ole">
              <mc:AlternateContent xmlns:mc="http://schemas.openxmlformats.org/markup-compatibility/2006">
                <mc:Choice xmlns:v="urn:schemas-microsoft-com:vml" Requires="v">
                  <p:oleObj r:id="rId6" imgW="2552700" imgH="825500" progId="Equation.DSMT4">
                    <p:embed/>
                  </p:oleObj>
                </mc:Choice>
                <mc:Fallback>
                  <p:oleObj r:id="rId6" imgW="2552700" imgH="825500" progId="Equation.DSMT4">
                    <p:embed/>
                    <p:pic>
                      <p:nvPicPr>
                        <p:cNvPr id="0" name="图片 3439"/>
                        <p:cNvPicPr/>
                        <p:nvPr/>
                      </p:nvPicPr>
                      <p:blipFill>
                        <a:blip r:embed="rId7"/>
                        <a:stretch>
                          <a:fillRect/>
                        </a:stretch>
                      </p:blipFill>
                      <p:spPr>
                        <a:xfrm>
                          <a:off x="879" y="0"/>
                          <a:ext cx="1608" cy="520"/>
                        </a:xfrm>
                        <a:prstGeom prst="rect">
                          <a:avLst/>
                        </a:prstGeom>
                        <a:noFill/>
                        <a:ln w="38100">
                          <a:noFill/>
                          <a:miter/>
                        </a:ln>
                      </p:spPr>
                    </p:pic>
                  </p:oleObj>
                </mc:Fallback>
              </mc:AlternateContent>
            </a:graphicData>
          </a:graphic>
        </p:graphicFrame>
      </p:grpSp>
      <p:grpSp>
        <p:nvGrpSpPr>
          <p:cNvPr id="90118" name="组合 40965"/>
          <p:cNvGrpSpPr>
            <a:grpSpLocks noChangeAspect="1"/>
          </p:cNvGrpSpPr>
          <p:nvPr/>
        </p:nvGrpSpPr>
        <p:grpSpPr>
          <a:xfrm>
            <a:off x="5181600" y="1612900"/>
            <a:ext cx="3429000" cy="5280025"/>
            <a:chOff x="0" y="0"/>
            <a:chExt cx="2160" cy="3230"/>
          </a:xfrm>
        </p:grpSpPr>
        <p:graphicFrame>
          <p:nvGraphicFramePr>
            <p:cNvPr id="90119" name="内容占位符 40966"/>
            <p:cNvGraphicFramePr>
              <a:graphicFrameLocks noGrp="1" noChangeAspect="1"/>
            </p:cNvGraphicFramePr>
            <p:nvPr>
              <p:ph sz="quarter" idx="4294967295"/>
            </p:nvPr>
          </p:nvGraphicFramePr>
          <p:xfrm>
            <a:off x="0" y="288"/>
            <a:ext cx="1665" cy="2942"/>
          </p:xfrm>
          <a:graphic>
            <a:graphicData uri="http://schemas.openxmlformats.org/presentationml/2006/ole">
              <mc:AlternateContent xmlns:mc="http://schemas.openxmlformats.org/markup-compatibility/2006">
                <mc:Choice xmlns:v="urn:schemas-microsoft-com:vml" Requires="v">
                  <p:oleObj r:id="rId8" imgW="3048000" imgH="5384800" progId="Equation.DSMT4">
                    <p:embed/>
                  </p:oleObj>
                </mc:Choice>
                <mc:Fallback>
                  <p:oleObj r:id="rId8" imgW="3048000" imgH="5384800" progId="Equation.DSMT4">
                    <p:embed/>
                    <p:pic>
                      <p:nvPicPr>
                        <p:cNvPr id="0" name="图片 3440"/>
                        <p:cNvPicPr/>
                        <p:nvPr/>
                      </p:nvPicPr>
                      <p:blipFill>
                        <a:blip r:embed="rId9"/>
                        <a:stretch>
                          <a:fillRect/>
                        </a:stretch>
                      </p:blipFill>
                      <p:spPr>
                        <a:xfrm>
                          <a:off x="0" y="288"/>
                          <a:ext cx="1665" cy="2942"/>
                        </a:xfrm>
                        <a:prstGeom prst="rect">
                          <a:avLst/>
                        </a:prstGeom>
                        <a:noFill/>
                        <a:ln w="38100">
                          <a:miter/>
                        </a:ln>
                      </p:spPr>
                    </p:pic>
                  </p:oleObj>
                </mc:Fallback>
              </mc:AlternateContent>
            </a:graphicData>
          </a:graphic>
        </p:graphicFrame>
        <p:graphicFrame>
          <p:nvGraphicFramePr>
            <p:cNvPr id="90120" name="对象 40967"/>
            <p:cNvGraphicFramePr>
              <a:graphicFrameLocks noChangeAspect="1"/>
            </p:cNvGraphicFramePr>
            <p:nvPr/>
          </p:nvGraphicFramePr>
          <p:xfrm>
            <a:off x="528" y="0"/>
            <a:ext cx="1632" cy="462"/>
          </p:xfrm>
          <a:graphic>
            <a:graphicData uri="http://schemas.openxmlformats.org/presentationml/2006/ole">
              <mc:AlternateContent xmlns:mc="http://schemas.openxmlformats.org/markup-compatibility/2006">
                <mc:Choice xmlns:v="urn:schemas-microsoft-com:vml" Requires="v">
                  <p:oleObj r:id="rId10" imgW="2959100" imgH="838200" progId="Equation.DSMT4">
                    <p:embed/>
                  </p:oleObj>
                </mc:Choice>
                <mc:Fallback>
                  <p:oleObj r:id="rId10" imgW="2959100" imgH="838200" progId="Equation.DSMT4">
                    <p:embed/>
                    <p:pic>
                      <p:nvPicPr>
                        <p:cNvPr id="0" name="图片 3446"/>
                        <p:cNvPicPr/>
                        <p:nvPr/>
                      </p:nvPicPr>
                      <p:blipFill>
                        <a:blip r:embed="rId11"/>
                        <a:stretch>
                          <a:fillRect/>
                        </a:stretch>
                      </p:blipFill>
                      <p:spPr>
                        <a:xfrm>
                          <a:off x="528" y="0"/>
                          <a:ext cx="1632" cy="462"/>
                        </a:xfrm>
                        <a:prstGeom prst="rect">
                          <a:avLst/>
                        </a:prstGeom>
                        <a:noFill/>
                        <a:ln w="38100">
                          <a:noFill/>
                          <a:miter/>
                        </a:ln>
                      </p:spPr>
                    </p:pic>
                  </p:oleObj>
                </mc:Fallback>
              </mc:AlternateContent>
            </a:graphicData>
          </a:graphic>
        </p:graphicFrame>
      </p:grpSp>
    </p:spTree>
  </p:cSld>
  <p:clrMapOvr>
    <a:masterClrMapping/>
  </p:clrMapOvr>
  <p:transition/>
</p:sld>
</file>

<file path=ppt/slides/slide67.xml><?xml version="1.0" encoding="utf-8"?>
<p:sld xmlns:a="http://schemas.openxmlformats.org/drawingml/2006/main" xmlns:r="http://schemas.openxmlformats.org/officeDocument/2006/relationships" xmlns:p="http://schemas.openxmlformats.org/presentationml/2006/main">
  <p:cSld>
    <p:bg>
      <p:bgPr>
        <a:solidFill>
          <a:schemeClr val="accent6"/>
        </a:solidFill>
        <a:effectLst/>
      </p:bgPr>
    </p:bg>
    <p:spTree>
      <p:nvGrpSpPr>
        <p:cNvPr id="1" name=""/>
        <p:cNvGrpSpPr/>
        <p:nvPr/>
      </p:nvGrpSpPr>
      <p:grpSpPr>
        <a:xfrm>
          <a:off x="0" y="0"/>
          <a:ext cx="0" cy="0"/>
          <a:chOff x="0" y="0"/>
          <a:chExt cx="0" cy="0"/>
        </a:xfrm>
      </p:grpSpPr>
      <p:graphicFrame>
        <p:nvGraphicFramePr>
          <p:cNvPr id="91138" name="内容占位符 41985"/>
          <p:cNvGraphicFramePr>
            <a:graphicFrameLocks noGrp="1" noChangeAspect="1"/>
          </p:cNvGraphicFramePr>
          <p:nvPr>
            <p:ph sz="half" idx="1"/>
          </p:nvPr>
        </p:nvGraphicFramePr>
        <p:xfrm>
          <a:off x="533400" y="1793875"/>
          <a:ext cx="8272463" cy="1025525"/>
        </p:xfrm>
        <a:graphic>
          <a:graphicData uri="http://schemas.openxmlformats.org/presentationml/2006/ole">
            <mc:AlternateContent xmlns:mc="http://schemas.openxmlformats.org/markup-compatibility/2006">
              <mc:Choice xmlns:v="urn:schemas-microsoft-com:vml" Requires="v">
                <p:oleObj r:id="rId2" imgW="7581900" imgH="939800" progId="Equation.DSMT4">
                  <p:embed/>
                </p:oleObj>
              </mc:Choice>
              <mc:Fallback>
                <p:oleObj r:id="rId2" imgW="7581900" imgH="939800" progId="Equation.DSMT4">
                  <p:embed/>
                  <p:pic>
                    <p:nvPicPr>
                      <p:cNvPr id="0" name="图片 3452"/>
                      <p:cNvPicPr/>
                      <p:nvPr/>
                    </p:nvPicPr>
                    <p:blipFill>
                      <a:blip r:embed="rId3"/>
                      <a:stretch>
                        <a:fillRect/>
                      </a:stretch>
                    </p:blipFill>
                    <p:spPr>
                      <a:xfrm>
                        <a:off x="533400" y="1793875"/>
                        <a:ext cx="8272463" cy="1025525"/>
                      </a:xfrm>
                      <a:prstGeom prst="rect">
                        <a:avLst/>
                      </a:prstGeom>
                      <a:noFill/>
                      <a:ln w="38100">
                        <a:miter/>
                      </a:ln>
                    </p:spPr>
                  </p:pic>
                </p:oleObj>
              </mc:Fallback>
            </mc:AlternateContent>
          </a:graphicData>
        </a:graphic>
      </p:graphicFrame>
      <p:graphicFrame>
        <p:nvGraphicFramePr>
          <p:cNvPr id="91139" name="内容占位符 41986"/>
          <p:cNvGraphicFramePr>
            <a:graphicFrameLocks noGrp="1" noChangeAspect="1"/>
          </p:cNvGraphicFramePr>
          <p:nvPr>
            <p:ph sz="half" idx="2"/>
          </p:nvPr>
        </p:nvGraphicFramePr>
        <p:xfrm>
          <a:off x="1143000" y="5105400"/>
          <a:ext cx="6400800" cy="1093788"/>
        </p:xfrm>
        <a:graphic>
          <a:graphicData uri="http://schemas.openxmlformats.org/presentationml/2006/ole">
            <mc:AlternateContent xmlns:mc="http://schemas.openxmlformats.org/markup-compatibility/2006">
              <mc:Choice xmlns:v="urn:schemas-microsoft-com:vml" Requires="v">
                <p:oleObj r:id="rId4" imgW="4762500" imgH="889000" progId="Equation.DSMT4">
                  <p:embed/>
                </p:oleObj>
              </mc:Choice>
              <mc:Fallback>
                <p:oleObj r:id="rId4" imgW="4762500" imgH="889000" progId="Equation.DSMT4">
                  <p:embed/>
                  <p:pic>
                    <p:nvPicPr>
                      <p:cNvPr id="0" name="图片 3459"/>
                      <p:cNvPicPr/>
                      <p:nvPr/>
                    </p:nvPicPr>
                    <p:blipFill>
                      <a:blip r:embed="rId5"/>
                      <a:stretch>
                        <a:fillRect/>
                      </a:stretch>
                    </p:blipFill>
                    <p:spPr>
                      <a:xfrm>
                        <a:off x="1143000" y="5105400"/>
                        <a:ext cx="6400800" cy="1093788"/>
                      </a:xfrm>
                      <a:prstGeom prst="rect">
                        <a:avLst/>
                      </a:prstGeom>
                      <a:noFill/>
                      <a:ln w="38100">
                        <a:miter/>
                      </a:ln>
                    </p:spPr>
                  </p:pic>
                </p:oleObj>
              </mc:Fallback>
            </mc:AlternateContent>
          </a:graphicData>
        </a:graphic>
      </p:graphicFrame>
      <p:graphicFrame>
        <p:nvGraphicFramePr>
          <p:cNvPr id="91140" name="对象 41987"/>
          <p:cNvGraphicFramePr>
            <a:graphicFrameLocks noChangeAspect="1"/>
          </p:cNvGraphicFramePr>
          <p:nvPr/>
        </p:nvGraphicFramePr>
        <p:xfrm>
          <a:off x="1447800" y="3276600"/>
          <a:ext cx="5562600" cy="1371600"/>
        </p:xfrm>
        <a:graphic>
          <a:graphicData uri="http://schemas.openxmlformats.org/presentationml/2006/ole">
            <mc:AlternateContent xmlns:mc="http://schemas.openxmlformats.org/markup-compatibility/2006">
              <mc:Choice xmlns:v="urn:schemas-microsoft-com:vml" Requires="v">
                <p:oleObj r:id="rId6" imgW="4533900" imgH="1117600" progId="Equation.DSMT4">
                  <p:embed/>
                </p:oleObj>
              </mc:Choice>
              <mc:Fallback>
                <p:oleObj r:id="rId6" imgW="4533900" imgH="1117600" progId="Equation.DSMT4">
                  <p:embed/>
                  <p:pic>
                    <p:nvPicPr>
                      <p:cNvPr id="0" name="图片 3462"/>
                      <p:cNvPicPr/>
                      <p:nvPr/>
                    </p:nvPicPr>
                    <p:blipFill>
                      <a:blip r:embed="rId7"/>
                      <a:stretch>
                        <a:fillRect/>
                      </a:stretch>
                    </p:blipFill>
                    <p:spPr>
                      <a:xfrm>
                        <a:off x="1447800" y="3276600"/>
                        <a:ext cx="5562600" cy="1371600"/>
                      </a:xfrm>
                      <a:prstGeom prst="rect">
                        <a:avLst/>
                      </a:prstGeom>
                      <a:noFill/>
                      <a:ln w="38100">
                        <a:noFill/>
                        <a:miter/>
                      </a:ln>
                    </p:spPr>
                  </p:pic>
                </p:oleObj>
              </mc:Fallback>
            </mc:AlternateContent>
          </a:graphicData>
        </a:graphic>
      </p:graphicFrame>
    </p:spTree>
  </p:cSld>
  <p:clrMapOvr>
    <a:masterClrMapping/>
  </p:clrMapOvr>
  <p:transition/>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1" name="文本框 3"/>
          <p:cNvSpPr txBox="1"/>
          <p:nvPr/>
        </p:nvSpPr>
        <p:spPr>
          <a:xfrm>
            <a:off x="657225" y="150813"/>
            <a:ext cx="4737100" cy="584200"/>
          </a:xfrm>
          <a:prstGeom prst="rect">
            <a:avLst/>
          </a:prstGeom>
          <a:noFill/>
          <a:ln w="9525">
            <a:noFill/>
          </a:ln>
        </p:spPr>
        <p:txBody>
          <a:bodyPr wrap="none" anchor="t" anchorCtr="0">
            <a:spAutoFit/>
          </a:bodyPr>
          <a:lstStyle/>
          <a:p>
            <a:r>
              <a:rPr lang="en-US" altLang="zh-CN" sz="3200" b="1" dirty="0">
                <a:latin typeface="Times New Roman" panose="02020603050405020304" pitchFamily="2" charset="0"/>
                <a:ea typeface="宋体" panose="02010600030101010101" pitchFamily="2" charset="-122"/>
                <a:sym typeface="微软雅黑" panose="020B0503020204020204" pitchFamily="2" charset="-122"/>
              </a:rPr>
              <a:t>2.1.5  Z变换的性质与定理</a:t>
            </a:r>
          </a:p>
        </p:txBody>
      </p:sp>
      <p:sp>
        <p:nvSpPr>
          <p:cNvPr id="92162" name="文本框 43009"/>
          <p:cNvSpPr txBox="1"/>
          <p:nvPr/>
        </p:nvSpPr>
        <p:spPr>
          <a:xfrm>
            <a:off x="815975" y="976313"/>
            <a:ext cx="2867025" cy="522287"/>
          </a:xfrm>
          <a:prstGeom prst="rect">
            <a:avLst/>
          </a:prstGeom>
          <a:noFill/>
          <a:ln w="9525">
            <a:noFill/>
          </a:ln>
        </p:spPr>
        <p:txBody>
          <a:bodyPr wrap="square" anchor="t" anchorCtr="0">
            <a:spAutoFit/>
          </a:bodyPr>
          <a:lstStyle/>
          <a:p>
            <a:r>
              <a:rPr lang="en-US" altLang="zh-CN" sz="2800" b="1">
                <a:latin typeface="Times New Roman" panose="02020603050405020304" pitchFamily="2" charset="0"/>
                <a:ea typeface="宋体" panose="02010600030101010101" pitchFamily="2" charset="-122"/>
              </a:rPr>
              <a:t>1</a:t>
            </a:r>
            <a:r>
              <a:rPr lang="zh-CN" altLang="en-US" sz="2800" b="1">
                <a:latin typeface="Times New Roman" panose="02020603050405020304" pitchFamily="2" charset="0"/>
                <a:ea typeface="宋体" panose="02010600030101010101" pitchFamily="2" charset="-122"/>
              </a:rPr>
              <a:t>、线性</a:t>
            </a:r>
          </a:p>
        </p:txBody>
      </p:sp>
      <p:graphicFrame>
        <p:nvGraphicFramePr>
          <p:cNvPr id="92163" name="对象 108548"/>
          <p:cNvGraphicFramePr>
            <a:graphicFrameLocks noChangeAspect="1"/>
          </p:cNvGraphicFramePr>
          <p:nvPr/>
        </p:nvGraphicFramePr>
        <p:xfrm>
          <a:off x="1149350" y="1655763"/>
          <a:ext cx="4662488" cy="2185987"/>
        </p:xfrm>
        <a:graphic>
          <a:graphicData uri="http://schemas.openxmlformats.org/presentationml/2006/ole">
            <mc:AlternateContent xmlns:mc="http://schemas.openxmlformats.org/markup-compatibility/2006">
              <mc:Choice xmlns:v="urn:schemas-microsoft-com:vml" Requires="v">
                <p:oleObj r:id="rId2" imgW="2349500" imgH="1219200" progId="Equation.3">
                  <p:embed/>
                </p:oleObj>
              </mc:Choice>
              <mc:Fallback>
                <p:oleObj r:id="rId2" imgW="2349500" imgH="1219200" progId="Equation.3">
                  <p:embed/>
                  <p:pic>
                    <p:nvPicPr>
                      <p:cNvPr id="0" name="图片 3454"/>
                      <p:cNvPicPr/>
                      <p:nvPr/>
                    </p:nvPicPr>
                    <p:blipFill>
                      <a:blip r:embed="rId3"/>
                      <a:stretch>
                        <a:fillRect/>
                      </a:stretch>
                    </p:blipFill>
                    <p:spPr>
                      <a:xfrm>
                        <a:off x="1149350" y="1655763"/>
                        <a:ext cx="4662488" cy="2185987"/>
                      </a:xfrm>
                      <a:prstGeom prst="rect">
                        <a:avLst/>
                      </a:prstGeom>
                      <a:noFill/>
                      <a:ln w="38100">
                        <a:noFill/>
                        <a:miter/>
                      </a:ln>
                    </p:spPr>
                  </p:pic>
                </p:oleObj>
              </mc:Fallback>
            </mc:AlternateContent>
          </a:graphicData>
        </a:graphic>
      </p:graphicFrame>
      <p:sp>
        <p:nvSpPr>
          <p:cNvPr id="92164" name="文本框 108549"/>
          <p:cNvSpPr txBox="1"/>
          <p:nvPr/>
        </p:nvSpPr>
        <p:spPr>
          <a:xfrm>
            <a:off x="1084263" y="4346575"/>
            <a:ext cx="7739062" cy="1814513"/>
          </a:xfrm>
          <a:prstGeom prst="rect">
            <a:avLst/>
          </a:prstGeom>
          <a:noFill/>
          <a:ln w="9525">
            <a:noFill/>
          </a:ln>
        </p:spPr>
        <p:txBody>
          <a:bodyPr wrap="square" anchor="t" anchorCtr="0">
            <a:spAutoFit/>
          </a:bodyPr>
          <a:lstStyle/>
          <a:p>
            <a:pPr>
              <a:lnSpc>
                <a:spcPct val="140000"/>
              </a:lnSpc>
            </a:pPr>
            <a:r>
              <a:rPr lang="zh-CN" altLang="en-US" sz="2000" b="1" dirty="0">
                <a:solidFill>
                  <a:srgbClr val="C00000"/>
                </a:solidFill>
                <a:latin typeface="Times New Roman" panose="02020603050405020304" pitchFamily="2" charset="0"/>
                <a:ea typeface="宋体" panose="02010600030101010101" pitchFamily="2" charset="-122"/>
                <a:sym typeface="Arial" panose="020B0604020202020204" pitchFamily="34" charset="0"/>
              </a:rPr>
              <a:t>序列线性组合的z变换等于序列z变换的线性组合</a:t>
            </a:r>
          </a:p>
          <a:p>
            <a:pPr>
              <a:lnSpc>
                <a:spcPct val="140000"/>
              </a:lnSpc>
            </a:pPr>
            <a:r>
              <a:rPr lang="zh-CN" altLang="en-US" sz="2000" b="1" dirty="0">
                <a:latin typeface="Times New Roman" panose="02020603050405020304" pitchFamily="2" charset="0"/>
                <a:ea typeface="宋体" panose="02010600030101010101" pitchFamily="2" charset="-122"/>
                <a:sym typeface="Arial" panose="020B0604020202020204" pitchFamily="34" charset="0"/>
              </a:rPr>
              <a:t>ROC：一般情况下取两者</a:t>
            </a:r>
            <a:r>
              <a:rPr lang="zh-CN" altLang="en-US" sz="2000" b="1" dirty="0">
                <a:solidFill>
                  <a:schemeClr val="hlink"/>
                </a:solidFill>
                <a:latin typeface="Times New Roman" panose="02020603050405020304" pitchFamily="2" charset="0"/>
                <a:ea typeface="宋体" panose="02010600030101010101" pitchFamily="2" charset="-122"/>
                <a:sym typeface="Arial" panose="020B0604020202020204" pitchFamily="34" charset="0"/>
              </a:rPr>
              <a:t>重叠</a:t>
            </a:r>
            <a:r>
              <a:rPr lang="zh-CN" altLang="en-US" sz="2000" b="1" dirty="0">
                <a:latin typeface="Times New Roman" panose="02020603050405020304" pitchFamily="2" charset="0"/>
                <a:ea typeface="宋体" panose="02010600030101010101" pitchFamily="2" charset="-122"/>
                <a:sym typeface="Arial" panose="020B0604020202020204" pitchFamily="34" charset="0"/>
              </a:rPr>
              <a:t>部分</a:t>
            </a:r>
          </a:p>
          <a:p>
            <a:pPr>
              <a:lnSpc>
                <a:spcPct val="140000"/>
              </a:lnSpc>
            </a:pPr>
            <a:endParaRPr lang="zh-CN" altLang="en-US" sz="2000" b="1" dirty="0">
              <a:latin typeface="Times New Roman" panose="02020603050405020304" pitchFamily="2" charset="0"/>
              <a:ea typeface="宋体" panose="02010600030101010101" pitchFamily="2" charset="-122"/>
              <a:sym typeface="Arial" panose="020B0604020202020204" pitchFamily="34" charset="0"/>
            </a:endParaRPr>
          </a:p>
          <a:p>
            <a:pPr>
              <a:lnSpc>
                <a:spcPct val="140000"/>
              </a:lnSpc>
            </a:pPr>
            <a:r>
              <a:rPr lang="zh-CN" altLang="en-US" sz="2000" b="1" dirty="0">
                <a:latin typeface="Times New Roman" panose="02020603050405020304" pitchFamily="2" charset="0"/>
                <a:ea typeface="宋体" panose="02010600030101010101" pitchFamily="2" charset="-122"/>
                <a:sym typeface="Arial" panose="020B0604020202020204" pitchFamily="34" charset="0"/>
              </a:rPr>
              <a:t>若在这些线性组合中，</a:t>
            </a:r>
            <a:r>
              <a:rPr lang="zh-CN" altLang="en-US" sz="2000" b="1" dirty="0">
                <a:solidFill>
                  <a:srgbClr val="C00000"/>
                </a:solidFill>
                <a:latin typeface="Times New Roman" panose="02020603050405020304" pitchFamily="2" charset="0"/>
                <a:ea typeface="宋体" panose="02010600030101010101" pitchFamily="2" charset="-122"/>
                <a:sym typeface="Arial" panose="020B0604020202020204" pitchFamily="34" charset="0"/>
              </a:rPr>
              <a:t>某些零点与极点相抵消，收敛域有可能扩大</a:t>
            </a:r>
          </a:p>
        </p:txBody>
      </p:sp>
      <p:graphicFrame>
        <p:nvGraphicFramePr>
          <p:cNvPr id="92165" name="对象 108550">
            <a:hlinkClick r:id="" action="ppaction://ole?verb=0"/>
          </p:cNvPr>
          <p:cNvGraphicFramePr>
            <a:graphicFrameLocks noChangeAspect="1"/>
          </p:cNvGraphicFramePr>
          <p:nvPr/>
        </p:nvGraphicFramePr>
        <p:xfrm>
          <a:off x="1554163" y="5273675"/>
          <a:ext cx="5019675" cy="458788"/>
        </p:xfrm>
        <a:graphic>
          <a:graphicData uri="http://schemas.openxmlformats.org/presentationml/2006/ole">
            <mc:AlternateContent xmlns:mc="http://schemas.openxmlformats.org/markup-compatibility/2006">
              <mc:Choice xmlns:v="urn:schemas-microsoft-com:vml" Requires="v">
                <p:oleObj r:id="rId4" imgW="2781300" imgH="254000" progId="Equation.3">
                  <p:embed/>
                </p:oleObj>
              </mc:Choice>
              <mc:Fallback>
                <p:oleObj r:id="rId4" imgW="2781300" imgH="254000" progId="Equation.3">
                  <p:embed/>
                  <p:pic>
                    <p:nvPicPr>
                      <p:cNvPr id="0" name="图片 3453"/>
                      <p:cNvPicPr/>
                      <p:nvPr/>
                    </p:nvPicPr>
                    <p:blipFill>
                      <a:blip r:embed="rId5"/>
                      <a:stretch>
                        <a:fillRect/>
                      </a:stretch>
                    </p:blipFill>
                    <p:spPr>
                      <a:xfrm>
                        <a:off x="1554163" y="5273675"/>
                        <a:ext cx="5019675" cy="458788"/>
                      </a:xfrm>
                      <a:prstGeom prst="rect">
                        <a:avLst/>
                      </a:prstGeom>
                      <a:noFill/>
                      <a:ln w="38100">
                        <a:noFill/>
                        <a:miter/>
                      </a:ln>
                    </p:spPr>
                  </p:pic>
                </p:oleObj>
              </mc:Fallback>
            </mc:AlternateContent>
          </a:graphicData>
        </a:graphic>
      </p:graphicFrame>
      <p:graphicFrame>
        <p:nvGraphicFramePr>
          <p:cNvPr id="92166" name="对象 579588"/>
          <p:cNvGraphicFramePr/>
          <p:nvPr/>
        </p:nvGraphicFramePr>
        <p:xfrm>
          <a:off x="1162050" y="4000500"/>
          <a:ext cx="2028825" cy="306388"/>
        </p:xfrm>
        <a:graphic>
          <a:graphicData uri="http://schemas.openxmlformats.org/presentationml/2006/ole">
            <mc:AlternateContent xmlns:mc="http://schemas.openxmlformats.org/markup-compatibility/2006">
              <mc:Choice xmlns:v="urn:schemas-microsoft-com:vml" Requires="v">
                <p:oleObj r:id="rId6" imgW="2463165" imgH="393700" progId="Equation.DSMT4">
                  <p:embed/>
                </p:oleObj>
              </mc:Choice>
              <mc:Fallback>
                <p:oleObj r:id="rId6" imgW="2463165" imgH="393700" progId="Equation.DSMT4">
                  <p:embed/>
                  <p:pic>
                    <p:nvPicPr>
                      <p:cNvPr id="0" name="图片 3461"/>
                      <p:cNvPicPr/>
                      <p:nvPr/>
                    </p:nvPicPr>
                    <p:blipFill>
                      <a:blip r:embed="rId7">
                        <a:lum bright="-100000"/>
                      </a:blip>
                      <a:stretch>
                        <a:fillRect/>
                      </a:stretch>
                    </p:blipFill>
                    <p:spPr>
                      <a:xfrm>
                        <a:off x="1162050" y="4000500"/>
                        <a:ext cx="2028825" cy="306388"/>
                      </a:xfrm>
                      <a:prstGeom prst="rect">
                        <a:avLst/>
                      </a:prstGeom>
                      <a:noFill/>
                      <a:ln w="38100">
                        <a:noFill/>
                        <a:miter/>
                      </a:ln>
                    </p:spPr>
                  </p:pic>
                </p:oleObj>
              </mc:Fallback>
            </mc:AlternateContent>
          </a:graphicData>
        </a:graphic>
      </p:graphicFrame>
    </p:spTree>
  </p:cSld>
  <p:clrMapOvr>
    <a:masterClrMapping/>
  </p:clrMapOvr>
  <p:transition/>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3185" name="对象 110596"/>
          <p:cNvGraphicFramePr>
            <a:graphicFrameLocks noChangeAspect="1"/>
          </p:cNvGraphicFramePr>
          <p:nvPr/>
        </p:nvGraphicFramePr>
        <p:xfrm>
          <a:off x="825500" y="549275"/>
          <a:ext cx="7493000" cy="5445125"/>
        </p:xfrm>
        <a:graphic>
          <a:graphicData uri="http://schemas.openxmlformats.org/presentationml/2006/ole">
            <mc:AlternateContent xmlns:mc="http://schemas.openxmlformats.org/markup-compatibility/2006">
              <mc:Choice xmlns:v="urn:schemas-microsoft-com:vml" Requires="v">
                <p:oleObj r:id="rId2" imgW="3467100" imgH="2794000" progId="Equation.3">
                  <p:embed/>
                </p:oleObj>
              </mc:Choice>
              <mc:Fallback>
                <p:oleObj r:id="rId2" imgW="3467100" imgH="2794000" progId="Equation.3">
                  <p:embed/>
                  <p:pic>
                    <p:nvPicPr>
                      <p:cNvPr id="0" name="图片 3460"/>
                      <p:cNvPicPr/>
                      <p:nvPr/>
                    </p:nvPicPr>
                    <p:blipFill>
                      <a:blip r:embed="rId3"/>
                      <a:stretch>
                        <a:fillRect/>
                      </a:stretch>
                    </p:blipFill>
                    <p:spPr>
                      <a:xfrm>
                        <a:off x="825500" y="549275"/>
                        <a:ext cx="7493000" cy="5445125"/>
                      </a:xfrm>
                      <a:prstGeom prst="rect">
                        <a:avLst/>
                      </a:prstGeom>
                      <a:noFill/>
                      <a:ln w="38100">
                        <a:noFill/>
                        <a:miter/>
                      </a:ln>
                    </p:spPr>
                  </p:pic>
                </p:oleObj>
              </mc:Fallback>
            </mc:AlternateContent>
          </a:graphicData>
        </a:graphic>
      </p:graphicFrame>
    </p:spTree>
  </p:cSld>
  <p:clrMapOvr>
    <a:masterClrMapping/>
  </p:clrMapOvr>
  <p:transition/>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09" name="矩形 43019"/>
          <p:cNvSpPr/>
          <p:nvPr/>
        </p:nvSpPr>
        <p:spPr>
          <a:xfrm>
            <a:off x="709613" y="592138"/>
            <a:ext cx="2505075" cy="522287"/>
          </a:xfrm>
          <a:prstGeom prst="rect">
            <a:avLst/>
          </a:prstGeom>
          <a:noFill/>
          <a:ln w="9525">
            <a:noFill/>
          </a:ln>
        </p:spPr>
        <p:txBody>
          <a:bodyPr wrap="none" anchor="t" anchorCtr="0">
            <a:spAutoFit/>
          </a:bodyPr>
          <a:lstStyle/>
          <a:p>
            <a:r>
              <a:rPr lang="en-US" altLang="zh-CN" sz="2800" b="1">
                <a:latin typeface="Times New Roman" panose="02020603050405020304" pitchFamily="2" charset="0"/>
                <a:ea typeface="宋体" panose="02010600030101010101" pitchFamily="2" charset="-122"/>
              </a:rPr>
              <a:t>2</a:t>
            </a:r>
            <a:r>
              <a:rPr lang="zh-CN" altLang="en-US" sz="2800" b="1">
                <a:latin typeface="Times New Roman" panose="02020603050405020304" pitchFamily="2" charset="0"/>
                <a:ea typeface="宋体" panose="02010600030101010101" pitchFamily="2" charset="-122"/>
              </a:rPr>
              <a:t>、序列的移位</a:t>
            </a:r>
          </a:p>
        </p:txBody>
      </p:sp>
      <p:graphicFrame>
        <p:nvGraphicFramePr>
          <p:cNvPr id="94210" name="对象 112644"/>
          <p:cNvGraphicFramePr>
            <a:graphicFrameLocks noChangeAspect="1"/>
          </p:cNvGraphicFramePr>
          <p:nvPr/>
        </p:nvGraphicFramePr>
        <p:xfrm>
          <a:off x="930275" y="1196975"/>
          <a:ext cx="5532438" cy="1874838"/>
        </p:xfrm>
        <a:graphic>
          <a:graphicData uri="http://schemas.openxmlformats.org/presentationml/2006/ole">
            <mc:AlternateContent xmlns:mc="http://schemas.openxmlformats.org/markup-compatibility/2006">
              <mc:Choice xmlns:v="urn:schemas-microsoft-com:vml" Requires="v">
                <p:oleObj r:id="rId2" imgW="2641600" imgH="990600" progId="Equation.3">
                  <p:embed/>
                </p:oleObj>
              </mc:Choice>
              <mc:Fallback>
                <p:oleObj r:id="rId2" imgW="2641600" imgH="990600" progId="Equation.3">
                  <p:embed/>
                  <p:pic>
                    <p:nvPicPr>
                      <p:cNvPr id="0" name="图片 3451"/>
                      <p:cNvPicPr/>
                      <p:nvPr/>
                    </p:nvPicPr>
                    <p:blipFill>
                      <a:blip r:embed="rId3"/>
                      <a:stretch>
                        <a:fillRect/>
                      </a:stretch>
                    </p:blipFill>
                    <p:spPr>
                      <a:xfrm>
                        <a:off x="930275" y="1196975"/>
                        <a:ext cx="5532438" cy="1874838"/>
                      </a:xfrm>
                      <a:prstGeom prst="rect">
                        <a:avLst/>
                      </a:prstGeom>
                      <a:noFill/>
                      <a:ln w="38100">
                        <a:noFill/>
                        <a:miter/>
                      </a:ln>
                    </p:spPr>
                  </p:pic>
                </p:oleObj>
              </mc:Fallback>
            </mc:AlternateContent>
          </a:graphicData>
        </a:graphic>
      </p:graphicFrame>
      <p:graphicFrame>
        <p:nvGraphicFramePr>
          <p:cNvPr id="94211" name="对象 581638"/>
          <p:cNvGraphicFramePr/>
          <p:nvPr/>
        </p:nvGraphicFramePr>
        <p:xfrm>
          <a:off x="6661150" y="2709863"/>
          <a:ext cx="1635125" cy="269875"/>
        </p:xfrm>
        <a:graphic>
          <a:graphicData uri="http://schemas.openxmlformats.org/presentationml/2006/ole">
            <mc:AlternateContent xmlns:mc="http://schemas.openxmlformats.org/markup-compatibility/2006">
              <mc:Choice xmlns:v="urn:schemas-microsoft-com:vml" Requires="v">
                <p:oleObj r:id="rId4" imgW="2044700" imgH="393700" progId="Equation.DSMT4">
                  <p:embed/>
                </p:oleObj>
              </mc:Choice>
              <mc:Fallback>
                <p:oleObj r:id="rId4" imgW="2044700" imgH="393700" progId="Equation.DSMT4">
                  <p:embed/>
                  <p:pic>
                    <p:nvPicPr>
                      <p:cNvPr id="0" name="图片 3457"/>
                      <p:cNvPicPr/>
                      <p:nvPr/>
                    </p:nvPicPr>
                    <p:blipFill>
                      <a:blip r:embed="rId5">
                        <a:lum bright="-100000"/>
                      </a:blip>
                      <a:stretch>
                        <a:fillRect/>
                      </a:stretch>
                    </p:blipFill>
                    <p:spPr>
                      <a:xfrm>
                        <a:off x="6661150" y="2709863"/>
                        <a:ext cx="1635125" cy="269875"/>
                      </a:xfrm>
                      <a:prstGeom prst="rect">
                        <a:avLst/>
                      </a:prstGeom>
                      <a:noFill/>
                      <a:ln w="38100">
                        <a:noFill/>
                        <a:miter/>
                      </a:ln>
                    </p:spPr>
                  </p:pic>
                </p:oleObj>
              </mc:Fallback>
            </mc:AlternateContent>
          </a:graphicData>
        </a:graphic>
      </p:graphicFrame>
      <p:sp>
        <p:nvSpPr>
          <p:cNvPr id="94212" name="文本框 1"/>
          <p:cNvSpPr txBox="1"/>
          <p:nvPr/>
        </p:nvSpPr>
        <p:spPr>
          <a:xfrm>
            <a:off x="971550" y="3908425"/>
            <a:ext cx="7127875" cy="2609850"/>
          </a:xfrm>
          <a:prstGeom prst="rect">
            <a:avLst/>
          </a:prstGeom>
          <a:noFill/>
          <a:ln w="9525">
            <a:noFill/>
          </a:ln>
        </p:spPr>
        <p:txBody>
          <a:bodyPr wrap="square" anchor="t" anchorCtr="0">
            <a:spAutoFit/>
          </a:bodyPr>
          <a:lstStyle/>
          <a:p>
            <a:pPr>
              <a:lnSpc>
                <a:spcPct val="130000"/>
              </a:lnSpc>
            </a:pPr>
            <a:r>
              <a:rPr lang="en-US" altLang="zh-CN">
                <a:latin typeface="Times New Roman" panose="02020603050405020304" pitchFamily="2" charset="0"/>
                <a:ea typeface="宋体" panose="02010600030101010101" pitchFamily="2" charset="-122"/>
              </a:rPr>
              <a:t>        </a:t>
            </a:r>
            <a:r>
              <a:rPr lang="zh-CN" altLang="en-US">
                <a:latin typeface="Times New Roman" panose="02020603050405020304" pitchFamily="2" charset="0"/>
                <a:ea typeface="宋体" panose="02010600030101010101" pitchFamily="2" charset="-122"/>
              </a:rPr>
              <a:t>序列移位后，只在</a:t>
            </a:r>
            <a:r>
              <a:rPr lang="en-US" altLang="zh-CN">
                <a:latin typeface="Times New Roman" panose="02020603050405020304" pitchFamily="2" charset="0"/>
                <a:ea typeface="宋体" panose="02010600030101010101" pitchFamily="2" charset="-122"/>
              </a:rPr>
              <a:t>X(z)</a:t>
            </a:r>
            <a:r>
              <a:rPr lang="zh-CN" altLang="en-US">
                <a:latin typeface="Times New Roman" panose="02020603050405020304" pitchFamily="2" charset="0"/>
                <a:ea typeface="宋体" panose="02010600030101010101" pitchFamily="2" charset="-122"/>
              </a:rPr>
              <a:t>上乘了一个</a:t>
            </a:r>
            <a:r>
              <a:rPr lang="en-US" altLang="zh-CN">
                <a:latin typeface="Times New Roman" panose="02020603050405020304" pitchFamily="2" charset="0"/>
                <a:ea typeface="宋体" panose="02010600030101010101" pitchFamily="2" charset="-122"/>
              </a:rPr>
              <a:t>z</a:t>
            </a:r>
            <a:r>
              <a:rPr lang="en-US" altLang="zh-CN" baseline="30000">
                <a:latin typeface="Times New Roman" panose="02020603050405020304" pitchFamily="2" charset="0"/>
                <a:ea typeface="宋体" panose="02010600030101010101" pitchFamily="2" charset="-122"/>
              </a:rPr>
              <a:t>-m</a:t>
            </a:r>
            <a:r>
              <a:rPr lang="zh-CN" altLang="en-US">
                <a:latin typeface="Times New Roman" panose="02020603050405020304" pitchFamily="2" charset="0"/>
                <a:ea typeface="宋体" panose="02010600030101010101" pitchFamily="2" charset="-122"/>
              </a:rPr>
              <a:t>因子，因而只会使</a:t>
            </a:r>
            <a:r>
              <a:rPr lang="en-US" altLang="zh-CN">
                <a:latin typeface="Times New Roman" panose="02020603050405020304" pitchFamily="2" charset="0"/>
                <a:ea typeface="宋体" panose="02010600030101010101" pitchFamily="2" charset="-122"/>
              </a:rPr>
              <a:t>X(z)</a:t>
            </a:r>
            <a:r>
              <a:rPr lang="zh-CN" altLang="en-US">
                <a:latin typeface="Times New Roman" panose="02020603050405020304" pitchFamily="2" charset="0"/>
                <a:ea typeface="宋体" panose="02010600030101010101" pitchFamily="2" charset="-122"/>
              </a:rPr>
              <a:t>在</a:t>
            </a:r>
            <a:r>
              <a:rPr lang="en-US" altLang="zh-CN">
                <a:latin typeface="Times New Roman" panose="02020603050405020304" pitchFamily="2" charset="0"/>
                <a:ea typeface="宋体" panose="02010600030101010101" pitchFamily="2" charset="-122"/>
              </a:rPr>
              <a:t>z=0,z= </a:t>
            </a:r>
            <a:r>
              <a:rPr lang="zh-CN" altLang="en-US">
                <a:latin typeface="Times New Roman" panose="02020603050405020304" pitchFamily="2" charset="0"/>
                <a:ea typeface="宋体" panose="02010600030101010101" pitchFamily="2" charset="-122"/>
              </a:rPr>
              <a:t>    处的</a:t>
            </a:r>
            <a:r>
              <a:rPr lang="zh-CN" altLang="en-US">
                <a:solidFill>
                  <a:srgbClr val="C00000"/>
                </a:solidFill>
                <a:latin typeface="Times New Roman" panose="02020603050405020304" pitchFamily="2" charset="0"/>
                <a:ea typeface="宋体" panose="02010600030101010101" pitchFamily="2" charset="-122"/>
              </a:rPr>
              <a:t>零极点发生变化</a:t>
            </a:r>
            <a:r>
              <a:rPr lang="zh-CN" altLang="en-US">
                <a:latin typeface="Times New Roman" panose="02020603050405020304" pitchFamily="2" charset="0"/>
                <a:ea typeface="宋体" panose="02010600030101010101" pitchFamily="2" charset="-122"/>
              </a:rPr>
              <a:t>。</a:t>
            </a:r>
          </a:p>
          <a:p>
            <a:pPr>
              <a:lnSpc>
                <a:spcPct val="130000"/>
              </a:lnSpc>
            </a:pPr>
            <a:r>
              <a:rPr lang="zh-CN" altLang="en-US">
                <a:latin typeface="Times New Roman" panose="02020603050405020304" pitchFamily="2" charset="0"/>
                <a:ea typeface="宋体" panose="02010600030101010101" pitchFamily="2" charset="-122"/>
              </a:rPr>
              <a:t>        对于</a:t>
            </a:r>
            <a:r>
              <a:rPr lang="zh-CN" altLang="en-US">
                <a:solidFill>
                  <a:srgbClr val="C00000"/>
                </a:solidFill>
                <a:latin typeface="Times New Roman" panose="02020603050405020304" pitchFamily="2" charset="0"/>
                <a:ea typeface="宋体" panose="02010600030101010101" pitchFamily="2" charset="-122"/>
              </a:rPr>
              <a:t>双边序列</a:t>
            </a:r>
            <a:r>
              <a:rPr lang="zh-CN" altLang="en-US">
                <a:latin typeface="Times New Roman" panose="02020603050405020304" pitchFamily="2" charset="0"/>
                <a:ea typeface="宋体" panose="02010600030101010101" pitchFamily="2" charset="-122"/>
              </a:rPr>
              <a:t>，由于收敛域为环状区域，不包括</a:t>
            </a:r>
            <a:r>
              <a:rPr lang="en-US" altLang="zh-CN">
                <a:latin typeface="Times New Roman" panose="02020603050405020304" pitchFamily="2" charset="0"/>
                <a:ea typeface="宋体" panose="02010600030101010101" pitchFamily="2" charset="-122"/>
              </a:rPr>
              <a:t>z=0,z=</a:t>
            </a:r>
            <a:r>
              <a:rPr lang="zh-CN" altLang="en-US">
                <a:latin typeface="Times New Roman" panose="02020603050405020304" pitchFamily="2" charset="0"/>
                <a:ea typeface="宋体" panose="02010600030101010101" pitchFamily="2" charset="-122"/>
              </a:rPr>
              <a:t>     点，故序列移位后的</a:t>
            </a:r>
            <a:r>
              <a:rPr lang="zh-CN" altLang="en-US">
                <a:solidFill>
                  <a:srgbClr val="C00000"/>
                </a:solidFill>
                <a:latin typeface="Times New Roman" panose="02020603050405020304" pitchFamily="2" charset="0"/>
                <a:ea typeface="宋体" panose="02010600030101010101" pitchFamily="2" charset="-122"/>
              </a:rPr>
              <a:t>收敛域不会变化</a:t>
            </a:r>
            <a:r>
              <a:rPr lang="zh-CN" altLang="en-US">
                <a:latin typeface="Times New Roman" panose="02020603050405020304" pitchFamily="2" charset="0"/>
                <a:ea typeface="宋体" panose="02010600030101010101" pitchFamily="2" charset="-122"/>
              </a:rPr>
              <a:t>。</a:t>
            </a:r>
          </a:p>
          <a:p>
            <a:pPr>
              <a:lnSpc>
                <a:spcPct val="130000"/>
              </a:lnSpc>
            </a:pPr>
            <a:r>
              <a:rPr lang="zh-CN" altLang="en-US">
                <a:latin typeface="Times New Roman" panose="02020603050405020304" pitchFamily="2" charset="0"/>
                <a:ea typeface="宋体" panose="02010600030101010101" pitchFamily="2" charset="-122"/>
              </a:rPr>
              <a:t>         对于</a:t>
            </a:r>
            <a:r>
              <a:rPr lang="zh-CN" altLang="en-US">
                <a:solidFill>
                  <a:srgbClr val="C00000"/>
                </a:solidFill>
                <a:latin typeface="Times New Roman" panose="02020603050405020304" pitchFamily="2" charset="0"/>
                <a:ea typeface="宋体" panose="02010600030101010101" pitchFamily="2" charset="-122"/>
              </a:rPr>
              <a:t>单边序列或有限长序列</a:t>
            </a:r>
            <a:r>
              <a:rPr lang="zh-CN" altLang="en-US">
                <a:latin typeface="Times New Roman" panose="02020603050405020304" pitchFamily="2" charset="0"/>
                <a:ea typeface="宋体" panose="02010600030101010101" pitchFamily="2" charset="-122"/>
              </a:rPr>
              <a:t>，移位后在</a:t>
            </a:r>
            <a:r>
              <a:rPr lang="en-US" altLang="zh-CN">
                <a:latin typeface="Times New Roman" panose="02020603050405020304" pitchFamily="2" charset="0"/>
                <a:ea typeface="宋体" panose="02010600030101010101" pitchFamily="2" charset="-122"/>
              </a:rPr>
              <a:t>z=0</a:t>
            </a:r>
            <a:r>
              <a:rPr lang="zh-CN" altLang="en-US">
                <a:latin typeface="Times New Roman" panose="02020603050405020304" pitchFamily="2" charset="0"/>
                <a:ea typeface="宋体" panose="02010600030101010101" pitchFamily="2" charset="-122"/>
              </a:rPr>
              <a:t>或</a:t>
            </a:r>
            <a:r>
              <a:rPr lang="en-US" altLang="zh-CN">
                <a:latin typeface="Times New Roman" panose="02020603050405020304" pitchFamily="2" charset="0"/>
                <a:ea typeface="宋体" panose="02010600030101010101" pitchFamily="2" charset="-122"/>
              </a:rPr>
              <a:t>z=</a:t>
            </a:r>
            <a:r>
              <a:rPr lang="zh-CN" altLang="en-US">
                <a:latin typeface="Times New Roman" panose="02020603050405020304" pitchFamily="2" charset="0"/>
                <a:ea typeface="宋体" panose="02010600030101010101" pitchFamily="2" charset="-122"/>
              </a:rPr>
              <a:t>     处</a:t>
            </a:r>
            <a:r>
              <a:rPr lang="zh-CN" altLang="en-US">
                <a:solidFill>
                  <a:srgbClr val="C00000"/>
                </a:solidFill>
                <a:latin typeface="Times New Roman" panose="02020603050405020304" pitchFamily="2" charset="0"/>
                <a:ea typeface="宋体" panose="02010600030101010101" pitchFamily="2" charset="-122"/>
              </a:rPr>
              <a:t>收敛域可能会有变化</a:t>
            </a:r>
            <a:r>
              <a:rPr lang="zh-CN" altLang="en-US">
                <a:latin typeface="Times New Roman" panose="02020603050405020304" pitchFamily="2" charset="0"/>
                <a:ea typeface="宋体" panose="02010600030101010101" pitchFamily="2" charset="-122"/>
              </a:rPr>
              <a:t>。移位后序列在</a:t>
            </a:r>
            <a:r>
              <a:rPr lang="en-US" altLang="zh-CN">
                <a:latin typeface="Times New Roman" panose="02020603050405020304" pitchFamily="2" charset="0"/>
                <a:ea typeface="宋体" panose="02010600030101010101" pitchFamily="2" charset="-122"/>
              </a:rPr>
              <a:t>n&gt;0</a:t>
            </a:r>
            <a:r>
              <a:rPr lang="zh-CN" altLang="en-US">
                <a:latin typeface="Times New Roman" panose="02020603050405020304" pitchFamily="2" charset="0"/>
                <a:ea typeface="宋体" panose="02010600030101010101" pitchFamily="2" charset="-122"/>
              </a:rPr>
              <a:t>时有值，则在</a:t>
            </a:r>
            <a:r>
              <a:rPr lang="en-US" altLang="zh-CN">
                <a:latin typeface="Times New Roman" panose="02020603050405020304" pitchFamily="2" charset="0"/>
                <a:ea typeface="宋体" panose="02010600030101010101" pitchFamily="2" charset="-122"/>
              </a:rPr>
              <a:t>z=0</a:t>
            </a:r>
            <a:r>
              <a:rPr lang="zh-CN" altLang="en-US">
                <a:latin typeface="Times New Roman" panose="02020603050405020304" pitchFamily="2" charset="0"/>
                <a:ea typeface="宋体" panose="02010600030101010101" pitchFamily="2" charset="-122"/>
              </a:rPr>
              <a:t>处不收敛，在</a:t>
            </a:r>
            <a:r>
              <a:rPr lang="en-US" altLang="zh-CN">
                <a:latin typeface="Times New Roman" panose="02020603050405020304" pitchFamily="2" charset="0"/>
                <a:ea typeface="宋体" panose="02010600030101010101" pitchFamily="2" charset="-122"/>
              </a:rPr>
              <a:t>n&lt;0</a:t>
            </a:r>
            <a:r>
              <a:rPr lang="zh-CN" altLang="en-US">
                <a:latin typeface="Times New Roman" panose="02020603050405020304" pitchFamily="2" charset="0"/>
                <a:ea typeface="宋体" panose="02010600030101010101" pitchFamily="2" charset="-122"/>
              </a:rPr>
              <a:t>时有值，则在</a:t>
            </a:r>
            <a:r>
              <a:rPr lang="en-US" altLang="zh-CN">
                <a:latin typeface="Times New Roman" panose="02020603050405020304" pitchFamily="2" charset="0"/>
                <a:ea typeface="宋体" panose="02010600030101010101" pitchFamily="2" charset="-122"/>
              </a:rPr>
              <a:t>z=     </a:t>
            </a:r>
            <a:r>
              <a:rPr lang="zh-CN" altLang="en-US">
                <a:latin typeface="Times New Roman" panose="02020603050405020304" pitchFamily="2" charset="0"/>
                <a:ea typeface="宋体" panose="02010600030101010101" pitchFamily="2" charset="-122"/>
              </a:rPr>
              <a:t>处不收敛。</a:t>
            </a:r>
          </a:p>
        </p:txBody>
      </p:sp>
      <p:graphicFrame>
        <p:nvGraphicFramePr>
          <p:cNvPr id="94213" name="对象 7171"/>
          <p:cNvGraphicFramePr>
            <a:graphicFrameLocks noChangeAspect="1"/>
          </p:cNvGraphicFramePr>
          <p:nvPr/>
        </p:nvGraphicFramePr>
        <p:xfrm>
          <a:off x="971550" y="3101975"/>
          <a:ext cx="6686550" cy="801688"/>
        </p:xfrm>
        <a:graphic>
          <a:graphicData uri="http://schemas.openxmlformats.org/presentationml/2006/ole">
            <mc:AlternateContent xmlns:mc="http://schemas.openxmlformats.org/markup-compatibility/2006">
              <mc:Choice xmlns:v="urn:schemas-microsoft-com:vml" Requires="v">
                <p:oleObj r:id="rId6" imgW="3860800" imgH="431800" progId="Equation.3">
                  <p:embed/>
                </p:oleObj>
              </mc:Choice>
              <mc:Fallback>
                <p:oleObj r:id="rId6" imgW="3860800" imgH="431800" progId="Equation.3">
                  <p:embed/>
                  <p:pic>
                    <p:nvPicPr>
                      <p:cNvPr id="0" name="图片 3463"/>
                      <p:cNvPicPr/>
                      <p:nvPr/>
                    </p:nvPicPr>
                    <p:blipFill>
                      <a:blip r:embed="rId7"/>
                      <a:stretch>
                        <a:fillRect/>
                      </a:stretch>
                    </p:blipFill>
                    <p:spPr>
                      <a:xfrm>
                        <a:off x="971550" y="3101975"/>
                        <a:ext cx="6686550" cy="801688"/>
                      </a:xfrm>
                      <a:prstGeom prst="rect">
                        <a:avLst/>
                      </a:prstGeom>
                      <a:noFill/>
                      <a:ln w="38100">
                        <a:noFill/>
                        <a:miter/>
                      </a:ln>
                    </p:spPr>
                  </p:pic>
                </p:oleObj>
              </mc:Fallback>
            </mc:AlternateContent>
          </a:graphicData>
        </a:graphic>
      </p:graphicFrame>
      <p:graphicFrame>
        <p:nvGraphicFramePr>
          <p:cNvPr id="94214" name="对象 76809">
            <a:hlinkClick r:id="" action="ppaction://ole?verb=0"/>
          </p:cNvPr>
          <p:cNvGraphicFramePr>
            <a:graphicFrameLocks noChangeAspect="1"/>
          </p:cNvGraphicFramePr>
          <p:nvPr/>
        </p:nvGraphicFramePr>
        <p:xfrm>
          <a:off x="6948488" y="4797425"/>
          <a:ext cx="277812" cy="220663"/>
        </p:xfrm>
        <a:graphic>
          <a:graphicData uri="http://schemas.openxmlformats.org/presentationml/2006/ole">
            <mc:AlternateContent xmlns:mc="http://schemas.openxmlformats.org/markup-compatibility/2006">
              <mc:Choice xmlns:v="urn:schemas-microsoft-com:vml" Requires="v">
                <p:oleObj r:id="rId8" imgW="182880" imgH="144145" progId="Equation.3">
                  <p:embed/>
                </p:oleObj>
              </mc:Choice>
              <mc:Fallback>
                <p:oleObj r:id="rId8" imgW="182880" imgH="144145" progId="Equation.3">
                  <p:embed/>
                  <p:pic>
                    <p:nvPicPr>
                      <p:cNvPr id="0" name="图片 3450"/>
                      <p:cNvPicPr/>
                      <p:nvPr/>
                    </p:nvPicPr>
                    <p:blipFill>
                      <a:blip r:embed="rId9"/>
                      <a:stretch>
                        <a:fillRect/>
                      </a:stretch>
                    </p:blipFill>
                    <p:spPr>
                      <a:xfrm>
                        <a:off x="6948488" y="4797425"/>
                        <a:ext cx="277812" cy="220663"/>
                      </a:xfrm>
                      <a:prstGeom prst="rect">
                        <a:avLst/>
                      </a:prstGeom>
                      <a:noFill/>
                      <a:ln w="38100">
                        <a:noFill/>
                        <a:miter/>
                      </a:ln>
                    </p:spPr>
                  </p:pic>
                </p:oleObj>
              </mc:Fallback>
            </mc:AlternateContent>
          </a:graphicData>
        </a:graphic>
      </p:graphicFrame>
      <p:graphicFrame>
        <p:nvGraphicFramePr>
          <p:cNvPr id="94215" name="对象 76809">
            <a:hlinkClick r:id="" action="ppaction://ole?verb=0"/>
          </p:cNvPr>
          <p:cNvGraphicFramePr>
            <a:graphicFrameLocks noChangeAspect="1"/>
          </p:cNvGraphicFramePr>
          <p:nvPr/>
        </p:nvGraphicFramePr>
        <p:xfrm>
          <a:off x="1692275" y="4437063"/>
          <a:ext cx="323850" cy="233362"/>
        </p:xfrm>
        <a:graphic>
          <a:graphicData uri="http://schemas.openxmlformats.org/presentationml/2006/ole">
            <mc:AlternateContent xmlns:mc="http://schemas.openxmlformats.org/markup-compatibility/2006">
              <mc:Choice xmlns:v="urn:schemas-microsoft-com:vml" Requires="v">
                <p:oleObj r:id="rId8" imgW="182880" imgH="144145" progId="Equation.3">
                  <p:embed/>
                </p:oleObj>
              </mc:Choice>
              <mc:Fallback>
                <p:oleObj r:id="rId8" imgW="182880" imgH="144145" progId="Equation.3">
                  <p:embed/>
                  <p:pic>
                    <p:nvPicPr>
                      <p:cNvPr id="0" name="图片 3464"/>
                      <p:cNvPicPr/>
                      <p:nvPr/>
                    </p:nvPicPr>
                    <p:blipFill>
                      <a:blip r:embed="rId9"/>
                      <a:stretch>
                        <a:fillRect/>
                      </a:stretch>
                    </p:blipFill>
                    <p:spPr>
                      <a:xfrm>
                        <a:off x="1692275" y="4437063"/>
                        <a:ext cx="323850" cy="233362"/>
                      </a:xfrm>
                      <a:prstGeom prst="rect">
                        <a:avLst/>
                      </a:prstGeom>
                      <a:noFill/>
                      <a:ln w="38100">
                        <a:noFill/>
                        <a:miter/>
                      </a:ln>
                    </p:spPr>
                  </p:pic>
                </p:oleObj>
              </mc:Fallback>
            </mc:AlternateContent>
          </a:graphicData>
        </a:graphic>
      </p:graphicFrame>
      <p:graphicFrame>
        <p:nvGraphicFramePr>
          <p:cNvPr id="94216" name="对象 76809">
            <a:hlinkClick r:id="" action="ppaction://ole?verb=0"/>
          </p:cNvPr>
          <p:cNvGraphicFramePr>
            <a:graphicFrameLocks noChangeAspect="1"/>
          </p:cNvGraphicFramePr>
          <p:nvPr/>
        </p:nvGraphicFramePr>
        <p:xfrm>
          <a:off x="2195513" y="6237288"/>
          <a:ext cx="277812" cy="222250"/>
        </p:xfrm>
        <a:graphic>
          <a:graphicData uri="http://schemas.openxmlformats.org/presentationml/2006/ole">
            <mc:AlternateContent xmlns:mc="http://schemas.openxmlformats.org/markup-compatibility/2006">
              <mc:Choice xmlns:v="urn:schemas-microsoft-com:vml" Requires="v">
                <p:oleObj r:id="rId8" imgW="182880" imgH="144145" progId="Equation.3">
                  <p:embed/>
                </p:oleObj>
              </mc:Choice>
              <mc:Fallback>
                <p:oleObj r:id="rId8" imgW="182880" imgH="144145" progId="Equation.3">
                  <p:embed/>
                  <p:pic>
                    <p:nvPicPr>
                      <p:cNvPr id="0" name="图片 3455"/>
                      <p:cNvPicPr/>
                      <p:nvPr/>
                    </p:nvPicPr>
                    <p:blipFill>
                      <a:blip r:embed="rId9"/>
                      <a:stretch>
                        <a:fillRect/>
                      </a:stretch>
                    </p:blipFill>
                    <p:spPr>
                      <a:xfrm>
                        <a:off x="2195513" y="6237288"/>
                        <a:ext cx="277812" cy="222250"/>
                      </a:xfrm>
                      <a:prstGeom prst="rect">
                        <a:avLst/>
                      </a:prstGeom>
                      <a:noFill/>
                      <a:ln w="38100">
                        <a:noFill/>
                        <a:miter/>
                      </a:ln>
                    </p:spPr>
                  </p:pic>
                </p:oleObj>
              </mc:Fallback>
            </mc:AlternateContent>
          </a:graphicData>
        </a:graphic>
      </p:graphicFrame>
      <p:graphicFrame>
        <p:nvGraphicFramePr>
          <p:cNvPr id="94217" name="对象 76809">
            <a:hlinkClick r:id="" action="ppaction://ole?verb=0"/>
          </p:cNvPr>
          <p:cNvGraphicFramePr>
            <a:graphicFrameLocks noChangeAspect="1"/>
          </p:cNvGraphicFramePr>
          <p:nvPr/>
        </p:nvGraphicFramePr>
        <p:xfrm>
          <a:off x="6270625" y="5468938"/>
          <a:ext cx="279400" cy="220662"/>
        </p:xfrm>
        <a:graphic>
          <a:graphicData uri="http://schemas.openxmlformats.org/presentationml/2006/ole">
            <mc:AlternateContent xmlns:mc="http://schemas.openxmlformats.org/markup-compatibility/2006">
              <mc:Choice xmlns:v="urn:schemas-microsoft-com:vml" Requires="v">
                <p:oleObj r:id="rId8" imgW="182880" imgH="144145" progId="Equation.3">
                  <p:embed/>
                </p:oleObj>
              </mc:Choice>
              <mc:Fallback>
                <p:oleObj r:id="rId8" imgW="182880" imgH="144145" progId="Equation.3">
                  <p:embed/>
                  <p:pic>
                    <p:nvPicPr>
                      <p:cNvPr id="0" name="图片 3456"/>
                      <p:cNvPicPr/>
                      <p:nvPr/>
                    </p:nvPicPr>
                    <p:blipFill>
                      <a:blip r:embed="rId9"/>
                      <a:stretch>
                        <a:fillRect/>
                      </a:stretch>
                    </p:blipFill>
                    <p:spPr>
                      <a:xfrm>
                        <a:off x="6270625" y="5468938"/>
                        <a:ext cx="279400" cy="220662"/>
                      </a:xfrm>
                      <a:prstGeom prst="rect">
                        <a:avLst/>
                      </a:prstGeom>
                      <a:noFill/>
                      <a:ln w="38100">
                        <a:noFill/>
                        <a:miter/>
                      </a:ln>
                    </p:spPr>
                  </p:pic>
                </p:oleObj>
              </mc:Fallback>
            </mc:AlternateContent>
          </a:graphicData>
        </a:graphic>
      </p:graphicFrame>
    </p:spTree>
  </p:cSld>
  <p:clrMapOvr>
    <a:masterClrMapping/>
  </p:clrMapOvr>
  <p:transition/>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5233" name="对象 112645">
            <a:hlinkClick r:id="" action="ppaction://ole?verb=0"/>
          </p:cNvPr>
          <p:cNvGraphicFramePr>
            <a:graphicFrameLocks noChangeAspect="1"/>
          </p:cNvGraphicFramePr>
          <p:nvPr/>
        </p:nvGraphicFramePr>
        <p:xfrm>
          <a:off x="927100" y="1379538"/>
          <a:ext cx="7035800" cy="3205162"/>
        </p:xfrm>
        <a:graphic>
          <a:graphicData uri="http://schemas.openxmlformats.org/presentationml/2006/ole">
            <mc:AlternateContent xmlns:mc="http://schemas.openxmlformats.org/markup-compatibility/2006">
              <mc:Choice xmlns:v="urn:schemas-microsoft-com:vml" Requires="v">
                <p:oleObj r:id="rId2" imgW="3873500" imgH="1765300" progId="Equation.3">
                  <p:embed/>
                </p:oleObj>
              </mc:Choice>
              <mc:Fallback>
                <p:oleObj r:id="rId2" imgW="3873500" imgH="1765300" progId="Equation.3">
                  <p:embed/>
                  <p:pic>
                    <p:nvPicPr>
                      <p:cNvPr id="0" name="图片 3458"/>
                      <p:cNvPicPr/>
                      <p:nvPr/>
                    </p:nvPicPr>
                    <p:blipFill>
                      <a:blip r:embed="rId3"/>
                      <a:stretch>
                        <a:fillRect/>
                      </a:stretch>
                    </p:blipFill>
                    <p:spPr>
                      <a:xfrm>
                        <a:off x="927100" y="1379538"/>
                        <a:ext cx="7035800" cy="3205162"/>
                      </a:xfrm>
                      <a:prstGeom prst="rect">
                        <a:avLst/>
                      </a:prstGeom>
                      <a:noFill/>
                      <a:ln w="38100">
                        <a:noFill/>
                        <a:miter/>
                      </a:ln>
                    </p:spPr>
                  </p:pic>
                </p:oleObj>
              </mc:Fallback>
            </mc:AlternateContent>
          </a:graphicData>
        </a:graphic>
      </p:graphicFrame>
      <p:sp>
        <p:nvSpPr>
          <p:cNvPr id="95234" name="文本框 1"/>
          <p:cNvSpPr txBox="1"/>
          <p:nvPr/>
        </p:nvSpPr>
        <p:spPr>
          <a:xfrm>
            <a:off x="1177925" y="4754563"/>
            <a:ext cx="7305675" cy="755650"/>
          </a:xfrm>
          <a:prstGeom prst="rect">
            <a:avLst/>
          </a:prstGeom>
          <a:noFill/>
          <a:ln w="9525">
            <a:noFill/>
          </a:ln>
        </p:spPr>
        <p:txBody>
          <a:bodyPr wrap="square" anchor="t" anchorCtr="0">
            <a:spAutoFit/>
          </a:bodyPr>
          <a:lstStyle/>
          <a:p>
            <a:pPr>
              <a:lnSpc>
                <a:spcPct val="120000"/>
              </a:lnSpc>
            </a:pPr>
            <a:r>
              <a:rPr lang="en-US" altLang="zh-CN">
                <a:latin typeface="Times New Roman" panose="02020603050405020304" pitchFamily="2" charset="0"/>
                <a:ea typeface="宋体" panose="02010600030101010101" pitchFamily="2" charset="-122"/>
              </a:rPr>
              <a:t>         </a:t>
            </a:r>
            <a:r>
              <a:rPr lang="zh-CN" altLang="en-US">
                <a:latin typeface="Times New Roman" panose="02020603050405020304" pitchFamily="2" charset="0"/>
                <a:ea typeface="宋体" panose="02010600030101010101" pitchFamily="2" charset="-122"/>
              </a:rPr>
              <a:t>收敛域扩大了，实际上，由于</a:t>
            </a:r>
            <a:r>
              <a:rPr lang="en-US" altLang="zh-CN">
                <a:latin typeface="Times New Roman" panose="02020603050405020304" pitchFamily="2" charset="0"/>
                <a:ea typeface="宋体" panose="02010600030101010101" pitchFamily="2" charset="-122"/>
              </a:rPr>
              <a:t>x(n)</a:t>
            </a:r>
            <a:r>
              <a:rPr lang="zh-CN" altLang="en-US">
                <a:latin typeface="Times New Roman" panose="02020603050405020304" pitchFamily="2" charset="0"/>
                <a:ea typeface="宋体" panose="02010600030101010101" pitchFamily="2" charset="-122"/>
              </a:rPr>
              <a:t>是</a:t>
            </a:r>
            <a:r>
              <a:rPr lang="en-US" altLang="zh-CN">
                <a:latin typeface="Times New Roman" panose="02020603050405020304" pitchFamily="2" charset="0"/>
                <a:ea typeface="宋体" panose="02010600030101010101" pitchFamily="2" charset="-122"/>
              </a:rPr>
              <a:t>n</a:t>
            </a:r>
            <a:r>
              <a:rPr lang="en-US" altLang="zh-CN">
                <a:latin typeface="Arial" panose="020B0604020202020204" pitchFamily="34" charset="0"/>
                <a:ea typeface="宋体" panose="02010600030101010101" pitchFamily="2" charset="-122"/>
              </a:rPr>
              <a:t>≥0</a:t>
            </a:r>
            <a:r>
              <a:rPr lang="zh-CN" altLang="en-US">
                <a:latin typeface="Arial" panose="020B0604020202020204" pitchFamily="34" charset="0"/>
                <a:ea typeface="宋体" panose="02010600030101010101" pitchFamily="2" charset="-122"/>
              </a:rPr>
              <a:t>的有限长矩形序列</a:t>
            </a:r>
            <a:r>
              <a:rPr lang="en-US" altLang="zh-CN" i="1">
                <a:latin typeface="Times New Roman" panose="02020603050405020304" pitchFamily="2" charset="0"/>
                <a:ea typeface="宋体" panose="02010600030101010101" pitchFamily="2" charset="-122"/>
              </a:rPr>
              <a:t>R</a:t>
            </a:r>
            <a:r>
              <a:rPr lang="en-US" altLang="zh-CN" i="1" baseline="-25000">
                <a:latin typeface="Times New Roman" panose="02020603050405020304" pitchFamily="2" charset="0"/>
                <a:ea typeface="宋体" panose="02010600030101010101" pitchFamily="2" charset="-122"/>
              </a:rPr>
              <a:t>3</a:t>
            </a:r>
            <a:r>
              <a:rPr lang="zh-CN" altLang="en-US">
                <a:latin typeface="Times New Roman" panose="02020603050405020304" pitchFamily="2" charset="0"/>
                <a:ea typeface="宋体" panose="02010600030101010101" pitchFamily="2" charset="-122"/>
              </a:rPr>
              <a:t>（</a:t>
            </a:r>
            <a:r>
              <a:rPr lang="en-US" altLang="zh-CN" i="1">
                <a:latin typeface="Times New Roman" panose="02020603050405020304" pitchFamily="2" charset="0"/>
                <a:ea typeface="宋体" panose="02010600030101010101" pitchFamily="2" charset="-122"/>
              </a:rPr>
              <a:t>n</a:t>
            </a:r>
            <a:r>
              <a:rPr lang="zh-CN" altLang="en-US">
                <a:latin typeface="Times New Roman" panose="02020603050405020304" pitchFamily="2" charset="0"/>
                <a:ea typeface="宋体" panose="02010600030101010101" pitchFamily="2" charset="-122"/>
              </a:rPr>
              <a:t>）</a:t>
            </a:r>
            <a:r>
              <a:rPr lang="en-US" altLang="zh-CN">
                <a:latin typeface="Arial" panose="020B0604020202020204" pitchFamily="34" charset="0"/>
                <a:ea typeface="宋体" panose="02010600030101010101" pitchFamily="2" charset="-122"/>
              </a:rPr>
              <a:t>,</a:t>
            </a:r>
            <a:r>
              <a:rPr lang="zh-CN" altLang="en-US">
                <a:latin typeface="Arial" panose="020B0604020202020204" pitchFamily="34" charset="0"/>
                <a:ea typeface="宋体" panose="02010600030101010101" pitchFamily="2" charset="-122"/>
              </a:rPr>
              <a:t>故收敛域是除了│</a:t>
            </a:r>
            <a:r>
              <a:rPr lang="en-US" altLang="zh-CN">
                <a:latin typeface="Arial" panose="020B0604020202020204" pitchFamily="34" charset="0"/>
                <a:ea typeface="宋体" panose="02010600030101010101" pitchFamily="2" charset="-122"/>
              </a:rPr>
              <a:t>z</a:t>
            </a:r>
            <a:r>
              <a:rPr lang="zh-CN" altLang="en-US">
                <a:latin typeface="Arial" panose="020B0604020202020204" pitchFamily="34" charset="0"/>
                <a:ea typeface="宋体" panose="02010600030101010101" pitchFamily="2" charset="-122"/>
              </a:rPr>
              <a:t>│=</a:t>
            </a:r>
            <a:r>
              <a:rPr lang="en-US" altLang="zh-CN">
                <a:latin typeface="Arial" panose="020B0604020202020204" pitchFamily="34" charset="0"/>
                <a:ea typeface="宋体" panose="02010600030101010101" pitchFamily="2" charset="-122"/>
              </a:rPr>
              <a:t>0</a:t>
            </a:r>
            <a:r>
              <a:rPr lang="zh-CN" altLang="en-US">
                <a:latin typeface="Arial" panose="020B0604020202020204" pitchFamily="34" charset="0"/>
                <a:ea typeface="宋体" panose="02010600030101010101" pitchFamily="2" charset="-122"/>
              </a:rPr>
              <a:t>外的全部</a:t>
            </a:r>
            <a:r>
              <a:rPr lang="en-US" altLang="zh-CN">
                <a:latin typeface="Arial" panose="020B0604020202020204" pitchFamily="34" charset="0"/>
                <a:ea typeface="宋体" panose="02010600030101010101" pitchFamily="2" charset="-122"/>
              </a:rPr>
              <a:t>z</a:t>
            </a:r>
            <a:r>
              <a:rPr lang="zh-CN" altLang="en-US">
                <a:latin typeface="Arial" panose="020B0604020202020204" pitchFamily="34" charset="0"/>
                <a:ea typeface="宋体" panose="02010600030101010101" pitchFamily="2" charset="-122"/>
              </a:rPr>
              <a:t>平面。</a:t>
            </a:r>
          </a:p>
        </p:txBody>
      </p:sp>
    </p:spTree>
  </p:cSld>
  <p:clrMapOvr>
    <a:masterClrMapping/>
  </p:clrMapOvr>
  <p:transition/>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7" name="矩形 43020"/>
          <p:cNvSpPr/>
          <p:nvPr/>
        </p:nvSpPr>
        <p:spPr>
          <a:xfrm>
            <a:off x="663575" y="555625"/>
            <a:ext cx="7231063" cy="522288"/>
          </a:xfrm>
          <a:prstGeom prst="rect">
            <a:avLst/>
          </a:prstGeom>
          <a:noFill/>
          <a:ln w="9525">
            <a:noFill/>
          </a:ln>
        </p:spPr>
        <p:txBody>
          <a:bodyPr wrap="square" anchor="t" anchorCtr="0">
            <a:spAutoFit/>
          </a:bodyPr>
          <a:lstStyle/>
          <a:p>
            <a:pPr>
              <a:spcBef>
                <a:spcPct val="20000"/>
              </a:spcBef>
            </a:pPr>
            <a:r>
              <a:rPr lang="en-US" altLang="zh-CN" sz="2800" b="1">
                <a:latin typeface="Times New Roman" panose="02020603050405020304" pitchFamily="2" charset="0"/>
                <a:ea typeface="宋体" panose="02010600030101010101" pitchFamily="2" charset="-122"/>
              </a:rPr>
              <a:t>3</a:t>
            </a:r>
            <a:r>
              <a:rPr lang="zh-CN" altLang="en-US" sz="2800" b="1">
                <a:latin typeface="Times New Roman" panose="02020603050405020304" pitchFamily="2" charset="0"/>
                <a:ea typeface="宋体" panose="02010600030101010101" pitchFamily="2" charset="-122"/>
              </a:rPr>
              <a:t>、乘以指数序列（</a:t>
            </a:r>
            <a:r>
              <a:rPr lang="en-US" altLang="zh-CN" sz="2800" b="1">
                <a:latin typeface="Times New Roman" panose="02020603050405020304" pitchFamily="2" charset="0"/>
                <a:ea typeface="宋体" panose="02010600030101010101" pitchFamily="2" charset="-122"/>
              </a:rPr>
              <a:t>z</a:t>
            </a:r>
            <a:r>
              <a:rPr lang="zh-CN" altLang="en-US" sz="2800" b="1">
                <a:latin typeface="Times New Roman" panose="02020603050405020304" pitchFamily="2" charset="0"/>
                <a:ea typeface="宋体" panose="02010600030101010101" pitchFamily="2" charset="-122"/>
              </a:rPr>
              <a:t>域尺度变换）</a:t>
            </a:r>
          </a:p>
        </p:txBody>
      </p:sp>
      <p:graphicFrame>
        <p:nvGraphicFramePr>
          <p:cNvPr id="96258" name="对象 114692"/>
          <p:cNvGraphicFramePr>
            <a:graphicFrameLocks noChangeAspect="1"/>
          </p:cNvGraphicFramePr>
          <p:nvPr/>
        </p:nvGraphicFramePr>
        <p:xfrm>
          <a:off x="831850" y="1228725"/>
          <a:ext cx="5740400" cy="2193925"/>
        </p:xfrm>
        <a:graphic>
          <a:graphicData uri="http://schemas.openxmlformats.org/presentationml/2006/ole">
            <mc:AlternateContent xmlns:mc="http://schemas.openxmlformats.org/markup-compatibility/2006">
              <mc:Choice xmlns:v="urn:schemas-microsoft-com:vml" Requires="v">
                <p:oleObj r:id="rId2" imgW="2641600" imgH="1117600" progId="Equation.3">
                  <p:embed/>
                </p:oleObj>
              </mc:Choice>
              <mc:Fallback>
                <p:oleObj r:id="rId2" imgW="2641600" imgH="1117600" progId="Equation.3">
                  <p:embed/>
                  <p:pic>
                    <p:nvPicPr>
                      <p:cNvPr id="0" name="图片 3470"/>
                      <p:cNvPicPr/>
                      <p:nvPr/>
                    </p:nvPicPr>
                    <p:blipFill>
                      <a:blip r:embed="rId3"/>
                      <a:stretch>
                        <a:fillRect/>
                      </a:stretch>
                    </p:blipFill>
                    <p:spPr>
                      <a:xfrm>
                        <a:off x="831850" y="1228725"/>
                        <a:ext cx="5740400" cy="2193925"/>
                      </a:xfrm>
                      <a:prstGeom prst="rect">
                        <a:avLst/>
                      </a:prstGeom>
                      <a:noFill/>
                      <a:ln w="38100">
                        <a:noFill/>
                        <a:miter/>
                      </a:ln>
                    </p:spPr>
                  </p:pic>
                </p:oleObj>
              </mc:Fallback>
            </mc:AlternateContent>
          </a:graphicData>
        </a:graphic>
      </p:graphicFrame>
      <p:graphicFrame>
        <p:nvGraphicFramePr>
          <p:cNvPr id="96259" name="对象 583686"/>
          <p:cNvGraphicFramePr/>
          <p:nvPr/>
        </p:nvGraphicFramePr>
        <p:xfrm>
          <a:off x="7019925" y="2852738"/>
          <a:ext cx="1530350" cy="338137"/>
        </p:xfrm>
        <a:graphic>
          <a:graphicData uri="http://schemas.openxmlformats.org/presentationml/2006/ole">
            <mc:AlternateContent xmlns:mc="http://schemas.openxmlformats.org/markup-compatibility/2006">
              <mc:Choice xmlns:v="urn:schemas-microsoft-com:vml" Requires="v">
                <p:oleObj r:id="rId4" imgW="1981200" imgH="393700" progId="Equation.DSMT4">
                  <p:embed/>
                </p:oleObj>
              </mc:Choice>
              <mc:Fallback>
                <p:oleObj r:id="rId4" imgW="1981200" imgH="393700" progId="Equation.DSMT4">
                  <p:embed/>
                  <p:pic>
                    <p:nvPicPr>
                      <p:cNvPr id="0" name="图片 3466"/>
                      <p:cNvPicPr/>
                      <p:nvPr/>
                    </p:nvPicPr>
                    <p:blipFill>
                      <a:blip r:embed="rId5">
                        <a:lum bright="-100000"/>
                      </a:blip>
                      <a:stretch>
                        <a:fillRect/>
                      </a:stretch>
                    </p:blipFill>
                    <p:spPr>
                      <a:xfrm>
                        <a:off x="7019925" y="2852738"/>
                        <a:ext cx="1530350" cy="338137"/>
                      </a:xfrm>
                      <a:prstGeom prst="rect">
                        <a:avLst/>
                      </a:prstGeom>
                      <a:noFill/>
                      <a:ln w="38100">
                        <a:noFill/>
                        <a:miter/>
                      </a:ln>
                    </p:spPr>
                  </p:pic>
                </p:oleObj>
              </mc:Fallback>
            </mc:AlternateContent>
          </a:graphicData>
        </a:graphic>
      </p:graphicFrame>
      <p:graphicFrame>
        <p:nvGraphicFramePr>
          <p:cNvPr id="96260" name="对象 583688"/>
          <p:cNvGraphicFramePr/>
          <p:nvPr/>
        </p:nvGraphicFramePr>
        <p:xfrm>
          <a:off x="1403350" y="3500438"/>
          <a:ext cx="3746500" cy="719137"/>
        </p:xfrm>
        <a:graphic>
          <a:graphicData uri="http://schemas.openxmlformats.org/presentationml/2006/ole">
            <mc:AlternateContent xmlns:mc="http://schemas.openxmlformats.org/markup-compatibility/2006">
              <mc:Choice xmlns:v="urn:schemas-microsoft-com:vml" Requires="v">
                <p:oleObj r:id="rId6" imgW="4000500" imgH="914400" progId="Equation.DSMT4">
                  <p:embed/>
                </p:oleObj>
              </mc:Choice>
              <mc:Fallback>
                <p:oleObj r:id="rId6" imgW="4000500" imgH="914400" progId="Equation.DSMT4">
                  <p:embed/>
                  <p:pic>
                    <p:nvPicPr>
                      <p:cNvPr id="0" name="图片 3467"/>
                      <p:cNvPicPr/>
                      <p:nvPr/>
                    </p:nvPicPr>
                    <p:blipFill>
                      <a:blip r:embed="rId7">
                        <a:lum bright="-100000"/>
                      </a:blip>
                      <a:stretch>
                        <a:fillRect/>
                      </a:stretch>
                    </p:blipFill>
                    <p:spPr>
                      <a:xfrm>
                        <a:off x="1403350" y="3500438"/>
                        <a:ext cx="3746500" cy="719137"/>
                      </a:xfrm>
                      <a:prstGeom prst="rect">
                        <a:avLst/>
                      </a:prstGeom>
                      <a:noFill/>
                      <a:ln w="38100">
                        <a:noFill/>
                        <a:miter/>
                      </a:ln>
                    </p:spPr>
                  </p:pic>
                </p:oleObj>
              </mc:Fallback>
            </mc:AlternateContent>
          </a:graphicData>
        </a:graphic>
      </p:graphicFrame>
      <p:graphicFrame>
        <p:nvGraphicFramePr>
          <p:cNvPr id="96261" name="对象 583689"/>
          <p:cNvGraphicFramePr/>
          <p:nvPr/>
        </p:nvGraphicFramePr>
        <p:xfrm>
          <a:off x="2987675" y="4298950"/>
          <a:ext cx="3324225" cy="833438"/>
        </p:xfrm>
        <a:graphic>
          <a:graphicData uri="http://schemas.openxmlformats.org/presentationml/2006/ole">
            <mc:AlternateContent xmlns:mc="http://schemas.openxmlformats.org/markup-compatibility/2006">
              <mc:Choice xmlns:v="urn:schemas-microsoft-com:vml" Requires="v">
                <p:oleObj r:id="rId8" imgW="3731895" imgH="1002665" progId="Equation.DSMT4">
                  <p:embed/>
                </p:oleObj>
              </mc:Choice>
              <mc:Fallback>
                <p:oleObj r:id="rId8" imgW="3731895" imgH="1002665" progId="Equation.DSMT4">
                  <p:embed/>
                  <p:pic>
                    <p:nvPicPr>
                      <p:cNvPr id="0" name="图片 3471"/>
                      <p:cNvPicPr/>
                      <p:nvPr/>
                    </p:nvPicPr>
                    <p:blipFill>
                      <a:blip r:embed="rId9">
                        <a:lum bright="-100000"/>
                      </a:blip>
                      <a:stretch>
                        <a:fillRect/>
                      </a:stretch>
                    </p:blipFill>
                    <p:spPr>
                      <a:xfrm>
                        <a:off x="2987675" y="4298950"/>
                        <a:ext cx="3324225" cy="833438"/>
                      </a:xfrm>
                      <a:prstGeom prst="rect">
                        <a:avLst/>
                      </a:prstGeom>
                      <a:noFill/>
                      <a:ln w="38100">
                        <a:noFill/>
                        <a:miter/>
                      </a:ln>
                    </p:spPr>
                  </p:pic>
                </p:oleObj>
              </mc:Fallback>
            </mc:AlternateContent>
          </a:graphicData>
        </a:graphic>
      </p:graphicFrame>
      <p:graphicFrame>
        <p:nvGraphicFramePr>
          <p:cNvPr id="96262" name="对象 583690"/>
          <p:cNvGraphicFramePr/>
          <p:nvPr/>
        </p:nvGraphicFramePr>
        <p:xfrm>
          <a:off x="1476375" y="5084763"/>
          <a:ext cx="4691063" cy="733425"/>
        </p:xfrm>
        <a:graphic>
          <a:graphicData uri="http://schemas.openxmlformats.org/presentationml/2006/ole">
            <mc:AlternateContent xmlns:mc="http://schemas.openxmlformats.org/markup-compatibility/2006">
              <mc:Choice xmlns:v="urn:schemas-microsoft-com:vml" Requires="v">
                <p:oleObj r:id="rId10" imgW="5143500" imgH="939800" progId="Equation.DSMT4">
                  <p:embed/>
                </p:oleObj>
              </mc:Choice>
              <mc:Fallback>
                <p:oleObj r:id="rId10" imgW="5143500" imgH="939800" progId="Equation.DSMT4">
                  <p:embed/>
                  <p:pic>
                    <p:nvPicPr>
                      <p:cNvPr id="0" name="图片 3472"/>
                      <p:cNvPicPr/>
                      <p:nvPr/>
                    </p:nvPicPr>
                    <p:blipFill>
                      <a:blip r:embed="rId11">
                        <a:lum bright="-100000"/>
                      </a:blip>
                      <a:stretch>
                        <a:fillRect/>
                      </a:stretch>
                    </p:blipFill>
                    <p:spPr>
                      <a:xfrm>
                        <a:off x="1476375" y="5084763"/>
                        <a:ext cx="4691063" cy="733425"/>
                      </a:xfrm>
                      <a:prstGeom prst="rect">
                        <a:avLst/>
                      </a:prstGeom>
                      <a:noFill/>
                      <a:ln w="38100">
                        <a:noFill/>
                        <a:miter/>
                      </a:ln>
                    </p:spPr>
                  </p:pic>
                </p:oleObj>
              </mc:Fallback>
            </mc:AlternateContent>
          </a:graphicData>
        </a:graphic>
      </p:graphicFrame>
      <p:sp>
        <p:nvSpPr>
          <p:cNvPr id="96263" name="文本框 583692"/>
          <p:cNvSpPr txBox="1"/>
          <p:nvPr/>
        </p:nvSpPr>
        <p:spPr>
          <a:xfrm>
            <a:off x="755650" y="3573463"/>
            <a:ext cx="1219200" cy="460375"/>
          </a:xfrm>
          <a:prstGeom prst="rect">
            <a:avLst/>
          </a:prstGeom>
          <a:noFill/>
          <a:ln w="12700">
            <a:noFill/>
          </a:ln>
        </p:spPr>
        <p:txBody>
          <a:bodyPr anchor="t" anchorCtr="0">
            <a:spAutoFit/>
          </a:bodyPr>
          <a:lstStyle/>
          <a:p>
            <a:pPr>
              <a:spcBef>
                <a:spcPct val="50000"/>
              </a:spcBef>
            </a:pPr>
            <a:r>
              <a:rPr lang="zh-CN" altLang="en-US" sz="2000" dirty="0">
                <a:latin typeface="Times New Roman" panose="02020603050405020304" pitchFamily="2" charset="0"/>
                <a:ea typeface="宋体" panose="02010600030101010101" pitchFamily="2" charset="-122"/>
              </a:rPr>
              <a:t>证</a:t>
            </a:r>
            <a:r>
              <a:rPr lang="zh-CN" altLang="en-US" sz="2400" dirty="0">
                <a:latin typeface="Times New Roman" panose="02020603050405020304" pitchFamily="2" charset="0"/>
                <a:ea typeface="宋体" panose="02010600030101010101" pitchFamily="2" charset="-122"/>
              </a:rPr>
              <a:t>：</a:t>
            </a:r>
            <a:endParaRPr lang="zh-CN" altLang="en-US" sz="2400">
              <a:latin typeface="Times New Roman" panose="02020603050405020304" pitchFamily="2" charset="0"/>
              <a:ea typeface="宋体" panose="02010600030101010101" pitchFamily="2" charset="-122"/>
            </a:endParaRPr>
          </a:p>
        </p:txBody>
      </p:sp>
      <p:sp>
        <p:nvSpPr>
          <p:cNvPr id="96264" name="文本框 1"/>
          <p:cNvSpPr txBox="1"/>
          <p:nvPr/>
        </p:nvSpPr>
        <p:spPr>
          <a:xfrm>
            <a:off x="1320800" y="5911850"/>
            <a:ext cx="5364163" cy="644525"/>
          </a:xfrm>
          <a:prstGeom prst="rect">
            <a:avLst/>
          </a:prstGeom>
          <a:noFill/>
          <a:ln w="9525">
            <a:noFill/>
          </a:ln>
        </p:spPr>
        <p:txBody>
          <a:bodyPr wrap="square" anchor="t" anchorCtr="0">
            <a:spAutoFit/>
          </a:bodyPr>
          <a:lstStyle/>
          <a:p>
            <a:r>
              <a:rPr lang="zh-CN" altLang="en-US">
                <a:latin typeface="Times New Roman" panose="02020603050405020304" pitchFamily="2" charset="0"/>
                <a:ea typeface="宋体" panose="02010600030101010101" pitchFamily="2" charset="-122"/>
              </a:rPr>
              <a:t>非零的</a:t>
            </a:r>
            <a:r>
              <a:rPr lang="en-US" altLang="zh-CN" i="1">
                <a:latin typeface="Times New Roman" panose="02020603050405020304" pitchFamily="2" charset="0"/>
                <a:ea typeface="宋体" panose="02010600030101010101" pitchFamily="2" charset="-122"/>
              </a:rPr>
              <a:t>a</a:t>
            </a:r>
            <a:r>
              <a:rPr lang="zh-CN" altLang="en-US">
                <a:latin typeface="Times New Roman" panose="02020603050405020304" pitchFamily="2" charset="0"/>
                <a:ea typeface="宋体" panose="02010600030101010101" pitchFamily="2" charset="-122"/>
              </a:rPr>
              <a:t>是</a:t>
            </a:r>
            <a:r>
              <a:rPr lang="en-US" altLang="zh-CN">
                <a:latin typeface="Times New Roman" panose="02020603050405020304" pitchFamily="2" charset="0"/>
                <a:ea typeface="宋体" panose="02010600030101010101" pitchFamily="2" charset="-122"/>
              </a:rPr>
              <a:t>z</a:t>
            </a:r>
            <a:r>
              <a:rPr lang="zh-CN" altLang="en-US">
                <a:latin typeface="Times New Roman" panose="02020603050405020304" pitchFamily="2" charset="0"/>
                <a:ea typeface="宋体" panose="02010600030101010101" pitchFamily="2" charset="-122"/>
              </a:rPr>
              <a:t>平面的尺度变换因子（或压缩扩张因子）</a:t>
            </a:r>
          </a:p>
          <a:p>
            <a:r>
              <a:rPr lang="zh-CN" altLang="en-US">
                <a:latin typeface="Times New Roman" panose="02020603050405020304" pitchFamily="2" charset="0"/>
                <a:ea typeface="宋体" panose="02010600030101010101" pitchFamily="2" charset="-122"/>
              </a:rPr>
              <a:t>讨论</a:t>
            </a:r>
            <a:r>
              <a:rPr lang="en-US" altLang="zh-CN" i="1">
                <a:latin typeface="Times New Roman" panose="02020603050405020304" pitchFamily="2" charset="0"/>
                <a:ea typeface="宋体" panose="02010600030101010101" pitchFamily="2" charset="-122"/>
              </a:rPr>
              <a:t>a</a:t>
            </a:r>
            <a:r>
              <a:rPr lang="zh-CN" altLang="en-US">
                <a:latin typeface="Times New Roman" panose="02020603050405020304" pitchFamily="2" charset="0"/>
                <a:ea typeface="宋体" panose="02010600030101010101" pitchFamily="2" charset="-122"/>
              </a:rPr>
              <a:t>的情况，例</a:t>
            </a:r>
            <a:r>
              <a:rPr lang="en-US" altLang="zh-CN">
                <a:latin typeface="Times New Roman" panose="02020603050405020304" pitchFamily="2" charset="0"/>
                <a:ea typeface="宋体" panose="02010600030101010101" pitchFamily="2" charset="-122"/>
              </a:rPr>
              <a:t>2.15</a:t>
            </a:r>
          </a:p>
        </p:txBody>
      </p:sp>
    </p:spTree>
  </p:cSld>
  <p:clrMapOvr>
    <a:masterClrMapping/>
  </p:clrMapOvr>
  <p:transition/>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1" name="矩形 43021"/>
          <p:cNvSpPr/>
          <p:nvPr/>
        </p:nvSpPr>
        <p:spPr>
          <a:xfrm>
            <a:off x="1031875" y="466725"/>
            <a:ext cx="5653088" cy="522288"/>
          </a:xfrm>
          <a:prstGeom prst="rect">
            <a:avLst/>
          </a:prstGeom>
          <a:noFill/>
          <a:ln w="9525">
            <a:noFill/>
          </a:ln>
        </p:spPr>
        <p:txBody>
          <a:bodyPr wrap="square" anchor="t" anchorCtr="0">
            <a:spAutoFit/>
          </a:bodyPr>
          <a:lstStyle/>
          <a:p>
            <a:pPr>
              <a:spcBef>
                <a:spcPct val="20000"/>
              </a:spcBef>
            </a:pPr>
            <a:r>
              <a:rPr lang="en-US" altLang="zh-CN" sz="2800" b="1">
                <a:latin typeface="Times New Roman" panose="02020603050405020304" pitchFamily="2" charset="0"/>
                <a:ea typeface="宋体" panose="02010600030101010101" pitchFamily="2" charset="-122"/>
              </a:rPr>
              <a:t>4</a:t>
            </a:r>
            <a:r>
              <a:rPr lang="zh-CN" altLang="en-US" sz="2800" b="1">
                <a:latin typeface="Times New Roman" panose="02020603050405020304" pitchFamily="2" charset="0"/>
                <a:ea typeface="宋体" panose="02010600030101010101" pitchFamily="2" charset="-122"/>
              </a:rPr>
              <a:t>、 序列的线性加权  （</a:t>
            </a:r>
            <a:r>
              <a:rPr lang="en-US" altLang="zh-CN" sz="2800" b="1">
                <a:latin typeface="Times New Roman" panose="02020603050405020304" pitchFamily="2" charset="0"/>
                <a:ea typeface="宋体" panose="02010600030101010101" pitchFamily="2" charset="-122"/>
              </a:rPr>
              <a:t>z</a:t>
            </a:r>
            <a:r>
              <a:rPr lang="zh-CN" altLang="en-US" sz="2800" b="1">
                <a:latin typeface="Times New Roman" panose="02020603050405020304" pitchFamily="2" charset="0"/>
                <a:ea typeface="宋体" panose="02010600030101010101" pitchFamily="2" charset="-122"/>
              </a:rPr>
              <a:t>域求导）</a:t>
            </a:r>
          </a:p>
        </p:txBody>
      </p:sp>
      <p:graphicFrame>
        <p:nvGraphicFramePr>
          <p:cNvPr id="97282" name="对象 116740"/>
          <p:cNvGraphicFramePr>
            <a:graphicFrameLocks noChangeAspect="1"/>
          </p:cNvGraphicFramePr>
          <p:nvPr/>
        </p:nvGraphicFramePr>
        <p:xfrm>
          <a:off x="1257300" y="1246188"/>
          <a:ext cx="4962525" cy="1941512"/>
        </p:xfrm>
        <a:graphic>
          <a:graphicData uri="http://schemas.openxmlformats.org/presentationml/2006/ole">
            <mc:AlternateContent xmlns:mc="http://schemas.openxmlformats.org/markup-compatibility/2006">
              <mc:Choice xmlns:v="urn:schemas-microsoft-com:vml" Requires="v">
                <p:oleObj r:id="rId2" imgW="2578100" imgH="1117600" progId="Equation.3">
                  <p:embed/>
                </p:oleObj>
              </mc:Choice>
              <mc:Fallback>
                <p:oleObj r:id="rId2" imgW="2578100" imgH="1117600" progId="Equation.3">
                  <p:embed/>
                  <p:pic>
                    <p:nvPicPr>
                      <p:cNvPr id="0" name="图片 3468"/>
                      <p:cNvPicPr/>
                      <p:nvPr/>
                    </p:nvPicPr>
                    <p:blipFill>
                      <a:blip r:embed="rId3"/>
                      <a:stretch>
                        <a:fillRect/>
                      </a:stretch>
                    </p:blipFill>
                    <p:spPr>
                      <a:xfrm>
                        <a:off x="1257300" y="1246188"/>
                        <a:ext cx="4962525" cy="1941512"/>
                      </a:xfrm>
                      <a:prstGeom prst="rect">
                        <a:avLst/>
                      </a:prstGeom>
                      <a:noFill/>
                      <a:ln w="38100">
                        <a:noFill/>
                        <a:miter/>
                      </a:ln>
                    </p:spPr>
                  </p:pic>
                </p:oleObj>
              </mc:Fallback>
            </mc:AlternateContent>
          </a:graphicData>
        </a:graphic>
      </p:graphicFrame>
      <p:graphicFrame>
        <p:nvGraphicFramePr>
          <p:cNvPr id="97283" name="对象 116741">
            <a:hlinkClick r:id="" action="ppaction://ole?verb=0"/>
          </p:cNvPr>
          <p:cNvGraphicFramePr>
            <a:graphicFrameLocks noChangeAspect="1"/>
          </p:cNvGraphicFramePr>
          <p:nvPr/>
        </p:nvGraphicFramePr>
        <p:xfrm>
          <a:off x="1260475" y="3284538"/>
          <a:ext cx="5446713" cy="2827337"/>
        </p:xfrm>
        <a:graphic>
          <a:graphicData uri="http://schemas.openxmlformats.org/presentationml/2006/ole">
            <mc:AlternateContent xmlns:mc="http://schemas.openxmlformats.org/markup-compatibility/2006">
              <mc:Choice xmlns:v="urn:schemas-microsoft-com:vml" Requires="v">
                <p:oleObj r:id="rId4" imgW="3377565" imgH="1752600" progId="Equation.3">
                  <p:embed/>
                </p:oleObj>
              </mc:Choice>
              <mc:Fallback>
                <p:oleObj r:id="rId4" imgW="3377565" imgH="1752600" progId="Equation.3">
                  <p:embed/>
                  <p:pic>
                    <p:nvPicPr>
                      <p:cNvPr id="0" name="图片 3474"/>
                      <p:cNvPicPr/>
                      <p:nvPr/>
                    </p:nvPicPr>
                    <p:blipFill>
                      <a:blip r:embed="rId5"/>
                      <a:stretch>
                        <a:fillRect/>
                      </a:stretch>
                    </p:blipFill>
                    <p:spPr>
                      <a:xfrm>
                        <a:off x="1260475" y="3284538"/>
                        <a:ext cx="5446713" cy="2827337"/>
                      </a:xfrm>
                      <a:prstGeom prst="rect">
                        <a:avLst/>
                      </a:prstGeom>
                      <a:noFill/>
                      <a:ln w="38100">
                        <a:noFill/>
                        <a:miter/>
                      </a:ln>
                    </p:spPr>
                  </p:pic>
                </p:oleObj>
              </mc:Fallback>
            </mc:AlternateContent>
          </a:graphicData>
        </a:graphic>
      </p:graphicFrame>
    </p:spTree>
  </p:cSld>
  <p:clrMapOvr>
    <a:masterClrMapping/>
  </p:clrMapOvr>
  <p:transition/>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5" name="矩形 44041"/>
          <p:cNvSpPr/>
          <p:nvPr/>
        </p:nvSpPr>
        <p:spPr>
          <a:xfrm>
            <a:off x="984250" y="657225"/>
            <a:ext cx="3046413" cy="584200"/>
          </a:xfrm>
          <a:prstGeom prst="rect">
            <a:avLst/>
          </a:prstGeom>
          <a:noFill/>
          <a:ln w="9525">
            <a:noFill/>
          </a:ln>
        </p:spPr>
        <p:txBody>
          <a:bodyPr wrap="square" anchor="t" anchorCtr="0">
            <a:spAutoFit/>
          </a:bodyPr>
          <a:lstStyle/>
          <a:p>
            <a:r>
              <a:rPr lang="en-US" altLang="zh-CN" sz="3200" b="1">
                <a:latin typeface="Times New Roman" panose="02020603050405020304" pitchFamily="2" charset="0"/>
                <a:ea typeface="宋体" panose="02010600030101010101" pitchFamily="2" charset="-122"/>
              </a:rPr>
              <a:t>5</a:t>
            </a:r>
            <a:r>
              <a:rPr lang="zh-CN" altLang="en-US" sz="3200" b="1">
                <a:latin typeface="Times New Roman" panose="02020603050405020304" pitchFamily="2" charset="0"/>
                <a:ea typeface="宋体" panose="02010600030101010101" pitchFamily="2" charset="-122"/>
              </a:rPr>
              <a:t>、序列共轭性</a:t>
            </a:r>
          </a:p>
        </p:txBody>
      </p:sp>
      <p:graphicFrame>
        <p:nvGraphicFramePr>
          <p:cNvPr id="98306" name="对象 118788"/>
          <p:cNvGraphicFramePr>
            <a:graphicFrameLocks noChangeAspect="1"/>
          </p:cNvGraphicFramePr>
          <p:nvPr/>
        </p:nvGraphicFramePr>
        <p:xfrm>
          <a:off x="971550" y="1412875"/>
          <a:ext cx="4856163" cy="2212975"/>
        </p:xfrm>
        <a:graphic>
          <a:graphicData uri="http://schemas.openxmlformats.org/presentationml/2006/ole">
            <mc:AlternateContent xmlns:mc="http://schemas.openxmlformats.org/markup-compatibility/2006">
              <mc:Choice xmlns:v="urn:schemas-microsoft-com:vml" Requires="v">
                <p:oleObj r:id="rId2" imgW="2514600" imgH="1206500" progId="Equation.3">
                  <p:embed/>
                </p:oleObj>
              </mc:Choice>
              <mc:Fallback>
                <p:oleObj r:id="rId2" imgW="2514600" imgH="1206500" progId="Equation.3">
                  <p:embed/>
                  <p:pic>
                    <p:nvPicPr>
                      <p:cNvPr id="0" name="图片 3473"/>
                      <p:cNvPicPr/>
                      <p:nvPr/>
                    </p:nvPicPr>
                    <p:blipFill>
                      <a:blip r:embed="rId3"/>
                      <a:stretch>
                        <a:fillRect/>
                      </a:stretch>
                    </p:blipFill>
                    <p:spPr>
                      <a:xfrm>
                        <a:off x="971550" y="1412875"/>
                        <a:ext cx="4856163" cy="2212975"/>
                      </a:xfrm>
                      <a:prstGeom prst="rect">
                        <a:avLst/>
                      </a:prstGeom>
                      <a:noFill/>
                      <a:ln w="38100">
                        <a:noFill/>
                        <a:miter/>
                      </a:ln>
                    </p:spPr>
                  </p:pic>
                </p:oleObj>
              </mc:Fallback>
            </mc:AlternateContent>
          </a:graphicData>
        </a:graphic>
      </p:graphicFrame>
      <p:graphicFrame>
        <p:nvGraphicFramePr>
          <p:cNvPr id="98307" name="对象 118789">
            <a:hlinkClick r:id="" action="ppaction://ole?verb=0"/>
          </p:cNvPr>
          <p:cNvGraphicFramePr>
            <a:graphicFrameLocks noChangeAspect="1"/>
          </p:cNvGraphicFramePr>
          <p:nvPr/>
        </p:nvGraphicFramePr>
        <p:xfrm>
          <a:off x="971550" y="3789363"/>
          <a:ext cx="6629400" cy="1576387"/>
        </p:xfrm>
        <a:graphic>
          <a:graphicData uri="http://schemas.openxmlformats.org/presentationml/2006/ole">
            <mc:AlternateContent xmlns:mc="http://schemas.openxmlformats.org/markup-compatibility/2006">
              <mc:Choice xmlns:v="urn:schemas-microsoft-com:vml" Requires="v">
                <p:oleObj r:id="rId4" imgW="3848100" imgH="914400" progId="Equation.3">
                  <p:embed/>
                </p:oleObj>
              </mc:Choice>
              <mc:Fallback>
                <p:oleObj r:id="rId4" imgW="3848100" imgH="914400" progId="Equation.3">
                  <p:embed/>
                  <p:pic>
                    <p:nvPicPr>
                      <p:cNvPr id="0" name="图片 3469"/>
                      <p:cNvPicPr/>
                      <p:nvPr/>
                    </p:nvPicPr>
                    <p:blipFill>
                      <a:blip r:embed="rId5"/>
                      <a:stretch>
                        <a:fillRect/>
                      </a:stretch>
                    </p:blipFill>
                    <p:spPr>
                      <a:xfrm>
                        <a:off x="971550" y="3789363"/>
                        <a:ext cx="6629400" cy="1576387"/>
                      </a:xfrm>
                      <a:prstGeom prst="rect">
                        <a:avLst/>
                      </a:prstGeom>
                      <a:noFill/>
                      <a:ln w="38100">
                        <a:noFill/>
                        <a:miter/>
                      </a:ln>
                    </p:spPr>
                  </p:pic>
                </p:oleObj>
              </mc:Fallback>
            </mc:AlternateContent>
          </a:graphicData>
        </a:graphic>
      </p:graphicFrame>
      <p:sp>
        <p:nvSpPr>
          <p:cNvPr id="98308" name="文本框 1"/>
          <p:cNvSpPr txBox="1"/>
          <p:nvPr/>
        </p:nvSpPr>
        <p:spPr>
          <a:xfrm>
            <a:off x="1062038" y="5341938"/>
            <a:ext cx="6361112" cy="1087437"/>
          </a:xfrm>
          <a:prstGeom prst="rect">
            <a:avLst/>
          </a:prstGeom>
          <a:noFill/>
          <a:ln w="9525">
            <a:noFill/>
          </a:ln>
        </p:spPr>
        <p:txBody>
          <a:bodyPr wrap="square" anchor="t" anchorCtr="0">
            <a:spAutoFit/>
          </a:bodyPr>
          <a:lstStyle/>
          <a:p>
            <a:pPr>
              <a:lnSpc>
                <a:spcPct val="120000"/>
              </a:lnSpc>
            </a:pPr>
            <a:r>
              <a:rPr lang="en-US" altLang="zh-CN" b="1">
                <a:latin typeface="Times New Roman" panose="02020603050405020304" pitchFamily="2" charset="0"/>
                <a:ea typeface="宋体" panose="02010600030101010101" pitchFamily="2" charset="-122"/>
              </a:rPr>
              <a:t> </a:t>
            </a:r>
            <a:r>
              <a:rPr lang="en-US" altLang="zh-CN">
                <a:latin typeface="Times New Roman" panose="02020603050405020304" pitchFamily="2" charset="0"/>
                <a:ea typeface="宋体" panose="02010600030101010101" pitchFamily="2" charset="-122"/>
              </a:rPr>
              <a:t>       </a:t>
            </a:r>
            <a:r>
              <a:rPr lang="zh-CN" altLang="en-US">
                <a:latin typeface="Times New Roman" panose="02020603050405020304" pitchFamily="2" charset="0"/>
                <a:ea typeface="宋体" panose="02010600030101010101" pitchFamily="2" charset="-122"/>
              </a:rPr>
              <a:t>那么若</a:t>
            </a:r>
            <a:r>
              <a:rPr lang="en-US" altLang="zh-CN">
                <a:latin typeface="Times New Roman" panose="02020603050405020304" pitchFamily="2" charset="0"/>
                <a:ea typeface="宋体" panose="02010600030101010101" pitchFamily="2" charset="-122"/>
              </a:rPr>
              <a:t>z=z</a:t>
            </a:r>
            <a:r>
              <a:rPr lang="en-US" altLang="zh-CN" baseline="-25000">
                <a:latin typeface="Times New Roman" panose="02020603050405020304" pitchFamily="2" charset="0"/>
                <a:ea typeface="宋体" panose="02010600030101010101" pitchFamily="2" charset="-122"/>
              </a:rPr>
              <a:t>1</a:t>
            </a:r>
            <a:r>
              <a:rPr lang="zh-CN" altLang="en-US">
                <a:latin typeface="Times New Roman" panose="02020603050405020304" pitchFamily="2" charset="0"/>
                <a:ea typeface="宋体" panose="02010600030101010101" pitchFamily="2" charset="-122"/>
              </a:rPr>
              <a:t>是</a:t>
            </a:r>
            <a:r>
              <a:rPr lang="en-US" altLang="zh-CN">
                <a:latin typeface="Times New Roman" panose="02020603050405020304" pitchFamily="2" charset="0"/>
                <a:ea typeface="宋体" panose="02010600030101010101" pitchFamily="2" charset="-122"/>
              </a:rPr>
              <a:t>X(z)</a:t>
            </a:r>
            <a:r>
              <a:rPr lang="zh-CN" altLang="en-US">
                <a:latin typeface="Times New Roman" panose="02020603050405020304" pitchFamily="2" charset="0"/>
                <a:ea typeface="宋体" panose="02010600030101010101" pitchFamily="2" charset="-122"/>
              </a:rPr>
              <a:t>的极点（或零点），则</a:t>
            </a:r>
            <a:r>
              <a:rPr lang="en-US" altLang="zh-CN">
                <a:latin typeface="Times New Roman" panose="02020603050405020304" pitchFamily="2" charset="0"/>
                <a:ea typeface="宋体" panose="02010600030101010101" pitchFamily="2" charset="-122"/>
              </a:rPr>
              <a:t>z*=z</a:t>
            </a:r>
            <a:r>
              <a:rPr lang="en-US" altLang="zh-CN" baseline="-25000">
                <a:latin typeface="Times New Roman" panose="02020603050405020304" pitchFamily="2" charset="0"/>
                <a:ea typeface="宋体" panose="02010600030101010101" pitchFamily="2" charset="-122"/>
              </a:rPr>
              <a:t>1</a:t>
            </a:r>
            <a:r>
              <a:rPr lang="zh-CN" altLang="en-US">
                <a:latin typeface="Times New Roman" panose="02020603050405020304" pitchFamily="2" charset="0"/>
                <a:ea typeface="宋体" panose="02010600030101010101" pitchFamily="2" charset="-122"/>
              </a:rPr>
              <a:t>即</a:t>
            </a:r>
            <a:r>
              <a:rPr lang="en-US" altLang="zh-CN">
                <a:latin typeface="Times New Roman" panose="02020603050405020304" pitchFamily="2" charset="0"/>
                <a:ea typeface="宋体" panose="02010600030101010101" pitchFamily="2" charset="-122"/>
              </a:rPr>
              <a:t>z=z</a:t>
            </a:r>
            <a:r>
              <a:rPr lang="en-US" altLang="zh-CN" baseline="-25000">
                <a:latin typeface="Times New Roman" panose="02020603050405020304" pitchFamily="2" charset="0"/>
                <a:ea typeface="宋体" panose="02010600030101010101" pitchFamily="2" charset="-122"/>
              </a:rPr>
              <a:t>1</a:t>
            </a:r>
            <a:r>
              <a:rPr lang="en-US" altLang="zh-CN">
                <a:latin typeface="Times New Roman" panose="02020603050405020304" pitchFamily="2" charset="0"/>
                <a:ea typeface="宋体" panose="02010600030101010101" pitchFamily="2" charset="-122"/>
              </a:rPr>
              <a:t>*</a:t>
            </a:r>
            <a:r>
              <a:rPr lang="zh-CN" altLang="en-US">
                <a:latin typeface="Times New Roman" panose="02020603050405020304" pitchFamily="2" charset="0"/>
                <a:ea typeface="宋体" panose="02010600030101010101" pitchFamily="2" charset="-122"/>
              </a:rPr>
              <a:t>也是</a:t>
            </a:r>
            <a:r>
              <a:rPr lang="en-US" altLang="zh-CN">
                <a:latin typeface="Times New Roman" panose="02020603050405020304" pitchFamily="2" charset="0"/>
                <a:ea typeface="宋体" panose="02010600030101010101" pitchFamily="2" charset="-122"/>
              </a:rPr>
              <a:t>X(z)</a:t>
            </a:r>
            <a:r>
              <a:rPr lang="zh-CN" altLang="en-US">
                <a:latin typeface="Times New Roman" panose="02020603050405020304" pitchFamily="2" charset="0"/>
                <a:ea typeface="宋体" panose="02010600030101010101" pitchFamily="2" charset="-122"/>
              </a:rPr>
              <a:t>的极点。实序列的</a:t>
            </a:r>
            <a:r>
              <a:rPr lang="en-US" altLang="zh-CN">
                <a:latin typeface="Times New Roman" panose="02020603050405020304" pitchFamily="2" charset="0"/>
                <a:ea typeface="宋体" panose="02010600030101010101" pitchFamily="2" charset="-122"/>
              </a:rPr>
              <a:t>z</a:t>
            </a:r>
            <a:r>
              <a:rPr lang="zh-CN" altLang="en-US">
                <a:latin typeface="Times New Roman" panose="02020603050405020304" pitchFamily="2" charset="0"/>
                <a:ea typeface="宋体" panose="02010600030101010101" pitchFamily="2" charset="-122"/>
              </a:rPr>
              <a:t>变换的非零的复数极点（或零点）一定是以</a:t>
            </a:r>
            <a:r>
              <a:rPr lang="zh-CN" altLang="en-US" dirty="0">
                <a:solidFill>
                  <a:srgbClr val="C00000"/>
                </a:solidFill>
                <a:latin typeface="宋体" panose="02010600030101010101" pitchFamily="2" charset="-122"/>
                <a:ea typeface="宋体" panose="02010600030101010101" pitchFamily="2" charset="-122"/>
              </a:rPr>
              <a:t>共轭对</a:t>
            </a:r>
            <a:r>
              <a:rPr lang="zh-CN" altLang="en-US">
                <a:latin typeface="Times New Roman" panose="02020603050405020304" pitchFamily="2" charset="0"/>
                <a:ea typeface="宋体" panose="02010600030101010101" pitchFamily="2" charset="-122"/>
              </a:rPr>
              <a:t>的形式存在的。</a:t>
            </a:r>
          </a:p>
        </p:txBody>
      </p:sp>
    </p:spTree>
  </p:cSld>
  <p:clrMapOvr>
    <a:masterClrMapping/>
  </p:clrMapOvr>
  <p:transition/>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29" name="文本框 1"/>
          <p:cNvSpPr txBox="1"/>
          <p:nvPr/>
        </p:nvSpPr>
        <p:spPr>
          <a:xfrm>
            <a:off x="1125538" y="565150"/>
            <a:ext cx="3290887" cy="582613"/>
          </a:xfrm>
          <a:prstGeom prst="rect">
            <a:avLst/>
          </a:prstGeom>
          <a:noFill/>
          <a:ln w="9525">
            <a:noFill/>
          </a:ln>
        </p:spPr>
        <p:txBody>
          <a:bodyPr wrap="square" anchor="t" anchorCtr="0">
            <a:spAutoFit/>
          </a:bodyPr>
          <a:lstStyle/>
          <a:p>
            <a:pPr>
              <a:spcBef>
                <a:spcPct val="50000"/>
              </a:spcBef>
            </a:pPr>
            <a:r>
              <a:rPr lang="en-US" altLang="zh-CN" sz="3200" b="1">
                <a:latin typeface="Times New Roman" panose="02020603050405020304" pitchFamily="2" charset="0"/>
                <a:ea typeface="宋体" panose="02010600030101010101" pitchFamily="2" charset="-122"/>
              </a:rPr>
              <a:t>6</a:t>
            </a:r>
            <a:r>
              <a:rPr lang="zh-CN" altLang="en-US" sz="3200" b="1">
                <a:latin typeface="Times New Roman" panose="02020603050405020304" pitchFamily="2" charset="0"/>
                <a:ea typeface="宋体" panose="02010600030101010101" pitchFamily="2" charset="-122"/>
              </a:rPr>
              <a:t>、序列翻褶性</a:t>
            </a:r>
          </a:p>
        </p:txBody>
      </p:sp>
      <p:graphicFrame>
        <p:nvGraphicFramePr>
          <p:cNvPr id="99330" name="对象 120836"/>
          <p:cNvGraphicFramePr>
            <a:graphicFrameLocks noChangeAspect="1"/>
          </p:cNvGraphicFramePr>
          <p:nvPr/>
        </p:nvGraphicFramePr>
        <p:xfrm>
          <a:off x="1338263" y="1651000"/>
          <a:ext cx="4762500" cy="2165350"/>
        </p:xfrm>
        <a:graphic>
          <a:graphicData uri="http://schemas.openxmlformats.org/presentationml/2006/ole">
            <mc:AlternateContent xmlns:mc="http://schemas.openxmlformats.org/markup-compatibility/2006">
              <mc:Choice xmlns:v="urn:schemas-microsoft-com:vml" Requires="v">
                <p:oleObj r:id="rId2" imgW="2324100" imgH="1168400" progId="Equation.3">
                  <p:embed/>
                </p:oleObj>
              </mc:Choice>
              <mc:Fallback>
                <p:oleObj r:id="rId2" imgW="2324100" imgH="1168400" progId="Equation.3">
                  <p:embed/>
                  <p:pic>
                    <p:nvPicPr>
                      <p:cNvPr id="0" name="图片 3475"/>
                      <p:cNvPicPr/>
                      <p:nvPr/>
                    </p:nvPicPr>
                    <p:blipFill>
                      <a:blip r:embed="rId3"/>
                      <a:stretch>
                        <a:fillRect/>
                      </a:stretch>
                    </p:blipFill>
                    <p:spPr>
                      <a:xfrm>
                        <a:off x="1338263" y="1651000"/>
                        <a:ext cx="4762500" cy="2165350"/>
                      </a:xfrm>
                      <a:prstGeom prst="rect">
                        <a:avLst/>
                      </a:prstGeom>
                      <a:noFill/>
                      <a:ln w="38100">
                        <a:noFill/>
                        <a:miter/>
                      </a:ln>
                    </p:spPr>
                  </p:pic>
                </p:oleObj>
              </mc:Fallback>
            </mc:AlternateContent>
          </a:graphicData>
        </a:graphic>
      </p:graphicFrame>
      <p:graphicFrame>
        <p:nvGraphicFramePr>
          <p:cNvPr id="99331" name="对象 120837">
            <a:hlinkClick r:id="" action="ppaction://ole?verb=0"/>
          </p:cNvPr>
          <p:cNvGraphicFramePr>
            <a:graphicFrameLocks noChangeAspect="1"/>
          </p:cNvGraphicFramePr>
          <p:nvPr/>
        </p:nvGraphicFramePr>
        <p:xfrm>
          <a:off x="1246188" y="4062413"/>
          <a:ext cx="6213475" cy="1574800"/>
        </p:xfrm>
        <a:graphic>
          <a:graphicData uri="http://schemas.openxmlformats.org/presentationml/2006/ole">
            <mc:AlternateContent xmlns:mc="http://schemas.openxmlformats.org/markup-compatibility/2006">
              <mc:Choice xmlns:v="urn:schemas-microsoft-com:vml" Requires="v">
                <p:oleObj r:id="rId4" imgW="3505200" imgH="889000" progId="Equation.3">
                  <p:embed/>
                </p:oleObj>
              </mc:Choice>
              <mc:Fallback>
                <p:oleObj r:id="rId4" imgW="3505200" imgH="889000" progId="Equation.3">
                  <p:embed/>
                  <p:pic>
                    <p:nvPicPr>
                      <p:cNvPr id="0" name="图片 3465"/>
                      <p:cNvPicPr/>
                      <p:nvPr/>
                    </p:nvPicPr>
                    <p:blipFill>
                      <a:blip r:embed="rId5"/>
                      <a:stretch>
                        <a:fillRect/>
                      </a:stretch>
                    </p:blipFill>
                    <p:spPr>
                      <a:xfrm>
                        <a:off x="1246188" y="4062413"/>
                        <a:ext cx="6213475" cy="1574800"/>
                      </a:xfrm>
                      <a:prstGeom prst="rect">
                        <a:avLst/>
                      </a:prstGeom>
                      <a:noFill/>
                      <a:ln w="38100">
                        <a:noFill/>
                        <a:miter/>
                      </a:ln>
                    </p:spPr>
                  </p:pic>
                </p:oleObj>
              </mc:Fallback>
            </mc:AlternateContent>
          </a:graphicData>
        </a:graphic>
      </p:graphicFrame>
    </p:spTree>
  </p:cSld>
  <p:clrMapOvr>
    <a:masterClrMapping/>
  </p:clrMapOvr>
  <p:transition/>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3" name="矩形 44042"/>
          <p:cNvSpPr/>
          <p:nvPr/>
        </p:nvSpPr>
        <p:spPr>
          <a:xfrm>
            <a:off x="625475" y="600075"/>
            <a:ext cx="2428875" cy="579438"/>
          </a:xfrm>
          <a:prstGeom prst="rect">
            <a:avLst/>
          </a:prstGeom>
          <a:noFill/>
          <a:ln w="9525">
            <a:noFill/>
          </a:ln>
        </p:spPr>
        <p:txBody>
          <a:bodyPr wrap="none" anchor="t" anchorCtr="0">
            <a:spAutoFit/>
          </a:bodyPr>
          <a:lstStyle/>
          <a:p>
            <a:pPr>
              <a:spcBef>
                <a:spcPct val="50000"/>
              </a:spcBef>
            </a:pPr>
            <a:r>
              <a:rPr lang="en-US" altLang="zh-CN" sz="3200" b="1">
                <a:latin typeface="Times New Roman" panose="02020603050405020304" pitchFamily="2" charset="0"/>
                <a:ea typeface="宋体" panose="02010600030101010101" pitchFamily="2" charset="-122"/>
              </a:rPr>
              <a:t>7</a:t>
            </a:r>
            <a:r>
              <a:rPr lang="zh-CN" altLang="en-US" sz="3200" b="1">
                <a:latin typeface="Times New Roman" panose="02020603050405020304" pitchFamily="2" charset="0"/>
                <a:ea typeface="宋体" panose="02010600030101010101" pitchFamily="2" charset="-122"/>
              </a:rPr>
              <a:t>、初值定理</a:t>
            </a:r>
          </a:p>
        </p:txBody>
      </p:sp>
      <p:sp>
        <p:nvSpPr>
          <p:cNvPr id="100354" name="文本框 1"/>
          <p:cNvSpPr txBox="1"/>
          <p:nvPr/>
        </p:nvSpPr>
        <p:spPr>
          <a:xfrm>
            <a:off x="931863" y="1182688"/>
            <a:ext cx="5692775" cy="608012"/>
          </a:xfrm>
          <a:prstGeom prst="rect">
            <a:avLst/>
          </a:prstGeom>
          <a:noFill/>
          <a:ln w="9525">
            <a:noFill/>
          </a:ln>
        </p:spPr>
        <p:txBody>
          <a:bodyPr wrap="none" anchor="t" anchorCtr="0">
            <a:spAutoFit/>
          </a:bodyPr>
          <a:lstStyle/>
          <a:p>
            <a:pPr>
              <a:lnSpc>
                <a:spcPct val="140000"/>
              </a:lnSpc>
              <a:buClr>
                <a:schemeClr val="hlink"/>
              </a:buClr>
              <a:buSzPct val="120000"/>
              <a:buFont typeface="Wingdings" panose="05000000000000000000" pitchFamily="2" charset="2"/>
            </a:pPr>
            <a:r>
              <a:rPr lang="zh-CN" altLang="en-US" sz="2400" b="1" dirty="0">
                <a:latin typeface="宋体" panose="02010600030101010101" pitchFamily="2" charset="-122"/>
                <a:ea typeface="宋体" panose="02010600030101010101" pitchFamily="2" charset="-122"/>
                <a:sym typeface="Arial" panose="020B0604020202020204" pitchFamily="34" charset="0"/>
              </a:rPr>
              <a:t>求</a:t>
            </a:r>
            <a:r>
              <a:rPr lang="zh-CN" altLang="en-US" sz="2400" b="1" dirty="0">
                <a:latin typeface="宋体" panose="02010600030101010101" pitchFamily="2" charset="-122"/>
                <a:ea typeface="宋体" panose="02010600030101010101" pitchFamily="2" charset="-122"/>
              </a:rPr>
              <a:t>时域的初值由初值定理转换到频域去求</a:t>
            </a:r>
          </a:p>
        </p:txBody>
      </p:sp>
      <p:graphicFrame>
        <p:nvGraphicFramePr>
          <p:cNvPr id="100355" name="对象 135172"/>
          <p:cNvGraphicFramePr>
            <a:graphicFrameLocks noChangeAspect="1"/>
          </p:cNvGraphicFramePr>
          <p:nvPr/>
        </p:nvGraphicFramePr>
        <p:xfrm>
          <a:off x="1042988" y="1773238"/>
          <a:ext cx="5210175" cy="2557462"/>
        </p:xfrm>
        <a:graphic>
          <a:graphicData uri="http://schemas.openxmlformats.org/presentationml/2006/ole">
            <mc:AlternateContent xmlns:mc="http://schemas.openxmlformats.org/markup-compatibility/2006">
              <mc:Choice xmlns:v="urn:schemas-microsoft-com:vml" Requires="v">
                <p:oleObj r:id="rId2" imgW="2971800" imgH="1612900" progId="Equation.3">
                  <p:embed/>
                </p:oleObj>
              </mc:Choice>
              <mc:Fallback>
                <p:oleObj r:id="rId2" imgW="2971800" imgH="1612900" progId="Equation.3">
                  <p:embed/>
                  <p:pic>
                    <p:nvPicPr>
                      <p:cNvPr id="0" name="图片 3476"/>
                      <p:cNvPicPr/>
                      <p:nvPr/>
                    </p:nvPicPr>
                    <p:blipFill>
                      <a:blip r:embed="rId3"/>
                      <a:stretch>
                        <a:fillRect/>
                      </a:stretch>
                    </p:blipFill>
                    <p:spPr>
                      <a:xfrm>
                        <a:off x="1042988" y="1773238"/>
                        <a:ext cx="5210175" cy="2557462"/>
                      </a:xfrm>
                      <a:prstGeom prst="rect">
                        <a:avLst/>
                      </a:prstGeom>
                      <a:noFill/>
                      <a:ln w="38100">
                        <a:noFill/>
                        <a:miter/>
                      </a:ln>
                    </p:spPr>
                  </p:pic>
                </p:oleObj>
              </mc:Fallback>
            </mc:AlternateContent>
          </a:graphicData>
        </a:graphic>
      </p:graphicFrame>
      <p:sp>
        <p:nvSpPr>
          <p:cNvPr id="100356" name="文本框 135173"/>
          <p:cNvSpPr txBox="1"/>
          <p:nvPr/>
        </p:nvSpPr>
        <p:spPr>
          <a:xfrm>
            <a:off x="625475" y="4221163"/>
            <a:ext cx="8048625" cy="2306637"/>
          </a:xfrm>
          <a:prstGeom prst="rect">
            <a:avLst/>
          </a:prstGeom>
          <a:noFill/>
          <a:ln w="9525">
            <a:noFill/>
          </a:ln>
        </p:spPr>
        <p:txBody>
          <a:bodyPr wrap="square" anchor="t" anchorCtr="0">
            <a:spAutoFit/>
          </a:bodyPr>
          <a:lstStyle/>
          <a:p>
            <a:pPr>
              <a:lnSpc>
                <a:spcPct val="120000"/>
              </a:lnSpc>
            </a:pPr>
            <a:r>
              <a:rPr lang="en-US" altLang="zh-CN" sz="2000" b="1" dirty="0">
                <a:latin typeface="宋体" panose="02010600030101010101" pitchFamily="2" charset="-122"/>
                <a:ea typeface="宋体" panose="02010600030101010101" pitchFamily="2" charset="-122"/>
                <a:sym typeface="Arial" panose="020B0604020202020204" pitchFamily="34" charset="0"/>
              </a:rPr>
              <a:t>    </a:t>
            </a:r>
            <a:r>
              <a:rPr lang="zh-CN" altLang="en-US" sz="2000" dirty="0">
                <a:latin typeface="宋体" panose="02010600030101010101" pitchFamily="2" charset="-122"/>
                <a:ea typeface="宋体" panose="02010600030101010101" pitchFamily="2" charset="-122"/>
                <a:sym typeface="Arial" panose="020B0604020202020204" pitchFamily="34" charset="0"/>
              </a:rPr>
              <a:t>根据初值定理，可直接用</a:t>
            </a:r>
            <a:r>
              <a:rPr lang="en-US" altLang="zh-CN" sz="2000" dirty="0">
                <a:latin typeface="宋体" panose="02010600030101010101" pitchFamily="2" charset="-122"/>
                <a:ea typeface="宋体" panose="02010600030101010101" pitchFamily="2" charset="-122"/>
                <a:sym typeface="Arial" panose="020B0604020202020204" pitchFamily="34" charset="0"/>
              </a:rPr>
              <a:t>z</a:t>
            </a:r>
            <a:r>
              <a:rPr lang="zh-CN" altLang="en-US" sz="2000" dirty="0">
                <a:latin typeface="宋体" panose="02010600030101010101" pitchFamily="2" charset="-122"/>
                <a:ea typeface="宋体" panose="02010600030101010101" pitchFamily="2" charset="-122"/>
                <a:sym typeface="Arial" panose="020B0604020202020204" pitchFamily="34" charset="0"/>
              </a:rPr>
              <a:t>变换</a:t>
            </a:r>
            <a:r>
              <a:rPr lang="en-US" altLang="zh-CN" sz="2000" dirty="0">
                <a:latin typeface="宋体" panose="02010600030101010101" pitchFamily="2" charset="-122"/>
                <a:ea typeface="宋体" panose="02010600030101010101" pitchFamily="2" charset="-122"/>
                <a:sym typeface="Arial" panose="020B0604020202020204" pitchFamily="34" charset="0"/>
              </a:rPr>
              <a:t>X(z)</a:t>
            </a:r>
            <a:r>
              <a:rPr lang="zh-CN" altLang="en-US" sz="2000" dirty="0">
                <a:latin typeface="宋体" panose="02010600030101010101" pitchFamily="2" charset="-122"/>
                <a:ea typeface="宋体" panose="02010600030101010101" pitchFamily="2" charset="-122"/>
                <a:sym typeface="Arial" panose="020B0604020202020204" pitchFamily="34" charset="0"/>
              </a:rPr>
              <a:t>求因果序列的初值</a:t>
            </a:r>
            <a:r>
              <a:rPr lang="en-US" altLang="zh-CN" sz="2000" dirty="0">
                <a:latin typeface="宋体" panose="02010600030101010101" pitchFamily="2" charset="-122"/>
                <a:ea typeface="宋体" panose="02010600030101010101" pitchFamily="2" charset="-122"/>
                <a:sym typeface="Arial" panose="020B0604020202020204" pitchFamily="34" charset="0"/>
              </a:rPr>
              <a:t>x(0),</a:t>
            </a:r>
            <a:r>
              <a:rPr lang="zh-CN" altLang="en-US" sz="2000" dirty="0">
                <a:latin typeface="宋体" panose="02010600030101010101" pitchFamily="2" charset="-122"/>
                <a:ea typeface="宋体" panose="02010600030101010101" pitchFamily="2" charset="-122"/>
                <a:sym typeface="Arial" panose="020B0604020202020204" pitchFamily="34" charset="0"/>
              </a:rPr>
              <a:t>或利用他检验</a:t>
            </a:r>
            <a:r>
              <a:rPr lang="en-US" altLang="zh-CN" sz="2000" dirty="0">
                <a:latin typeface="宋体" panose="02010600030101010101" pitchFamily="2" charset="-122"/>
                <a:ea typeface="宋体" panose="02010600030101010101" pitchFamily="2" charset="-122"/>
                <a:sym typeface="Arial" panose="020B0604020202020204" pitchFamily="34" charset="0"/>
              </a:rPr>
              <a:t>X(z)</a:t>
            </a:r>
            <a:r>
              <a:rPr lang="zh-CN" altLang="en-US" sz="2000" dirty="0">
                <a:latin typeface="宋体" panose="02010600030101010101" pitchFamily="2" charset="-122"/>
                <a:ea typeface="宋体" panose="02010600030101010101" pitchFamily="2" charset="-122"/>
                <a:sym typeface="Arial" panose="020B0604020202020204" pitchFamily="34" charset="0"/>
              </a:rPr>
              <a:t>的正确性。</a:t>
            </a:r>
          </a:p>
          <a:p>
            <a:pPr>
              <a:lnSpc>
                <a:spcPct val="120000"/>
              </a:lnSpc>
            </a:pPr>
            <a:r>
              <a:rPr lang="en-US" altLang="zh-CN" sz="2000" dirty="0">
                <a:latin typeface="宋体" panose="02010600030101010101" pitchFamily="2" charset="-122"/>
                <a:ea typeface="宋体" panose="02010600030101010101" pitchFamily="2" charset="-122"/>
                <a:sym typeface="Arial" panose="020B0604020202020204" pitchFamily="34" charset="0"/>
              </a:rPr>
              <a:t>   </a:t>
            </a:r>
            <a:r>
              <a:rPr lang="zh-CN" altLang="en-US" sz="2000" dirty="0">
                <a:latin typeface="宋体" panose="02010600030101010101" pitchFamily="2" charset="-122"/>
                <a:ea typeface="宋体" panose="02010600030101010101" pitchFamily="2" charset="-122"/>
                <a:sym typeface="Arial" panose="020B0604020202020204" pitchFamily="34" charset="0"/>
              </a:rPr>
              <a:t>时域的初值相当于信号刚接入，此时，信号通常变化</a:t>
            </a:r>
            <a:r>
              <a:rPr lang="zh-CN" altLang="en-US" sz="2000" dirty="0">
                <a:solidFill>
                  <a:srgbClr val="C00000"/>
                </a:solidFill>
                <a:latin typeface="宋体" panose="02010600030101010101" pitchFamily="2" charset="-122"/>
                <a:ea typeface="宋体" panose="02010600030101010101" pitchFamily="2" charset="-122"/>
                <a:sym typeface="Arial" panose="020B0604020202020204" pitchFamily="34" charset="0"/>
              </a:rPr>
              <a:t>比较剧烈</a:t>
            </a:r>
            <a:r>
              <a:rPr lang="zh-CN" altLang="en-US" sz="2000" dirty="0">
                <a:latin typeface="宋体" panose="02010600030101010101" pitchFamily="2" charset="-122"/>
                <a:ea typeface="宋体" panose="02010600030101010101" pitchFamily="2" charset="-122"/>
                <a:sym typeface="Arial" panose="020B0604020202020204" pitchFamily="34" charset="0"/>
              </a:rPr>
              <a:t>，也可以看作是信号的频率比较高，所以转换到频域，变成</a:t>
            </a:r>
            <a:r>
              <a:rPr lang="zh-CN" altLang="en-US" sz="2000" dirty="0">
                <a:solidFill>
                  <a:srgbClr val="C00000"/>
                </a:solidFill>
                <a:latin typeface="宋体" panose="02010600030101010101" pitchFamily="2" charset="-122"/>
                <a:ea typeface="宋体" panose="02010600030101010101" pitchFamily="2" charset="-122"/>
                <a:sym typeface="Arial" panose="020B0604020202020204" pitchFamily="34" charset="0"/>
              </a:rPr>
              <a:t>频域趋于无穷。</a:t>
            </a:r>
          </a:p>
          <a:p>
            <a:pPr>
              <a:lnSpc>
                <a:spcPct val="120000"/>
              </a:lnSpc>
            </a:pPr>
            <a:r>
              <a:rPr lang="zh-CN" altLang="en-US" sz="2000" dirty="0">
                <a:latin typeface="宋体" panose="02010600030101010101" pitchFamily="2" charset="-122"/>
                <a:ea typeface="宋体" panose="02010600030101010101" pitchFamily="2" charset="-122"/>
                <a:sym typeface="Arial" panose="020B0604020202020204" pitchFamily="34" charset="0"/>
              </a:rPr>
              <a:t>   如果X(z)表示成z的两个多项式之比的话，</a:t>
            </a:r>
            <a:r>
              <a:rPr lang="zh-CN" altLang="en-US" sz="2000" dirty="0">
                <a:solidFill>
                  <a:srgbClr val="C00000"/>
                </a:solidFill>
                <a:latin typeface="宋体" panose="02010600030101010101" pitchFamily="2" charset="-122"/>
                <a:ea typeface="宋体" panose="02010600030101010101" pitchFamily="2" charset="-122"/>
                <a:sym typeface="Arial" panose="020B0604020202020204" pitchFamily="34" charset="0"/>
              </a:rPr>
              <a:t>分子多项式的阶次一定小于分母多项式的阶次</a:t>
            </a:r>
            <a:r>
              <a:rPr lang="zh-CN" altLang="en-US" sz="2000" dirty="0">
                <a:latin typeface="宋体" panose="02010600030101010101" pitchFamily="2" charset="-122"/>
                <a:ea typeface="宋体" panose="02010600030101010101" pitchFamily="2" charset="-122"/>
                <a:sym typeface="Arial" panose="020B0604020202020204" pitchFamily="34" charset="0"/>
              </a:rPr>
              <a:t>，或者说</a:t>
            </a:r>
            <a:r>
              <a:rPr lang="zh-CN" altLang="en-US" sz="2000" dirty="0">
                <a:solidFill>
                  <a:srgbClr val="C00000"/>
                </a:solidFill>
                <a:latin typeface="宋体" panose="02010600030101010101" pitchFamily="2" charset="-122"/>
                <a:ea typeface="宋体" panose="02010600030101010101" pitchFamily="2" charset="-122"/>
                <a:sym typeface="Arial" panose="020B0604020202020204" pitchFamily="34" charset="0"/>
              </a:rPr>
              <a:t>零点的个数不能多于极点的个数。</a:t>
            </a:r>
          </a:p>
        </p:txBody>
      </p:sp>
    </p:spTree>
  </p:cSld>
  <p:clrMapOvr>
    <a:masterClrMapping/>
  </p:clrMapOvr>
  <p:transition/>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7" name="矩形 44043"/>
          <p:cNvSpPr/>
          <p:nvPr/>
        </p:nvSpPr>
        <p:spPr>
          <a:xfrm>
            <a:off x="514350" y="431800"/>
            <a:ext cx="2428875" cy="579438"/>
          </a:xfrm>
          <a:prstGeom prst="rect">
            <a:avLst/>
          </a:prstGeom>
          <a:noFill/>
          <a:ln w="9525">
            <a:noFill/>
          </a:ln>
        </p:spPr>
        <p:txBody>
          <a:bodyPr wrap="none" anchor="t" anchorCtr="0">
            <a:spAutoFit/>
          </a:bodyPr>
          <a:lstStyle/>
          <a:p>
            <a:r>
              <a:rPr lang="en-US" altLang="zh-CN" sz="3200" b="1">
                <a:latin typeface="Times New Roman" panose="02020603050405020304" pitchFamily="2" charset="0"/>
                <a:ea typeface="宋体" panose="02010600030101010101" pitchFamily="2" charset="-122"/>
              </a:rPr>
              <a:t>8</a:t>
            </a:r>
            <a:r>
              <a:rPr lang="zh-CN" altLang="en-US" sz="3200" b="1">
                <a:latin typeface="Times New Roman" panose="02020603050405020304" pitchFamily="2" charset="0"/>
                <a:ea typeface="宋体" panose="02010600030101010101" pitchFamily="2" charset="-122"/>
              </a:rPr>
              <a:t>、终值定理</a:t>
            </a:r>
          </a:p>
        </p:txBody>
      </p:sp>
      <p:sp>
        <p:nvSpPr>
          <p:cNvPr id="101378" name="文本框 3"/>
          <p:cNvSpPr txBox="1"/>
          <p:nvPr/>
        </p:nvSpPr>
        <p:spPr>
          <a:xfrm>
            <a:off x="730250" y="1160463"/>
            <a:ext cx="7310438" cy="973137"/>
          </a:xfrm>
          <a:prstGeom prst="rect">
            <a:avLst/>
          </a:prstGeom>
          <a:noFill/>
          <a:ln w="9525">
            <a:noFill/>
          </a:ln>
        </p:spPr>
        <p:txBody>
          <a:bodyPr wrap="square" anchor="t" anchorCtr="0">
            <a:spAutoFit/>
          </a:bodyPr>
          <a:lstStyle/>
          <a:p>
            <a:pPr>
              <a:spcAft>
                <a:spcPct val="35000"/>
              </a:spcAft>
            </a:pPr>
            <a:r>
              <a:rPr lang="en-US" altLang="zh-CN" dirty="0">
                <a:latin typeface="宋体" panose="02010600030101010101" pitchFamily="2" charset="-122"/>
                <a:ea typeface="宋体" panose="02010600030101010101" pitchFamily="2" charset="-122"/>
              </a:rPr>
              <a:t>   </a:t>
            </a:r>
            <a:r>
              <a:rPr lang="zh-CN" altLang="en-US" sz="2400" dirty="0">
                <a:latin typeface="Times New Roman" panose="02020603050405020304" pitchFamily="2" charset="0"/>
                <a:ea typeface="宋体" panose="02010600030101010101" pitchFamily="2" charset="-122"/>
              </a:rPr>
              <a:t>设</a:t>
            </a:r>
            <a:r>
              <a:rPr lang="en-US" altLang="zh-CN" sz="2400" dirty="0">
                <a:latin typeface="Times New Roman" panose="02020603050405020304" pitchFamily="2" charset="0"/>
                <a:ea typeface="宋体" panose="02010600030101010101" pitchFamily="2" charset="-122"/>
              </a:rPr>
              <a:t>x(n)</a:t>
            </a:r>
            <a:r>
              <a:rPr lang="zh-CN" altLang="en-US" sz="2400" dirty="0">
                <a:latin typeface="Times New Roman" panose="02020603050405020304" pitchFamily="2" charset="0"/>
                <a:ea typeface="宋体" panose="02010600030101010101" pitchFamily="2" charset="-122"/>
              </a:rPr>
              <a:t>为因果序列，且</a:t>
            </a:r>
            <a:r>
              <a:rPr lang="en-US" altLang="zh-CN" sz="2400" dirty="0">
                <a:latin typeface="Times New Roman" panose="02020603050405020304" pitchFamily="2" charset="0"/>
                <a:ea typeface="宋体" panose="02010600030101010101" pitchFamily="2" charset="-122"/>
              </a:rPr>
              <a:t>X(z)=Z[x(n)]</a:t>
            </a:r>
            <a:r>
              <a:rPr lang="zh-CN" altLang="en-US" sz="2400" dirty="0">
                <a:latin typeface="Times New Roman" panose="02020603050405020304" pitchFamily="2" charset="0"/>
                <a:ea typeface="宋体" panose="02010600030101010101" pitchFamily="2" charset="-122"/>
              </a:rPr>
              <a:t>的极点处于单位</a:t>
            </a:r>
          </a:p>
          <a:p>
            <a:pPr>
              <a:spcAft>
                <a:spcPct val="35000"/>
              </a:spcAft>
            </a:pPr>
            <a:r>
              <a:rPr lang="zh-CN" altLang="en-US" sz="2400" dirty="0">
                <a:latin typeface="Times New Roman" panose="02020603050405020304" pitchFamily="2" charset="0"/>
                <a:ea typeface="宋体" panose="02010600030101010101" pitchFamily="2" charset="-122"/>
              </a:rPr>
              <a:t>圆以内（单位圆上最多在</a:t>
            </a:r>
            <a:r>
              <a:rPr lang="en-US" altLang="zh-CN" sz="2400" dirty="0">
                <a:latin typeface="Times New Roman" panose="02020603050405020304" pitchFamily="2" charset="0"/>
                <a:ea typeface="宋体" panose="02010600030101010101" pitchFamily="2" charset="-122"/>
              </a:rPr>
              <a:t>z=1</a:t>
            </a:r>
            <a:r>
              <a:rPr lang="zh-CN" altLang="en-US" sz="2400" dirty="0">
                <a:latin typeface="Times New Roman" panose="02020603050405020304" pitchFamily="2" charset="0"/>
                <a:ea typeface="宋体" panose="02010600030101010101" pitchFamily="2" charset="-122"/>
              </a:rPr>
              <a:t>处可有一阶极点），则：</a:t>
            </a:r>
            <a:endParaRPr lang="zh-CN" altLang="en-US" sz="2400">
              <a:latin typeface="Times New Roman" panose="02020603050405020304" pitchFamily="2" charset="0"/>
              <a:ea typeface="宋体" panose="02010600030101010101" pitchFamily="2" charset="-122"/>
            </a:endParaRPr>
          </a:p>
        </p:txBody>
      </p:sp>
      <p:graphicFrame>
        <p:nvGraphicFramePr>
          <p:cNvPr id="101379" name="对象 588803"/>
          <p:cNvGraphicFramePr/>
          <p:nvPr/>
        </p:nvGraphicFramePr>
        <p:xfrm>
          <a:off x="1644650" y="2376488"/>
          <a:ext cx="3724275" cy="454025"/>
        </p:xfrm>
        <a:graphic>
          <a:graphicData uri="http://schemas.openxmlformats.org/presentationml/2006/ole">
            <mc:AlternateContent xmlns:mc="http://schemas.openxmlformats.org/markup-compatibility/2006">
              <mc:Choice xmlns:v="urn:schemas-microsoft-com:vml" Requires="v">
                <p:oleObj r:id="rId2" imgW="3833495" imgH="546100" progId="Equation.DSMT4">
                  <p:embed/>
                </p:oleObj>
              </mc:Choice>
              <mc:Fallback>
                <p:oleObj r:id="rId2" imgW="3833495" imgH="546100" progId="Equation.DSMT4">
                  <p:embed/>
                  <p:pic>
                    <p:nvPicPr>
                      <p:cNvPr id="0" name="图片 3477"/>
                      <p:cNvPicPr/>
                      <p:nvPr/>
                    </p:nvPicPr>
                    <p:blipFill>
                      <a:blip r:embed="rId3">
                        <a:lum bright="-100000"/>
                      </a:blip>
                      <a:stretch>
                        <a:fillRect/>
                      </a:stretch>
                    </p:blipFill>
                    <p:spPr>
                      <a:xfrm>
                        <a:off x="1644650" y="2376488"/>
                        <a:ext cx="3724275" cy="454025"/>
                      </a:xfrm>
                      <a:prstGeom prst="rect">
                        <a:avLst/>
                      </a:prstGeom>
                      <a:noFill/>
                      <a:ln w="38100">
                        <a:noFill/>
                        <a:miter/>
                      </a:ln>
                    </p:spPr>
                  </p:pic>
                </p:oleObj>
              </mc:Fallback>
            </mc:AlternateContent>
          </a:graphicData>
        </a:graphic>
      </p:graphicFrame>
      <p:graphicFrame>
        <p:nvGraphicFramePr>
          <p:cNvPr id="101380" name="对象 588804"/>
          <p:cNvGraphicFramePr/>
          <p:nvPr/>
        </p:nvGraphicFramePr>
        <p:xfrm>
          <a:off x="1185863" y="3073400"/>
          <a:ext cx="7162800" cy="471488"/>
        </p:xfrm>
        <a:graphic>
          <a:graphicData uri="http://schemas.openxmlformats.org/presentationml/2006/ole">
            <mc:AlternateContent xmlns:mc="http://schemas.openxmlformats.org/markup-compatibility/2006">
              <mc:Choice xmlns:v="urn:schemas-microsoft-com:vml" Requires="v">
                <p:oleObj r:id="rId4" imgW="7607300" imgH="545465" progId="Equation.DSMT4">
                  <p:embed/>
                </p:oleObj>
              </mc:Choice>
              <mc:Fallback>
                <p:oleObj r:id="rId4" imgW="7607300" imgH="545465" progId="Equation.DSMT4">
                  <p:embed/>
                  <p:pic>
                    <p:nvPicPr>
                      <p:cNvPr id="0" name="图片 3380"/>
                      <p:cNvPicPr/>
                      <p:nvPr/>
                    </p:nvPicPr>
                    <p:blipFill>
                      <a:blip r:embed="rId5">
                        <a:lum bright="-100000"/>
                      </a:blip>
                      <a:stretch>
                        <a:fillRect/>
                      </a:stretch>
                    </p:blipFill>
                    <p:spPr>
                      <a:xfrm>
                        <a:off x="1185863" y="3073400"/>
                        <a:ext cx="7162800" cy="471488"/>
                      </a:xfrm>
                      <a:prstGeom prst="rect">
                        <a:avLst/>
                      </a:prstGeom>
                      <a:noFill/>
                      <a:ln w="38100">
                        <a:noFill/>
                        <a:miter/>
                      </a:ln>
                    </p:spPr>
                  </p:pic>
                </p:oleObj>
              </mc:Fallback>
            </mc:AlternateContent>
          </a:graphicData>
        </a:graphic>
      </p:graphicFrame>
    </p:spTree>
  </p:cSld>
  <p:clrMapOvr>
    <a:masterClrMapping/>
  </p:clrMapOvr>
  <p:transition/>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2401" name="对象 137220"/>
          <p:cNvGraphicFramePr>
            <a:graphicFrameLocks noChangeAspect="1"/>
          </p:cNvGraphicFramePr>
          <p:nvPr/>
        </p:nvGraphicFramePr>
        <p:xfrm>
          <a:off x="395288" y="223838"/>
          <a:ext cx="8297862" cy="6410325"/>
        </p:xfrm>
        <a:graphic>
          <a:graphicData uri="http://schemas.openxmlformats.org/presentationml/2006/ole">
            <mc:AlternateContent xmlns:mc="http://schemas.openxmlformats.org/markup-compatibility/2006">
              <mc:Choice xmlns:v="urn:schemas-microsoft-com:vml" Requires="v">
                <p:oleObj r:id="rId2" imgW="4457700" imgH="3632200" progId="Equation.3">
                  <p:embed/>
                </p:oleObj>
              </mc:Choice>
              <mc:Fallback>
                <p:oleObj r:id="rId2" imgW="4457700" imgH="3632200" progId="Equation.3">
                  <p:embed/>
                  <p:pic>
                    <p:nvPicPr>
                      <p:cNvPr id="0" name="图片 3378"/>
                      <p:cNvPicPr/>
                      <p:nvPr/>
                    </p:nvPicPr>
                    <p:blipFill>
                      <a:blip r:embed="rId3"/>
                      <a:stretch>
                        <a:fillRect/>
                      </a:stretch>
                    </p:blipFill>
                    <p:spPr>
                      <a:xfrm>
                        <a:off x="395288" y="223838"/>
                        <a:ext cx="8297862" cy="6410325"/>
                      </a:xfrm>
                      <a:prstGeom prst="rect">
                        <a:avLst/>
                      </a:prstGeom>
                      <a:noFill/>
                      <a:ln w="38100">
                        <a:noFill/>
                        <a:miter/>
                      </a:ln>
                    </p:spPr>
                  </p:pic>
                </p:oleObj>
              </mc:Fallback>
            </mc:AlternateContent>
          </a:graphicData>
        </a:graphic>
      </p:graphicFrame>
    </p:spTree>
  </p:cSld>
  <p:clrMapOvr>
    <a:masterClrMapping/>
  </p:clrMapOvr>
  <p:transition/>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5" name="文本框 45059"/>
          <p:cNvSpPr txBox="1"/>
          <p:nvPr/>
        </p:nvSpPr>
        <p:spPr>
          <a:xfrm>
            <a:off x="323850" y="476250"/>
            <a:ext cx="8694738" cy="584200"/>
          </a:xfrm>
          <a:prstGeom prst="rect">
            <a:avLst/>
          </a:prstGeom>
          <a:noFill/>
          <a:ln w="9525">
            <a:noFill/>
          </a:ln>
        </p:spPr>
        <p:txBody>
          <a:bodyPr wrap="square" anchor="t" anchorCtr="0">
            <a:spAutoFit/>
          </a:bodyPr>
          <a:lstStyle/>
          <a:p>
            <a:pPr>
              <a:spcBef>
                <a:spcPct val="40000"/>
              </a:spcBef>
            </a:pPr>
            <a:r>
              <a:rPr lang="en-US" altLang="zh-CN" sz="3200" b="1">
                <a:latin typeface="Times New Roman" panose="02020603050405020304" pitchFamily="2" charset="0"/>
                <a:ea typeface="宋体" panose="02010600030101010101" pitchFamily="2" charset="-122"/>
              </a:rPr>
              <a:t>9</a:t>
            </a:r>
            <a:r>
              <a:rPr lang="zh-CN" altLang="en-US" sz="3200" b="1">
                <a:latin typeface="Times New Roman" panose="02020603050405020304" pitchFamily="2" charset="0"/>
                <a:ea typeface="宋体" panose="02010600030101010101" pitchFamily="2" charset="-122"/>
              </a:rPr>
              <a:t>、因果序列的累加性（有限项累加特性）</a:t>
            </a:r>
            <a:r>
              <a:rPr lang="zh-CN" altLang="en-US" sz="3200" b="1">
                <a:solidFill>
                  <a:srgbClr val="FF0000"/>
                </a:solidFill>
                <a:latin typeface="Times New Roman" panose="02020603050405020304" pitchFamily="2" charset="0"/>
                <a:ea typeface="宋体" panose="02010600030101010101" pitchFamily="2" charset="-122"/>
              </a:rPr>
              <a:t>了解</a:t>
            </a:r>
            <a:endParaRPr lang="zh-CN" altLang="en-US" sz="3200" b="1">
              <a:latin typeface="Times New Roman" panose="02020603050405020304" pitchFamily="2" charset="0"/>
              <a:ea typeface="宋体" panose="02010600030101010101" pitchFamily="2" charset="-122"/>
            </a:endParaRPr>
          </a:p>
        </p:txBody>
      </p:sp>
      <p:graphicFrame>
        <p:nvGraphicFramePr>
          <p:cNvPr id="103426" name="对象 589827"/>
          <p:cNvGraphicFramePr/>
          <p:nvPr/>
        </p:nvGraphicFramePr>
        <p:xfrm>
          <a:off x="2484438" y="2262188"/>
          <a:ext cx="3873500" cy="508000"/>
        </p:xfrm>
        <a:graphic>
          <a:graphicData uri="http://schemas.openxmlformats.org/presentationml/2006/ole">
            <mc:AlternateContent xmlns:mc="http://schemas.openxmlformats.org/markup-compatibility/2006">
              <mc:Choice xmlns:v="urn:schemas-microsoft-com:vml" Requires="v">
                <p:oleObj r:id="rId2" imgW="3873500" imgH="508000" progId="Equation.DSMT4">
                  <p:embed/>
                </p:oleObj>
              </mc:Choice>
              <mc:Fallback>
                <p:oleObj r:id="rId2" imgW="3873500" imgH="508000" progId="Equation.DSMT4">
                  <p:embed/>
                  <p:pic>
                    <p:nvPicPr>
                      <p:cNvPr id="0" name="图片 3384"/>
                      <p:cNvPicPr/>
                      <p:nvPr/>
                    </p:nvPicPr>
                    <p:blipFill>
                      <a:blip r:embed="rId3">
                        <a:lum bright="-100000"/>
                      </a:blip>
                      <a:stretch>
                        <a:fillRect/>
                      </a:stretch>
                    </p:blipFill>
                    <p:spPr>
                      <a:xfrm>
                        <a:off x="2484438" y="2262188"/>
                        <a:ext cx="3873500" cy="508000"/>
                      </a:xfrm>
                      <a:prstGeom prst="rect">
                        <a:avLst/>
                      </a:prstGeom>
                      <a:noFill/>
                      <a:ln w="38100">
                        <a:noFill/>
                        <a:miter/>
                      </a:ln>
                    </p:spPr>
                  </p:pic>
                </p:oleObj>
              </mc:Fallback>
            </mc:AlternateContent>
          </a:graphicData>
        </a:graphic>
      </p:graphicFrame>
      <p:graphicFrame>
        <p:nvGraphicFramePr>
          <p:cNvPr id="103427" name="对象 589828"/>
          <p:cNvGraphicFramePr/>
          <p:nvPr/>
        </p:nvGraphicFramePr>
        <p:xfrm>
          <a:off x="1763713" y="2852738"/>
          <a:ext cx="3644900" cy="914400"/>
        </p:xfrm>
        <a:graphic>
          <a:graphicData uri="http://schemas.openxmlformats.org/presentationml/2006/ole">
            <mc:AlternateContent xmlns:mc="http://schemas.openxmlformats.org/markup-compatibility/2006">
              <mc:Choice xmlns:v="urn:schemas-microsoft-com:vml" Requires="v">
                <p:oleObj r:id="rId4" imgW="3644900" imgH="914400" progId="Equation.DSMT4">
                  <p:embed/>
                </p:oleObj>
              </mc:Choice>
              <mc:Fallback>
                <p:oleObj r:id="rId4" imgW="3644900" imgH="914400" progId="Equation.DSMT4">
                  <p:embed/>
                  <p:pic>
                    <p:nvPicPr>
                      <p:cNvPr id="0" name="图片 3379"/>
                      <p:cNvPicPr/>
                      <p:nvPr/>
                    </p:nvPicPr>
                    <p:blipFill>
                      <a:blip r:embed="rId5">
                        <a:lum bright="-100000"/>
                      </a:blip>
                      <a:stretch>
                        <a:fillRect/>
                      </a:stretch>
                    </p:blipFill>
                    <p:spPr>
                      <a:xfrm>
                        <a:off x="1763713" y="2852738"/>
                        <a:ext cx="3644900" cy="914400"/>
                      </a:xfrm>
                      <a:prstGeom prst="rect">
                        <a:avLst/>
                      </a:prstGeom>
                      <a:noFill/>
                      <a:ln w="38100">
                        <a:noFill/>
                        <a:miter/>
                      </a:ln>
                    </p:spPr>
                  </p:pic>
                </p:oleObj>
              </mc:Fallback>
            </mc:AlternateContent>
          </a:graphicData>
        </a:graphic>
      </p:graphicFrame>
      <p:graphicFrame>
        <p:nvGraphicFramePr>
          <p:cNvPr id="103428" name="对象 589829"/>
          <p:cNvGraphicFramePr/>
          <p:nvPr/>
        </p:nvGraphicFramePr>
        <p:xfrm>
          <a:off x="5795963" y="3068638"/>
          <a:ext cx="2324100" cy="584200"/>
        </p:xfrm>
        <a:graphic>
          <a:graphicData uri="http://schemas.openxmlformats.org/presentationml/2006/ole">
            <mc:AlternateContent xmlns:mc="http://schemas.openxmlformats.org/markup-compatibility/2006">
              <mc:Choice xmlns:v="urn:schemas-microsoft-com:vml" Requires="v">
                <p:oleObj r:id="rId6" imgW="2322830" imgH="584200" progId="Equation.DSMT4">
                  <p:embed/>
                </p:oleObj>
              </mc:Choice>
              <mc:Fallback>
                <p:oleObj r:id="rId6" imgW="2322830" imgH="584200" progId="Equation.DSMT4">
                  <p:embed/>
                  <p:pic>
                    <p:nvPicPr>
                      <p:cNvPr id="0" name="图片 3377"/>
                      <p:cNvPicPr/>
                      <p:nvPr/>
                    </p:nvPicPr>
                    <p:blipFill>
                      <a:blip r:embed="rId7">
                        <a:lum bright="-100000"/>
                      </a:blip>
                      <a:stretch>
                        <a:fillRect/>
                      </a:stretch>
                    </p:blipFill>
                    <p:spPr>
                      <a:xfrm>
                        <a:off x="5795963" y="3068638"/>
                        <a:ext cx="2324100" cy="584200"/>
                      </a:xfrm>
                      <a:prstGeom prst="rect">
                        <a:avLst/>
                      </a:prstGeom>
                      <a:noFill/>
                      <a:ln w="38100">
                        <a:noFill/>
                        <a:miter/>
                      </a:ln>
                    </p:spPr>
                  </p:pic>
                </p:oleObj>
              </mc:Fallback>
            </mc:AlternateContent>
          </a:graphicData>
        </a:graphic>
      </p:graphicFrame>
      <p:sp>
        <p:nvSpPr>
          <p:cNvPr id="103429" name="文本框 589830"/>
          <p:cNvSpPr txBox="1"/>
          <p:nvPr/>
        </p:nvSpPr>
        <p:spPr>
          <a:xfrm>
            <a:off x="611188" y="3068638"/>
            <a:ext cx="1219200" cy="460375"/>
          </a:xfrm>
          <a:prstGeom prst="rect">
            <a:avLst/>
          </a:prstGeom>
          <a:noFill/>
          <a:ln w="12700">
            <a:noFill/>
          </a:ln>
        </p:spPr>
        <p:txBody>
          <a:bodyPr anchor="t" anchorCtr="0">
            <a:spAutoFit/>
          </a:bodyPr>
          <a:lstStyle/>
          <a:p>
            <a:pPr algn="ctr">
              <a:spcBef>
                <a:spcPct val="50000"/>
              </a:spcBef>
            </a:pPr>
            <a:r>
              <a:rPr lang="zh-CN" altLang="en-US" sz="2400" b="1">
                <a:latin typeface="Times New Roman" panose="02020603050405020304" pitchFamily="2" charset="0"/>
                <a:ea typeface="宋体" panose="02010600030101010101" pitchFamily="2" charset="-122"/>
              </a:rPr>
              <a:t>则</a:t>
            </a:r>
          </a:p>
        </p:txBody>
      </p:sp>
      <p:sp>
        <p:nvSpPr>
          <p:cNvPr id="103430" name="内容占位符 589826"/>
          <p:cNvSpPr>
            <a:spLocks noGrp="1"/>
          </p:cNvSpPr>
          <p:nvPr/>
        </p:nvSpPr>
        <p:spPr>
          <a:xfrm>
            <a:off x="900113" y="1339850"/>
            <a:ext cx="7772400" cy="1447800"/>
          </a:xfrm>
          <a:prstGeom prst="rect">
            <a:avLst/>
          </a:prstGeom>
          <a:noFill/>
          <a:ln w="9525">
            <a:noFill/>
          </a:ln>
        </p:spPr>
        <p:txBody>
          <a:bodyPr anchor="t" anchorCtr="0"/>
          <a:lstStyle/>
          <a:p>
            <a:pPr marL="342900" indent="-342900">
              <a:spcBef>
                <a:spcPct val="20000"/>
              </a:spcBef>
            </a:pPr>
            <a:r>
              <a:rPr lang="zh-CN" altLang="en-US" sz="2400" b="1" dirty="0">
                <a:latin typeface="Times New Roman" panose="02020603050405020304" pitchFamily="2" charset="0"/>
                <a:ea typeface="宋体" panose="02010600030101010101" pitchFamily="2" charset="-122"/>
              </a:rPr>
              <a:t>设</a:t>
            </a:r>
            <a:r>
              <a:rPr lang="en-US" altLang="zh-CN" sz="2400" b="1" dirty="0">
                <a:latin typeface="Times New Roman" panose="02020603050405020304" pitchFamily="2" charset="0"/>
                <a:ea typeface="宋体" panose="02010600030101010101" pitchFamily="2" charset="-122"/>
              </a:rPr>
              <a:t>x(n)</a:t>
            </a:r>
            <a:r>
              <a:rPr lang="zh-CN" altLang="en-US" sz="2400" b="1" dirty="0">
                <a:latin typeface="Times New Roman" panose="02020603050405020304" pitchFamily="2" charset="0"/>
                <a:ea typeface="宋体" panose="02010600030101010101" pitchFamily="2" charset="-122"/>
              </a:rPr>
              <a:t>为因果序列，即</a:t>
            </a:r>
            <a:r>
              <a:rPr lang="en-US" altLang="zh-CN" sz="2400" b="1">
                <a:latin typeface="Times New Roman" panose="02020603050405020304" pitchFamily="2" charset="0"/>
                <a:ea typeface="宋体" panose="02010600030101010101" pitchFamily="2" charset="-122"/>
              </a:rPr>
              <a:t>x(n)=0</a:t>
            </a:r>
            <a:r>
              <a:rPr lang="zh-CN" altLang="en-US" sz="2400" b="1">
                <a:latin typeface="Times New Roman" panose="02020603050405020304" pitchFamily="2" charset="0"/>
                <a:ea typeface="宋体" panose="02010600030101010101" pitchFamily="2" charset="-122"/>
              </a:rPr>
              <a:t>，</a:t>
            </a:r>
            <a:r>
              <a:rPr lang="en-US" altLang="zh-CN" sz="2400" b="1">
                <a:latin typeface="Times New Roman" panose="02020603050405020304" pitchFamily="2" charset="0"/>
                <a:ea typeface="宋体" panose="02010600030101010101" pitchFamily="2" charset="-122"/>
              </a:rPr>
              <a:t>n&lt;0</a:t>
            </a:r>
          </a:p>
        </p:txBody>
      </p:sp>
    </p:spTree>
  </p:cSld>
  <p:clrMapOvr>
    <a:masterClrMapping/>
  </p:clrMapOvr>
  <p:transition/>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49" name="矩形 45064"/>
          <p:cNvSpPr/>
          <p:nvPr/>
        </p:nvSpPr>
        <p:spPr>
          <a:xfrm>
            <a:off x="504825" y="530225"/>
            <a:ext cx="7437438" cy="584200"/>
          </a:xfrm>
          <a:prstGeom prst="rect">
            <a:avLst/>
          </a:prstGeom>
          <a:noFill/>
          <a:ln w="9525">
            <a:noFill/>
          </a:ln>
        </p:spPr>
        <p:txBody>
          <a:bodyPr wrap="square" anchor="t" anchorCtr="0">
            <a:spAutoFit/>
          </a:bodyPr>
          <a:lstStyle/>
          <a:p>
            <a:r>
              <a:rPr lang="en-US" altLang="zh-CN" sz="3200" b="1">
                <a:latin typeface="Times New Roman" panose="02020603050405020304" pitchFamily="2" charset="0"/>
                <a:ea typeface="宋体" panose="02010600030101010101" pitchFamily="2" charset="-122"/>
              </a:rPr>
              <a:t>10</a:t>
            </a:r>
            <a:r>
              <a:rPr lang="zh-CN" altLang="en-US" sz="3200" b="1">
                <a:latin typeface="Times New Roman" panose="02020603050405020304" pitchFamily="2" charset="0"/>
                <a:ea typeface="宋体" panose="02010600030101010101" pitchFamily="2" charset="-122"/>
              </a:rPr>
              <a:t>、序列的卷积和(时域卷积定理)</a:t>
            </a:r>
          </a:p>
        </p:txBody>
      </p:sp>
      <p:graphicFrame>
        <p:nvGraphicFramePr>
          <p:cNvPr id="104450" name="对象 122884"/>
          <p:cNvGraphicFramePr>
            <a:graphicFrameLocks noChangeAspect="1"/>
          </p:cNvGraphicFramePr>
          <p:nvPr/>
        </p:nvGraphicFramePr>
        <p:xfrm>
          <a:off x="881063" y="1438275"/>
          <a:ext cx="7813675" cy="1589088"/>
        </p:xfrm>
        <a:graphic>
          <a:graphicData uri="http://schemas.openxmlformats.org/presentationml/2006/ole">
            <mc:AlternateContent xmlns:mc="http://schemas.openxmlformats.org/markup-compatibility/2006">
              <mc:Choice xmlns:v="urn:schemas-microsoft-com:vml" Requires="v">
                <p:oleObj r:id="rId2" imgW="4457700" imgH="1002665" progId="Equation.3">
                  <p:embed/>
                </p:oleObj>
              </mc:Choice>
              <mc:Fallback>
                <p:oleObj r:id="rId2" imgW="4457700" imgH="1002665" progId="Equation.3">
                  <p:embed/>
                  <p:pic>
                    <p:nvPicPr>
                      <p:cNvPr id="0" name="图片 3383"/>
                      <p:cNvPicPr/>
                      <p:nvPr/>
                    </p:nvPicPr>
                    <p:blipFill>
                      <a:blip r:embed="rId3"/>
                      <a:stretch>
                        <a:fillRect/>
                      </a:stretch>
                    </p:blipFill>
                    <p:spPr>
                      <a:xfrm>
                        <a:off x="881063" y="1438275"/>
                        <a:ext cx="7813675" cy="1589088"/>
                      </a:xfrm>
                      <a:prstGeom prst="rect">
                        <a:avLst/>
                      </a:prstGeom>
                      <a:noFill/>
                      <a:ln w="38100">
                        <a:noFill/>
                        <a:miter/>
                      </a:ln>
                    </p:spPr>
                  </p:pic>
                </p:oleObj>
              </mc:Fallback>
            </mc:AlternateContent>
          </a:graphicData>
        </a:graphic>
      </p:graphicFrame>
      <p:sp>
        <p:nvSpPr>
          <p:cNvPr id="104451" name="文本框 122885"/>
          <p:cNvSpPr txBox="1"/>
          <p:nvPr/>
        </p:nvSpPr>
        <p:spPr>
          <a:xfrm>
            <a:off x="779463" y="3140075"/>
            <a:ext cx="7585075" cy="1690688"/>
          </a:xfrm>
          <a:prstGeom prst="rect">
            <a:avLst/>
          </a:prstGeom>
          <a:noFill/>
          <a:ln w="9525">
            <a:noFill/>
          </a:ln>
        </p:spPr>
        <p:txBody>
          <a:bodyPr wrap="none" anchor="t" anchorCtr="0">
            <a:spAutoFit/>
          </a:bodyPr>
          <a:lstStyle/>
          <a:p>
            <a:pPr>
              <a:lnSpc>
                <a:spcPct val="140000"/>
              </a:lnSpc>
            </a:pPr>
            <a:r>
              <a:rPr lang="zh-CN" altLang="en-US" sz="2000" b="1" dirty="0">
                <a:solidFill>
                  <a:srgbClr val="C00000"/>
                </a:solidFill>
                <a:latin typeface="Times New Roman" panose="02020603050405020304" pitchFamily="2" charset="0"/>
                <a:ea typeface="宋体" panose="02010600030101010101" pitchFamily="2" charset="-122"/>
                <a:sym typeface="Arial" panose="020B0604020202020204" pitchFamily="34" charset="0"/>
              </a:rPr>
              <a:t>若时域为卷积和，则</a:t>
            </a:r>
            <a:r>
              <a:rPr lang="en-US" altLang="zh-CN" sz="2000" b="1" dirty="0">
                <a:solidFill>
                  <a:srgbClr val="C00000"/>
                </a:solidFill>
                <a:latin typeface="Times New Roman" panose="02020603050405020304" pitchFamily="2" charset="0"/>
                <a:ea typeface="宋体" panose="02010600030101010101" pitchFamily="2" charset="-122"/>
                <a:sym typeface="Arial" panose="020B0604020202020204" pitchFamily="34" charset="0"/>
              </a:rPr>
              <a:t>z</a:t>
            </a:r>
            <a:r>
              <a:rPr lang="zh-CN" altLang="en-US" sz="2000" b="1" dirty="0">
                <a:solidFill>
                  <a:srgbClr val="C00000"/>
                </a:solidFill>
                <a:latin typeface="Times New Roman" panose="02020603050405020304" pitchFamily="2" charset="0"/>
                <a:ea typeface="宋体" panose="02010600030101010101" pitchFamily="2" charset="-122"/>
                <a:sym typeface="Arial" panose="020B0604020202020204" pitchFamily="34" charset="0"/>
              </a:rPr>
              <a:t>变换域是相乘</a:t>
            </a:r>
          </a:p>
          <a:p>
            <a:pPr>
              <a:lnSpc>
                <a:spcPct val="140000"/>
              </a:lnSpc>
            </a:pPr>
            <a:r>
              <a:rPr lang="zh-CN" altLang="en-US" sz="2000" b="1" dirty="0">
                <a:latin typeface="Times New Roman" panose="02020603050405020304" pitchFamily="2" charset="0"/>
                <a:ea typeface="宋体" panose="02010600030101010101" pitchFamily="2" charset="-122"/>
                <a:sym typeface="Arial" panose="020B0604020202020204" pitchFamily="34" charset="0"/>
              </a:rPr>
              <a:t>ROC：一般情况下取两者</a:t>
            </a:r>
            <a:r>
              <a:rPr lang="zh-CN" altLang="en-US" sz="2000" b="1" dirty="0">
                <a:solidFill>
                  <a:srgbClr val="C00000"/>
                </a:solidFill>
                <a:latin typeface="Times New Roman" panose="02020603050405020304" pitchFamily="2" charset="0"/>
                <a:ea typeface="宋体" panose="02010600030101010101" pitchFamily="2" charset="-122"/>
                <a:sym typeface="Arial" panose="020B0604020202020204" pitchFamily="34" charset="0"/>
              </a:rPr>
              <a:t>重叠</a:t>
            </a:r>
            <a:r>
              <a:rPr lang="zh-CN" altLang="en-US" sz="2000" b="1" dirty="0">
                <a:latin typeface="Times New Roman" panose="02020603050405020304" pitchFamily="2" charset="0"/>
                <a:ea typeface="宋体" panose="02010600030101010101" pitchFamily="2" charset="-122"/>
                <a:sym typeface="Arial" panose="020B0604020202020204" pitchFamily="34" charset="0"/>
              </a:rPr>
              <a:t>部分</a:t>
            </a:r>
          </a:p>
          <a:p>
            <a:pPr>
              <a:lnSpc>
                <a:spcPct val="140000"/>
              </a:lnSpc>
            </a:pPr>
            <a:r>
              <a:rPr lang="zh-CN" altLang="en-US" sz="2000" b="1" dirty="0">
                <a:latin typeface="Times New Roman" panose="02020603050405020304" pitchFamily="2" charset="0"/>
                <a:ea typeface="宋体" panose="02010600030101010101" pitchFamily="2" charset="-122"/>
                <a:sym typeface="Arial" panose="020B0604020202020204" pitchFamily="34" charset="0"/>
              </a:rPr>
              <a:t>若在这些线性组合中，</a:t>
            </a:r>
            <a:r>
              <a:rPr lang="zh-CN" altLang="en-US" sz="2000" b="1" dirty="0">
                <a:solidFill>
                  <a:srgbClr val="C00000"/>
                </a:solidFill>
                <a:latin typeface="Times New Roman" panose="02020603050405020304" pitchFamily="2" charset="0"/>
                <a:ea typeface="宋体" panose="02010600030101010101" pitchFamily="2" charset="-122"/>
                <a:sym typeface="Arial" panose="020B0604020202020204" pitchFamily="34" charset="0"/>
              </a:rPr>
              <a:t>某些零点与极点相抵消，收敛域有可能扩大</a:t>
            </a:r>
          </a:p>
          <a:p>
            <a:endParaRPr lang="zh-CN" altLang="en-US" sz="2000" b="1" dirty="0">
              <a:solidFill>
                <a:srgbClr val="C00000"/>
              </a:solidFill>
              <a:latin typeface="Times New Roman" panose="02020603050405020304" pitchFamily="2" charset="0"/>
              <a:ea typeface="宋体" panose="02010600030101010101" pitchFamily="2" charset="-122"/>
              <a:sym typeface="Arial" panose="020B0604020202020204" pitchFamily="34" charset="0"/>
            </a:endParaRPr>
          </a:p>
        </p:txBody>
      </p:sp>
    </p:spTree>
  </p:cSld>
  <p:clrMapOvr>
    <a:masterClrMapping/>
  </p:clrMapOvr>
  <p:transition/>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5473" name="对象 124932"/>
          <p:cNvGraphicFramePr>
            <a:graphicFrameLocks noChangeAspect="1"/>
          </p:cNvGraphicFramePr>
          <p:nvPr/>
        </p:nvGraphicFramePr>
        <p:xfrm>
          <a:off x="528638" y="1216025"/>
          <a:ext cx="8324850" cy="3219450"/>
        </p:xfrm>
        <a:graphic>
          <a:graphicData uri="http://schemas.openxmlformats.org/presentationml/2006/ole">
            <mc:AlternateContent xmlns:mc="http://schemas.openxmlformats.org/markup-compatibility/2006">
              <mc:Choice xmlns:v="urn:schemas-microsoft-com:vml" Requires="v">
                <p:oleObj r:id="rId3" imgW="4749165" imgH="2032000" progId="Equation.3">
                  <p:embed/>
                </p:oleObj>
              </mc:Choice>
              <mc:Fallback>
                <p:oleObj r:id="rId3" imgW="4749165" imgH="2032000" progId="Equation.3">
                  <p:embed/>
                  <p:pic>
                    <p:nvPicPr>
                      <p:cNvPr id="0" name="图片 3385"/>
                      <p:cNvPicPr/>
                      <p:nvPr/>
                    </p:nvPicPr>
                    <p:blipFill>
                      <a:blip r:embed="rId4"/>
                      <a:stretch>
                        <a:fillRect/>
                      </a:stretch>
                    </p:blipFill>
                    <p:spPr>
                      <a:xfrm>
                        <a:off x="528638" y="1216025"/>
                        <a:ext cx="8324850" cy="3219450"/>
                      </a:xfrm>
                      <a:prstGeom prst="rect">
                        <a:avLst/>
                      </a:prstGeom>
                      <a:noFill/>
                      <a:ln w="38100">
                        <a:noFill/>
                        <a:miter/>
                      </a:ln>
                    </p:spPr>
                  </p:pic>
                </p:oleObj>
              </mc:Fallback>
            </mc:AlternateContent>
          </a:graphicData>
        </a:graphic>
      </p:graphicFrame>
      <p:sp>
        <p:nvSpPr>
          <p:cNvPr id="105474" name="文本框 124933"/>
          <p:cNvSpPr txBox="1"/>
          <p:nvPr/>
        </p:nvSpPr>
        <p:spPr>
          <a:xfrm>
            <a:off x="803275" y="4779963"/>
            <a:ext cx="7777163" cy="460375"/>
          </a:xfrm>
          <a:prstGeom prst="rect">
            <a:avLst/>
          </a:prstGeom>
          <a:noFill/>
          <a:ln w="9525">
            <a:noFill/>
          </a:ln>
        </p:spPr>
        <p:txBody>
          <a:bodyPr wrap="square" anchor="t" anchorCtr="0">
            <a:spAutoFit/>
          </a:bodyPr>
          <a:lstStyle/>
          <a:p>
            <a:r>
              <a:rPr lang="zh-CN" altLang="en-US" sz="2400" b="1" dirty="0">
                <a:latin typeface="Times New Roman" panose="02020603050405020304" pitchFamily="2" charset="0"/>
                <a:ea typeface="宋体" panose="02010600030101010101" pitchFamily="2" charset="-122"/>
                <a:sym typeface="Arial" panose="020B0604020202020204" pitchFamily="34" charset="0"/>
              </a:rPr>
              <a:t>两序列在</a:t>
            </a:r>
            <a:r>
              <a:rPr lang="zh-CN" altLang="en-US" sz="2400" b="1" dirty="0">
                <a:solidFill>
                  <a:srgbClr val="C00000"/>
                </a:solidFill>
                <a:latin typeface="Times New Roman" panose="02020603050405020304" pitchFamily="2" charset="0"/>
                <a:ea typeface="宋体" panose="02010600030101010101" pitchFamily="2" charset="-122"/>
                <a:sym typeface="Arial" panose="020B0604020202020204" pitchFamily="34" charset="0"/>
              </a:rPr>
              <a:t>时域中的卷积</a:t>
            </a:r>
            <a:r>
              <a:rPr lang="zh-CN" altLang="en-US" sz="2400" b="1" dirty="0">
                <a:latin typeface="Times New Roman" panose="02020603050405020304" pitchFamily="2" charset="0"/>
                <a:ea typeface="宋体" panose="02010600030101010101" pitchFamily="2" charset="-122"/>
                <a:sym typeface="Arial" panose="020B0604020202020204" pitchFamily="34" charset="0"/>
              </a:rPr>
              <a:t>等效于z域中两序列</a:t>
            </a:r>
            <a:r>
              <a:rPr lang="zh-CN" altLang="en-US" sz="2400" b="1" dirty="0">
                <a:solidFill>
                  <a:srgbClr val="C00000"/>
                </a:solidFill>
                <a:latin typeface="Times New Roman" panose="02020603050405020304" pitchFamily="2" charset="0"/>
                <a:ea typeface="宋体" panose="02010600030101010101" pitchFamily="2" charset="-122"/>
                <a:sym typeface="Arial" panose="020B0604020202020204" pitchFamily="34" charset="0"/>
              </a:rPr>
              <a:t>z变换的乘积</a:t>
            </a:r>
          </a:p>
        </p:txBody>
      </p:sp>
    </p:spTree>
  </p:cSld>
  <p:clrMapOvr>
    <a:masterClrMapping/>
  </p:clrMapOvr>
  <p:transition/>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1" name="文本框 126980"/>
          <p:cNvSpPr txBox="1"/>
          <p:nvPr/>
        </p:nvSpPr>
        <p:spPr>
          <a:xfrm>
            <a:off x="682625" y="738188"/>
            <a:ext cx="7777163" cy="830262"/>
          </a:xfrm>
          <a:prstGeom prst="rect">
            <a:avLst/>
          </a:prstGeom>
          <a:noFill/>
          <a:ln w="9525">
            <a:noFill/>
          </a:ln>
        </p:spPr>
        <p:txBody>
          <a:bodyPr wrap="square" anchor="t" anchorCtr="0">
            <a:spAutoFit/>
          </a:bodyPr>
          <a:lstStyle/>
          <a:p>
            <a:pPr>
              <a:lnSpc>
                <a:spcPct val="120000"/>
              </a:lnSpc>
            </a:pPr>
            <a:r>
              <a:rPr lang="zh-CN" altLang="en-US" sz="2000" b="1" dirty="0">
                <a:latin typeface="Times New Roman" panose="02020603050405020304" pitchFamily="2" charset="0"/>
                <a:ea typeface="宋体" panose="02010600030101010101" pitchFamily="2" charset="-122"/>
                <a:sym typeface="Arial" panose="020B0604020202020204" pitchFamily="34" charset="0"/>
              </a:rPr>
              <a:t>若</a:t>
            </a:r>
            <a:r>
              <a:rPr lang="zh-CN" altLang="en-US" sz="2000" b="1" i="1" dirty="0">
                <a:latin typeface="Times New Roman" panose="02020603050405020304" pitchFamily="2" charset="0"/>
                <a:ea typeface="宋体" panose="02010600030101010101" pitchFamily="2" charset="-122"/>
                <a:sym typeface="Arial" panose="020B0604020202020204" pitchFamily="34" charset="0"/>
              </a:rPr>
              <a:t>x(n)</a:t>
            </a:r>
            <a:r>
              <a:rPr lang="zh-CN" altLang="en-US" sz="2000" b="1" dirty="0">
                <a:latin typeface="Times New Roman" panose="02020603050405020304" pitchFamily="2" charset="0"/>
                <a:ea typeface="宋体" panose="02010600030101010101" pitchFamily="2" charset="-122"/>
                <a:sym typeface="Arial" panose="020B0604020202020204" pitchFamily="34" charset="0"/>
              </a:rPr>
              <a:t>与</a:t>
            </a:r>
            <a:r>
              <a:rPr lang="zh-CN" altLang="en-US" sz="2000" b="1" i="1" dirty="0">
                <a:latin typeface="Times New Roman" panose="02020603050405020304" pitchFamily="2" charset="0"/>
                <a:ea typeface="宋体" panose="02010600030101010101" pitchFamily="2" charset="-122"/>
                <a:sym typeface="Arial" panose="020B0604020202020204" pitchFamily="34" charset="0"/>
              </a:rPr>
              <a:t>h(n)</a:t>
            </a:r>
            <a:r>
              <a:rPr lang="zh-CN" altLang="en-US" sz="2000" b="1" dirty="0">
                <a:latin typeface="Times New Roman" panose="02020603050405020304" pitchFamily="2" charset="0"/>
                <a:ea typeface="宋体" panose="02010600030101010101" pitchFamily="2" charset="-122"/>
                <a:sym typeface="Arial" panose="020B0604020202020204" pitchFamily="34" charset="0"/>
              </a:rPr>
              <a:t>分别为</a:t>
            </a:r>
            <a:r>
              <a:rPr lang="zh-CN" altLang="en-US" sz="2000" b="1" dirty="0">
                <a:solidFill>
                  <a:srgbClr val="C00000"/>
                </a:solidFill>
                <a:latin typeface="Times New Roman" panose="02020603050405020304" pitchFamily="2" charset="0"/>
                <a:ea typeface="宋体" panose="02010600030101010101" pitchFamily="2" charset="-122"/>
                <a:sym typeface="Arial" panose="020B0604020202020204" pitchFamily="34" charset="0"/>
              </a:rPr>
              <a:t>线性是移(时)不变离散系统</a:t>
            </a:r>
            <a:r>
              <a:rPr lang="zh-CN" altLang="en-US" sz="2000" b="1" dirty="0">
                <a:latin typeface="Times New Roman" panose="02020603050405020304" pitchFamily="2" charset="0"/>
                <a:ea typeface="宋体" panose="02010600030101010101" pitchFamily="2" charset="-122"/>
                <a:sym typeface="Arial" panose="020B0604020202020204" pitchFamily="34" charset="0"/>
              </a:rPr>
              <a:t>的激励(系统输入)和单位样值响应，那么在求系统的响应</a:t>
            </a:r>
            <a:r>
              <a:rPr lang="zh-CN" altLang="en-US" sz="2000" b="1" i="1" dirty="0">
                <a:latin typeface="Times New Roman" panose="02020603050405020304" pitchFamily="2" charset="0"/>
                <a:ea typeface="宋体" panose="02010600030101010101" pitchFamily="2" charset="-122"/>
                <a:sym typeface="Arial" panose="020B0604020202020204" pitchFamily="34" charset="0"/>
              </a:rPr>
              <a:t>y(n)</a:t>
            </a:r>
            <a:r>
              <a:rPr lang="zh-CN" altLang="en-US" sz="2000" b="1" dirty="0">
                <a:latin typeface="Times New Roman" panose="02020603050405020304" pitchFamily="2" charset="0"/>
                <a:ea typeface="宋体" panose="02010600030101010101" pitchFamily="2" charset="-122"/>
                <a:sym typeface="Arial" panose="020B0604020202020204" pitchFamily="34" charset="0"/>
              </a:rPr>
              <a:t>时，可以避免卷积运算。</a:t>
            </a:r>
            <a:endParaRPr lang="zh-CN" altLang="en-US" sz="2000" b="1" dirty="0">
              <a:solidFill>
                <a:srgbClr val="FF3300"/>
              </a:solidFill>
              <a:latin typeface="Times New Roman" panose="02020603050405020304" pitchFamily="2" charset="0"/>
              <a:ea typeface="宋体" panose="02010600030101010101" pitchFamily="2" charset="-122"/>
              <a:sym typeface="Arial" panose="020B0604020202020204" pitchFamily="34" charset="0"/>
            </a:endParaRPr>
          </a:p>
        </p:txBody>
      </p:sp>
      <p:graphicFrame>
        <p:nvGraphicFramePr>
          <p:cNvPr id="107522" name="对象 126981">
            <a:hlinkClick r:id="" action="ppaction://ole?verb=0"/>
          </p:cNvPr>
          <p:cNvGraphicFramePr>
            <a:graphicFrameLocks noChangeAspect="1"/>
          </p:cNvGraphicFramePr>
          <p:nvPr/>
        </p:nvGraphicFramePr>
        <p:xfrm>
          <a:off x="755650" y="1597025"/>
          <a:ext cx="6232525" cy="2790825"/>
        </p:xfrm>
        <a:graphic>
          <a:graphicData uri="http://schemas.openxmlformats.org/presentationml/2006/ole">
            <mc:AlternateContent xmlns:mc="http://schemas.openxmlformats.org/markup-compatibility/2006">
              <mc:Choice xmlns:v="urn:schemas-microsoft-com:vml" Requires="v">
                <p:oleObj r:id="rId3" imgW="4089400" imgH="1828800" progId="Equation.3">
                  <p:embed/>
                </p:oleObj>
              </mc:Choice>
              <mc:Fallback>
                <p:oleObj r:id="rId3" imgW="4089400" imgH="1828800" progId="Equation.3">
                  <p:embed/>
                  <p:pic>
                    <p:nvPicPr>
                      <p:cNvPr id="0" name="图片 3381"/>
                      <p:cNvPicPr/>
                      <p:nvPr/>
                    </p:nvPicPr>
                    <p:blipFill>
                      <a:blip r:embed="rId4"/>
                      <a:stretch>
                        <a:fillRect/>
                      </a:stretch>
                    </p:blipFill>
                    <p:spPr>
                      <a:xfrm>
                        <a:off x="755650" y="1597025"/>
                        <a:ext cx="6232525" cy="2790825"/>
                      </a:xfrm>
                      <a:prstGeom prst="rect">
                        <a:avLst/>
                      </a:prstGeom>
                      <a:noFill/>
                      <a:ln w="38100">
                        <a:noFill/>
                        <a:miter/>
                      </a:ln>
                    </p:spPr>
                  </p:pic>
                </p:oleObj>
              </mc:Fallback>
            </mc:AlternateContent>
          </a:graphicData>
        </a:graphic>
      </p:graphicFrame>
      <p:sp>
        <p:nvSpPr>
          <p:cNvPr id="107523" name="文本框 126982"/>
          <p:cNvSpPr txBox="1"/>
          <p:nvPr/>
        </p:nvSpPr>
        <p:spPr>
          <a:xfrm>
            <a:off x="984250" y="4387850"/>
            <a:ext cx="7686675" cy="398463"/>
          </a:xfrm>
          <a:prstGeom prst="rect">
            <a:avLst/>
          </a:prstGeom>
          <a:noFill/>
          <a:ln w="9525">
            <a:noFill/>
          </a:ln>
        </p:spPr>
        <p:txBody>
          <a:bodyPr wrap="square" anchor="t" anchorCtr="0">
            <a:spAutoFit/>
          </a:bodyPr>
          <a:lstStyle/>
          <a:p>
            <a:r>
              <a:rPr lang="zh-CN" altLang="en-US" sz="2000" b="1" i="1" dirty="0">
                <a:latin typeface="Times New Roman" panose="02020603050405020304" pitchFamily="2" charset="0"/>
                <a:ea typeface="宋体" panose="02010600030101010101" pitchFamily="2" charset="-122"/>
                <a:sym typeface="Arial" panose="020B0604020202020204" pitchFamily="34" charset="0"/>
              </a:rPr>
              <a:t>X(z)</a:t>
            </a:r>
            <a:r>
              <a:rPr lang="zh-CN" altLang="en-US" sz="2000" b="1" dirty="0">
                <a:latin typeface="Times New Roman" panose="02020603050405020304" pitchFamily="2" charset="0"/>
                <a:ea typeface="宋体" panose="02010600030101010101" pitchFamily="2" charset="-122"/>
                <a:sym typeface="Arial" panose="020B0604020202020204" pitchFamily="34" charset="0"/>
              </a:rPr>
              <a:t>的极点与</a:t>
            </a:r>
            <a:r>
              <a:rPr lang="zh-CN" altLang="en-US" sz="2000" b="1" i="1" dirty="0">
                <a:latin typeface="Times New Roman" panose="02020603050405020304" pitchFamily="2" charset="0"/>
                <a:ea typeface="宋体" panose="02010600030101010101" pitchFamily="2" charset="-122"/>
                <a:sym typeface="Arial" panose="020B0604020202020204" pitchFamily="34" charset="0"/>
              </a:rPr>
              <a:t>H(z)</a:t>
            </a:r>
            <a:r>
              <a:rPr lang="zh-CN" altLang="en-US" sz="2000" b="1" dirty="0">
                <a:latin typeface="Times New Roman" panose="02020603050405020304" pitchFamily="2" charset="0"/>
                <a:ea typeface="宋体" panose="02010600030101010101" pitchFamily="2" charset="-122"/>
                <a:sym typeface="Arial" panose="020B0604020202020204" pitchFamily="34" charset="0"/>
              </a:rPr>
              <a:t>的零点相消，</a:t>
            </a:r>
            <a:r>
              <a:rPr lang="zh-CN" altLang="en-US" sz="2000" b="1" i="1" dirty="0">
                <a:latin typeface="Times New Roman" panose="02020603050405020304" pitchFamily="2" charset="0"/>
                <a:ea typeface="宋体" panose="02010600030101010101" pitchFamily="2" charset="-122"/>
                <a:sym typeface="Arial" panose="020B0604020202020204" pitchFamily="34" charset="0"/>
              </a:rPr>
              <a:t>Y(z)</a:t>
            </a:r>
            <a:r>
              <a:rPr lang="zh-CN" altLang="en-US" sz="2000" b="1" dirty="0">
                <a:latin typeface="Times New Roman" panose="02020603050405020304" pitchFamily="2" charset="0"/>
                <a:ea typeface="宋体" panose="02010600030101010101" pitchFamily="2" charset="-122"/>
                <a:sym typeface="Arial" panose="020B0604020202020204" pitchFamily="34" charset="0"/>
              </a:rPr>
              <a:t>的收敛域扩大为              ，所以</a:t>
            </a:r>
          </a:p>
        </p:txBody>
      </p:sp>
      <p:graphicFrame>
        <p:nvGraphicFramePr>
          <p:cNvPr id="107524" name="对象 126983">
            <a:hlinkClick r:id="" action="ppaction://ole?verb=0"/>
          </p:cNvPr>
          <p:cNvGraphicFramePr>
            <a:graphicFrameLocks noChangeAspect="1"/>
          </p:cNvGraphicFramePr>
          <p:nvPr/>
        </p:nvGraphicFramePr>
        <p:xfrm>
          <a:off x="6742113" y="4354513"/>
          <a:ext cx="842962" cy="465137"/>
        </p:xfrm>
        <a:graphic>
          <a:graphicData uri="http://schemas.openxmlformats.org/presentationml/2006/ole">
            <mc:AlternateContent xmlns:mc="http://schemas.openxmlformats.org/markup-compatibility/2006">
              <mc:Choice xmlns:v="urn:schemas-microsoft-com:vml" Requires="v">
                <p:oleObj r:id="rId5" imgW="487045" imgH="269240" progId="Equation.3">
                  <p:embed/>
                </p:oleObj>
              </mc:Choice>
              <mc:Fallback>
                <p:oleObj r:id="rId5" imgW="487045" imgH="269240" progId="Equation.3">
                  <p:embed/>
                  <p:pic>
                    <p:nvPicPr>
                      <p:cNvPr id="0" name="图片 3386"/>
                      <p:cNvPicPr/>
                      <p:nvPr/>
                    </p:nvPicPr>
                    <p:blipFill>
                      <a:blip r:embed="rId6"/>
                      <a:stretch>
                        <a:fillRect/>
                      </a:stretch>
                    </p:blipFill>
                    <p:spPr>
                      <a:xfrm>
                        <a:off x="6742113" y="4354513"/>
                        <a:ext cx="842962" cy="465137"/>
                      </a:xfrm>
                      <a:prstGeom prst="rect">
                        <a:avLst/>
                      </a:prstGeom>
                      <a:noFill/>
                      <a:ln w="38100">
                        <a:noFill/>
                        <a:miter/>
                      </a:ln>
                    </p:spPr>
                  </p:pic>
                </p:oleObj>
              </mc:Fallback>
            </mc:AlternateContent>
          </a:graphicData>
        </a:graphic>
      </p:graphicFrame>
      <p:graphicFrame>
        <p:nvGraphicFramePr>
          <p:cNvPr id="107525" name="对象 126984">
            <a:hlinkClick r:id="" action="ppaction://ole?verb=0"/>
          </p:cNvPr>
          <p:cNvGraphicFramePr>
            <a:graphicFrameLocks noChangeAspect="1"/>
          </p:cNvGraphicFramePr>
          <p:nvPr/>
        </p:nvGraphicFramePr>
        <p:xfrm>
          <a:off x="1233488" y="4922838"/>
          <a:ext cx="3944937" cy="368300"/>
        </p:xfrm>
        <a:graphic>
          <a:graphicData uri="http://schemas.openxmlformats.org/presentationml/2006/ole">
            <mc:AlternateContent xmlns:mc="http://schemas.openxmlformats.org/markup-compatibility/2006">
              <mc:Choice xmlns:v="urn:schemas-microsoft-com:vml" Requires="v">
                <p:oleObj r:id="rId7" imgW="2730500" imgH="254000" progId="Equation.3">
                  <p:embed/>
                </p:oleObj>
              </mc:Choice>
              <mc:Fallback>
                <p:oleObj r:id="rId7" imgW="2730500" imgH="254000" progId="Equation.3">
                  <p:embed/>
                  <p:pic>
                    <p:nvPicPr>
                      <p:cNvPr id="0" name="图片 3382"/>
                      <p:cNvPicPr/>
                      <p:nvPr/>
                    </p:nvPicPr>
                    <p:blipFill>
                      <a:blip r:embed="rId8"/>
                      <a:stretch>
                        <a:fillRect/>
                      </a:stretch>
                    </p:blipFill>
                    <p:spPr>
                      <a:xfrm>
                        <a:off x="1233488" y="4922838"/>
                        <a:ext cx="3944937" cy="368300"/>
                      </a:xfrm>
                      <a:prstGeom prst="rect">
                        <a:avLst/>
                      </a:prstGeom>
                      <a:noFill/>
                      <a:ln w="38100">
                        <a:noFill/>
                        <a:miter/>
                      </a:ln>
                    </p:spPr>
                  </p:pic>
                </p:oleObj>
              </mc:Fallback>
            </mc:AlternateContent>
          </a:graphicData>
        </a:graphic>
      </p:graphicFrame>
      <p:grpSp>
        <p:nvGrpSpPr>
          <p:cNvPr id="107526" name="组合 98313"/>
          <p:cNvGrpSpPr/>
          <p:nvPr/>
        </p:nvGrpSpPr>
        <p:grpSpPr>
          <a:xfrm>
            <a:off x="6670675" y="4686300"/>
            <a:ext cx="2401888" cy="2090738"/>
            <a:chOff x="3840" y="2544"/>
            <a:chExt cx="1824" cy="1680"/>
          </a:xfrm>
        </p:grpSpPr>
        <p:sp>
          <p:nvSpPr>
            <p:cNvPr id="107527" name="椭圆 98314"/>
            <p:cNvSpPr/>
            <p:nvPr/>
          </p:nvSpPr>
          <p:spPr>
            <a:xfrm>
              <a:off x="3840" y="2735"/>
              <a:ext cx="1478" cy="1451"/>
            </a:xfrm>
            <a:prstGeom prst="ellipse">
              <a:avLst/>
            </a:prstGeom>
            <a:pattFill prst="pct10">
              <a:fgClr>
                <a:schemeClr val="tx1"/>
              </a:fgClr>
              <a:bgClr>
                <a:schemeClr val="bg2"/>
              </a:bgClr>
            </a:pattFill>
            <a:ln w="25400">
              <a:noFill/>
            </a:ln>
          </p:spPr>
          <p:txBody>
            <a:bodyPr anchor="t" anchorCtr="0"/>
            <a:lstStyle/>
            <a:p>
              <a:endParaRPr lang="zh-CN" altLang="en-US">
                <a:latin typeface="Times New Roman" panose="02020603050405020304" pitchFamily="2" charset="0"/>
                <a:ea typeface="宋体" panose="02010600030101010101" pitchFamily="2" charset="-122"/>
              </a:endParaRPr>
            </a:p>
          </p:txBody>
        </p:sp>
        <p:sp>
          <p:nvSpPr>
            <p:cNvPr id="107528" name="椭圆 98315"/>
            <p:cNvSpPr/>
            <p:nvPr/>
          </p:nvSpPr>
          <p:spPr>
            <a:xfrm>
              <a:off x="4104" y="2964"/>
              <a:ext cx="988" cy="993"/>
            </a:xfrm>
            <a:prstGeom prst="ellipse">
              <a:avLst/>
            </a:prstGeom>
            <a:solidFill>
              <a:schemeClr val="bg2"/>
            </a:solidFill>
            <a:ln w="25400" cap="sq" cmpd="sng">
              <a:solidFill>
                <a:schemeClr val="tx1"/>
              </a:solidFill>
              <a:prstDash val="solid"/>
              <a:round/>
              <a:headEnd type="none" w="sm" len="sm"/>
              <a:tailEnd type="none" w="sm" len="sm"/>
            </a:ln>
          </p:spPr>
          <p:txBody>
            <a:bodyPr anchor="t" anchorCtr="0"/>
            <a:lstStyle/>
            <a:p>
              <a:endParaRPr lang="zh-CN" altLang="en-US">
                <a:latin typeface="Times New Roman" panose="02020603050405020304" pitchFamily="2" charset="0"/>
                <a:ea typeface="宋体" panose="02010600030101010101" pitchFamily="2" charset="-122"/>
              </a:endParaRPr>
            </a:p>
          </p:txBody>
        </p:sp>
        <p:sp>
          <p:nvSpPr>
            <p:cNvPr id="107529" name="直接连接符 98316"/>
            <p:cNvSpPr/>
            <p:nvPr/>
          </p:nvSpPr>
          <p:spPr>
            <a:xfrm>
              <a:off x="3868" y="3460"/>
              <a:ext cx="1741" cy="0"/>
            </a:xfrm>
            <a:prstGeom prst="line">
              <a:avLst/>
            </a:prstGeom>
            <a:ln w="25400" cap="sq" cmpd="sng">
              <a:solidFill>
                <a:schemeClr val="tx1"/>
              </a:solidFill>
              <a:prstDash val="solid"/>
              <a:round/>
              <a:headEnd type="none" w="sm" len="sm"/>
              <a:tailEnd type="triangle" w="med" len="lg"/>
            </a:ln>
          </p:spPr>
        </p:sp>
        <p:sp>
          <p:nvSpPr>
            <p:cNvPr id="107530" name="直接连接符 98317"/>
            <p:cNvSpPr/>
            <p:nvPr/>
          </p:nvSpPr>
          <p:spPr>
            <a:xfrm flipV="1">
              <a:off x="4584" y="2582"/>
              <a:ext cx="0" cy="1642"/>
            </a:xfrm>
            <a:prstGeom prst="line">
              <a:avLst/>
            </a:prstGeom>
            <a:ln w="25400" cap="sq" cmpd="sng">
              <a:solidFill>
                <a:schemeClr val="tx1"/>
              </a:solidFill>
              <a:prstDash val="solid"/>
              <a:round/>
              <a:headEnd type="none" w="sm" len="sm"/>
              <a:tailEnd type="triangle" w="med" len="lg"/>
            </a:ln>
          </p:spPr>
        </p:sp>
        <p:graphicFrame>
          <p:nvGraphicFramePr>
            <p:cNvPr id="107531" name="对象 98318"/>
            <p:cNvGraphicFramePr/>
            <p:nvPr/>
          </p:nvGraphicFramePr>
          <p:xfrm>
            <a:off x="5250" y="3499"/>
            <a:ext cx="414" cy="190"/>
          </p:xfrm>
          <a:graphic>
            <a:graphicData uri="http://schemas.openxmlformats.org/presentationml/2006/ole">
              <mc:AlternateContent xmlns:mc="http://schemas.openxmlformats.org/markup-compatibility/2006">
                <mc:Choice xmlns:v="urn:schemas-microsoft-com:vml" Requires="v">
                  <p:oleObj r:id="rId9" imgW="838200" imgH="381000" progId="Equation.DSMT4">
                    <p:embed/>
                  </p:oleObj>
                </mc:Choice>
                <mc:Fallback>
                  <p:oleObj r:id="rId9" imgW="838200" imgH="381000" progId="Equation.DSMT4">
                    <p:embed/>
                    <p:pic>
                      <p:nvPicPr>
                        <p:cNvPr id="0" name="图片 3480"/>
                        <p:cNvPicPr/>
                        <p:nvPr/>
                      </p:nvPicPr>
                      <p:blipFill>
                        <a:blip r:embed="rId10"/>
                        <a:stretch>
                          <a:fillRect/>
                        </a:stretch>
                      </p:blipFill>
                      <p:spPr>
                        <a:xfrm>
                          <a:off x="5250" y="3499"/>
                          <a:ext cx="414" cy="190"/>
                        </a:xfrm>
                        <a:prstGeom prst="rect">
                          <a:avLst/>
                        </a:prstGeom>
                        <a:solidFill>
                          <a:srgbClr val="2D2D89"/>
                        </a:solidFill>
                        <a:ln w="38100">
                          <a:noFill/>
                          <a:miter/>
                        </a:ln>
                      </p:spPr>
                    </p:pic>
                  </p:oleObj>
                </mc:Fallback>
              </mc:AlternateContent>
            </a:graphicData>
          </a:graphic>
        </p:graphicFrame>
        <p:graphicFrame>
          <p:nvGraphicFramePr>
            <p:cNvPr id="107532" name="对象 98319"/>
            <p:cNvGraphicFramePr/>
            <p:nvPr/>
          </p:nvGraphicFramePr>
          <p:xfrm>
            <a:off x="4621" y="2544"/>
            <a:ext cx="521" cy="191"/>
          </p:xfrm>
          <a:graphic>
            <a:graphicData uri="http://schemas.openxmlformats.org/presentationml/2006/ole">
              <mc:AlternateContent xmlns:mc="http://schemas.openxmlformats.org/markup-compatibility/2006">
                <mc:Choice xmlns:v="urn:schemas-microsoft-com:vml" Requires="v">
                  <p:oleObj r:id="rId11" imgW="1054100" imgH="381000" progId="Equation.DSMT4">
                    <p:embed/>
                  </p:oleObj>
                </mc:Choice>
                <mc:Fallback>
                  <p:oleObj r:id="rId11" imgW="1054100" imgH="381000" progId="Equation.DSMT4">
                    <p:embed/>
                    <p:pic>
                      <p:nvPicPr>
                        <p:cNvPr id="0" name="图片 3488"/>
                        <p:cNvPicPr/>
                        <p:nvPr/>
                      </p:nvPicPr>
                      <p:blipFill>
                        <a:blip r:embed="rId12"/>
                        <a:stretch>
                          <a:fillRect/>
                        </a:stretch>
                      </p:blipFill>
                      <p:spPr>
                        <a:xfrm>
                          <a:off x="4621" y="2544"/>
                          <a:ext cx="521" cy="191"/>
                        </a:xfrm>
                        <a:prstGeom prst="rect">
                          <a:avLst/>
                        </a:prstGeom>
                        <a:noFill/>
                        <a:ln w="38100">
                          <a:noFill/>
                          <a:miter/>
                        </a:ln>
                      </p:spPr>
                    </p:pic>
                  </p:oleObj>
                </mc:Fallback>
              </mc:AlternateContent>
            </a:graphicData>
          </a:graphic>
        </p:graphicFrame>
        <p:graphicFrame>
          <p:nvGraphicFramePr>
            <p:cNvPr id="107533" name="对象 98320"/>
            <p:cNvGraphicFramePr/>
            <p:nvPr/>
          </p:nvGraphicFramePr>
          <p:xfrm>
            <a:off x="4471" y="3499"/>
            <a:ext cx="100" cy="152"/>
          </p:xfrm>
          <a:graphic>
            <a:graphicData uri="http://schemas.openxmlformats.org/presentationml/2006/ole">
              <mc:AlternateContent xmlns:mc="http://schemas.openxmlformats.org/markup-compatibility/2006">
                <mc:Choice xmlns:v="urn:schemas-microsoft-com:vml" Requires="v">
                  <p:oleObj r:id="rId13" imgW="203200" imgH="304800" progId="Equation.DSMT4">
                    <p:embed/>
                  </p:oleObj>
                </mc:Choice>
                <mc:Fallback>
                  <p:oleObj r:id="rId13" imgW="203200" imgH="304800" progId="Equation.DSMT4">
                    <p:embed/>
                    <p:pic>
                      <p:nvPicPr>
                        <p:cNvPr id="0" name="图片 3485"/>
                        <p:cNvPicPr/>
                        <p:nvPr/>
                      </p:nvPicPr>
                      <p:blipFill>
                        <a:blip r:embed="rId14"/>
                        <a:stretch>
                          <a:fillRect/>
                        </a:stretch>
                      </p:blipFill>
                      <p:spPr>
                        <a:xfrm>
                          <a:off x="4471" y="3499"/>
                          <a:ext cx="100" cy="152"/>
                        </a:xfrm>
                        <a:prstGeom prst="rect">
                          <a:avLst/>
                        </a:prstGeom>
                        <a:solidFill>
                          <a:srgbClr val="2D2D89"/>
                        </a:solidFill>
                        <a:ln w="38100">
                          <a:noFill/>
                          <a:miter/>
                        </a:ln>
                      </p:spPr>
                    </p:pic>
                  </p:oleObj>
                </mc:Fallback>
              </mc:AlternateContent>
            </a:graphicData>
          </a:graphic>
        </p:graphicFrame>
        <p:sp>
          <p:nvSpPr>
            <p:cNvPr id="107534" name="椭圆 98321"/>
            <p:cNvSpPr/>
            <p:nvPr/>
          </p:nvSpPr>
          <p:spPr>
            <a:xfrm>
              <a:off x="3991" y="2849"/>
              <a:ext cx="1204" cy="1222"/>
            </a:xfrm>
            <a:prstGeom prst="ellipse">
              <a:avLst/>
            </a:prstGeom>
            <a:noFill/>
            <a:ln w="25400" cap="flat" cmpd="sng">
              <a:solidFill>
                <a:schemeClr val="tx1"/>
              </a:solidFill>
              <a:prstDash val="lgDash"/>
              <a:round/>
              <a:headEnd type="none" w="sm" len="sm"/>
              <a:tailEnd type="none" w="sm" len="sm"/>
            </a:ln>
          </p:spPr>
          <p:txBody>
            <a:bodyPr anchor="t" anchorCtr="0"/>
            <a:lstStyle/>
            <a:p>
              <a:endParaRPr lang="zh-CN" altLang="en-US">
                <a:latin typeface="Times New Roman" panose="02020603050405020304" pitchFamily="2" charset="0"/>
                <a:ea typeface="宋体" panose="02010600030101010101" pitchFamily="2" charset="-122"/>
              </a:endParaRPr>
            </a:p>
          </p:txBody>
        </p:sp>
        <p:grpSp>
          <p:nvGrpSpPr>
            <p:cNvPr id="107535" name="组合 98322"/>
            <p:cNvGrpSpPr/>
            <p:nvPr/>
          </p:nvGrpSpPr>
          <p:grpSpPr>
            <a:xfrm>
              <a:off x="4800" y="2976"/>
              <a:ext cx="72" cy="125"/>
              <a:chOff x="4743" y="1344"/>
              <a:chExt cx="92" cy="157"/>
            </a:xfrm>
          </p:grpSpPr>
          <p:sp>
            <p:nvSpPr>
              <p:cNvPr id="107536" name="直接连接符 98323"/>
              <p:cNvSpPr/>
              <p:nvPr/>
            </p:nvSpPr>
            <p:spPr>
              <a:xfrm flipH="1">
                <a:off x="4743" y="1349"/>
                <a:ext cx="90" cy="133"/>
              </a:xfrm>
              <a:prstGeom prst="line">
                <a:avLst/>
              </a:prstGeom>
              <a:ln w="25400" cap="sq" cmpd="sng">
                <a:solidFill>
                  <a:srgbClr val="FF9900"/>
                </a:solidFill>
                <a:prstDash val="solid"/>
                <a:round/>
                <a:headEnd type="none" w="sm" len="sm"/>
                <a:tailEnd type="none" w="sm" len="sm"/>
              </a:ln>
            </p:spPr>
          </p:sp>
          <p:sp>
            <p:nvSpPr>
              <p:cNvPr id="107537" name="直接连接符 98324"/>
              <p:cNvSpPr/>
              <p:nvPr/>
            </p:nvSpPr>
            <p:spPr>
              <a:xfrm>
                <a:off x="4752" y="1344"/>
                <a:ext cx="83" cy="157"/>
              </a:xfrm>
              <a:prstGeom prst="line">
                <a:avLst/>
              </a:prstGeom>
              <a:ln w="25400" cap="sq" cmpd="sng">
                <a:solidFill>
                  <a:srgbClr val="FF9900"/>
                </a:solidFill>
                <a:prstDash val="solid"/>
                <a:round/>
                <a:headEnd type="none" w="sm" len="sm"/>
                <a:tailEnd type="none" w="sm" len="sm"/>
              </a:ln>
            </p:spPr>
          </p:sp>
        </p:grpSp>
        <p:graphicFrame>
          <p:nvGraphicFramePr>
            <p:cNvPr id="107538" name="对象 98325"/>
            <p:cNvGraphicFramePr/>
            <p:nvPr/>
          </p:nvGraphicFramePr>
          <p:xfrm>
            <a:off x="4704" y="3024"/>
            <a:ext cx="101" cy="158"/>
          </p:xfrm>
          <a:graphic>
            <a:graphicData uri="http://schemas.openxmlformats.org/presentationml/2006/ole">
              <mc:AlternateContent xmlns:mc="http://schemas.openxmlformats.org/markup-compatibility/2006">
                <mc:Choice xmlns:v="urn:schemas-microsoft-com:vml" Requires="v">
                  <p:oleObj r:id="rId15" imgW="203200" imgH="317500" progId="Equation.DSMT4">
                    <p:embed/>
                  </p:oleObj>
                </mc:Choice>
                <mc:Fallback>
                  <p:oleObj r:id="rId15" imgW="203200" imgH="317500" progId="Equation.DSMT4">
                    <p:embed/>
                    <p:pic>
                      <p:nvPicPr>
                        <p:cNvPr id="0" name="图片 3486"/>
                        <p:cNvPicPr/>
                        <p:nvPr/>
                      </p:nvPicPr>
                      <p:blipFill>
                        <a:blip r:embed="rId16"/>
                        <a:stretch>
                          <a:fillRect/>
                        </a:stretch>
                      </p:blipFill>
                      <p:spPr>
                        <a:xfrm>
                          <a:off x="4704" y="3024"/>
                          <a:ext cx="101" cy="158"/>
                        </a:xfrm>
                        <a:prstGeom prst="rect">
                          <a:avLst/>
                        </a:prstGeom>
                        <a:solidFill>
                          <a:srgbClr val="2D2D89"/>
                        </a:solidFill>
                        <a:ln w="38100">
                          <a:noFill/>
                          <a:miter/>
                        </a:ln>
                      </p:spPr>
                    </p:pic>
                  </p:oleObj>
                </mc:Fallback>
              </mc:AlternateContent>
            </a:graphicData>
          </a:graphic>
        </p:graphicFrame>
        <p:graphicFrame>
          <p:nvGraphicFramePr>
            <p:cNvPr id="107539" name="对象 98326"/>
            <p:cNvGraphicFramePr/>
            <p:nvPr/>
          </p:nvGraphicFramePr>
          <p:xfrm>
            <a:off x="4992" y="3936"/>
            <a:ext cx="113" cy="114"/>
          </p:xfrm>
          <a:graphic>
            <a:graphicData uri="http://schemas.openxmlformats.org/presentationml/2006/ole">
              <mc:AlternateContent xmlns:mc="http://schemas.openxmlformats.org/markup-compatibility/2006">
                <mc:Choice xmlns:v="urn:schemas-microsoft-com:vml" Requires="v">
                  <p:oleObj r:id="rId17" imgW="228600" imgH="228600" progId="Equation.DSMT4">
                    <p:embed/>
                  </p:oleObj>
                </mc:Choice>
                <mc:Fallback>
                  <p:oleObj r:id="rId17" imgW="228600" imgH="228600" progId="Equation.DSMT4">
                    <p:embed/>
                    <p:pic>
                      <p:nvPicPr>
                        <p:cNvPr id="0" name="图片 3479"/>
                        <p:cNvPicPr/>
                        <p:nvPr/>
                      </p:nvPicPr>
                      <p:blipFill>
                        <a:blip r:embed="rId18"/>
                        <a:stretch>
                          <a:fillRect/>
                        </a:stretch>
                      </p:blipFill>
                      <p:spPr>
                        <a:xfrm>
                          <a:off x="4992" y="3936"/>
                          <a:ext cx="113" cy="114"/>
                        </a:xfrm>
                        <a:prstGeom prst="rect">
                          <a:avLst/>
                        </a:prstGeom>
                        <a:solidFill>
                          <a:srgbClr val="2D2D89"/>
                        </a:solidFill>
                        <a:ln w="38100">
                          <a:noFill/>
                          <a:miter/>
                        </a:ln>
                      </p:spPr>
                    </p:pic>
                  </p:oleObj>
                </mc:Fallback>
              </mc:AlternateContent>
            </a:graphicData>
          </a:graphic>
        </p:graphicFrame>
        <p:grpSp>
          <p:nvGrpSpPr>
            <p:cNvPr id="107540" name="组合 98327"/>
            <p:cNvGrpSpPr/>
            <p:nvPr/>
          </p:nvGrpSpPr>
          <p:grpSpPr>
            <a:xfrm>
              <a:off x="4882" y="3912"/>
              <a:ext cx="72" cy="125"/>
              <a:chOff x="4743" y="1344"/>
              <a:chExt cx="92" cy="157"/>
            </a:xfrm>
          </p:grpSpPr>
          <p:sp>
            <p:nvSpPr>
              <p:cNvPr id="107541" name="直接连接符 98328"/>
              <p:cNvSpPr/>
              <p:nvPr/>
            </p:nvSpPr>
            <p:spPr>
              <a:xfrm flipH="1">
                <a:off x="4743" y="1349"/>
                <a:ext cx="90" cy="133"/>
              </a:xfrm>
              <a:prstGeom prst="line">
                <a:avLst/>
              </a:prstGeom>
              <a:ln w="25400" cap="flat" cmpd="sng">
                <a:solidFill>
                  <a:srgbClr val="FF9900"/>
                </a:solidFill>
                <a:prstDash val="sysDot"/>
                <a:round/>
                <a:headEnd type="none" w="sm" len="sm"/>
                <a:tailEnd type="none" w="sm" len="sm"/>
              </a:ln>
            </p:spPr>
          </p:sp>
          <p:sp>
            <p:nvSpPr>
              <p:cNvPr id="107542" name="直接连接符 98329"/>
              <p:cNvSpPr/>
              <p:nvPr/>
            </p:nvSpPr>
            <p:spPr>
              <a:xfrm>
                <a:off x="4752" y="1344"/>
                <a:ext cx="83" cy="157"/>
              </a:xfrm>
              <a:prstGeom prst="line">
                <a:avLst/>
              </a:prstGeom>
              <a:ln w="25400" cap="flat" cmpd="sng">
                <a:solidFill>
                  <a:srgbClr val="FF9900"/>
                </a:solidFill>
                <a:prstDash val="sysDot"/>
                <a:round/>
                <a:headEnd type="none" w="sm" len="sm"/>
                <a:tailEnd type="none" w="sm" len="sm"/>
              </a:ln>
            </p:spPr>
          </p:sp>
        </p:grpSp>
      </p:grpSp>
    </p:spTree>
  </p:cSld>
  <p:clrMapOvr>
    <a:masterClrMapping/>
  </p:clrMapOvr>
  <p:transition/>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9569" name="对象 591875"/>
          <p:cNvGraphicFramePr/>
          <p:nvPr/>
        </p:nvGraphicFramePr>
        <p:xfrm>
          <a:off x="1838325" y="2133600"/>
          <a:ext cx="4400550" cy="457200"/>
        </p:xfrm>
        <a:graphic>
          <a:graphicData uri="http://schemas.openxmlformats.org/presentationml/2006/ole">
            <mc:AlternateContent xmlns:mc="http://schemas.openxmlformats.org/markup-compatibility/2006">
              <mc:Choice xmlns:v="urn:schemas-microsoft-com:vml" Requires="v">
                <p:oleObj r:id="rId2" imgW="4711700" imgH="508000" progId="Equation.DSMT4">
                  <p:embed/>
                </p:oleObj>
              </mc:Choice>
              <mc:Fallback>
                <p:oleObj r:id="rId2" imgW="4711700" imgH="508000" progId="Equation.DSMT4">
                  <p:embed/>
                  <p:pic>
                    <p:nvPicPr>
                      <p:cNvPr id="0" name="图片 3482"/>
                      <p:cNvPicPr/>
                      <p:nvPr/>
                    </p:nvPicPr>
                    <p:blipFill>
                      <a:blip r:embed="rId3">
                        <a:lum bright="-100000"/>
                      </a:blip>
                      <a:stretch>
                        <a:fillRect/>
                      </a:stretch>
                    </p:blipFill>
                    <p:spPr>
                      <a:xfrm>
                        <a:off x="1838325" y="2133600"/>
                        <a:ext cx="4400550" cy="457200"/>
                      </a:xfrm>
                      <a:prstGeom prst="rect">
                        <a:avLst/>
                      </a:prstGeom>
                      <a:noFill/>
                      <a:ln w="38100">
                        <a:noFill/>
                        <a:miter/>
                      </a:ln>
                    </p:spPr>
                  </p:pic>
                </p:oleObj>
              </mc:Fallback>
            </mc:AlternateContent>
          </a:graphicData>
        </a:graphic>
      </p:graphicFrame>
      <p:graphicFrame>
        <p:nvGraphicFramePr>
          <p:cNvPr id="109570" name="对象 591876"/>
          <p:cNvGraphicFramePr/>
          <p:nvPr/>
        </p:nvGraphicFramePr>
        <p:xfrm>
          <a:off x="1781175" y="3351213"/>
          <a:ext cx="4503738" cy="319087"/>
        </p:xfrm>
        <a:graphic>
          <a:graphicData uri="http://schemas.openxmlformats.org/presentationml/2006/ole">
            <mc:AlternateContent xmlns:mc="http://schemas.openxmlformats.org/markup-compatibility/2006">
              <mc:Choice xmlns:v="urn:schemas-microsoft-com:vml" Requires="v">
                <p:oleObj r:id="rId4" imgW="4671695" imgH="381000" progId="Equation.DSMT4">
                  <p:embed/>
                </p:oleObj>
              </mc:Choice>
              <mc:Fallback>
                <p:oleObj r:id="rId4" imgW="4671695" imgH="381000" progId="Equation.DSMT4">
                  <p:embed/>
                  <p:pic>
                    <p:nvPicPr>
                      <p:cNvPr id="0" name="图片 3491"/>
                      <p:cNvPicPr/>
                      <p:nvPr/>
                    </p:nvPicPr>
                    <p:blipFill>
                      <a:blip r:embed="rId5">
                        <a:lum bright="-100000"/>
                      </a:blip>
                      <a:stretch>
                        <a:fillRect/>
                      </a:stretch>
                    </p:blipFill>
                    <p:spPr>
                      <a:xfrm>
                        <a:off x="1781175" y="3351213"/>
                        <a:ext cx="4503738" cy="319087"/>
                      </a:xfrm>
                      <a:prstGeom prst="rect">
                        <a:avLst/>
                      </a:prstGeom>
                      <a:noFill/>
                      <a:ln w="38100">
                        <a:noFill/>
                        <a:miter/>
                      </a:ln>
                    </p:spPr>
                  </p:pic>
                </p:oleObj>
              </mc:Fallback>
            </mc:AlternateContent>
          </a:graphicData>
        </a:graphic>
      </p:graphicFrame>
      <p:graphicFrame>
        <p:nvGraphicFramePr>
          <p:cNvPr id="109571" name="对象 591877"/>
          <p:cNvGraphicFramePr/>
          <p:nvPr/>
        </p:nvGraphicFramePr>
        <p:xfrm>
          <a:off x="1765300" y="2709863"/>
          <a:ext cx="4551363" cy="436562"/>
        </p:xfrm>
        <a:graphic>
          <a:graphicData uri="http://schemas.openxmlformats.org/presentationml/2006/ole">
            <mc:AlternateContent xmlns:mc="http://schemas.openxmlformats.org/markup-compatibility/2006">
              <mc:Choice xmlns:v="urn:schemas-microsoft-com:vml" Requires="v">
                <p:oleObj r:id="rId6" imgW="4711700" imgH="508000" progId="Equation.DSMT4">
                  <p:embed/>
                </p:oleObj>
              </mc:Choice>
              <mc:Fallback>
                <p:oleObj r:id="rId6" imgW="4711700" imgH="508000" progId="Equation.DSMT4">
                  <p:embed/>
                  <p:pic>
                    <p:nvPicPr>
                      <p:cNvPr id="0" name="图片 3490"/>
                      <p:cNvPicPr/>
                      <p:nvPr/>
                    </p:nvPicPr>
                    <p:blipFill>
                      <a:blip r:embed="rId7">
                        <a:lum bright="-100000"/>
                      </a:blip>
                      <a:stretch>
                        <a:fillRect/>
                      </a:stretch>
                    </p:blipFill>
                    <p:spPr>
                      <a:xfrm>
                        <a:off x="1765300" y="2709863"/>
                        <a:ext cx="4551363" cy="436562"/>
                      </a:xfrm>
                      <a:prstGeom prst="rect">
                        <a:avLst/>
                      </a:prstGeom>
                      <a:noFill/>
                      <a:ln w="38100">
                        <a:noFill/>
                        <a:miter/>
                      </a:ln>
                    </p:spPr>
                  </p:pic>
                </p:oleObj>
              </mc:Fallback>
            </mc:AlternateContent>
          </a:graphicData>
        </a:graphic>
      </p:graphicFrame>
      <p:graphicFrame>
        <p:nvGraphicFramePr>
          <p:cNvPr id="109572" name="对象 591878"/>
          <p:cNvGraphicFramePr/>
          <p:nvPr/>
        </p:nvGraphicFramePr>
        <p:xfrm>
          <a:off x="1909763" y="1484313"/>
          <a:ext cx="2230437" cy="331787"/>
        </p:xfrm>
        <a:graphic>
          <a:graphicData uri="http://schemas.openxmlformats.org/presentationml/2006/ole">
            <mc:AlternateContent xmlns:mc="http://schemas.openxmlformats.org/markup-compatibility/2006">
              <mc:Choice xmlns:v="urn:schemas-microsoft-com:vml" Requires="v">
                <p:oleObj r:id="rId8" imgW="2487930" imgH="381000" progId="Equation.DSMT4">
                  <p:embed/>
                </p:oleObj>
              </mc:Choice>
              <mc:Fallback>
                <p:oleObj r:id="rId8" imgW="2487930" imgH="381000" progId="Equation.DSMT4">
                  <p:embed/>
                  <p:pic>
                    <p:nvPicPr>
                      <p:cNvPr id="0" name="图片 3487"/>
                      <p:cNvPicPr/>
                      <p:nvPr/>
                    </p:nvPicPr>
                    <p:blipFill>
                      <a:blip r:embed="rId9">
                        <a:lum bright="-100000"/>
                      </a:blip>
                      <a:stretch>
                        <a:fillRect/>
                      </a:stretch>
                    </p:blipFill>
                    <p:spPr>
                      <a:xfrm>
                        <a:off x="1909763" y="1484313"/>
                        <a:ext cx="2230437" cy="331787"/>
                      </a:xfrm>
                      <a:prstGeom prst="rect">
                        <a:avLst/>
                      </a:prstGeom>
                      <a:noFill/>
                      <a:ln w="38100">
                        <a:noFill/>
                        <a:miter/>
                      </a:ln>
                    </p:spPr>
                  </p:pic>
                </p:oleObj>
              </mc:Fallback>
            </mc:AlternateContent>
          </a:graphicData>
        </a:graphic>
      </p:graphicFrame>
      <p:graphicFrame>
        <p:nvGraphicFramePr>
          <p:cNvPr id="109573" name="对象 591879"/>
          <p:cNvGraphicFramePr/>
          <p:nvPr/>
        </p:nvGraphicFramePr>
        <p:xfrm>
          <a:off x="6316663" y="3938588"/>
          <a:ext cx="2416175" cy="446087"/>
        </p:xfrm>
        <a:graphic>
          <a:graphicData uri="http://schemas.openxmlformats.org/presentationml/2006/ole">
            <mc:AlternateContent xmlns:mc="http://schemas.openxmlformats.org/markup-compatibility/2006">
              <mc:Choice xmlns:v="urn:schemas-microsoft-com:vml" Requires="v">
                <p:oleObj r:id="rId10" imgW="2857500" imgH="508000" progId="Equation.DSMT4">
                  <p:embed/>
                </p:oleObj>
              </mc:Choice>
              <mc:Fallback>
                <p:oleObj r:id="rId10" imgW="2857500" imgH="508000" progId="Equation.DSMT4">
                  <p:embed/>
                  <p:pic>
                    <p:nvPicPr>
                      <p:cNvPr id="0" name="图片 3492"/>
                      <p:cNvPicPr/>
                      <p:nvPr/>
                    </p:nvPicPr>
                    <p:blipFill>
                      <a:blip r:embed="rId11">
                        <a:lum bright="-100000"/>
                      </a:blip>
                      <a:stretch>
                        <a:fillRect/>
                      </a:stretch>
                    </p:blipFill>
                    <p:spPr>
                      <a:xfrm>
                        <a:off x="6316663" y="3938588"/>
                        <a:ext cx="2416175" cy="446087"/>
                      </a:xfrm>
                      <a:prstGeom prst="rect">
                        <a:avLst/>
                      </a:prstGeom>
                      <a:noFill/>
                      <a:ln w="38100">
                        <a:noFill/>
                        <a:miter/>
                      </a:ln>
                    </p:spPr>
                  </p:pic>
                </p:oleObj>
              </mc:Fallback>
            </mc:AlternateContent>
          </a:graphicData>
        </a:graphic>
      </p:graphicFrame>
      <p:graphicFrame>
        <p:nvGraphicFramePr>
          <p:cNvPr id="109574" name="对象 591880"/>
          <p:cNvGraphicFramePr/>
          <p:nvPr/>
        </p:nvGraphicFramePr>
        <p:xfrm>
          <a:off x="2482850" y="3752850"/>
          <a:ext cx="3316288" cy="784225"/>
        </p:xfrm>
        <a:graphic>
          <a:graphicData uri="http://schemas.openxmlformats.org/presentationml/2006/ole">
            <mc:AlternateContent xmlns:mc="http://schemas.openxmlformats.org/markup-compatibility/2006">
              <mc:Choice xmlns:v="urn:schemas-microsoft-com:vml" Requires="v">
                <p:oleObj r:id="rId12" imgW="3759200" imgH="939800" progId="Equation.DSMT4">
                  <p:embed/>
                </p:oleObj>
              </mc:Choice>
              <mc:Fallback>
                <p:oleObj r:id="rId12" imgW="3759200" imgH="939800" progId="Equation.DSMT4">
                  <p:embed/>
                  <p:pic>
                    <p:nvPicPr>
                      <p:cNvPr id="0" name="图片 3489"/>
                      <p:cNvPicPr/>
                      <p:nvPr/>
                    </p:nvPicPr>
                    <p:blipFill>
                      <a:blip r:embed="rId13">
                        <a:lum bright="-100000"/>
                      </a:blip>
                      <a:stretch>
                        <a:fillRect/>
                      </a:stretch>
                    </p:blipFill>
                    <p:spPr>
                      <a:xfrm>
                        <a:off x="2482850" y="3752850"/>
                        <a:ext cx="3316288" cy="784225"/>
                      </a:xfrm>
                      <a:prstGeom prst="rect">
                        <a:avLst/>
                      </a:prstGeom>
                      <a:noFill/>
                      <a:ln w="38100">
                        <a:noFill/>
                        <a:miter/>
                      </a:ln>
                    </p:spPr>
                  </p:pic>
                </p:oleObj>
              </mc:Fallback>
            </mc:AlternateContent>
          </a:graphicData>
        </a:graphic>
      </p:graphicFrame>
      <p:graphicFrame>
        <p:nvGraphicFramePr>
          <p:cNvPr id="109575" name="对象 591881"/>
          <p:cNvGraphicFramePr/>
          <p:nvPr/>
        </p:nvGraphicFramePr>
        <p:xfrm>
          <a:off x="1728788" y="4675188"/>
          <a:ext cx="4624387" cy="908050"/>
        </p:xfrm>
        <a:graphic>
          <a:graphicData uri="http://schemas.openxmlformats.org/presentationml/2006/ole">
            <mc:AlternateContent xmlns:mc="http://schemas.openxmlformats.org/markup-compatibility/2006">
              <mc:Choice xmlns:v="urn:schemas-microsoft-com:vml" Requires="v">
                <p:oleObj r:id="rId14" imgW="5245100" imgH="1143000" progId="Equation.DSMT4">
                  <p:embed/>
                </p:oleObj>
              </mc:Choice>
              <mc:Fallback>
                <p:oleObj r:id="rId14" imgW="5245100" imgH="1143000" progId="Equation.DSMT4">
                  <p:embed/>
                  <p:pic>
                    <p:nvPicPr>
                      <p:cNvPr id="0" name="图片 3483"/>
                      <p:cNvPicPr/>
                      <p:nvPr/>
                    </p:nvPicPr>
                    <p:blipFill>
                      <a:blip r:embed="rId15">
                        <a:lum bright="-100000"/>
                      </a:blip>
                      <a:stretch>
                        <a:fillRect/>
                      </a:stretch>
                    </p:blipFill>
                    <p:spPr>
                      <a:xfrm>
                        <a:off x="1728788" y="4675188"/>
                        <a:ext cx="4624387" cy="908050"/>
                      </a:xfrm>
                      <a:prstGeom prst="rect">
                        <a:avLst/>
                      </a:prstGeom>
                      <a:noFill/>
                      <a:ln w="38100">
                        <a:noFill/>
                        <a:miter/>
                      </a:ln>
                    </p:spPr>
                  </p:pic>
                </p:oleObj>
              </mc:Fallback>
            </mc:AlternateContent>
          </a:graphicData>
        </a:graphic>
      </p:graphicFrame>
      <p:sp>
        <p:nvSpPr>
          <p:cNvPr id="109576" name="文本框 591882"/>
          <p:cNvSpPr txBox="1"/>
          <p:nvPr/>
        </p:nvSpPr>
        <p:spPr>
          <a:xfrm>
            <a:off x="990600" y="3286125"/>
            <a:ext cx="1219200" cy="457200"/>
          </a:xfrm>
          <a:prstGeom prst="rect">
            <a:avLst/>
          </a:prstGeom>
          <a:noFill/>
          <a:ln w="12700">
            <a:noFill/>
          </a:ln>
        </p:spPr>
        <p:txBody>
          <a:bodyPr anchor="t" anchorCtr="0">
            <a:spAutoFit/>
          </a:bodyPr>
          <a:lstStyle/>
          <a:p>
            <a:pPr>
              <a:spcBef>
                <a:spcPct val="50000"/>
              </a:spcBef>
            </a:pPr>
            <a:r>
              <a:rPr lang="zh-CN" altLang="en-US" sz="2400">
                <a:latin typeface="Times New Roman" panose="02020603050405020304" pitchFamily="2" charset="0"/>
                <a:ea typeface="宋体" panose="02010600030101010101" pitchFamily="2" charset="-122"/>
              </a:rPr>
              <a:t>则</a:t>
            </a:r>
          </a:p>
        </p:txBody>
      </p:sp>
      <p:sp>
        <p:nvSpPr>
          <p:cNvPr id="109577" name="文本框 591883"/>
          <p:cNvSpPr txBox="1"/>
          <p:nvPr/>
        </p:nvSpPr>
        <p:spPr>
          <a:xfrm>
            <a:off x="990600" y="2133600"/>
            <a:ext cx="990600" cy="457200"/>
          </a:xfrm>
          <a:prstGeom prst="rect">
            <a:avLst/>
          </a:prstGeom>
          <a:noFill/>
          <a:ln w="12700">
            <a:noFill/>
          </a:ln>
        </p:spPr>
        <p:txBody>
          <a:bodyPr anchor="t" anchorCtr="0">
            <a:spAutoFit/>
          </a:bodyPr>
          <a:lstStyle/>
          <a:p>
            <a:pPr>
              <a:spcBef>
                <a:spcPct val="50000"/>
              </a:spcBef>
            </a:pPr>
            <a:r>
              <a:rPr lang="zh-CN" altLang="en-US" sz="2400">
                <a:latin typeface="Times New Roman" panose="02020603050405020304" pitchFamily="2" charset="0"/>
                <a:ea typeface="宋体" panose="02010600030101010101" pitchFamily="2" charset="-122"/>
              </a:rPr>
              <a:t>且</a:t>
            </a:r>
          </a:p>
        </p:txBody>
      </p:sp>
      <p:graphicFrame>
        <p:nvGraphicFramePr>
          <p:cNvPr id="109578" name="对象 129029">
            <a:hlinkClick r:id="" action="ppaction://ole?verb=0"/>
          </p:cNvPr>
          <p:cNvGraphicFramePr>
            <a:graphicFrameLocks noChangeAspect="1"/>
          </p:cNvGraphicFramePr>
          <p:nvPr/>
        </p:nvGraphicFramePr>
        <p:xfrm>
          <a:off x="1089025" y="5583238"/>
          <a:ext cx="7400925" cy="1106487"/>
        </p:xfrm>
        <a:graphic>
          <a:graphicData uri="http://schemas.openxmlformats.org/presentationml/2006/ole">
            <mc:AlternateContent xmlns:mc="http://schemas.openxmlformats.org/markup-compatibility/2006">
              <mc:Choice xmlns:v="urn:schemas-microsoft-com:vml" Requires="v">
                <p:oleObj r:id="rId16" imgW="5016500" imgH="749300" progId="Equation.3">
                  <p:embed/>
                </p:oleObj>
              </mc:Choice>
              <mc:Fallback>
                <p:oleObj r:id="rId16" imgW="5016500" imgH="749300" progId="Equation.3">
                  <p:embed/>
                  <p:pic>
                    <p:nvPicPr>
                      <p:cNvPr id="0" name="图片 3478"/>
                      <p:cNvPicPr/>
                      <p:nvPr/>
                    </p:nvPicPr>
                    <p:blipFill>
                      <a:blip r:embed="rId17"/>
                      <a:stretch>
                        <a:fillRect/>
                      </a:stretch>
                    </p:blipFill>
                    <p:spPr>
                      <a:xfrm>
                        <a:off x="1089025" y="5583238"/>
                        <a:ext cx="7400925" cy="1106487"/>
                      </a:xfrm>
                      <a:prstGeom prst="rect">
                        <a:avLst/>
                      </a:prstGeom>
                      <a:noFill/>
                      <a:ln w="38100">
                        <a:noFill/>
                        <a:miter/>
                      </a:ln>
                    </p:spPr>
                  </p:pic>
                </p:oleObj>
              </mc:Fallback>
            </mc:AlternateContent>
          </a:graphicData>
        </a:graphic>
      </p:graphicFrame>
      <p:sp>
        <p:nvSpPr>
          <p:cNvPr id="109579" name="矩形 45065"/>
          <p:cNvSpPr/>
          <p:nvPr/>
        </p:nvSpPr>
        <p:spPr>
          <a:xfrm>
            <a:off x="931863" y="490538"/>
            <a:ext cx="6054725" cy="584200"/>
          </a:xfrm>
          <a:prstGeom prst="rect">
            <a:avLst/>
          </a:prstGeom>
          <a:noFill/>
          <a:ln w="9525">
            <a:noFill/>
          </a:ln>
        </p:spPr>
        <p:txBody>
          <a:bodyPr wrap="none" anchor="t" anchorCtr="0">
            <a:spAutoFit/>
          </a:bodyPr>
          <a:lstStyle/>
          <a:p>
            <a:r>
              <a:rPr lang="en-US" altLang="zh-CN" sz="3200" b="1">
                <a:latin typeface="Times New Roman" panose="02020603050405020304" pitchFamily="2" charset="0"/>
                <a:ea typeface="宋体" panose="02010600030101010101" pitchFamily="2" charset="-122"/>
              </a:rPr>
              <a:t>11</a:t>
            </a:r>
            <a:r>
              <a:rPr lang="zh-CN" altLang="en-US" sz="3200" b="1">
                <a:latin typeface="Times New Roman" panose="02020603050405020304" pitchFamily="2" charset="0"/>
                <a:ea typeface="宋体" panose="02010600030101010101" pitchFamily="2" charset="-122"/>
              </a:rPr>
              <a:t>、序列乘法（z域复卷积定理）</a:t>
            </a:r>
          </a:p>
        </p:txBody>
      </p:sp>
      <p:sp>
        <p:nvSpPr>
          <p:cNvPr id="109580" name="内容占位符 591874"/>
          <p:cNvSpPr>
            <a:spLocks noGrp="1"/>
          </p:cNvSpPr>
          <p:nvPr/>
        </p:nvSpPr>
        <p:spPr>
          <a:xfrm>
            <a:off x="1027113" y="1468438"/>
            <a:ext cx="5184775" cy="723900"/>
          </a:xfrm>
          <a:prstGeom prst="rect">
            <a:avLst/>
          </a:prstGeom>
          <a:noFill/>
          <a:ln w="9525">
            <a:noFill/>
          </a:ln>
        </p:spPr>
        <p:txBody>
          <a:bodyPr anchor="t" anchorCtr="0"/>
          <a:lstStyle/>
          <a:p>
            <a:pPr marL="342900" indent="-342900">
              <a:spcBef>
                <a:spcPct val="20000"/>
              </a:spcBef>
            </a:pPr>
            <a:r>
              <a:rPr lang="zh-CN" altLang="en-US" sz="2400">
                <a:latin typeface="宋体" panose="02010600030101010101" pitchFamily="2" charset="-122"/>
                <a:ea typeface="宋体" panose="02010600030101010101" pitchFamily="2" charset="-122"/>
              </a:rPr>
              <a:t>若</a:t>
            </a:r>
          </a:p>
        </p:txBody>
      </p:sp>
    </p:spTree>
  </p:cSld>
  <p:clrMapOvr>
    <a:masterClrMapping/>
  </p:clrMapOvr>
  <p:transition/>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10593" name="对象 131076"/>
          <p:cNvGraphicFramePr>
            <a:graphicFrameLocks noChangeAspect="1"/>
          </p:cNvGraphicFramePr>
          <p:nvPr/>
        </p:nvGraphicFramePr>
        <p:xfrm>
          <a:off x="485775" y="976313"/>
          <a:ext cx="7721600" cy="4208462"/>
        </p:xfrm>
        <a:graphic>
          <a:graphicData uri="http://schemas.openxmlformats.org/presentationml/2006/ole">
            <mc:AlternateContent xmlns:mc="http://schemas.openxmlformats.org/markup-compatibility/2006">
              <mc:Choice xmlns:v="urn:schemas-microsoft-com:vml" Requires="v">
                <p:oleObj r:id="rId2" imgW="3898900" imgH="2349500" progId="Equation.3">
                  <p:embed/>
                </p:oleObj>
              </mc:Choice>
              <mc:Fallback>
                <p:oleObj r:id="rId2" imgW="3898900" imgH="2349500" progId="Equation.3">
                  <p:embed/>
                  <p:pic>
                    <p:nvPicPr>
                      <p:cNvPr id="0" name="图片 3481"/>
                      <p:cNvPicPr/>
                      <p:nvPr/>
                    </p:nvPicPr>
                    <p:blipFill>
                      <a:blip r:embed="rId3"/>
                      <a:stretch>
                        <a:fillRect/>
                      </a:stretch>
                    </p:blipFill>
                    <p:spPr>
                      <a:xfrm>
                        <a:off x="485775" y="976313"/>
                        <a:ext cx="7721600" cy="4208462"/>
                      </a:xfrm>
                      <a:prstGeom prst="rect">
                        <a:avLst/>
                      </a:prstGeom>
                      <a:noFill/>
                      <a:ln w="38100">
                        <a:noFill/>
                        <a:miter/>
                      </a:ln>
                    </p:spPr>
                  </p:pic>
                </p:oleObj>
              </mc:Fallback>
            </mc:AlternateContent>
          </a:graphicData>
        </a:graphic>
      </p:graphicFrame>
      <mc:AlternateContent xmlns:mc="http://schemas.openxmlformats.org/markup-compatibility/2006" xmlns:p14="http://schemas.microsoft.com/office/powerpoint/2010/main">
        <mc:Choice Requires="p14">
          <p:contentPart p14:bwMode="auto" r:id="rId4">
            <p14:nvContentPartPr>
              <p14:cNvPr id="3" name="墨迹 2">
                <a:extLst>
                  <a:ext uri="{FF2B5EF4-FFF2-40B4-BE49-F238E27FC236}">
                    <a16:creationId xmlns:a16="http://schemas.microsoft.com/office/drawing/2014/main" id="{50DD3BA5-367E-FD7F-B119-17150B951A8A}"/>
                  </a:ext>
                </a:extLst>
              </p14:cNvPr>
              <p14:cNvContentPartPr/>
              <p14:nvPr/>
            </p14:nvContentPartPr>
            <p14:xfrm>
              <a:off x="3537385" y="1560665"/>
              <a:ext cx="979200" cy="360"/>
            </p14:xfrm>
          </p:contentPart>
        </mc:Choice>
        <mc:Fallback xmlns="">
          <p:pic>
            <p:nvPicPr>
              <p:cNvPr id="3" name="墨迹 2">
                <a:extLst>
                  <a:ext uri="{FF2B5EF4-FFF2-40B4-BE49-F238E27FC236}">
                    <a16:creationId xmlns:a16="http://schemas.microsoft.com/office/drawing/2014/main" id="{50DD3BA5-367E-FD7F-B119-17150B951A8A}"/>
                  </a:ext>
                </a:extLst>
              </p:cNvPr>
              <p:cNvPicPr/>
              <p:nvPr/>
            </p:nvPicPr>
            <p:blipFill>
              <a:blip r:embed="rId5"/>
              <a:stretch>
                <a:fillRect/>
              </a:stretch>
            </p:blipFill>
            <p:spPr>
              <a:xfrm>
                <a:off x="3519385" y="1542665"/>
                <a:ext cx="1014840" cy="3600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4" name="墨迹 3">
                <a:extLst>
                  <a:ext uri="{FF2B5EF4-FFF2-40B4-BE49-F238E27FC236}">
                    <a16:creationId xmlns:a16="http://schemas.microsoft.com/office/drawing/2014/main" id="{8F1BA43A-3482-4BD3-7FC8-FA96D3BF5DBE}"/>
                  </a:ext>
                </a:extLst>
              </p14:cNvPr>
              <p14:cNvContentPartPr/>
              <p14:nvPr/>
            </p14:nvContentPartPr>
            <p14:xfrm>
              <a:off x="4922665" y="2448425"/>
              <a:ext cx="191880" cy="116280"/>
            </p14:xfrm>
          </p:contentPart>
        </mc:Choice>
        <mc:Fallback xmlns="">
          <p:pic>
            <p:nvPicPr>
              <p:cNvPr id="4" name="墨迹 3">
                <a:extLst>
                  <a:ext uri="{FF2B5EF4-FFF2-40B4-BE49-F238E27FC236}">
                    <a16:creationId xmlns:a16="http://schemas.microsoft.com/office/drawing/2014/main" id="{8F1BA43A-3482-4BD3-7FC8-FA96D3BF5DBE}"/>
                  </a:ext>
                </a:extLst>
              </p:cNvPr>
              <p:cNvPicPr/>
              <p:nvPr/>
            </p:nvPicPr>
            <p:blipFill>
              <a:blip r:embed="rId7"/>
              <a:stretch>
                <a:fillRect/>
              </a:stretch>
            </p:blipFill>
            <p:spPr>
              <a:xfrm>
                <a:off x="4905025" y="2430785"/>
                <a:ext cx="227520" cy="151920"/>
              </a:xfrm>
              <a:prstGeom prst="rect">
                <a:avLst/>
              </a:prstGeom>
            </p:spPr>
          </p:pic>
        </mc:Fallback>
      </mc:AlternateContent>
      <p:grpSp>
        <p:nvGrpSpPr>
          <p:cNvPr id="40" name="组合 39">
            <a:extLst>
              <a:ext uri="{FF2B5EF4-FFF2-40B4-BE49-F238E27FC236}">
                <a16:creationId xmlns:a16="http://schemas.microsoft.com/office/drawing/2014/main" id="{7EE9DD58-2F76-9FE9-B797-DE813FAC50F0}"/>
              </a:ext>
            </a:extLst>
          </p:cNvPr>
          <p:cNvGrpSpPr/>
          <p:nvPr/>
        </p:nvGrpSpPr>
        <p:grpSpPr>
          <a:xfrm>
            <a:off x="5577865" y="253505"/>
            <a:ext cx="3125160" cy="1780560"/>
            <a:chOff x="5577865" y="253505"/>
            <a:chExt cx="3125160" cy="1780560"/>
          </a:xfrm>
        </p:grpSpPr>
        <mc:AlternateContent xmlns:mc="http://schemas.openxmlformats.org/markup-compatibility/2006" xmlns:p14="http://schemas.microsoft.com/office/powerpoint/2010/main">
          <mc:Choice Requires="p14">
            <p:contentPart p14:bwMode="auto" r:id="rId8">
              <p14:nvContentPartPr>
                <p14:cNvPr id="5" name="墨迹 4">
                  <a:extLst>
                    <a:ext uri="{FF2B5EF4-FFF2-40B4-BE49-F238E27FC236}">
                      <a16:creationId xmlns:a16="http://schemas.microsoft.com/office/drawing/2014/main" id="{C1CD37E5-1556-80E5-7573-022713128044}"/>
                    </a:ext>
                  </a:extLst>
                </p14:cNvPr>
                <p14:cNvContentPartPr/>
                <p14:nvPr/>
              </p14:nvContentPartPr>
              <p14:xfrm>
                <a:off x="5652385" y="590825"/>
                <a:ext cx="294120" cy="10080"/>
              </p14:xfrm>
            </p:contentPart>
          </mc:Choice>
          <mc:Fallback xmlns="">
            <p:pic>
              <p:nvPicPr>
                <p:cNvPr id="5" name="墨迹 4">
                  <a:extLst>
                    <a:ext uri="{FF2B5EF4-FFF2-40B4-BE49-F238E27FC236}">
                      <a16:creationId xmlns:a16="http://schemas.microsoft.com/office/drawing/2014/main" id="{C1CD37E5-1556-80E5-7573-022713128044}"/>
                    </a:ext>
                  </a:extLst>
                </p:cNvPr>
                <p:cNvPicPr/>
                <p:nvPr/>
              </p:nvPicPr>
              <p:blipFill>
                <a:blip r:embed="rId9"/>
                <a:stretch>
                  <a:fillRect/>
                </a:stretch>
              </p:blipFill>
              <p:spPr>
                <a:xfrm>
                  <a:off x="5634385" y="572825"/>
                  <a:ext cx="329760" cy="4572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6" name="墨迹 5">
                  <a:extLst>
                    <a:ext uri="{FF2B5EF4-FFF2-40B4-BE49-F238E27FC236}">
                      <a16:creationId xmlns:a16="http://schemas.microsoft.com/office/drawing/2014/main" id="{25C33028-F64B-714F-B492-DDDD9B94252D}"/>
                    </a:ext>
                  </a:extLst>
                </p14:cNvPr>
                <p14:cNvContentPartPr/>
                <p14:nvPr/>
              </p14:nvContentPartPr>
              <p14:xfrm>
                <a:off x="5612785" y="609545"/>
                <a:ext cx="399600" cy="240840"/>
              </p14:xfrm>
            </p:contentPart>
          </mc:Choice>
          <mc:Fallback xmlns="">
            <p:pic>
              <p:nvPicPr>
                <p:cNvPr id="6" name="墨迹 5">
                  <a:extLst>
                    <a:ext uri="{FF2B5EF4-FFF2-40B4-BE49-F238E27FC236}">
                      <a16:creationId xmlns:a16="http://schemas.microsoft.com/office/drawing/2014/main" id="{25C33028-F64B-714F-B492-DDDD9B94252D}"/>
                    </a:ext>
                  </a:extLst>
                </p:cNvPr>
                <p:cNvPicPr/>
                <p:nvPr/>
              </p:nvPicPr>
              <p:blipFill>
                <a:blip r:embed="rId11"/>
                <a:stretch>
                  <a:fillRect/>
                </a:stretch>
              </p:blipFill>
              <p:spPr>
                <a:xfrm>
                  <a:off x="5594785" y="591545"/>
                  <a:ext cx="435240" cy="27648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7" name="墨迹 6">
                  <a:extLst>
                    <a:ext uri="{FF2B5EF4-FFF2-40B4-BE49-F238E27FC236}">
                      <a16:creationId xmlns:a16="http://schemas.microsoft.com/office/drawing/2014/main" id="{5F4E3993-C401-7892-7C45-D05599A72E7A}"/>
                    </a:ext>
                  </a:extLst>
                </p14:cNvPr>
                <p14:cNvContentPartPr/>
                <p14:nvPr/>
              </p14:nvContentPartPr>
              <p14:xfrm>
                <a:off x="5577865" y="960545"/>
                <a:ext cx="131760" cy="221040"/>
              </p14:xfrm>
            </p:contentPart>
          </mc:Choice>
          <mc:Fallback xmlns="">
            <p:pic>
              <p:nvPicPr>
                <p:cNvPr id="7" name="墨迹 6">
                  <a:extLst>
                    <a:ext uri="{FF2B5EF4-FFF2-40B4-BE49-F238E27FC236}">
                      <a16:creationId xmlns:a16="http://schemas.microsoft.com/office/drawing/2014/main" id="{5F4E3993-C401-7892-7C45-D05599A72E7A}"/>
                    </a:ext>
                  </a:extLst>
                </p:cNvPr>
                <p:cNvPicPr/>
                <p:nvPr/>
              </p:nvPicPr>
              <p:blipFill>
                <a:blip r:embed="rId13"/>
                <a:stretch>
                  <a:fillRect/>
                </a:stretch>
              </p:blipFill>
              <p:spPr>
                <a:xfrm>
                  <a:off x="5559865" y="942905"/>
                  <a:ext cx="167400" cy="25668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8" name="墨迹 7">
                  <a:extLst>
                    <a:ext uri="{FF2B5EF4-FFF2-40B4-BE49-F238E27FC236}">
                      <a16:creationId xmlns:a16="http://schemas.microsoft.com/office/drawing/2014/main" id="{B5CDBAA1-E629-0E5B-590A-576231F0DDAB}"/>
                    </a:ext>
                  </a:extLst>
                </p14:cNvPr>
                <p14:cNvContentPartPr/>
                <p14:nvPr/>
              </p14:nvContentPartPr>
              <p14:xfrm>
                <a:off x="5800345" y="1052705"/>
                <a:ext cx="34200" cy="360"/>
              </p14:xfrm>
            </p:contentPart>
          </mc:Choice>
          <mc:Fallback xmlns="">
            <p:pic>
              <p:nvPicPr>
                <p:cNvPr id="8" name="墨迹 7">
                  <a:extLst>
                    <a:ext uri="{FF2B5EF4-FFF2-40B4-BE49-F238E27FC236}">
                      <a16:creationId xmlns:a16="http://schemas.microsoft.com/office/drawing/2014/main" id="{B5CDBAA1-E629-0E5B-590A-576231F0DDAB}"/>
                    </a:ext>
                  </a:extLst>
                </p:cNvPr>
                <p:cNvPicPr/>
                <p:nvPr/>
              </p:nvPicPr>
              <p:blipFill>
                <a:blip r:embed="rId15"/>
                <a:stretch>
                  <a:fillRect/>
                </a:stretch>
              </p:blipFill>
              <p:spPr>
                <a:xfrm>
                  <a:off x="5782345" y="1035065"/>
                  <a:ext cx="69840" cy="3600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9" name="墨迹 8">
                  <a:extLst>
                    <a:ext uri="{FF2B5EF4-FFF2-40B4-BE49-F238E27FC236}">
                      <a16:creationId xmlns:a16="http://schemas.microsoft.com/office/drawing/2014/main" id="{BD744426-F806-0BAD-6036-D39D3E5D82F9}"/>
                    </a:ext>
                  </a:extLst>
                </p14:cNvPr>
                <p14:cNvContentPartPr/>
                <p14:nvPr/>
              </p14:nvContentPartPr>
              <p14:xfrm>
                <a:off x="5809345" y="1103465"/>
                <a:ext cx="87120" cy="14760"/>
              </p14:xfrm>
            </p:contentPart>
          </mc:Choice>
          <mc:Fallback xmlns="">
            <p:pic>
              <p:nvPicPr>
                <p:cNvPr id="9" name="墨迹 8">
                  <a:extLst>
                    <a:ext uri="{FF2B5EF4-FFF2-40B4-BE49-F238E27FC236}">
                      <a16:creationId xmlns:a16="http://schemas.microsoft.com/office/drawing/2014/main" id="{BD744426-F806-0BAD-6036-D39D3E5D82F9}"/>
                    </a:ext>
                  </a:extLst>
                </p:cNvPr>
                <p:cNvPicPr/>
                <p:nvPr/>
              </p:nvPicPr>
              <p:blipFill>
                <a:blip r:embed="rId17"/>
                <a:stretch>
                  <a:fillRect/>
                </a:stretch>
              </p:blipFill>
              <p:spPr>
                <a:xfrm>
                  <a:off x="5791705" y="1085465"/>
                  <a:ext cx="122760" cy="5040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10" name="墨迹 9">
                  <a:extLst>
                    <a:ext uri="{FF2B5EF4-FFF2-40B4-BE49-F238E27FC236}">
                      <a16:creationId xmlns:a16="http://schemas.microsoft.com/office/drawing/2014/main" id="{790DCCC4-049C-A811-EE5F-C7DE806A0907}"/>
                    </a:ext>
                  </a:extLst>
                </p14:cNvPr>
                <p14:cNvContentPartPr/>
                <p14:nvPr/>
              </p14:nvContentPartPr>
              <p14:xfrm>
                <a:off x="5853265" y="878825"/>
                <a:ext cx="289080" cy="264600"/>
              </p14:xfrm>
            </p:contentPart>
          </mc:Choice>
          <mc:Fallback xmlns="">
            <p:pic>
              <p:nvPicPr>
                <p:cNvPr id="10" name="墨迹 9">
                  <a:extLst>
                    <a:ext uri="{FF2B5EF4-FFF2-40B4-BE49-F238E27FC236}">
                      <a16:creationId xmlns:a16="http://schemas.microsoft.com/office/drawing/2014/main" id="{790DCCC4-049C-A811-EE5F-C7DE806A0907}"/>
                    </a:ext>
                  </a:extLst>
                </p:cNvPr>
                <p:cNvPicPr/>
                <p:nvPr/>
              </p:nvPicPr>
              <p:blipFill>
                <a:blip r:embed="rId19"/>
                <a:stretch>
                  <a:fillRect/>
                </a:stretch>
              </p:blipFill>
              <p:spPr>
                <a:xfrm>
                  <a:off x="5835625" y="860825"/>
                  <a:ext cx="324720" cy="30024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11" name="墨迹 10">
                  <a:extLst>
                    <a:ext uri="{FF2B5EF4-FFF2-40B4-BE49-F238E27FC236}">
                      <a16:creationId xmlns:a16="http://schemas.microsoft.com/office/drawing/2014/main" id="{EBFE9633-1E48-C338-8112-4DE13E462CF4}"/>
                    </a:ext>
                  </a:extLst>
                </p14:cNvPr>
                <p14:cNvContentPartPr/>
                <p14:nvPr/>
              </p14:nvContentPartPr>
              <p14:xfrm>
                <a:off x="5670745" y="406865"/>
                <a:ext cx="141840" cy="92880"/>
              </p14:xfrm>
            </p:contentPart>
          </mc:Choice>
          <mc:Fallback xmlns="">
            <p:pic>
              <p:nvPicPr>
                <p:cNvPr id="11" name="墨迹 10">
                  <a:extLst>
                    <a:ext uri="{FF2B5EF4-FFF2-40B4-BE49-F238E27FC236}">
                      <a16:creationId xmlns:a16="http://schemas.microsoft.com/office/drawing/2014/main" id="{EBFE9633-1E48-C338-8112-4DE13E462CF4}"/>
                    </a:ext>
                  </a:extLst>
                </p:cNvPr>
                <p:cNvPicPr/>
                <p:nvPr/>
              </p:nvPicPr>
              <p:blipFill>
                <a:blip r:embed="rId21"/>
                <a:stretch>
                  <a:fillRect/>
                </a:stretch>
              </p:blipFill>
              <p:spPr>
                <a:xfrm>
                  <a:off x="5653105" y="389225"/>
                  <a:ext cx="177480" cy="12852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12" name="墨迹 11">
                  <a:extLst>
                    <a:ext uri="{FF2B5EF4-FFF2-40B4-BE49-F238E27FC236}">
                      <a16:creationId xmlns:a16="http://schemas.microsoft.com/office/drawing/2014/main" id="{0144BA0A-BD7A-C098-52E7-B18A355E41B9}"/>
                    </a:ext>
                  </a:extLst>
                </p14:cNvPr>
                <p14:cNvContentPartPr/>
                <p14:nvPr/>
              </p14:nvContentPartPr>
              <p14:xfrm>
                <a:off x="5724385" y="350705"/>
                <a:ext cx="7920" cy="165960"/>
              </p14:xfrm>
            </p:contentPart>
          </mc:Choice>
          <mc:Fallback xmlns="">
            <p:pic>
              <p:nvPicPr>
                <p:cNvPr id="12" name="墨迹 11">
                  <a:extLst>
                    <a:ext uri="{FF2B5EF4-FFF2-40B4-BE49-F238E27FC236}">
                      <a16:creationId xmlns:a16="http://schemas.microsoft.com/office/drawing/2014/main" id="{0144BA0A-BD7A-C098-52E7-B18A355E41B9}"/>
                    </a:ext>
                  </a:extLst>
                </p:cNvPr>
                <p:cNvPicPr/>
                <p:nvPr/>
              </p:nvPicPr>
              <p:blipFill>
                <a:blip r:embed="rId23"/>
                <a:stretch>
                  <a:fillRect/>
                </a:stretch>
              </p:blipFill>
              <p:spPr>
                <a:xfrm>
                  <a:off x="5706745" y="333065"/>
                  <a:ext cx="43560" cy="20160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13" name="墨迹 12">
                  <a:extLst>
                    <a:ext uri="{FF2B5EF4-FFF2-40B4-BE49-F238E27FC236}">
                      <a16:creationId xmlns:a16="http://schemas.microsoft.com/office/drawing/2014/main" id="{23BE9E66-D7DD-BF30-5CEA-D1B4ECB9EA22}"/>
                    </a:ext>
                  </a:extLst>
                </p14:cNvPr>
                <p14:cNvContentPartPr/>
                <p14:nvPr/>
              </p14:nvContentPartPr>
              <p14:xfrm>
                <a:off x="5809345" y="253505"/>
                <a:ext cx="277920" cy="313200"/>
              </p14:xfrm>
            </p:contentPart>
          </mc:Choice>
          <mc:Fallback xmlns="">
            <p:pic>
              <p:nvPicPr>
                <p:cNvPr id="13" name="墨迹 12">
                  <a:extLst>
                    <a:ext uri="{FF2B5EF4-FFF2-40B4-BE49-F238E27FC236}">
                      <a16:creationId xmlns:a16="http://schemas.microsoft.com/office/drawing/2014/main" id="{23BE9E66-D7DD-BF30-5CEA-D1B4ECB9EA22}"/>
                    </a:ext>
                  </a:extLst>
                </p:cNvPr>
                <p:cNvPicPr/>
                <p:nvPr/>
              </p:nvPicPr>
              <p:blipFill>
                <a:blip r:embed="rId25"/>
                <a:stretch>
                  <a:fillRect/>
                </a:stretch>
              </p:blipFill>
              <p:spPr>
                <a:xfrm>
                  <a:off x="5791705" y="235505"/>
                  <a:ext cx="313560" cy="34884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14" name="墨迹 13">
                  <a:extLst>
                    <a:ext uri="{FF2B5EF4-FFF2-40B4-BE49-F238E27FC236}">
                      <a16:creationId xmlns:a16="http://schemas.microsoft.com/office/drawing/2014/main" id="{6ED988C7-1E31-55D0-54C5-C48D3E1263DD}"/>
                    </a:ext>
                  </a:extLst>
                </p14:cNvPr>
                <p14:cNvContentPartPr/>
                <p14:nvPr/>
              </p14:nvContentPartPr>
              <p14:xfrm>
                <a:off x="6252865" y="590825"/>
                <a:ext cx="205920" cy="445680"/>
              </p14:xfrm>
            </p:contentPart>
          </mc:Choice>
          <mc:Fallback xmlns="">
            <p:pic>
              <p:nvPicPr>
                <p:cNvPr id="14" name="墨迹 13">
                  <a:extLst>
                    <a:ext uri="{FF2B5EF4-FFF2-40B4-BE49-F238E27FC236}">
                      <a16:creationId xmlns:a16="http://schemas.microsoft.com/office/drawing/2014/main" id="{6ED988C7-1E31-55D0-54C5-C48D3E1263DD}"/>
                    </a:ext>
                  </a:extLst>
                </p:cNvPr>
                <p:cNvPicPr/>
                <p:nvPr/>
              </p:nvPicPr>
              <p:blipFill>
                <a:blip r:embed="rId27"/>
                <a:stretch>
                  <a:fillRect/>
                </a:stretch>
              </p:blipFill>
              <p:spPr>
                <a:xfrm>
                  <a:off x="6234865" y="573185"/>
                  <a:ext cx="241560" cy="48132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15" name="墨迹 14">
                  <a:extLst>
                    <a:ext uri="{FF2B5EF4-FFF2-40B4-BE49-F238E27FC236}">
                      <a16:creationId xmlns:a16="http://schemas.microsoft.com/office/drawing/2014/main" id="{0C63AE5D-57C5-4EBE-10DE-E576ECF6BDCB}"/>
                    </a:ext>
                  </a:extLst>
                </p14:cNvPr>
                <p14:cNvContentPartPr/>
                <p14:nvPr/>
              </p14:nvContentPartPr>
              <p14:xfrm>
                <a:off x="6285985" y="627905"/>
                <a:ext cx="272160" cy="329400"/>
              </p14:xfrm>
            </p:contentPart>
          </mc:Choice>
          <mc:Fallback xmlns="">
            <p:pic>
              <p:nvPicPr>
                <p:cNvPr id="15" name="墨迹 14">
                  <a:extLst>
                    <a:ext uri="{FF2B5EF4-FFF2-40B4-BE49-F238E27FC236}">
                      <a16:creationId xmlns:a16="http://schemas.microsoft.com/office/drawing/2014/main" id="{0C63AE5D-57C5-4EBE-10DE-E576ECF6BDCB}"/>
                    </a:ext>
                  </a:extLst>
                </p:cNvPr>
                <p:cNvPicPr/>
                <p:nvPr/>
              </p:nvPicPr>
              <p:blipFill>
                <a:blip r:embed="rId29"/>
                <a:stretch>
                  <a:fillRect/>
                </a:stretch>
              </p:blipFill>
              <p:spPr>
                <a:xfrm>
                  <a:off x="6267985" y="610265"/>
                  <a:ext cx="307800" cy="36504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16" name="墨迹 15">
                  <a:extLst>
                    <a:ext uri="{FF2B5EF4-FFF2-40B4-BE49-F238E27FC236}">
                      <a16:creationId xmlns:a16="http://schemas.microsoft.com/office/drawing/2014/main" id="{9B5F24CC-EC8E-3836-9ADD-28FCA70DF4C8}"/>
                    </a:ext>
                  </a:extLst>
                </p14:cNvPr>
                <p14:cNvContentPartPr/>
                <p14:nvPr/>
              </p14:nvContentPartPr>
              <p14:xfrm>
                <a:off x="6594865" y="738425"/>
                <a:ext cx="46080" cy="285840"/>
              </p14:xfrm>
            </p:contentPart>
          </mc:Choice>
          <mc:Fallback xmlns="">
            <p:pic>
              <p:nvPicPr>
                <p:cNvPr id="16" name="墨迹 15">
                  <a:extLst>
                    <a:ext uri="{FF2B5EF4-FFF2-40B4-BE49-F238E27FC236}">
                      <a16:creationId xmlns:a16="http://schemas.microsoft.com/office/drawing/2014/main" id="{9B5F24CC-EC8E-3836-9ADD-28FCA70DF4C8}"/>
                    </a:ext>
                  </a:extLst>
                </p:cNvPr>
                <p:cNvPicPr/>
                <p:nvPr/>
              </p:nvPicPr>
              <p:blipFill>
                <a:blip r:embed="rId31"/>
                <a:stretch>
                  <a:fillRect/>
                </a:stretch>
              </p:blipFill>
              <p:spPr>
                <a:xfrm>
                  <a:off x="6576865" y="720785"/>
                  <a:ext cx="81720" cy="32148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17" name="墨迹 16">
                  <a:extLst>
                    <a:ext uri="{FF2B5EF4-FFF2-40B4-BE49-F238E27FC236}">
                      <a16:creationId xmlns:a16="http://schemas.microsoft.com/office/drawing/2014/main" id="{01906146-ACFE-624F-B708-81BD2B732901}"/>
                    </a:ext>
                  </a:extLst>
                </p14:cNvPr>
                <p14:cNvContentPartPr/>
                <p14:nvPr/>
              </p14:nvContentPartPr>
              <p14:xfrm>
                <a:off x="6705385" y="739865"/>
                <a:ext cx="121680" cy="216360"/>
              </p14:xfrm>
            </p:contentPart>
          </mc:Choice>
          <mc:Fallback xmlns="">
            <p:pic>
              <p:nvPicPr>
                <p:cNvPr id="17" name="墨迹 16">
                  <a:extLst>
                    <a:ext uri="{FF2B5EF4-FFF2-40B4-BE49-F238E27FC236}">
                      <a16:creationId xmlns:a16="http://schemas.microsoft.com/office/drawing/2014/main" id="{01906146-ACFE-624F-B708-81BD2B732901}"/>
                    </a:ext>
                  </a:extLst>
                </p:cNvPr>
                <p:cNvPicPr/>
                <p:nvPr/>
              </p:nvPicPr>
              <p:blipFill>
                <a:blip r:embed="rId33"/>
                <a:stretch>
                  <a:fillRect/>
                </a:stretch>
              </p:blipFill>
              <p:spPr>
                <a:xfrm>
                  <a:off x="6687745" y="722225"/>
                  <a:ext cx="157320" cy="25200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18" name="墨迹 17">
                  <a:extLst>
                    <a:ext uri="{FF2B5EF4-FFF2-40B4-BE49-F238E27FC236}">
                      <a16:creationId xmlns:a16="http://schemas.microsoft.com/office/drawing/2014/main" id="{FD1E4E71-A1C2-6053-57D4-774333CC9CEA}"/>
                    </a:ext>
                  </a:extLst>
                </p14:cNvPr>
                <p14:cNvContentPartPr/>
                <p14:nvPr/>
              </p14:nvContentPartPr>
              <p14:xfrm>
                <a:off x="6798625" y="655625"/>
                <a:ext cx="112680" cy="361080"/>
              </p14:xfrm>
            </p:contentPart>
          </mc:Choice>
          <mc:Fallback xmlns="">
            <p:pic>
              <p:nvPicPr>
                <p:cNvPr id="18" name="墨迹 17">
                  <a:extLst>
                    <a:ext uri="{FF2B5EF4-FFF2-40B4-BE49-F238E27FC236}">
                      <a16:creationId xmlns:a16="http://schemas.microsoft.com/office/drawing/2014/main" id="{FD1E4E71-A1C2-6053-57D4-774333CC9CEA}"/>
                    </a:ext>
                  </a:extLst>
                </p:cNvPr>
                <p:cNvPicPr/>
                <p:nvPr/>
              </p:nvPicPr>
              <p:blipFill>
                <a:blip r:embed="rId35"/>
                <a:stretch>
                  <a:fillRect/>
                </a:stretch>
              </p:blipFill>
              <p:spPr>
                <a:xfrm>
                  <a:off x="6780625" y="637625"/>
                  <a:ext cx="148320" cy="396720"/>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19" name="墨迹 18">
                  <a:extLst>
                    <a:ext uri="{FF2B5EF4-FFF2-40B4-BE49-F238E27FC236}">
                      <a16:creationId xmlns:a16="http://schemas.microsoft.com/office/drawing/2014/main" id="{C90EF010-89A6-71B7-3438-5C14A35F0E34}"/>
                    </a:ext>
                  </a:extLst>
                </p14:cNvPr>
                <p14:cNvContentPartPr/>
                <p14:nvPr/>
              </p14:nvContentPartPr>
              <p14:xfrm>
                <a:off x="7265545" y="387785"/>
                <a:ext cx="167040" cy="261360"/>
              </p14:xfrm>
            </p:contentPart>
          </mc:Choice>
          <mc:Fallback xmlns="">
            <p:pic>
              <p:nvPicPr>
                <p:cNvPr id="19" name="墨迹 18">
                  <a:extLst>
                    <a:ext uri="{FF2B5EF4-FFF2-40B4-BE49-F238E27FC236}">
                      <a16:creationId xmlns:a16="http://schemas.microsoft.com/office/drawing/2014/main" id="{C90EF010-89A6-71B7-3438-5C14A35F0E34}"/>
                    </a:ext>
                  </a:extLst>
                </p:cNvPr>
                <p:cNvPicPr/>
                <p:nvPr/>
              </p:nvPicPr>
              <p:blipFill>
                <a:blip r:embed="rId37"/>
                <a:stretch>
                  <a:fillRect/>
                </a:stretch>
              </p:blipFill>
              <p:spPr>
                <a:xfrm>
                  <a:off x="7247905" y="369785"/>
                  <a:ext cx="202680" cy="297000"/>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20" name="墨迹 19">
                  <a:extLst>
                    <a:ext uri="{FF2B5EF4-FFF2-40B4-BE49-F238E27FC236}">
                      <a16:creationId xmlns:a16="http://schemas.microsoft.com/office/drawing/2014/main" id="{D36B60FD-94D1-D9BF-37C0-5409A3D399EA}"/>
                    </a:ext>
                  </a:extLst>
                </p14:cNvPr>
                <p14:cNvContentPartPr/>
                <p14:nvPr/>
              </p14:nvContentPartPr>
              <p14:xfrm>
                <a:off x="7268785" y="443225"/>
                <a:ext cx="184320" cy="48960"/>
              </p14:xfrm>
            </p:contentPart>
          </mc:Choice>
          <mc:Fallback xmlns="">
            <p:pic>
              <p:nvPicPr>
                <p:cNvPr id="20" name="墨迹 19">
                  <a:extLst>
                    <a:ext uri="{FF2B5EF4-FFF2-40B4-BE49-F238E27FC236}">
                      <a16:creationId xmlns:a16="http://schemas.microsoft.com/office/drawing/2014/main" id="{D36B60FD-94D1-D9BF-37C0-5409A3D399EA}"/>
                    </a:ext>
                  </a:extLst>
                </p:cNvPr>
                <p:cNvPicPr/>
                <p:nvPr/>
              </p:nvPicPr>
              <p:blipFill>
                <a:blip r:embed="rId39"/>
                <a:stretch>
                  <a:fillRect/>
                </a:stretch>
              </p:blipFill>
              <p:spPr>
                <a:xfrm>
                  <a:off x="7251145" y="425585"/>
                  <a:ext cx="219960" cy="84600"/>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21" name="墨迹 20">
                  <a:extLst>
                    <a:ext uri="{FF2B5EF4-FFF2-40B4-BE49-F238E27FC236}">
                      <a16:creationId xmlns:a16="http://schemas.microsoft.com/office/drawing/2014/main" id="{F20EFEB4-8900-F2D0-152D-B5CFBCC71C4D}"/>
                    </a:ext>
                  </a:extLst>
                </p14:cNvPr>
                <p14:cNvContentPartPr/>
                <p14:nvPr/>
              </p14:nvContentPartPr>
              <p14:xfrm>
                <a:off x="6964225" y="730505"/>
                <a:ext cx="567720" cy="63720"/>
              </p14:xfrm>
            </p:contentPart>
          </mc:Choice>
          <mc:Fallback xmlns="">
            <p:pic>
              <p:nvPicPr>
                <p:cNvPr id="21" name="墨迹 20">
                  <a:extLst>
                    <a:ext uri="{FF2B5EF4-FFF2-40B4-BE49-F238E27FC236}">
                      <a16:creationId xmlns:a16="http://schemas.microsoft.com/office/drawing/2014/main" id="{F20EFEB4-8900-F2D0-152D-B5CFBCC71C4D}"/>
                    </a:ext>
                  </a:extLst>
                </p:cNvPr>
                <p:cNvPicPr/>
                <p:nvPr/>
              </p:nvPicPr>
              <p:blipFill>
                <a:blip r:embed="rId41"/>
                <a:stretch>
                  <a:fillRect/>
                </a:stretch>
              </p:blipFill>
              <p:spPr>
                <a:xfrm>
                  <a:off x="6946225" y="712865"/>
                  <a:ext cx="603360" cy="99360"/>
                </a:xfrm>
                <a:prstGeom prst="rect">
                  <a:avLst/>
                </a:prstGeom>
              </p:spPr>
            </p:pic>
          </mc:Fallback>
        </mc:AlternateContent>
        <mc:AlternateContent xmlns:mc="http://schemas.openxmlformats.org/markup-compatibility/2006" xmlns:p14="http://schemas.microsoft.com/office/powerpoint/2010/main">
          <mc:Choice Requires="p14">
            <p:contentPart p14:bwMode="auto" r:id="rId42">
              <p14:nvContentPartPr>
                <p14:cNvPr id="22" name="墨迹 21">
                  <a:extLst>
                    <a:ext uri="{FF2B5EF4-FFF2-40B4-BE49-F238E27FC236}">
                      <a16:creationId xmlns:a16="http://schemas.microsoft.com/office/drawing/2014/main" id="{3C7AFCD5-A9CA-AD17-986B-2F0D8C56A942}"/>
                    </a:ext>
                  </a:extLst>
                </p14:cNvPr>
                <p14:cNvContentPartPr/>
                <p14:nvPr/>
              </p14:nvContentPartPr>
              <p14:xfrm>
                <a:off x="7314865" y="772625"/>
                <a:ext cx="134640" cy="270360"/>
              </p14:xfrm>
            </p:contentPart>
          </mc:Choice>
          <mc:Fallback xmlns="">
            <p:pic>
              <p:nvPicPr>
                <p:cNvPr id="22" name="墨迹 21">
                  <a:extLst>
                    <a:ext uri="{FF2B5EF4-FFF2-40B4-BE49-F238E27FC236}">
                      <a16:creationId xmlns:a16="http://schemas.microsoft.com/office/drawing/2014/main" id="{3C7AFCD5-A9CA-AD17-986B-2F0D8C56A942}"/>
                    </a:ext>
                  </a:extLst>
                </p:cNvPr>
                <p:cNvPicPr/>
                <p:nvPr/>
              </p:nvPicPr>
              <p:blipFill>
                <a:blip r:embed="rId43"/>
                <a:stretch>
                  <a:fillRect/>
                </a:stretch>
              </p:blipFill>
              <p:spPr>
                <a:xfrm>
                  <a:off x="7297225" y="754985"/>
                  <a:ext cx="170280" cy="306000"/>
                </a:xfrm>
                <a:prstGeom prst="rect">
                  <a:avLst/>
                </a:prstGeom>
              </p:spPr>
            </p:pic>
          </mc:Fallback>
        </mc:AlternateContent>
        <mc:AlternateContent xmlns:mc="http://schemas.openxmlformats.org/markup-compatibility/2006" xmlns:p14="http://schemas.microsoft.com/office/powerpoint/2010/main">
          <mc:Choice Requires="p14">
            <p:contentPart p14:bwMode="auto" r:id="rId44">
              <p14:nvContentPartPr>
                <p14:cNvPr id="23" name="墨迹 22">
                  <a:extLst>
                    <a:ext uri="{FF2B5EF4-FFF2-40B4-BE49-F238E27FC236}">
                      <a16:creationId xmlns:a16="http://schemas.microsoft.com/office/drawing/2014/main" id="{D6577C78-650E-21D3-C939-B6C22E28C37C}"/>
                    </a:ext>
                  </a:extLst>
                </p14:cNvPr>
                <p14:cNvContentPartPr/>
                <p14:nvPr/>
              </p14:nvContentPartPr>
              <p14:xfrm>
                <a:off x="7027585" y="470945"/>
                <a:ext cx="74520" cy="666720"/>
              </p14:xfrm>
            </p:contentPart>
          </mc:Choice>
          <mc:Fallback xmlns="">
            <p:pic>
              <p:nvPicPr>
                <p:cNvPr id="23" name="墨迹 22">
                  <a:extLst>
                    <a:ext uri="{FF2B5EF4-FFF2-40B4-BE49-F238E27FC236}">
                      <a16:creationId xmlns:a16="http://schemas.microsoft.com/office/drawing/2014/main" id="{D6577C78-650E-21D3-C939-B6C22E28C37C}"/>
                    </a:ext>
                  </a:extLst>
                </p:cNvPr>
                <p:cNvPicPr/>
                <p:nvPr/>
              </p:nvPicPr>
              <p:blipFill>
                <a:blip r:embed="rId45"/>
                <a:stretch>
                  <a:fillRect/>
                </a:stretch>
              </p:blipFill>
              <p:spPr>
                <a:xfrm>
                  <a:off x="7009945" y="452945"/>
                  <a:ext cx="110160" cy="702360"/>
                </a:xfrm>
                <a:prstGeom prst="rect">
                  <a:avLst/>
                </a:prstGeom>
              </p:spPr>
            </p:pic>
          </mc:Fallback>
        </mc:AlternateContent>
        <mc:AlternateContent xmlns:mc="http://schemas.openxmlformats.org/markup-compatibility/2006" xmlns:p14="http://schemas.microsoft.com/office/powerpoint/2010/main">
          <mc:Choice Requires="p14">
            <p:contentPart p14:bwMode="auto" r:id="rId46">
              <p14:nvContentPartPr>
                <p14:cNvPr id="24" name="墨迹 23">
                  <a:extLst>
                    <a:ext uri="{FF2B5EF4-FFF2-40B4-BE49-F238E27FC236}">
                      <a16:creationId xmlns:a16="http://schemas.microsoft.com/office/drawing/2014/main" id="{0BDE0CDF-AE66-8849-6469-E740D2DD0C07}"/>
                    </a:ext>
                  </a:extLst>
                </p14:cNvPr>
                <p14:cNvContentPartPr/>
                <p14:nvPr/>
              </p14:nvContentPartPr>
              <p14:xfrm>
                <a:off x="7591345" y="544745"/>
                <a:ext cx="130320" cy="497520"/>
              </p14:xfrm>
            </p:contentPart>
          </mc:Choice>
          <mc:Fallback xmlns="">
            <p:pic>
              <p:nvPicPr>
                <p:cNvPr id="24" name="墨迹 23">
                  <a:extLst>
                    <a:ext uri="{FF2B5EF4-FFF2-40B4-BE49-F238E27FC236}">
                      <a16:creationId xmlns:a16="http://schemas.microsoft.com/office/drawing/2014/main" id="{0BDE0CDF-AE66-8849-6469-E740D2DD0C07}"/>
                    </a:ext>
                  </a:extLst>
                </p:cNvPr>
                <p:cNvPicPr/>
                <p:nvPr/>
              </p:nvPicPr>
              <p:blipFill>
                <a:blip r:embed="rId47"/>
                <a:stretch>
                  <a:fillRect/>
                </a:stretch>
              </p:blipFill>
              <p:spPr>
                <a:xfrm>
                  <a:off x="7573705" y="527105"/>
                  <a:ext cx="165960" cy="533160"/>
                </a:xfrm>
                <a:prstGeom prst="rect">
                  <a:avLst/>
                </a:prstGeom>
              </p:spPr>
            </p:pic>
          </mc:Fallback>
        </mc:AlternateContent>
        <mc:AlternateContent xmlns:mc="http://schemas.openxmlformats.org/markup-compatibility/2006" xmlns:p14="http://schemas.microsoft.com/office/powerpoint/2010/main">
          <mc:Choice Requires="p14">
            <p:contentPart p14:bwMode="auto" r:id="rId48">
              <p14:nvContentPartPr>
                <p14:cNvPr id="25" name="墨迹 24">
                  <a:extLst>
                    <a:ext uri="{FF2B5EF4-FFF2-40B4-BE49-F238E27FC236}">
                      <a16:creationId xmlns:a16="http://schemas.microsoft.com/office/drawing/2014/main" id="{A2DF6C92-861D-72B0-2AA4-9CED944C4E2F}"/>
                    </a:ext>
                  </a:extLst>
                </p14:cNvPr>
                <p14:cNvContentPartPr/>
                <p14:nvPr/>
              </p14:nvContentPartPr>
              <p14:xfrm>
                <a:off x="7749025" y="470945"/>
                <a:ext cx="73080" cy="360"/>
              </p14:xfrm>
            </p:contentPart>
          </mc:Choice>
          <mc:Fallback xmlns="">
            <p:pic>
              <p:nvPicPr>
                <p:cNvPr id="25" name="墨迹 24">
                  <a:extLst>
                    <a:ext uri="{FF2B5EF4-FFF2-40B4-BE49-F238E27FC236}">
                      <a16:creationId xmlns:a16="http://schemas.microsoft.com/office/drawing/2014/main" id="{A2DF6C92-861D-72B0-2AA4-9CED944C4E2F}"/>
                    </a:ext>
                  </a:extLst>
                </p:cNvPr>
                <p:cNvPicPr/>
                <p:nvPr/>
              </p:nvPicPr>
              <p:blipFill>
                <a:blip r:embed="rId49"/>
                <a:stretch>
                  <a:fillRect/>
                </a:stretch>
              </p:blipFill>
              <p:spPr>
                <a:xfrm>
                  <a:off x="7731025" y="452945"/>
                  <a:ext cx="108720" cy="36000"/>
                </a:xfrm>
                <a:prstGeom prst="rect">
                  <a:avLst/>
                </a:prstGeom>
              </p:spPr>
            </p:pic>
          </mc:Fallback>
        </mc:AlternateContent>
        <mc:AlternateContent xmlns:mc="http://schemas.openxmlformats.org/markup-compatibility/2006" xmlns:p14="http://schemas.microsoft.com/office/powerpoint/2010/main">
          <mc:Choice Requires="p14">
            <p:contentPart p14:bwMode="auto" r:id="rId50">
              <p14:nvContentPartPr>
                <p14:cNvPr id="26" name="墨迹 25">
                  <a:extLst>
                    <a:ext uri="{FF2B5EF4-FFF2-40B4-BE49-F238E27FC236}">
                      <a16:creationId xmlns:a16="http://schemas.microsoft.com/office/drawing/2014/main" id="{EB5DC534-59D7-E15A-3F45-3AE873E6FB88}"/>
                    </a:ext>
                  </a:extLst>
                </p14:cNvPr>
                <p14:cNvContentPartPr/>
                <p14:nvPr/>
              </p14:nvContentPartPr>
              <p14:xfrm>
                <a:off x="8009305" y="357545"/>
                <a:ext cx="147240" cy="214920"/>
              </p14:xfrm>
            </p:contentPart>
          </mc:Choice>
          <mc:Fallback xmlns="">
            <p:pic>
              <p:nvPicPr>
                <p:cNvPr id="26" name="墨迹 25">
                  <a:extLst>
                    <a:ext uri="{FF2B5EF4-FFF2-40B4-BE49-F238E27FC236}">
                      <a16:creationId xmlns:a16="http://schemas.microsoft.com/office/drawing/2014/main" id="{EB5DC534-59D7-E15A-3F45-3AE873E6FB88}"/>
                    </a:ext>
                  </a:extLst>
                </p:cNvPr>
                <p:cNvPicPr/>
                <p:nvPr/>
              </p:nvPicPr>
              <p:blipFill>
                <a:blip r:embed="rId51"/>
                <a:stretch>
                  <a:fillRect/>
                </a:stretch>
              </p:blipFill>
              <p:spPr>
                <a:xfrm>
                  <a:off x="7991305" y="339905"/>
                  <a:ext cx="182880" cy="250560"/>
                </a:xfrm>
                <a:prstGeom prst="rect">
                  <a:avLst/>
                </a:prstGeom>
              </p:spPr>
            </p:pic>
          </mc:Fallback>
        </mc:AlternateContent>
        <mc:AlternateContent xmlns:mc="http://schemas.openxmlformats.org/markup-compatibility/2006" xmlns:p14="http://schemas.microsoft.com/office/powerpoint/2010/main">
          <mc:Choice Requires="p14">
            <p:contentPart p14:bwMode="auto" r:id="rId52">
              <p14:nvContentPartPr>
                <p14:cNvPr id="28" name="墨迹 27">
                  <a:extLst>
                    <a:ext uri="{FF2B5EF4-FFF2-40B4-BE49-F238E27FC236}">
                      <a16:creationId xmlns:a16="http://schemas.microsoft.com/office/drawing/2014/main" id="{DC24F86D-BD8C-8E4A-5A21-21A02FAD1DF9}"/>
                    </a:ext>
                  </a:extLst>
                </p14:cNvPr>
                <p14:cNvContentPartPr/>
                <p14:nvPr/>
              </p14:nvContentPartPr>
              <p14:xfrm>
                <a:off x="6936145" y="1425665"/>
                <a:ext cx="313200" cy="15480"/>
              </p14:xfrm>
            </p:contentPart>
          </mc:Choice>
          <mc:Fallback xmlns="">
            <p:pic>
              <p:nvPicPr>
                <p:cNvPr id="28" name="墨迹 27">
                  <a:extLst>
                    <a:ext uri="{FF2B5EF4-FFF2-40B4-BE49-F238E27FC236}">
                      <a16:creationId xmlns:a16="http://schemas.microsoft.com/office/drawing/2014/main" id="{DC24F86D-BD8C-8E4A-5A21-21A02FAD1DF9}"/>
                    </a:ext>
                  </a:extLst>
                </p:cNvPr>
                <p:cNvPicPr/>
                <p:nvPr/>
              </p:nvPicPr>
              <p:blipFill>
                <a:blip r:embed="rId53"/>
                <a:stretch>
                  <a:fillRect/>
                </a:stretch>
              </p:blipFill>
              <p:spPr>
                <a:xfrm>
                  <a:off x="6918505" y="1407665"/>
                  <a:ext cx="348840" cy="51120"/>
                </a:xfrm>
                <a:prstGeom prst="rect">
                  <a:avLst/>
                </a:prstGeom>
              </p:spPr>
            </p:pic>
          </mc:Fallback>
        </mc:AlternateContent>
        <mc:AlternateContent xmlns:mc="http://schemas.openxmlformats.org/markup-compatibility/2006" xmlns:p14="http://schemas.microsoft.com/office/powerpoint/2010/main">
          <mc:Choice Requires="p14">
            <p:contentPart p14:bwMode="auto" r:id="rId54">
              <p14:nvContentPartPr>
                <p14:cNvPr id="29" name="墨迹 28">
                  <a:extLst>
                    <a:ext uri="{FF2B5EF4-FFF2-40B4-BE49-F238E27FC236}">
                      <a16:creationId xmlns:a16="http://schemas.microsoft.com/office/drawing/2014/main" id="{1E163E99-ED9C-6EBA-136E-D4572F5691CC}"/>
                    </a:ext>
                  </a:extLst>
                </p14:cNvPr>
                <p14:cNvContentPartPr/>
                <p14:nvPr/>
              </p14:nvContentPartPr>
              <p14:xfrm>
                <a:off x="7019305" y="1541945"/>
                <a:ext cx="219960" cy="19800"/>
              </p14:xfrm>
            </p:contentPart>
          </mc:Choice>
          <mc:Fallback xmlns="">
            <p:pic>
              <p:nvPicPr>
                <p:cNvPr id="29" name="墨迹 28">
                  <a:extLst>
                    <a:ext uri="{FF2B5EF4-FFF2-40B4-BE49-F238E27FC236}">
                      <a16:creationId xmlns:a16="http://schemas.microsoft.com/office/drawing/2014/main" id="{1E163E99-ED9C-6EBA-136E-D4572F5691CC}"/>
                    </a:ext>
                  </a:extLst>
                </p:cNvPr>
                <p:cNvPicPr/>
                <p:nvPr/>
              </p:nvPicPr>
              <p:blipFill>
                <a:blip r:embed="rId55"/>
                <a:stretch>
                  <a:fillRect/>
                </a:stretch>
              </p:blipFill>
              <p:spPr>
                <a:xfrm>
                  <a:off x="7001665" y="1524305"/>
                  <a:ext cx="255600" cy="55440"/>
                </a:xfrm>
                <a:prstGeom prst="rect">
                  <a:avLst/>
                </a:prstGeom>
              </p:spPr>
            </p:pic>
          </mc:Fallback>
        </mc:AlternateContent>
        <mc:AlternateContent xmlns:mc="http://schemas.openxmlformats.org/markup-compatibility/2006" xmlns:p14="http://schemas.microsoft.com/office/powerpoint/2010/main">
          <mc:Choice Requires="p14">
            <p:contentPart p14:bwMode="auto" r:id="rId56">
              <p14:nvContentPartPr>
                <p14:cNvPr id="31" name="墨迹 30">
                  <a:extLst>
                    <a:ext uri="{FF2B5EF4-FFF2-40B4-BE49-F238E27FC236}">
                      <a16:creationId xmlns:a16="http://schemas.microsoft.com/office/drawing/2014/main" id="{67A8F497-4CC2-BE98-9284-73110D1D9E49}"/>
                    </a:ext>
                  </a:extLst>
                </p14:cNvPr>
                <p14:cNvContentPartPr/>
                <p14:nvPr/>
              </p14:nvContentPartPr>
              <p14:xfrm>
                <a:off x="7481185" y="1219025"/>
                <a:ext cx="214560" cy="333720"/>
              </p14:xfrm>
            </p:contentPart>
          </mc:Choice>
          <mc:Fallback xmlns="">
            <p:pic>
              <p:nvPicPr>
                <p:cNvPr id="31" name="墨迹 30">
                  <a:extLst>
                    <a:ext uri="{FF2B5EF4-FFF2-40B4-BE49-F238E27FC236}">
                      <a16:creationId xmlns:a16="http://schemas.microsoft.com/office/drawing/2014/main" id="{67A8F497-4CC2-BE98-9284-73110D1D9E49}"/>
                    </a:ext>
                  </a:extLst>
                </p:cNvPr>
                <p:cNvPicPr/>
                <p:nvPr/>
              </p:nvPicPr>
              <p:blipFill>
                <a:blip r:embed="rId57"/>
                <a:stretch>
                  <a:fillRect/>
                </a:stretch>
              </p:blipFill>
              <p:spPr>
                <a:xfrm>
                  <a:off x="7463545" y="1201025"/>
                  <a:ext cx="250200" cy="369360"/>
                </a:xfrm>
                <a:prstGeom prst="rect">
                  <a:avLst/>
                </a:prstGeom>
              </p:spPr>
            </p:pic>
          </mc:Fallback>
        </mc:AlternateContent>
        <mc:AlternateContent xmlns:mc="http://schemas.openxmlformats.org/markup-compatibility/2006" xmlns:p14="http://schemas.microsoft.com/office/powerpoint/2010/main">
          <mc:Choice Requires="p14">
            <p:contentPart p14:bwMode="auto" r:id="rId58">
              <p14:nvContentPartPr>
                <p14:cNvPr id="32" name="墨迹 31">
                  <a:extLst>
                    <a:ext uri="{FF2B5EF4-FFF2-40B4-BE49-F238E27FC236}">
                      <a16:creationId xmlns:a16="http://schemas.microsoft.com/office/drawing/2014/main" id="{4AE3E83B-5CC5-FBB7-FD94-D5248ADDF5D4}"/>
                    </a:ext>
                  </a:extLst>
                </p14:cNvPr>
                <p14:cNvContentPartPr/>
                <p14:nvPr/>
              </p14:nvContentPartPr>
              <p14:xfrm>
                <a:off x="7471105" y="1256105"/>
                <a:ext cx="176760" cy="305640"/>
              </p14:xfrm>
            </p:contentPart>
          </mc:Choice>
          <mc:Fallback xmlns="">
            <p:pic>
              <p:nvPicPr>
                <p:cNvPr id="32" name="墨迹 31">
                  <a:extLst>
                    <a:ext uri="{FF2B5EF4-FFF2-40B4-BE49-F238E27FC236}">
                      <a16:creationId xmlns:a16="http://schemas.microsoft.com/office/drawing/2014/main" id="{4AE3E83B-5CC5-FBB7-FD94-D5248ADDF5D4}"/>
                    </a:ext>
                  </a:extLst>
                </p:cNvPr>
                <p:cNvPicPr/>
                <p:nvPr/>
              </p:nvPicPr>
              <p:blipFill>
                <a:blip r:embed="rId59"/>
                <a:stretch>
                  <a:fillRect/>
                </a:stretch>
              </p:blipFill>
              <p:spPr>
                <a:xfrm>
                  <a:off x="7453105" y="1238105"/>
                  <a:ext cx="212400" cy="341280"/>
                </a:xfrm>
                <a:prstGeom prst="rect">
                  <a:avLst/>
                </a:prstGeom>
              </p:spPr>
            </p:pic>
          </mc:Fallback>
        </mc:AlternateContent>
        <mc:AlternateContent xmlns:mc="http://schemas.openxmlformats.org/markup-compatibility/2006" xmlns:p14="http://schemas.microsoft.com/office/powerpoint/2010/main">
          <mc:Choice Requires="p14">
            <p:contentPart p14:bwMode="auto" r:id="rId60">
              <p14:nvContentPartPr>
                <p14:cNvPr id="33" name="墨迹 32">
                  <a:extLst>
                    <a:ext uri="{FF2B5EF4-FFF2-40B4-BE49-F238E27FC236}">
                      <a16:creationId xmlns:a16="http://schemas.microsoft.com/office/drawing/2014/main" id="{0B681DC6-348C-FF08-BB68-C723CCC5E630}"/>
                    </a:ext>
                  </a:extLst>
                </p14:cNvPr>
                <p14:cNvContentPartPr/>
                <p14:nvPr/>
              </p14:nvContentPartPr>
              <p14:xfrm>
                <a:off x="7887265" y="1228385"/>
                <a:ext cx="17640" cy="443880"/>
              </p14:xfrm>
            </p:contentPart>
          </mc:Choice>
          <mc:Fallback xmlns="">
            <p:pic>
              <p:nvPicPr>
                <p:cNvPr id="33" name="墨迹 32">
                  <a:extLst>
                    <a:ext uri="{FF2B5EF4-FFF2-40B4-BE49-F238E27FC236}">
                      <a16:creationId xmlns:a16="http://schemas.microsoft.com/office/drawing/2014/main" id="{0B681DC6-348C-FF08-BB68-C723CCC5E630}"/>
                    </a:ext>
                  </a:extLst>
                </p:cNvPr>
                <p:cNvPicPr/>
                <p:nvPr/>
              </p:nvPicPr>
              <p:blipFill>
                <a:blip r:embed="rId61"/>
                <a:stretch>
                  <a:fillRect/>
                </a:stretch>
              </p:blipFill>
              <p:spPr>
                <a:xfrm>
                  <a:off x="7869265" y="1210385"/>
                  <a:ext cx="53280" cy="479520"/>
                </a:xfrm>
                <a:prstGeom prst="rect">
                  <a:avLst/>
                </a:prstGeom>
              </p:spPr>
            </p:pic>
          </mc:Fallback>
        </mc:AlternateContent>
        <mc:AlternateContent xmlns:mc="http://schemas.openxmlformats.org/markup-compatibility/2006" xmlns:p14="http://schemas.microsoft.com/office/powerpoint/2010/main">
          <mc:Choice Requires="p14">
            <p:contentPart p14:bwMode="auto" r:id="rId62">
              <p14:nvContentPartPr>
                <p14:cNvPr id="34" name="墨迹 33">
                  <a:extLst>
                    <a:ext uri="{FF2B5EF4-FFF2-40B4-BE49-F238E27FC236}">
                      <a16:creationId xmlns:a16="http://schemas.microsoft.com/office/drawing/2014/main" id="{E0D7C110-A406-20B2-C9FC-832BBDAB57C0}"/>
                    </a:ext>
                  </a:extLst>
                </p14:cNvPr>
                <p14:cNvContentPartPr/>
                <p14:nvPr/>
              </p14:nvContentPartPr>
              <p14:xfrm>
                <a:off x="8164825" y="909065"/>
                <a:ext cx="162720" cy="302760"/>
              </p14:xfrm>
            </p:contentPart>
          </mc:Choice>
          <mc:Fallback xmlns="">
            <p:pic>
              <p:nvPicPr>
                <p:cNvPr id="34" name="墨迹 33">
                  <a:extLst>
                    <a:ext uri="{FF2B5EF4-FFF2-40B4-BE49-F238E27FC236}">
                      <a16:creationId xmlns:a16="http://schemas.microsoft.com/office/drawing/2014/main" id="{E0D7C110-A406-20B2-C9FC-832BBDAB57C0}"/>
                    </a:ext>
                  </a:extLst>
                </p:cNvPr>
                <p:cNvPicPr/>
                <p:nvPr/>
              </p:nvPicPr>
              <p:blipFill>
                <a:blip r:embed="rId63"/>
                <a:stretch>
                  <a:fillRect/>
                </a:stretch>
              </p:blipFill>
              <p:spPr>
                <a:xfrm>
                  <a:off x="8146825" y="891425"/>
                  <a:ext cx="198360" cy="338400"/>
                </a:xfrm>
                <a:prstGeom prst="rect">
                  <a:avLst/>
                </a:prstGeom>
              </p:spPr>
            </p:pic>
          </mc:Fallback>
        </mc:AlternateContent>
        <mc:AlternateContent xmlns:mc="http://schemas.openxmlformats.org/markup-compatibility/2006" xmlns:p14="http://schemas.microsoft.com/office/powerpoint/2010/main">
          <mc:Choice Requires="p14">
            <p:contentPart p14:bwMode="auto" r:id="rId64">
              <p14:nvContentPartPr>
                <p14:cNvPr id="35" name="墨迹 34">
                  <a:extLst>
                    <a:ext uri="{FF2B5EF4-FFF2-40B4-BE49-F238E27FC236}">
                      <a16:creationId xmlns:a16="http://schemas.microsoft.com/office/drawing/2014/main" id="{7EDB9CFE-F445-3EF0-0E92-F74FA90F0FD4}"/>
                    </a:ext>
                  </a:extLst>
                </p14:cNvPr>
                <p14:cNvContentPartPr/>
                <p14:nvPr/>
              </p14:nvContentPartPr>
              <p14:xfrm>
                <a:off x="8109385" y="1006625"/>
                <a:ext cx="222120" cy="28440"/>
              </p14:xfrm>
            </p:contentPart>
          </mc:Choice>
          <mc:Fallback xmlns="">
            <p:pic>
              <p:nvPicPr>
                <p:cNvPr id="35" name="墨迹 34">
                  <a:extLst>
                    <a:ext uri="{FF2B5EF4-FFF2-40B4-BE49-F238E27FC236}">
                      <a16:creationId xmlns:a16="http://schemas.microsoft.com/office/drawing/2014/main" id="{7EDB9CFE-F445-3EF0-0E92-F74FA90F0FD4}"/>
                    </a:ext>
                  </a:extLst>
                </p:cNvPr>
                <p:cNvPicPr/>
                <p:nvPr/>
              </p:nvPicPr>
              <p:blipFill>
                <a:blip r:embed="rId65"/>
                <a:stretch>
                  <a:fillRect/>
                </a:stretch>
              </p:blipFill>
              <p:spPr>
                <a:xfrm>
                  <a:off x="8091385" y="988985"/>
                  <a:ext cx="257760" cy="64080"/>
                </a:xfrm>
                <a:prstGeom prst="rect">
                  <a:avLst/>
                </a:prstGeom>
              </p:spPr>
            </p:pic>
          </mc:Fallback>
        </mc:AlternateContent>
        <mc:AlternateContent xmlns:mc="http://schemas.openxmlformats.org/markup-compatibility/2006" xmlns:p14="http://schemas.microsoft.com/office/powerpoint/2010/main">
          <mc:Choice Requires="p14">
            <p:contentPart p14:bwMode="auto" r:id="rId66">
              <p14:nvContentPartPr>
                <p14:cNvPr id="36" name="墨迹 35">
                  <a:extLst>
                    <a:ext uri="{FF2B5EF4-FFF2-40B4-BE49-F238E27FC236}">
                      <a16:creationId xmlns:a16="http://schemas.microsoft.com/office/drawing/2014/main" id="{E639BF62-D701-C5D2-495B-BB341F6A3C7E}"/>
                    </a:ext>
                  </a:extLst>
                </p14:cNvPr>
                <p14:cNvContentPartPr/>
                <p14:nvPr/>
              </p14:nvContentPartPr>
              <p14:xfrm>
                <a:off x="7905985" y="1302185"/>
                <a:ext cx="481320" cy="56160"/>
              </p14:xfrm>
            </p:contentPart>
          </mc:Choice>
          <mc:Fallback xmlns="">
            <p:pic>
              <p:nvPicPr>
                <p:cNvPr id="36" name="墨迹 35">
                  <a:extLst>
                    <a:ext uri="{FF2B5EF4-FFF2-40B4-BE49-F238E27FC236}">
                      <a16:creationId xmlns:a16="http://schemas.microsoft.com/office/drawing/2014/main" id="{E639BF62-D701-C5D2-495B-BB341F6A3C7E}"/>
                    </a:ext>
                  </a:extLst>
                </p:cNvPr>
                <p:cNvPicPr/>
                <p:nvPr/>
              </p:nvPicPr>
              <p:blipFill>
                <a:blip r:embed="rId67"/>
                <a:stretch>
                  <a:fillRect/>
                </a:stretch>
              </p:blipFill>
              <p:spPr>
                <a:xfrm>
                  <a:off x="7888345" y="1284185"/>
                  <a:ext cx="516960" cy="91800"/>
                </a:xfrm>
                <a:prstGeom prst="rect">
                  <a:avLst/>
                </a:prstGeom>
              </p:spPr>
            </p:pic>
          </mc:Fallback>
        </mc:AlternateContent>
        <mc:AlternateContent xmlns:mc="http://schemas.openxmlformats.org/markup-compatibility/2006" xmlns:p14="http://schemas.microsoft.com/office/powerpoint/2010/main">
          <mc:Choice Requires="p14">
            <p:contentPart p14:bwMode="auto" r:id="rId68">
              <p14:nvContentPartPr>
                <p14:cNvPr id="37" name="墨迹 36">
                  <a:extLst>
                    <a:ext uri="{FF2B5EF4-FFF2-40B4-BE49-F238E27FC236}">
                      <a16:creationId xmlns:a16="http://schemas.microsoft.com/office/drawing/2014/main" id="{9C65AB32-FCB8-A366-2651-F4A8E81DCE9C}"/>
                    </a:ext>
                  </a:extLst>
                </p14:cNvPr>
                <p14:cNvContentPartPr/>
                <p14:nvPr/>
              </p14:nvContentPartPr>
              <p14:xfrm>
                <a:off x="8127745" y="1323065"/>
                <a:ext cx="234360" cy="316440"/>
              </p14:xfrm>
            </p:contentPart>
          </mc:Choice>
          <mc:Fallback xmlns="">
            <p:pic>
              <p:nvPicPr>
                <p:cNvPr id="37" name="墨迹 36">
                  <a:extLst>
                    <a:ext uri="{FF2B5EF4-FFF2-40B4-BE49-F238E27FC236}">
                      <a16:creationId xmlns:a16="http://schemas.microsoft.com/office/drawing/2014/main" id="{9C65AB32-FCB8-A366-2651-F4A8E81DCE9C}"/>
                    </a:ext>
                  </a:extLst>
                </p:cNvPr>
                <p:cNvPicPr/>
                <p:nvPr/>
              </p:nvPicPr>
              <p:blipFill>
                <a:blip r:embed="rId69"/>
                <a:stretch>
                  <a:fillRect/>
                </a:stretch>
              </p:blipFill>
              <p:spPr>
                <a:xfrm>
                  <a:off x="8109745" y="1305425"/>
                  <a:ext cx="270000" cy="352080"/>
                </a:xfrm>
                <a:prstGeom prst="rect">
                  <a:avLst/>
                </a:prstGeom>
              </p:spPr>
            </p:pic>
          </mc:Fallback>
        </mc:AlternateContent>
        <mc:AlternateContent xmlns:mc="http://schemas.openxmlformats.org/markup-compatibility/2006" xmlns:p14="http://schemas.microsoft.com/office/powerpoint/2010/main">
          <mc:Choice Requires="p14">
            <p:contentPart p14:bwMode="auto" r:id="rId70">
              <p14:nvContentPartPr>
                <p14:cNvPr id="38" name="墨迹 37">
                  <a:extLst>
                    <a:ext uri="{FF2B5EF4-FFF2-40B4-BE49-F238E27FC236}">
                      <a16:creationId xmlns:a16="http://schemas.microsoft.com/office/drawing/2014/main" id="{C0AEABD6-7800-334E-D3A6-338BC974B7CF}"/>
                    </a:ext>
                  </a:extLst>
                </p14:cNvPr>
                <p14:cNvContentPartPr/>
                <p14:nvPr/>
              </p14:nvContentPartPr>
              <p14:xfrm>
                <a:off x="8368945" y="923465"/>
                <a:ext cx="334080" cy="864000"/>
              </p14:xfrm>
            </p:contentPart>
          </mc:Choice>
          <mc:Fallback xmlns="">
            <p:pic>
              <p:nvPicPr>
                <p:cNvPr id="38" name="墨迹 37">
                  <a:extLst>
                    <a:ext uri="{FF2B5EF4-FFF2-40B4-BE49-F238E27FC236}">
                      <a16:creationId xmlns:a16="http://schemas.microsoft.com/office/drawing/2014/main" id="{C0AEABD6-7800-334E-D3A6-338BC974B7CF}"/>
                    </a:ext>
                  </a:extLst>
                </p:cNvPr>
                <p:cNvPicPr/>
                <p:nvPr/>
              </p:nvPicPr>
              <p:blipFill>
                <a:blip r:embed="rId71"/>
                <a:stretch>
                  <a:fillRect/>
                </a:stretch>
              </p:blipFill>
              <p:spPr>
                <a:xfrm>
                  <a:off x="8350945" y="905825"/>
                  <a:ext cx="369720" cy="899640"/>
                </a:xfrm>
                <a:prstGeom prst="rect">
                  <a:avLst/>
                </a:prstGeom>
              </p:spPr>
            </p:pic>
          </mc:Fallback>
        </mc:AlternateContent>
        <mc:AlternateContent xmlns:mc="http://schemas.openxmlformats.org/markup-compatibility/2006" xmlns:p14="http://schemas.microsoft.com/office/powerpoint/2010/main">
          <mc:Choice Requires="p14">
            <p:contentPart p14:bwMode="auto" r:id="rId72">
              <p14:nvContentPartPr>
                <p14:cNvPr id="39" name="墨迹 38">
                  <a:extLst>
                    <a:ext uri="{FF2B5EF4-FFF2-40B4-BE49-F238E27FC236}">
                      <a16:creationId xmlns:a16="http://schemas.microsoft.com/office/drawing/2014/main" id="{0A903E29-027D-16E5-E5D8-8DA1540543B6}"/>
                    </a:ext>
                  </a:extLst>
                </p14:cNvPr>
                <p14:cNvContentPartPr/>
                <p14:nvPr/>
              </p14:nvContentPartPr>
              <p14:xfrm>
                <a:off x="7613665" y="1856225"/>
                <a:ext cx="184680" cy="177840"/>
              </p14:xfrm>
            </p:contentPart>
          </mc:Choice>
          <mc:Fallback xmlns="">
            <p:pic>
              <p:nvPicPr>
                <p:cNvPr id="39" name="墨迹 38">
                  <a:extLst>
                    <a:ext uri="{FF2B5EF4-FFF2-40B4-BE49-F238E27FC236}">
                      <a16:creationId xmlns:a16="http://schemas.microsoft.com/office/drawing/2014/main" id="{0A903E29-027D-16E5-E5D8-8DA1540543B6}"/>
                    </a:ext>
                  </a:extLst>
                </p:cNvPr>
                <p:cNvPicPr/>
                <p:nvPr/>
              </p:nvPicPr>
              <p:blipFill>
                <a:blip r:embed="rId73"/>
                <a:stretch>
                  <a:fillRect/>
                </a:stretch>
              </p:blipFill>
              <p:spPr>
                <a:xfrm>
                  <a:off x="7596025" y="1838585"/>
                  <a:ext cx="220320" cy="21348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74">
            <p14:nvContentPartPr>
              <p14:cNvPr id="41" name="墨迹 40">
                <a:extLst>
                  <a:ext uri="{FF2B5EF4-FFF2-40B4-BE49-F238E27FC236}">
                    <a16:creationId xmlns:a16="http://schemas.microsoft.com/office/drawing/2014/main" id="{D0F6D338-E6D4-C185-06DE-4EA783D57924}"/>
                  </a:ext>
                </a:extLst>
              </p14:cNvPr>
              <p14:cNvContentPartPr/>
              <p14:nvPr/>
            </p14:nvContentPartPr>
            <p14:xfrm>
              <a:off x="3943825" y="5125745"/>
              <a:ext cx="184320" cy="19080"/>
            </p14:xfrm>
          </p:contentPart>
        </mc:Choice>
        <mc:Fallback xmlns="">
          <p:pic>
            <p:nvPicPr>
              <p:cNvPr id="41" name="墨迹 40">
                <a:extLst>
                  <a:ext uri="{FF2B5EF4-FFF2-40B4-BE49-F238E27FC236}">
                    <a16:creationId xmlns:a16="http://schemas.microsoft.com/office/drawing/2014/main" id="{D0F6D338-E6D4-C185-06DE-4EA783D57924}"/>
                  </a:ext>
                </a:extLst>
              </p:cNvPr>
              <p:cNvPicPr/>
              <p:nvPr/>
            </p:nvPicPr>
            <p:blipFill>
              <a:blip r:embed="rId75"/>
              <a:stretch>
                <a:fillRect/>
              </a:stretch>
            </p:blipFill>
            <p:spPr>
              <a:xfrm>
                <a:off x="3926185" y="5107745"/>
                <a:ext cx="219960" cy="54720"/>
              </a:xfrm>
              <a:prstGeom prst="rect">
                <a:avLst/>
              </a:prstGeom>
            </p:spPr>
          </p:pic>
        </mc:Fallback>
      </mc:AlternateContent>
    </p:spTree>
  </p:cSld>
  <p:clrMapOvr>
    <a:masterClrMapping/>
  </p:clrMapOvr>
  <p:transition/>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11617" name="对象 133124"/>
          <p:cNvGraphicFramePr>
            <a:graphicFrameLocks noChangeAspect="1"/>
          </p:cNvGraphicFramePr>
          <p:nvPr/>
        </p:nvGraphicFramePr>
        <p:xfrm>
          <a:off x="971550" y="763588"/>
          <a:ext cx="7404100" cy="5067300"/>
        </p:xfrm>
        <a:graphic>
          <a:graphicData uri="http://schemas.openxmlformats.org/presentationml/2006/ole">
            <mc:AlternateContent xmlns:mc="http://schemas.openxmlformats.org/markup-compatibility/2006">
              <mc:Choice xmlns:v="urn:schemas-microsoft-com:vml" Requires="v">
                <p:oleObj r:id="rId2" imgW="4673600" imgH="3530600" progId="Equation.3">
                  <p:embed/>
                </p:oleObj>
              </mc:Choice>
              <mc:Fallback>
                <p:oleObj r:id="rId2" imgW="4673600" imgH="3530600" progId="Equation.3">
                  <p:embed/>
                  <p:pic>
                    <p:nvPicPr>
                      <p:cNvPr id="0" name="图片 3484"/>
                      <p:cNvPicPr/>
                      <p:nvPr/>
                    </p:nvPicPr>
                    <p:blipFill>
                      <a:blip r:embed="rId3"/>
                      <a:stretch>
                        <a:fillRect/>
                      </a:stretch>
                    </p:blipFill>
                    <p:spPr>
                      <a:xfrm>
                        <a:off x="971550" y="763588"/>
                        <a:ext cx="7404100" cy="5067300"/>
                      </a:xfrm>
                      <a:prstGeom prst="rect">
                        <a:avLst/>
                      </a:prstGeom>
                      <a:noFill/>
                      <a:ln w="38100">
                        <a:noFill/>
                        <a:miter/>
                      </a:ln>
                    </p:spPr>
                  </p:pic>
                </p:oleObj>
              </mc:Fallback>
            </mc:AlternateContent>
          </a:graphicData>
        </a:graphic>
      </p:graphicFrame>
    </p:spTree>
  </p:cSld>
  <p:clrMapOvr>
    <a:masterClrMapping/>
  </p:clrMapOvr>
  <p:transition/>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1" name="矩形 45066"/>
          <p:cNvSpPr/>
          <p:nvPr/>
        </p:nvSpPr>
        <p:spPr>
          <a:xfrm>
            <a:off x="717550" y="479425"/>
            <a:ext cx="4686300" cy="582613"/>
          </a:xfrm>
          <a:prstGeom prst="rect">
            <a:avLst/>
          </a:prstGeom>
          <a:noFill/>
          <a:ln w="9525">
            <a:noFill/>
          </a:ln>
        </p:spPr>
        <p:txBody>
          <a:bodyPr wrap="none" anchor="t" anchorCtr="0">
            <a:spAutoFit/>
          </a:bodyPr>
          <a:lstStyle/>
          <a:p>
            <a:r>
              <a:rPr lang="en-US" altLang="zh-CN" sz="3200" b="1">
                <a:latin typeface="Times New Roman" panose="02020603050405020304" pitchFamily="2" charset="0"/>
                <a:ea typeface="宋体" panose="02010600030101010101" pitchFamily="2" charset="-122"/>
              </a:rPr>
              <a:t>12</a:t>
            </a:r>
            <a:r>
              <a:rPr lang="zh-CN" altLang="en-US" sz="3200" b="1">
                <a:latin typeface="Times New Roman" panose="02020603050405020304" pitchFamily="2" charset="0"/>
                <a:ea typeface="宋体" panose="02010600030101010101" pitchFamily="2" charset="-122"/>
              </a:rPr>
              <a:t>、帕塞瓦</a:t>
            </a:r>
            <a:r>
              <a:rPr lang="en-US" altLang="zh-CN" sz="3200" b="1">
                <a:latin typeface="Times New Roman" panose="02020603050405020304" pitchFamily="2" charset="0"/>
                <a:ea typeface="宋体" panose="02010600030101010101" pitchFamily="2" charset="-122"/>
              </a:rPr>
              <a:t>(</a:t>
            </a:r>
            <a:r>
              <a:rPr lang="en-US" altLang="zh-CN" sz="3200" dirty="0">
                <a:latin typeface="Times New Roman" panose="02020603050405020304" pitchFamily="2" charset="0"/>
                <a:ea typeface="黑体" panose="02010609060101010101" pitchFamily="2" charset="-122"/>
              </a:rPr>
              <a:t>Parseval</a:t>
            </a:r>
            <a:r>
              <a:rPr lang="en-US" altLang="zh-CN" sz="3200" b="1">
                <a:latin typeface="Times New Roman" panose="02020603050405020304" pitchFamily="2" charset="0"/>
                <a:ea typeface="宋体" panose="02010600030101010101" pitchFamily="2" charset="-122"/>
              </a:rPr>
              <a:t>)</a:t>
            </a:r>
            <a:r>
              <a:rPr lang="zh-CN" altLang="en-US" sz="3200" b="1">
                <a:latin typeface="Times New Roman" panose="02020603050405020304" pitchFamily="2" charset="0"/>
                <a:ea typeface="宋体" panose="02010600030101010101" pitchFamily="2" charset="-122"/>
              </a:rPr>
              <a:t>定理</a:t>
            </a:r>
          </a:p>
        </p:txBody>
      </p:sp>
      <p:graphicFrame>
        <p:nvGraphicFramePr>
          <p:cNvPr id="112642" name="对象 592899"/>
          <p:cNvGraphicFramePr/>
          <p:nvPr/>
        </p:nvGraphicFramePr>
        <p:xfrm>
          <a:off x="2124075" y="1519238"/>
          <a:ext cx="4414838" cy="484187"/>
        </p:xfrm>
        <a:graphic>
          <a:graphicData uri="http://schemas.openxmlformats.org/presentationml/2006/ole">
            <mc:AlternateContent xmlns:mc="http://schemas.openxmlformats.org/markup-compatibility/2006">
              <mc:Choice xmlns:v="urn:schemas-microsoft-com:vml" Requires="v">
                <p:oleObj r:id="rId2" imgW="4711700" imgH="508000" progId="Equation.DSMT4">
                  <p:embed/>
                </p:oleObj>
              </mc:Choice>
              <mc:Fallback>
                <p:oleObj r:id="rId2" imgW="4711700" imgH="508000" progId="Equation.DSMT4">
                  <p:embed/>
                  <p:pic>
                    <p:nvPicPr>
                      <p:cNvPr id="0" name="图片 3493"/>
                      <p:cNvPicPr/>
                      <p:nvPr/>
                    </p:nvPicPr>
                    <p:blipFill>
                      <a:blip r:embed="rId3">
                        <a:lum bright="-100000"/>
                      </a:blip>
                      <a:stretch>
                        <a:fillRect/>
                      </a:stretch>
                    </p:blipFill>
                    <p:spPr>
                      <a:xfrm>
                        <a:off x="2124075" y="1519238"/>
                        <a:ext cx="4414838" cy="484187"/>
                      </a:xfrm>
                      <a:prstGeom prst="rect">
                        <a:avLst/>
                      </a:prstGeom>
                      <a:noFill/>
                      <a:ln w="38100">
                        <a:noFill/>
                        <a:miter/>
                      </a:ln>
                    </p:spPr>
                  </p:pic>
                </p:oleObj>
              </mc:Fallback>
            </mc:AlternateContent>
          </a:graphicData>
        </a:graphic>
      </p:graphicFrame>
      <p:graphicFrame>
        <p:nvGraphicFramePr>
          <p:cNvPr id="112643" name="对象 592900"/>
          <p:cNvGraphicFramePr/>
          <p:nvPr/>
        </p:nvGraphicFramePr>
        <p:xfrm>
          <a:off x="2124075" y="2128838"/>
          <a:ext cx="4414838" cy="492125"/>
        </p:xfrm>
        <a:graphic>
          <a:graphicData uri="http://schemas.openxmlformats.org/presentationml/2006/ole">
            <mc:AlternateContent xmlns:mc="http://schemas.openxmlformats.org/markup-compatibility/2006">
              <mc:Choice xmlns:v="urn:schemas-microsoft-com:vml" Requires="v">
                <p:oleObj r:id="rId4" imgW="4711700" imgH="508000" progId="Equation.DSMT4">
                  <p:embed/>
                </p:oleObj>
              </mc:Choice>
              <mc:Fallback>
                <p:oleObj r:id="rId4" imgW="4711700" imgH="508000" progId="Equation.DSMT4">
                  <p:embed/>
                  <p:pic>
                    <p:nvPicPr>
                      <p:cNvPr id="0" name="图片 3499"/>
                      <p:cNvPicPr/>
                      <p:nvPr/>
                    </p:nvPicPr>
                    <p:blipFill>
                      <a:blip r:embed="rId5">
                        <a:lum bright="-100000"/>
                      </a:blip>
                      <a:stretch>
                        <a:fillRect/>
                      </a:stretch>
                    </p:blipFill>
                    <p:spPr>
                      <a:xfrm>
                        <a:off x="2124075" y="2128838"/>
                        <a:ext cx="4414838" cy="492125"/>
                      </a:xfrm>
                      <a:prstGeom prst="rect">
                        <a:avLst/>
                      </a:prstGeom>
                      <a:noFill/>
                      <a:ln w="38100">
                        <a:noFill/>
                        <a:miter/>
                      </a:ln>
                    </p:spPr>
                  </p:pic>
                </p:oleObj>
              </mc:Fallback>
            </mc:AlternateContent>
          </a:graphicData>
        </a:graphic>
      </p:graphicFrame>
      <p:graphicFrame>
        <p:nvGraphicFramePr>
          <p:cNvPr id="112644" name="对象 592901"/>
          <p:cNvGraphicFramePr/>
          <p:nvPr/>
        </p:nvGraphicFramePr>
        <p:xfrm>
          <a:off x="2176463" y="2814638"/>
          <a:ext cx="2589212" cy="458787"/>
        </p:xfrm>
        <a:graphic>
          <a:graphicData uri="http://schemas.openxmlformats.org/presentationml/2006/ole">
            <mc:AlternateContent xmlns:mc="http://schemas.openxmlformats.org/markup-compatibility/2006">
              <mc:Choice xmlns:v="urn:schemas-microsoft-com:vml" Requires="v">
                <p:oleObj r:id="rId6" imgW="2703830" imgH="482600" progId="Equation.DSMT4">
                  <p:embed/>
                </p:oleObj>
              </mc:Choice>
              <mc:Fallback>
                <p:oleObj r:id="rId6" imgW="2703830" imgH="482600" progId="Equation.DSMT4">
                  <p:embed/>
                  <p:pic>
                    <p:nvPicPr>
                      <p:cNvPr id="0" name="图片 3495"/>
                      <p:cNvPicPr/>
                      <p:nvPr/>
                    </p:nvPicPr>
                    <p:blipFill>
                      <a:blip r:embed="rId7">
                        <a:lum bright="-100000"/>
                      </a:blip>
                      <a:stretch>
                        <a:fillRect/>
                      </a:stretch>
                    </p:blipFill>
                    <p:spPr>
                      <a:xfrm>
                        <a:off x="2176463" y="2814638"/>
                        <a:ext cx="2589212" cy="458787"/>
                      </a:xfrm>
                      <a:prstGeom prst="rect">
                        <a:avLst/>
                      </a:prstGeom>
                      <a:noFill/>
                      <a:ln w="38100">
                        <a:noFill/>
                        <a:miter/>
                      </a:ln>
                    </p:spPr>
                  </p:pic>
                </p:oleObj>
              </mc:Fallback>
            </mc:AlternateContent>
          </a:graphicData>
        </a:graphic>
      </p:graphicFrame>
      <p:graphicFrame>
        <p:nvGraphicFramePr>
          <p:cNvPr id="112645" name="对象 592902"/>
          <p:cNvGraphicFramePr/>
          <p:nvPr/>
        </p:nvGraphicFramePr>
        <p:xfrm>
          <a:off x="2057400" y="3500438"/>
          <a:ext cx="5910263" cy="877887"/>
        </p:xfrm>
        <a:graphic>
          <a:graphicData uri="http://schemas.openxmlformats.org/presentationml/2006/ole">
            <mc:AlternateContent xmlns:mc="http://schemas.openxmlformats.org/markup-compatibility/2006">
              <mc:Choice xmlns:v="urn:schemas-microsoft-com:vml" Requires="v">
                <p:oleObj r:id="rId8" imgW="6108700" imgH="939800" progId="Equation.DSMT4">
                  <p:embed/>
                </p:oleObj>
              </mc:Choice>
              <mc:Fallback>
                <p:oleObj r:id="rId8" imgW="6108700" imgH="939800" progId="Equation.DSMT4">
                  <p:embed/>
                  <p:pic>
                    <p:nvPicPr>
                      <p:cNvPr id="0" name="图片 3494"/>
                      <p:cNvPicPr/>
                      <p:nvPr/>
                    </p:nvPicPr>
                    <p:blipFill>
                      <a:blip r:embed="rId9">
                        <a:lum bright="-100000"/>
                      </a:blip>
                      <a:stretch>
                        <a:fillRect/>
                      </a:stretch>
                    </p:blipFill>
                    <p:spPr>
                      <a:xfrm>
                        <a:off x="2057400" y="3500438"/>
                        <a:ext cx="5910263" cy="877887"/>
                      </a:xfrm>
                      <a:prstGeom prst="rect">
                        <a:avLst/>
                      </a:prstGeom>
                      <a:noFill/>
                      <a:ln w="38100">
                        <a:noFill/>
                        <a:miter/>
                      </a:ln>
                    </p:spPr>
                  </p:pic>
                </p:oleObj>
              </mc:Fallback>
            </mc:AlternateContent>
          </a:graphicData>
        </a:graphic>
      </p:graphicFrame>
      <p:graphicFrame>
        <p:nvGraphicFramePr>
          <p:cNvPr id="112646" name="对象 592903"/>
          <p:cNvGraphicFramePr/>
          <p:nvPr/>
        </p:nvGraphicFramePr>
        <p:xfrm>
          <a:off x="2124075" y="4437063"/>
          <a:ext cx="4997450" cy="973137"/>
        </p:xfrm>
        <a:graphic>
          <a:graphicData uri="http://schemas.openxmlformats.org/presentationml/2006/ole">
            <mc:AlternateContent xmlns:mc="http://schemas.openxmlformats.org/markup-compatibility/2006">
              <mc:Choice xmlns:v="urn:schemas-microsoft-com:vml" Requires="v">
                <p:oleObj r:id="rId10" imgW="5245100" imgH="1143000" progId="Equation.DSMT4">
                  <p:embed/>
                </p:oleObj>
              </mc:Choice>
              <mc:Fallback>
                <p:oleObj r:id="rId10" imgW="5245100" imgH="1143000" progId="Equation.DSMT4">
                  <p:embed/>
                  <p:pic>
                    <p:nvPicPr>
                      <p:cNvPr id="0" name="图片 3496"/>
                      <p:cNvPicPr/>
                      <p:nvPr/>
                    </p:nvPicPr>
                    <p:blipFill>
                      <a:blip r:embed="rId11">
                        <a:lum bright="-100000"/>
                      </a:blip>
                      <a:stretch>
                        <a:fillRect/>
                      </a:stretch>
                    </p:blipFill>
                    <p:spPr>
                      <a:xfrm>
                        <a:off x="2124075" y="4437063"/>
                        <a:ext cx="4997450" cy="973137"/>
                      </a:xfrm>
                      <a:prstGeom prst="rect">
                        <a:avLst/>
                      </a:prstGeom>
                      <a:noFill/>
                      <a:ln w="38100">
                        <a:noFill/>
                        <a:miter/>
                      </a:ln>
                    </p:spPr>
                  </p:pic>
                </p:oleObj>
              </mc:Fallback>
            </mc:AlternateContent>
          </a:graphicData>
        </a:graphic>
      </p:graphicFrame>
      <p:sp>
        <p:nvSpPr>
          <p:cNvPr id="112647" name="文本框 592904"/>
          <p:cNvSpPr txBox="1"/>
          <p:nvPr/>
        </p:nvSpPr>
        <p:spPr>
          <a:xfrm>
            <a:off x="990600" y="3687763"/>
            <a:ext cx="1219200" cy="457200"/>
          </a:xfrm>
          <a:prstGeom prst="rect">
            <a:avLst/>
          </a:prstGeom>
          <a:noFill/>
          <a:ln w="12700">
            <a:noFill/>
          </a:ln>
        </p:spPr>
        <p:txBody>
          <a:bodyPr anchor="t" anchorCtr="0">
            <a:spAutoFit/>
          </a:bodyPr>
          <a:lstStyle/>
          <a:p>
            <a:pPr>
              <a:spcBef>
                <a:spcPct val="50000"/>
              </a:spcBef>
            </a:pPr>
            <a:r>
              <a:rPr lang="zh-CN" altLang="en-US" sz="2400">
                <a:latin typeface="宋体" panose="02010600030101010101" pitchFamily="2" charset="-122"/>
                <a:ea typeface="宋体" panose="02010600030101010101" pitchFamily="2" charset="-122"/>
              </a:rPr>
              <a:t>则</a:t>
            </a:r>
          </a:p>
        </p:txBody>
      </p:sp>
      <p:sp>
        <p:nvSpPr>
          <p:cNvPr id="112648" name="文本框 592905"/>
          <p:cNvSpPr txBox="1"/>
          <p:nvPr/>
        </p:nvSpPr>
        <p:spPr>
          <a:xfrm>
            <a:off x="990600" y="2743200"/>
            <a:ext cx="990600" cy="457200"/>
          </a:xfrm>
          <a:prstGeom prst="rect">
            <a:avLst/>
          </a:prstGeom>
          <a:noFill/>
          <a:ln w="12700">
            <a:noFill/>
          </a:ln>
        </p:spPr>
        <p:txBody>
          <a:bodyPr anchor="t" anchorCtr="0">
            <a:spAutoFit/>
          </a:bodyPr>
          <a:lstStyle/>
          <a:p>
            <a:pPr>
              <a:spcBef>
                <a:spcPct val="50000"/>
              </a:spcBef>
            </a:pPr>
            <a:r>
              <a:rPr lang="zh-CN" altLang="en-US" sz="2400">
                <a:latin typeface="宋体" panose="02010600030101010101" pitchFamily="2" charset="-122"/>
                <a:ea typeface="宋体" panose="02010600030101010101" pitchFamily="2" charset="-122"/>
              </a:rPr>
              <a:t>且</a:t>
            </a:r>
          </a:p>
        </p:txBody>
      </p:sp>
      <p:sp>
        <p:nvSpPr>
          <p:cNvPr id="112649" name="文本框 2"/>
          <p:cNvSpPr txBox="1"/>
          <p:nvPr/>
        </p:nvSpPr>
        <p:spPr>
          <a:xfrm>
            <a:off x="960438" y="5638800"/>
            <a:ext cx="7940675" cy="533400"/>
          </a:xfrm>
          <a:prstGeom prst="rect">
            <a:avLst/>
          </a:prstGeom>
          <a:noFill/>
          <a:ln w="9525">
            <a:noFill/>
          </a:ln>
        </p:spPr>
        <p:txBody>
          <a:bodyPr wrap="square" anchor="t" anchorCtr="0">
            <a:spAutoFit/>
          </a:bodyPr>
          <a:lstStyle/>
          <a:p>
            <a:pPr>
              <a:lnSpc>
                <a:spcPct val="120000"/>
              </a:lnSpc>
            </a:pPr>
            <a:r>
              <a:rPr lang="zh-CN" altLang="en-US" sz="2400" dirty="0">
                <a:latin typeface="Times New Roman" panose="02020603050405020304" pitchFamily="2" charset="0"/>
                <a:ea typeface="宋体" panose="02010600030101010101" pitchFamily="2" charset="-122"/>
                <a:sym typeface="Arial" panose="020B0604020202020204" pitchFamily="34" charset="0"/>
              </a:rPr>
              <a:t>其中，“*”表示复共轭，闭合积分围线C在公共收敛域内</a:t>
            </a:r>
            <a:endParaRPr lang="zh-CN" altLang="en-US" sz="2400">
              <a:latin typeface="Times New Roman" panose="02020603050405020304" pitchFamily="2" charset="0"/>
              <a:ea typeface="宋体" panose="02010600030101010101" pitchFamily="2" charset="-122"/>
            </a:endParaRPr>
          </a:p>
        </p:txBody>
      </p:sp>
      <p:sp>
        <p:nvSpPr>
          <p:cNvPr id="112650" name="内容占位符 1"/>
          <p:cNvSpPr>
            <a:spLocks noGrp="1"/>
          </p:cNvSpPr>
          <p:nvPr/>
        </p:nvSpPr>
        <p:spPr>
          <a:xfrm>
            <a:off x="960438" y="1563688"/>
            <a:ext cx="7124700" cy="4800600"/>
          </a:xfrm>
          <a:prstGeom prst="rect">
            <a:avLst/>
          </a:prstGeom>
          <a:noFill/>
          <a:ln w="9525">
            <a:noFill/>
          </a:ln>
        </p:spPr>
        <p:txBody>
          <a:bodyPr anchor="t" anchorCtr="0"/>
          <a:lstStyle/>
          <a:p>
            <a:pPr marL="342900" indent="-342900">
              <a:spcBef>
                <a:spcPct val="20000"/>
              </a:spcBef>
            </a:pPr>
            <a:r>
              <a:rPr lang="zh-CN" altLang="en-US" sz="2400">
                <a:latin typeface="宋体" panose="02010600030101010101" pitchFamily="2" charset="-122"/>
                <a:ea typeface="宋体" panose="02010600030101010101" pitchFamily="2" charset="-122"/>
              </a:rPr>
              <a:t>若</a:t>
            </a:r>
          </a:p>
        </p:txBody>
      </p:sp>
      <mc:AlternateContent xmlns:mc="http://schemas.openxmlformats.org/markup-compatibility/2006" xmlns:p14="http://schemas.microsoft.com/office/powerpoint/2010/main">
        <mc:Choice Requires="p14">
          <p:contentPart p14:bwMode="auto" r:id="rId12">
            <p14:nvContentPartPr>
              <p14:cNvPr id="2" name="墨迹 1">
                <a:extLst>
                  <a:ext uri="{FF2B5EF4-FFF2-40B4-BE49-F238E27FC236}">
                    <a16:creationId xmlns:a16="http://schemas.microsoft.com/office/drawing/2014/main" id="{81EA7801-2347-2E44-E537-94BD7750E46E}"/>
                  </a:ext>
                </a:extLst>
              </p14:cNvPr>
              <p14:cNvContentPartPr/>
              <p14:nvPr/>
            </p14:nvContentPartPr>
            <p14:xfrm>
              <a:off x="3592825" y="1930025"/>
              <a:ext cx="337680" cy="197640"/>
            </p14:xfrm>
          </p:contentPart>
        </mc:Choice>
        <mc:Fallback xmlns="">
          <p:pic>
            <p:nvPicPr>
              <p:cNvPr id="2" name="墨迹 1">
                <a:extLst>
                  <a:ext uri="{FF2B5EF4-FFF2-40B4-BE49-F238E27FC236}">
                    <a16:creationId xmlns:a16="http://schemas.microsoft.com/office/drawing/2014/main" id="{81EA7801-2347-2E44-E537-94BD7750E46E}"/>
                  </a:ext>
                </a:extLst>
              </p:cNvPr>
              <p:cNvPicPr/>
              <p:nvPr/>
            </p:nvPicPr>
            <p:blipFill>
              <a:blip r:embed="rId13"/>
              <a:stretch>
                <a:fillRect/>
              </a:stretch>
            </p:blipFill>
            <p:spPr>
              <a:xfrm>
                <a:off x="3574825" y="1912385"/>
                <a:ext cx="373320" cy="23328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3" name="墨迹 2">
                <a:extLst>
                  <a:ext uri="{FF2B5EF4-FFF2-40B4-BE49-F238E27FC236}">
                    <a16:creationId xmlns:a16="http://schemas.microsoft.com/office/drawing/2014/main" id="{94424674-4499-686D-1BBA-537671AFE7D5}"/>
                  </a:ext>
                </a:extLst>
              </p14:cNvPr>
              <p14:cNvContentPartPr/>
              <p14:nvPr/>
            </p14:nvContentPartPr>
            <p14:xfrm>
              <a:off x="3712705" y="2516105"/>
              <a:ext cx="271440" cy="275760"/>
            </p14:xfrm>
          </p:contentPart>
        </mc:Choice>
        <mc:Fallback xmlns="">
          <p:pic>
            <p:nvPicPr>
              <p:cNvPr id="3" name="墨迹 2">
                <a:extLst>
                  <a:ext uri="{FF2B5EF4-FFF2-40B4-BE49-F238E27FC236}">
                    <a16:creationId xmlns:a16="http://schemas.microsoft.com/office/drawing/2014/main" id="{94424674-4499-686D-1BBA-537671AFE7D5}"/>
                  </a:ext>
                </a:extLst>
              </p:cNvPr>
              <p:cNvPicPr/>
              <p:nvPr/>
            </p:nvPicPr>
            <p:blipFill>
              <a:blip r:embed="rId15"/>
              <a:stretch>
                <a:fillRect/>
              </a:stretch>
            </p:blipFill>
            <p:spPr>
              <a:xfrm>
                <a:off x="3695065" y="2498105"/>
                <a:ext cx="307080" cy="311400"/>
              </a:xfrm>
              <a:prstGeom prst="rect">
                <a:avLst/>
              </a:prstGeom>
            </p:spPr>
          </p:pic>
        </mc:Fallback>
      </mc:AlternateContent>
    </p:spTree>
  </p:cSld>
  <p:clrMapOvr>
    <a:masterClrMapping/>
  </p:clrMapOvr>
  <p:transition/>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5" name="文本框 139270"/>
          <p:cNvSpPr txBox="1"/>
          <p:nvPr/>
        </p:nvSpPr>
        <p:spPr>
          <a:xfrm>
            <a:off x="450850" y="508000"/>
            <a:ext cx="8464550" cy="4743450"/>
          </a:xfrm>
          <a:prstGeom prst="rect">
            <a:avLst/>
          </a:prstGeom>
          <a:noFill/>
          <a:ln w="9525">
            <a:noFill/>
          </a:ln>
        </p:spPr>
        <p:txBody>
          <a:bodyPr wrap="square" anchor="t" anchorCtr="0">
            <a:spAutoFit/>
          </a:bodyPr>
          <a:lstStyle/>
          <a:p>
            <a:pPr>
              <a:lnSpc>
                <a:spcPct val="210000"/>
              </a:lnSpc>
            </a:pPr>
            <a:r>
              <a:rPr lang="zh-CN" altLang="en-US" sz="2400" dirty="0">
                <a:latin typeface="Times New Roman" panose="02020603050405020304" pitchFamily="2" charset="0"/>
                <a:ea typeface="宋体" panose="02010600030101010101" pitchFamily="2" charset="-122"/>
                <a:sym typeface="Arial" panose="020B0604020202020204" pitchFamily="34" charset="0"/>
              </a:rPr>
              <a:t>(1)当h</a:t>
            </a:r>
            <a:r>
              <a:rPr lang="en-US" altLang="zh-CN" sz="2400" dirty="0">
                <a:latin typeface="Times New Roman" panose="02020603050405020304" pitchFamily="2" charset="0"/>
                <a:ea typeface="宋体" panose="02010600030101010101" pitchFamily="2" charset="-122"/>
                <a:sym typeface="Arial" panose="020B0604020202020204" pitchFamily="34" charset="0"/>
              </a:rPr>
              <a:t>*</a:t>
            </a:r>
            <a:r>
              <a:rPr lang="zh-CN" altLang="en-US" sz="2400" dirty="0">
                <a:latin typeface="Times New Roman" panose="02020603050405020304" pitchFamily="2" charset="0"/>
                <a:ea typeface="宋体" panose="02010600030101010101" pitchFamily="2" charset="-122"/>
                <a:sym typeface="Arial" panose="020B0604020202020204" pitchFamily="34" charset="0"/>
              </a:rPr>
              <a:t>(n)换成h(n)时，</a:t>
            </a:r>
          </a:p>
          <a:p>
            <a:pPr>
              <a:lnSpc>
                <a:spcPct val="210000"/>
              </a:lnSpc>
            </a:pPr>
            <a:r>
              <a:rPr lang="zh-CN" altLang="en-US" sz="2400" dirty="0">
                <a:latin typeface="Times New Roman" panose="02020603050405020304" pitchFamily="2" charset="0"/>
                <a:ea typeface="宋体" panose="02010600030101010101" pitchFamily="2" charset="-122"/>
                <a:sym typeface="Arial" panose="020B0604020202020204" pitchFamily="34" charset="0"/>
              </a:rPr>
              <a:t>(2)当</a:t>
            </a:r>
            <a:r>
              <a:rPr lang="en-US" altLang="zh-CN" sz="2400" dirty="0">
                <a:latin typeface="Times New Roman" panose="02020603050405020304" pitchFamily="2" charset="0"/>
                <a:ea typeface="宋体" panose="02010600030101010101" pitchFamily="2" charset="-122"/>
                <a:sym typeface="Arial" panose="020B0604020202020204" pitchFamily="34" charset="0"/>
              </a:rPr>
              <a:t>X(z)</a:t>
            </a:r>
            <a:r>
              <a:rPr lang="zh-CN" altLang="en-US" sz="2400" dirty="0">
                <a:latin typeface="Times New Roman" panose="02020603050405020304" pitchFamily="2" charset="0"/>
                <a:ea typeface="宋体" panose="02010600030101010101" pitchFamily="2" charset="-122"/>
                <a:sym typeface="Arial" panose="020B0604020202020204" pitchFamily="34" charset="0"/>
              </a:rPr>
              <a:t>和</a:t>
            </a:r>
            <a:r>
              <a:rPr lang="zh-CN" altLang="en-US" sz="2400" dirty="0">
                <a:latin typeface="Times New Roman" panose="02020603050405020304" pitchFamily="2" charset="0"/>
                <a:ea typeface="宋体" panose="02010600030101010101" pitchFamily="2" charset="-122"/>
              </a:rPr>
              <a:t>H</a:t>
            </a:r>
            <a:r>
              <a:rPr lang="en-US" altLang="zh-CN" sz="2400" dirty="0">
                <a:latin typeface="Times New Roman" panose="02020603050405020304" pitchFamily="2" charset="0"/>
                <a:ea typeface="宋体" panose="02010600030101010101" pitchFamily="2" charset="-122"/>
              </a:rPr>
              <a:t>(z)</a:t>
            </a:r>
            <a:r>
              <a:rPr lang="zh-CN" altLang="en-US" sz="2400" dirty="0">
                <a:latin typeface="Times New Roman" panose="02020603050405020304" pitchFamily="2" charset="0"/>
                <a:ea typeface="宋体" panose="02010600030101010101" pitchFamily="2" charset="-122"/>
              </a:rPr>
              <a:t>的收敛包含单位圆，则</a:t>
            </a:r>
            <a:r>
              <a:rPr lang="en-US" altLang="zh-CN" sz="2400" dirty="0">
                <a:latin typeface="Times New Roman" panose="02020603050405020304" pitchFamily="2" charset="0"/>
                <a:ea typeface="宋体" panose="02010600030101010101" pitchFamily="2" charset="-122"/>
              </a:rPr>
              <a:t>c</a:t>
            </a:r>
            <a:r>
              <a:rPr lang="zh-CN" altLang="en-US" sz="2400" dirty="0">
                <a:latin typeface="Times New Roman" panose="02020603050405020304" pitchFamily="2" charset="0"/>
                <a:ea typeface="宋体" panose="02010600030101010101" pitchFamily="2" charset="-122"/>
              </a:rPr>
              <a:t>可取为单位圆，即</a:t>
            </a:r>
            <a:r>
              <a:rPr lang="zh-CN" altLang="en-US" sz="2400" dirty="0">
                <a:solidFill>
                  <a:srgbClr val="C00000"/>
                </a:solidFill>
                <a:latin typeface="Times New Roman" panose="02020603050405020304" pitchFamily="2" charset="0"/>
                <a:ea typeface="宋体" panose="02010600030101010101" pitchFamily="2" charset="-122"/>
                <a:sym typeface="Arial" panose="020B0604020202020204" pitchFamily="34" charset="0"/>
              </a:rPr>
              <a:t>围线取单位圆|v|=1</a:t>
            </a:r>
            <a:r>
              <a:rPr lang="zh-CN" altLang="en-US" sz="2400" dirty="0">
                <a:latin typeface="Times New Roman" panose="02020603050405020304" pitchFamily="2" charset="0"/>
                <a:ea typeface="宋体" panose="02010600030101010101" pitchFamily="2" charset="-122"/>
                <a:sym typeface="Arial" panose="020B0604020202020204" pitchFamily="34" charset="0"/>
              </a:rPr>
              <a:t>时,即</a:t>
            </a:r>
            <a:endParaRPr lang="zh-CN" altLang="en-US" sz="2400" dirty="0">
              <a:latin typeface="Times New Roman" panose="02020603050405020304" pitchFamily="2" charset="0"/>
              <a:ea typeface="宋体" panose="02010600030101010101" pitchFamily="2" charset="-122"/>
            </a:endParaRPr>
          </a:p>
          <a:p>
            <a:pPr>
              <a:lnSpc>
                <a:spcPct val="210000"/>
              </a:lnSpc>
            </a:pPr>
            <a:endParaRPr lang="zh-CN" altLang="en-US" sz="2400" dirty="0">
              <a:latin typeface="Times New Roman" panose="02020603050405020304" pitchFamily="2" charset="0"/>
              <a:ea typeface="宋体" panose="02010600030101010101" pitchFamily="2" charset="-122"/>
            </a:endParaRPr>
          </a:p>
          <a:p>
            <a:pPr>
              <a:lnSpc>
                <a:spcPct val="210000"/>
              </a:lnSpc>
            </a:pPr>
            <a:endParaRPr lang="zh-CN" altLang="en-US" sz="2400" dirty="0">
              <a:latin typeface="Times New Roman" panose="02020603050405020304" pitchFamily="2" charset="0"/>
              <a:ea typeface="宋体" panose="02010600030101010101" pitchFamily="2" charset="-122"/>
              <a:sym typeface="Arial" panose="020B0604020202020204" pitchFamily="34" charset="0"/>
            </a:endParaRPr>
          </a:p>
          <a:p>
            <a:pPr>
              <a:lnSpc>
                <a:spcPct val="210000"/>
              </a:lnSpc>
            </a:pPr>
            <a:r>
              <a:rPr lang="zh-CN" altLang="en-US" sz="2400" dirty="0">
                <a:latin typeface="Times New Roman" panose="02020603050405020304" pitchFamily="2" charset="0"/>
                <a:ea typeface="宋体" panose="02010600030101010101" pitchFamily="2" charset="-122"/>
                <a:sym typeface="Arial" panose="020B0604020202020204" pitchFamily="34" charset="0"/>
              </a:rPr>
              <a:t>(3)当</a:t>
            </a:r>
            <a:r>
              <a:rPr lang="zh-CN" altLang="en-US" sz="2400" dirty="0">
                <a:solidFill>
                  <a:srgbClr val="C00000"/>
                </a:solidFill>
                <a:latin typeface="Times New Roman" panose="02020603050405020304" pitchFamily="2" charset="0"/>
                <a:ea typeface="宋体" panose="02010600030101010101" pitchFamily="2" charset="-122"/>
                <a:sym typeface="Arial" panose="020B0604020202020204" pitchFamily="34" charset="0"/>
              </a:rPr>
              <a:t>h(n)=x(n)是复序列</a:t>
            </a:r>
            <a:r>
              <a:rPr lang="zh-CN" altLang="en-US" sz="2400" dirty="0">
                <a:latin typeface="Times New Roman" panose="02020603050405020304" pitchFamily="2" charset="0"/>
                <a:ea typeface="宋体" panose="02010600030101010101" pitchFamily="2" charset="-122"/>
                <a:sym typeface="Arial" panose="020B0604020202020204" pitchFamily="34" charset="0"/>
              </a:rPr>
              <a:t>时，则</a:t>
            </a:r>
            <a:endParaRPr lang="en-US" altLang="zh-CN" sz="2400" dirty="0">
              <a:latin typeface="Times New Roman" panose="02020603050405020304" pitchFamily="2" charset="0"/>
              <a:ea typeface="宋体" panose="02010600030101010101" pitchFamily="2" charset="-122"/>
            </a:endParaRPr>
          </a:p>
        </p:txBody>
      </p:sp>
      <p:graphicFrame>
        <p:nvGraphicFramePr>
          <p:cNvPr id="113666" name="对象 139271"/>
          <p:cNvGraphicFramePr>
            <a:graphicFrameLocks noChangeAspect="1"/>
          </p:cNvGraphicFramePr>
          <p:nvPr/>
        </p:nvGraphicFramePr>
        <p:xfrm>
          <a:off x="3373438" y="2308225"/>
          <a:ext cx="1628775" cy="576263"/>
        </p:xfrm>
        <a:graphic>
          <a:graphicData uri="http://schemas.openxmlformats.org/presentationml/2006/ole">
            <mc:AlternateContent xmlns:mc="http://schemas.openxmlformats.org/markup-compatibility/2006">
              <mc:Choice xmlns:v="urn:schemas-microsoft-com:vml" Requires="v">
                <p:oleObj r:id="rId2" imgW="862965" imgH="304800" progId="Equation.3">
                  <p:embed/>
                </p:oleObj>
              </mc:Choice>
              <mc:Fallback>
                <p:oleObj r:id="rId2" imgW="862965" imgH="304800" progId="Equation.3">
                  <p:embed/>
                  <p:pic>
                    <p:nvPicPr>
                      <p:cNvPr id="0" name="图片 3498"/>
                      <p:cNvPicPr/>
                      <p:nvPr/>
                    </p:nvPicPr>
                    <p:blipFill>
                      <a:blip r:embed="rId3"/>
                      <a:stretch>
                        <a:fillRect/>
                      </a:stretch>
                    </p:blipFill>
                    <p:spPr>
                      <a:xfrm>
                        <a:off x="3373438" y="2308225"/>
                        <a:ext cx="1628775" cy="576263"/>
                      </a:xfrm>
                      <a:prstGeom prst="rect">
                        <a:avLst/>
                      </a:prstGeom>
                      <a:noFill/>
                      <a:ln w="38100">
                        <a:noFill/>
                        <a:miter/>
                      </a:ln>
                    </p:spPr>
                  </p:pic>
                </p:oleObj>
              </mc:Fallback>
            </mc:AlternateContent>
          </a:graphicData>
        </a:graphic>
      </p:graphicFrame>
      <p:graphicFrame>
        <p:nvGraphicFramePr>
          <p:cNvPr id="113667" name="对象 139272"/>
          <p:cNvGraphicFramePr>
            <a:graphicFrameLocks noChangeAspect="1"/>
          </p:cNvGraphicFramePr>
          <p:nvPr/>
        </p:nvGraphicFramePr>
        <p:xfrm>
          <a:off x="544513" y="2916238"/>
          <a:ext cx="5827712" cy="1643062"/>
        </p:xfrm>
        <a:graphic>
          <a:graphicData uri="http://schemas.openxmlformats.org/presentationml/2006/ole">
            <mc:AlternateContent xmlns:mc="http://schemas.openxmlformats.org/markup-compatibility/2006">
              <mc:Choice xmlns:v="urn:schemas-microsoft-com:vml" Requires="v">
                <p:oleObj r:id="rId4" imgW="2794000" imgH="889000" progId="Equation.3">
                  <p:embed/>
                </p:oleObj>
              </mc:Choice>
              <mc:Fallback>
                <p:oleObj r:id="rId4" imgW="2794000" imgH="889000" progId="Equation.3">
                  <p:embed/>
                  <p:pic>
                    <p:nvPicPr>
                      <p:cNvPr id="0" name="图片 3500"/>
                      <p:cNvPicPr/>
                      <p:nvPr/>
                    </p:nvPicPr>
                    <p:blipFill>
                      <a:blip r:embed="rId5"/>
                      <a:stretch>
                        <a:fillRect/>
                      </a:stretch>
                    </p:blipFill>
                    <p:spPr>
                      <a:xfrm>
                        <a:off x="544513" y="2916238"/>
                        <a:ext cx="5827712" cy="1643062"/>
                      </a:xfrm>
                      <a:prstGeom prst="rect">
                        <a:avLst/>
                      </a:prstGeom>
                      <a:noFill/>
                      <a:ln w="38100">
                        <a:noFill/>
                        <a:miter/>
                      </a:ln>
                    </p:spPr>
                  </p:pic>
                </p:oleObj>
              </mc:Fallback>
            </mc:AlternateContent>
          </a:graphicData>
        </a:graphic>
      </p:graphicFrame>
      <p:graphicFrame>
        <p:nvGraphicFramePr>
          <p:cNvPr id="113668" name="对象 139273">
            <a:hlinkClick r:id="" action="ppaction://ole?verb=0"/>
          </p:cNvPr>
          <p:cNvGraphicFramePr>
            <a:graphicFrameLocks noChangeAspect="1"/>
          </p:cNvGraphicFramePr>
          <p:nvPr/>
        </p:nvGraphicFramePr>
        <p:xfrm>
          <a:off x="1209675" y="5165725"/>
          <a:ext cx="3975100" cy="1620838"/>
        </p:xfrm>
        <a:graphic>
          <a:graphicData uri="http://schemas.openxmlformats.org/presentationml/2006/ole">
            <mc:AlternateContent xmlns:mc="http://schemas.openxmlformats.org/markup-compatibility/2006">
              <mc:Choice xmlns:v="urn:schemas-microsoft-com:vml" Requires="v">
                <p:oleObj r:id="rId6" imgW="2260600" imgH="914400" progId="Equation.3">
                  <p:embed/>
                </p:oleObj>
              </mc:Choice>
              <mc:Fallback>
                <p:oleObj r:id="rId6" imgW="2260600" imgH="914400" progId="Equation.3">
                  <p:embed/>
                  <p:pic>
                    <p:nvPicPr>
                      <p:cNvPr id="0" name="图片 3497"/>
                      <p:cNvPicPr/>
                      <p:nvPr/>
                    </p:nvPicPr>
                    <p:blipFill>
                      <a:blip r:embed="rId7"/>
                      <a:stretch>
                        <a:fillRect/>
                      </a:stretch>
                    </p:blipFill>
                    <p:spPr>
                      <a:xfrm>
                        <a:off x="1209675" y="5165725"/>
                        <a:ext cx="3975100" cy="1620838"/>
                      </a:xfrm>
                      <a:prstGeom prst="rect">
                        <a:avLst/>
                      </a:prstGeom>
                      <a:noFill/>
                      <a:ln w="38100">
                        <a:noFill/>
                        <a:miter/>
                      </a:ln>
                    </p:spPr>
                  </p:pic>
                </p:oleObj>
              </mc:Fallback>
            </mc:AlternateContent>
          </a:graphicData>
        </a:graphic>
      </p:graphicFrame>
      <p:graphicFrame>
        <p:nvGraphicFramePr>
          <p:cNvPr id="113669" name="对象 139274"/>
          <p:cNvGraphicFramePr>
            <a:graphicFrameLocks noChangeAspect="1"/>
          </p:cNvGraphicFramePr>
          <p:nvPr/>
        </p:nvGraphicFramePr>
        <p:xfrm>
          <a:off x="3373438" y="681038"/>
          <a:ext cx="4813300" cy="776287"/>
        </p:xfrm>
        <a:graphic>
          <a:graphicData uri="http://schemas.openxmlformats.org/presentationml/2006/ole">
            <mc:AlternateContent xmlns:mc="http://schemas.openxmlformats.org/markup-compatibility/2006">
              <mc:Choice xmlns:v="urn:schemas-microsoft-com:vml" Requires="v">
                <p:oleObj r:id="rId8" imgW="2374265" imgH="431800" progId="Equation.3">
                  <p:embed/>
                </p:oleObj>
              </mc:Choice>
              <mc:Fallback>
                <p:oleObj r:id="rId8" imgW="2374265" imgH="431800" progId="Equation.3">
                  <p:embed/>
                  <p:pic>
                    <p:nvPicPr>
                      <p:cNvPr id="0" name="图片 3505"/>
                      <p:cNvPicPr/>
                      <p:nvPr/>
                    </p:nvPicPr>
                    <p:blipFill>
                      <a:blip r:embed="rId9"/>
                      <a:stretch>
                        <a:fillRect/>
                      </a:stretch>
                    </p:blipFill>
                    <p:spPr>
                      <a:xfrm>
                        <a:off x="3373438" y="681038"/>
                        <a:ext cx="4813300" cy="776287"/>
                      </a:xfrm>
                      <a:prstGeom prst="rect">
                        <a:avLst/>
                      </a:prstGeom>
                      <a:noFill/>
                      <a:ln w="38100">
                        <a:noFill/>
                        <a:miter/>
                      </a:ln>
                    </p:spPr>
                  </p:pic>
                </p:oleObj>
              </mc:Fallback>
            </mc:AlternateContent>
          </a:graphicData>
        </a:graphic>
      </p:graphicFrame>
    </p:spTree>
  </p:cSld>
  <p:clrMapOvr>
    <a:masterClrMapping/>
  </p:clrMapOvr>
  <p:transition/>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89" name="文本框 3"/>
          <p:cNvSpPr txBox="1"/>
          <p:nvPr/>
        </p:nvSpPr>
        <p:spPr>
          <a:xfrm>
            <a:off x="577850" y="420688"/>
            <a:ext cx="7137400" cy="865187"/>
          </a:xfrm>
          <a:prstGeom prst="rect">
            <a:avLst/>
          </a:prstGeom>
          <a:noFill/>
          <a:ln w="9525">
            <a:noFill/>
          </a:ln>
        </p:spPr>
        <p:txBody>
          <a:bodyPr wrap="none" anchor="t" anchorCtr="0">
            <a:spAutoFit/>
          </a:bodyPr>
          <a:lstStyle/>
          <a:p>
            <a:pPr>
              <a:lnSpc>
                <a:spcPct val="210000"/>
              </a:lnSpc>
            </a:pPr>
            <a:r>
              <a:rPr lang="zh-CN" altLang="en-US" sz="2400" dirty="0">
                <a:latin typeface="Times New Roman" panose="02020603050405020304" pitchFamily="2" charset="0"/>
                <a:ea typeface="宋体" panose="02010600030101010101" pitchFamily="2" charset="-122"/>
                <a:sym typeface="Arial" panose="020B0604020202020204" pitchFamily="34" charset="0"/>
              </a:rPr>
              <a:t>(4)当h(n)=x(n)是实序列时，有                               ，则</a:t>
            </a:r>
            <a:endParaRPr lang="zh-CN" altLang="en-US" sz="2400" dirty="0">
              <a:latin typeface="Times New Roman" panose="02020603050405020304" pitchFamily="2" charset="0"/>
              <a:ea typeface="宋体" panose="02010600030101010101" pitchFamily="2" charset="-122"/>
            </a:endParaRPr>
          </a:p>
        </p:txBody>
      </p:sp>
      <p:graphicFrame>
        <p:nvGraphicFramePr>
          <p:cNvPr id="114690" name="对象 139273">
            <a:hlinkClick r:id="" action="ppaction://ole?verb=0"/>
          </p:cNvPr>
          <p:cNvGraphicFramePr>
            <a:graphicFrameLocks noChangeAspect="1"/>
          </p:cNvGraphicFramePr>
          <p:nvPr/>
        </p:nvGraphicFramePr>
        <p:xfrm>
          <a:off x="1004888" y="1473200"/>
          <a:ext cx="4167187" cy="965200"/>
        </p:xfrm>
        <a:graphic>
          <a:graphicData uri="http://schemas.openxmlformats.org/presentationml/2006/ole">
            <mc:AlternateContent xmlns:mc="http://schemas.openxmlformats.org/markup-compatibility/2006">
              <mc:Choice xmlns:v="urn:schemas-microsoft-com:vml" Requires="v">
                <p:oleObj r:id="rId2" imgW="1879600" imgH="431800" progId="Equation.3">
                  <p:embed/>
                </p:oleObj>
              </mc:Choice>
              <mc:Fallback>
                <p:oleObj r:id="rId2" imgW="1879600" imgH="431800" progId="Equation.3">
                  <p:embed/>
                  <p:pic>
                    <p:nvPicPr>
                      <p:cNvPr id="0" name="图片 3501"/>
                      <p:cNvPicPr/>
                      <p:nvPr/>
                    </p:nvPicPr>
                    <p:blipFill>
                      <a:blip r:embed="rId3"/>
                      <a:stretch>
                        <a:fillRect/>
                      </a:stretch>
                    </p:blipFill>
                    <p:spPr>
                      <a:xfrm>
                        <a:off x="1004888" y="1473200"/>
                        <a:ext cx="4167187" cy="965200"/>
                      </a:xfrm>
                      <a:prstGeom prst="rect">
                        <a:avLst/>
                      </a:prstGeom>
                      <a:noFill/>
                      <a:ln w="38100">
                        <a:noFill/>
                        <a:miter/>
                      </a:ln>
                    </p:spPr>
                  </p:pic>
                </p:oleObj>
              </mc:Fallback>
            </mc:AlternateContent>
          </a:graphicData>
        </a:graphic>
      </p:graphicFrame>
      <p:graphicFrame>
        <p:nvGraphicFramePr>
          <p:cNvPr id="114691" name="对象 4"/>
          <p:cNvGraphicFramePr/>
          <p:nvPr/>
        </p:nvGraphicFramePr>
        <p:xfrm>
          <a:off x="4614863" y="731838"/>
          <a:ext cx="2282825" cy="474662"/>
        </p:xfrm>
        <a:graphic>
          <a:graphicData uri="http://schemas.openxmlformats.org/presentationml/2006/ole">
            <mc:AlternateContent xmlns:mc="http://schemas.openxmlformats.org/markup-compatibility/2006">
              <mc:Choice xmlns:v="urn:schemas-microsoft-com:vml" Requires="v">
                <p:oleObj r:id="rId4" imgW="1130300" imgH="228600" progId="Equation.KSEE3">
                  <p:embed/>
                </p:oleObj>
              </mc:Choice>
              <mc:Fallback>
                <p:oleObj r:id="rId4" imgW="1130300" imgH="228600" progId="Equation.KSEE3">
                  <p:embed/>
                  <p:pic>
                    <p:nvPicPr>
                      <p:cNvPr id="0" name="图片 3507"/>
                      <p:cNvPicPr/>
                      <p:nvPr/>
                    </p:nvPicPr>
                    <p:blipFill>
                      <a:blip r:embed="rId5"/>
                      <a:stretch>
                        <a:fillRect/>
                      </a:stretch>
                    </p:blipFill>
                    <p:spPr>
                      <a:xfrm>
                        <a:off x="4614863" y="731838"/>
                        <a:ext cx="2282825" cy="474662"/>
                      </a:xfrm>
                      <a:prstGeom prst="rect">
                        <a:avLst/>
                      </a:prstGeom>
                      <a:noFill/>
                      <a:ln w="38100">
                        <a:noFill/>
                        <a:miter/>
                      </a:ln>
                    </p:spPr>
                  </p:pic>
                </p:oleObj>
              </mc:Fallback>
            </mc:AlternateContent>
          </a:graphicData>
        </a:graphic>
      </p:graphicFrame>
      <p:sp>
        <p:nvSpPr>
          <p:cNvPr id="114692" name="文本框 1"/>
          <p:cNvSpPr txBox="1"/>
          <p:nvPr/>
        </p:nvSpPr>
        <p:spPr>
          <a:xfrm>
            <a:off x="725488" y="2768600"/>
            <a:ext cx="7069137" cy="892175"/>
          </a:xfrm>
          <a:prstGeom prst="rect">
            <a:avLst/>
          </a:prstGeom>
          <a:noFill/>
          <a:ln w="9525">
            <a:noFill/>
          </a:ln>
        </p:spPr>
        <p:txBody>
          <a:bodyPr wrap="square" anchor="t" anchorCtr="0">
            <a:spAutoFit/>
          </a:bodyPr>
          <a:lstStyle/>
          <a:p>
            <a:pPr>
              <a:lnSpc>
                <a:spcPct val="130000"/>
              </a:lnSpc>
            </a:pPr>
            <a:r>
              <a:rPr lang="zh-CN" altLang="en-US" sz="2000">
                <a:latin typeface="Times New Roman" panose="02020603050405020304" pitchFamily="2" charset="0"/>
                <a:ea typeface="宋体" panose="02010600030101010101" pitchFamily="2" charset="-122"/>
              </a:rPr>
              <a:t>注意：后三项必须满足</a:t>
            </a:r>
            <a:r>
              <a:rPr lang="en-US" altLang="zh-CN" sz="2000">
                <a:latin typeface="Times New Roman" panose="02020603050405020304" pitchFamily="2" charset="0"/>
                <a:ea typeface="宋体" panose="02010600030101010101" pitchFamily="2" charset="-122"/>
              </a:rPr>
              <a:t>H(z)</a:t>
            </a:r>
            <a:r>
              <a:rPr lang="zh-CN" altLang="en-US" sz="2000">
                <a:latin typeface="Times New Roman" panose="02020603050405020304" pitchFamily="2" charset="0"/>
                <a:ea typeface="宋体" panose="02010600030101010101" pitchFamily="2" charset="-122"/>
              </a:rPr>
              <a:t>和</a:t>
            </a:r>
            <a:r>
              <a:rPr lang="en-US" altLang="zh-CN" sz="2000">
                <a:latin typeface="Times New Roman" panose="02020603050405020304" pitchFamily="2" charset="0"/>
                <a:ea typeface="宋体" panose="02010600030101010101" pitchFamily="2" charset="-122"/>
              </a:rPr>
              <a:t>X(z)</a:t>
            </a:r>
            <a:r>
              <a:rPr lang="zh-CN" altLang="en-US" sz="2000">
                <a:latin typeface="Times New Roman" panose="02020603050405020304" pitchFamily="2" charset="0"/>
                <a:ea typeface="宋体" panose="02010600030101010101" pitchFamily="2" charset="-122"/>
              </a:rPr>
              <a:t>在单位圆上</a:t>
            </a:r>
            <a:r>
              <a:rPr lang="en-US" altLang="zh-CN" sz="2000">
                <a:latin typeface="Times New Roman" panose="02020603050405020304" pitchFamily="2" charset="0"/>
                <a:ea typeface="宋体" panose="02010600030101010101" pitchFamily="2" charset="-122"/>
              </a:rPr>
              <a:t>(z=e</a:t>
            </a:r>
            <a:r>
              <a:rPr lang="en-US" altLang="zh-CN" sz="2000" i="1" baseline="30000">
                <a:latin typeface="Times New Roman" panose="02020603050405020304" pitchFamily="2" charset="0"/>
                <a:ea typeface="宋体" panose="02010600030101010101" pitchFamily="2" charset="-122"/>
              </a:rPr>
              <a:t>jw</a:t>
            </a:r>
            <a:r>
              <a:rPr lang="en-US" altLang="zh-CN" sz="2000">
                <a:latin typeface="Times New Roman" panose="02020603050405020304" pitchFamily="2" charset="0"/>
                <a:ea typeface="宋体" panose="02010600030101010101" pitchFamily="2" charset="-122"/>
              </a:rPr>
              <a:t>)</a:t>
            </a:r>
            <a:r>
              <a:rPr lang="zh-CN" altLang="en-US" sz="2000">
                <a:latin typeface="Times New Roman" panose="02020603050405020304" pitchFamily="2" charset="0"/>
                <a:ea typeface="宋体" panose="02010600030101010101" pitchFamily="2" charset="-122"/>
              </a:rPr>
              <a:t>收敛这一条件。</a:t>
            </a:r>
          </a:p>
        </p:txBody>
      </p:sp>
    </p:spTree>
  </p:cSld>
  <p:clrMapOvr>
    <a:masterClrMapping/>
  </p:clrMapOvr>
  <p:transition/>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3" name="文本框 43009"/>
          <p:cNvSpPr txBox="1"/>
          <p:nvPr/>
        </p:nvSpPr>
        <p:spPr>
          <a:xfrm>
            <a:off x="762000" y="1100138"/>
            <a:ext cx="4419600" cy="522287"/>
          </a:xfrm>
          <a:prstGeom prst="rect">
            <a:avLst/>
          </a:prstGeom>
          <a:noFill/>
          <a:ln w="9525">
            <a:noFill/>
          </a:ln>
        </p:spPr>
        <p:txBody>
          <a:bodyPr anchor="t" anchorCtr="0">
            <a:spAutoFit/>
          </a:bodyPr>
          <a:lstStyle/>
          <a:p>
            <a:r>
              <a:rPr lang="en-US" altLang="zh-CN" sz="2800" b="1">
                <a:latin typeface="Times New Roman" panose="02020603050405020304" pitchFamily="2" charset="0"/>
                <a:ea typeface="宋体" panose="02010600030101010101" pitchFamily="2" charset="-122"/>
              </a:rPr>
              <a:t>1</a:t>
            </a:r>
            <a:r>
              <a:rPr lang="zh-CN" altLang="en-US" sz="2800" b="1">
                <a:latin typeface="Times New Roman" panose="02020603050405020304" pitchFamily="2" charset="0"/>
                <a:ea typeface="宋体" panose="02010600030101010101" pitchFamily="2" charset="-122"/>
              </a:rPr>
              <a:t>、线性性</a:t>
            </a:r>
          </a:p>
        </p:txBody>
      </p:sp>
      <p:graphicFrame>
        <p:nvGraphicFramePr>
          <p:cNvPr id="115714" name="对象 43011"/>
          <p:cNvGraphicFramePr>
            <a:graphicFrameLocks noChangeAspect="1"/>
          </p:cNvGraphicFramePr>
          <p:nvPr/>
        </p:nvGraphicFramePr>
        <p:xfrm>
          <a:off x="1447800" y="1803400"/>
          <a:ext cx="6015038" cy="635000"/>
        </p:xfrm>
        <a:graphic>
          <a:graphicData uri="http://schemas.openxmlformats.org/presentationml/2006/ole">
            <mc:AlternateContent xmlns:mc="http://schemas.openxmlformats.org/markup-compatibility/2006">
              <mc:Choice xmlns:v="urn:schemas-microsoft-com:vml" Requires="v">
                <p:oleObj r:id="rId2" imgW="1941195" imgH="203200" progId="Equation.3">
                  <p:embed/>
                </p:oleObj>
              </mc:Choice>
              <mc:Fallback>
                <p:oleObj r:id="rId2" imgW="1941195" imgH="203200" progId="Equation.3">
                  <p:embed/>
                  <p:pic>
                    <p:nvPicPr>
                      <p:cNvPr id="0" name="图片 3506"/>
                      <p:cNvPicPr/>
                      <p:nvPr/>
                    </p:nvPicPr>
                    <p:blipFill>
                      <a:blip r:embed="rId3"/>
                      <a:stretch>
                        <a:fillRect/>
                      </a:stretch>
                    </p:blipFill>
                    <p:spPr>
                      <a:xfrm>
                        <a:off x="1447800" y="1803400"/>
                        <a:ext cx="6015038" cy="635000"/>
                      </a:xfrm>
                      <a:prstGeom prst="rect">
                        <a:avLst/>
                      </a:prstGeom>
                      <a:noFill/>
                      <a:ln w="38100">
                        <a:noFill/>
                        <a:miter/>
                      </a:ln>
                    </p:spPr>
                  </p:pic>
                </p:oleObj>
              </mc:Fallback>
            </mc:AlternateContent>
          </a:graphicData>
        </a:graphic>
      </p:graphicFrame>
      <p:graphicFrame>
        <p:nvGraphicFramePr>
          <p:cNvPr id="115715" name="对象 43012"/>
          <p:cNvGraphicFramePr>
            <a:graphicFrameLocks noChangeAspect="1"/>
          </p:cNvGraphicFramePr>
          <p:nvPr/>
        </p:nvGraphicFramePr>
        <p:xfrm>
          <a:off x="1524000" y="3200400"/>
          <a:ext cx="3619500" cy="609600"/>
        </p:xfrm>
        <a:graphic>
          <a:graphicData uri="http://schemas.openxmlformats.org/presentationml/2006/ole">
            <mc:AlternateContent xmlns:mc="http://schemas.openxmlformats.org/markup-compatibility/2006">
              <mc:Choice xmlns:v="urn:schemas-microsoft-com:vml" Requires="v">
                <p:oleObj r:id="rId4" imgW="1372235" imgH="228600" progId="Equation.3">
                  <p:embed/>
                </p:oleObj>
              </mc:Choice>
              <mc:Fallback>
                <p:oleObj r:id="rId4" imgW="1372235" imgH="228600" progId="Equation.3">
                  <p:embed/>
                  <p:pic>
                    <p:nvPicPr>
                      <p:cNvPr id="0" name="图片 3502"/>
                      <p:cNvPicPr/>
                      <p:nvPr/>
                    </p:nvPicPr>
                    <p:blipFill>
                      <a:blip r:embed="rId5"/>
                      <a:stretch>
                        <a:fillRect/>
                      </a:stretch>
                    </p:blipFill>
                    <p:spPr>
                      <a:xfrm>
                        <a:off x="1524000" y="3200400"/>
                        <a:ext cx="3619500" cy="609600"/>
                      </a:xfrm>
                      <a:prstGeom prst="rect">
                        <a:avLst/>
                      </a:prstGeom>
                      <a:noFill/>
                      <a:ln w="38100">
                        <a:noFill/>
                        <a:miter/>
                      </a:ln>
                    </p:spPr>
                  </p:pic>
                </p:oleObj>
              </mc:Fallback>
            </mc:AlternateContent>
          </a:graphicData>
        </a:graphic>
      </p:graphicFrame>
      <p:graphicFrame>
        <p:nvGraphicFramePr>
          <p:cNvPr id="115716" name="对象 43013"/>
          <p:cNvGraphicFramePr>
            <a:graphicFrameLocks noChangeAspect="1"/>
          </p:cNvGraphicFramePr>
          <p:nvPr/>
        </p:nvGraphicFramePr>
        <p:xfrm>
          <a:off x="4648200" y="3886200"/>
          <a:ext cx="2819400" cy="1035050"/>
        </p:xfrm>
        <a:graphic>
          <a:graphicData uri="http://schemas.openxmlformats.org/presentationml/2006/ole">
            <mc:AlternateContent xmlns:mc="http://schemas.openxmlformats.org/markup-compatibility/2006">
              <mc:Choice xmlns:v="urn:schemas-microsoft-com:vml" Requires="v">
                <p:oleObj r:id="rId6" imgW="1054735" imgH="393700" progId="Equation.3">
                  <p:embed/>
                </p:oleObj>
              </mc:Choice>
              <mc:Fallback>
                <p:oleObj r:id="rId6" imgW="1054735" imgH="393700" progId="Equation.3">
                  <p:embed/>
                  <p:pic>
                    <p:nvPicPr>
                      <p:cNvPr id="0" name="图片 3503"/>
                      <p:cNvPicPr/>
                      <p:nvPr/>
                    </p:nvPicPr>
                    <p:blipFill>
                      <a:blip r:embed="rId7"/>
                      <a:stretch>
                        <a:fillRect/>
                      </a:stretch>
                    </p:blipFill>
                    <p:spPr>
                      <a:xfrm>
                        <a:off x="4648200" y="3886200"/>
                        <a:ext cx="2819400" cy="1035050"/>
                      </a:xfrm>
                      <a:prstGeom prst="rect">
                        <a:avLst/>
                      </a:prstGeom>
                      <a:noFill/>
                      <a:ln w="38100">
                        <a:noFill/>
                        <a:miter/>
                      </a:ln>
                    </p:spPr>
                  </p:pic>
                </p:oleObj>
              </mc:Fallback>
            </mc:AlternateContent>
          </a:graphicData>
        </a:graphic>
      </p:graphicFrame>
      <p:graphicFrame>
        <p:nvGraphicFramePr>
          <p:cNvPr id="115717" name="对象 43014"/>
          <p:cNvGraphicFramePr>
            <a:graphicFrameLocks noChangeAspect="1"/>
          </p:cNvGraphicFramePr>
          <p:nvPr/>
        </p:nvGraphicFramePr>
        <p:xfrm>
          <a:off x="4572000" y="5435600"/>
          <a:ext cx="3581400" cy="1063625"/>
        </p:xfrm>
        <a:graphic>
          <a:graphicData uri="http://schemas.openxmlformats.org/presentationml/2006/ole">
            <mc:AlternateContent xmlns:mc="http://schemas.openxmlformats.org/markup-compatibility/2006">
              <mc:Choice xmlns:v="urn:schemas-microsoft-com:vml" Requires="v">
                <p:oleObj r:id="rId8" imgW="1308100" imgH="393700" progId="Equation.3">
                  <p:embed/>
                </p:oleObj>
              </mc:Choice>
              <mc:Fallback>
                <p:oleObj r:id="rId8" imgW="1308100" imgH="393700" progId="Equation.3">
                  <p:embed/>
                  <p:pic>
                    <p:nvPicPr>
                      <p:cNvPr id="0" name="图片 3504"/>
                      <p:cNvPicPr/>
                      <p:nvPr/>
                    </p:nvPicPr>
                    <p:blipFill>
                      <a:blip r:embed="rId9"/>
                      <a:stretch>
                        <a:fillRect/>
                      </a:stretch>
                    </p:blipFill>
                    <p:spPr>
                      <a:xfrm>
                        <a:off x="4572000" y="5435600"/>
                        <a:ext cx="3581400" cy="1063625"/>
                      </a:xfrm>
                      <a:prstGeom prst="rect">
                        <a:avLst/>
                      </a:prstGeom>
                      <a:noFill/>
                      <a:ln w="38100">
                        <a:noFill/>
                        <a:miter/>
                      </a:ln>
                    </p:spPr>
                  </p:pic>
                </p:oleObj>
              </mc:Fallback>
            </mc:AlternateContent>
          </a:graphicData>
        </a:graphic>
      </p:graphicFrame>
      <p:sp>
        <p:nvSpPr>
          <p:cNvPr id="115718" name="矩形 43015"/>
          <p:cNvSpPr/>
          <p:nvPr/>
        </p:nvSpPr>
        <p:spPr>
          <a:xfrm>
            <a:off x="7467600" y="1828800"/>
            <a:ext cx="1447800" cy="522288"/>
          </a:xfrm>
          <a:prstGeom prst="rect">
            <a:avLst/>
          </a:prstGeom>
          <a:noFill/>
          <a:ln w="9525">
            <a:noFill/>
          </a:ln>
        </p:spPr>
        <p:txBody>
          <a:bodyPr anchor="t" anchorCtr="0">
            <a:spAutoFit/>
          </a:bodyPr>
          <a:lstStyle/>
          <a:p>
            <a:r>
              <a:rPr lang="en-US" altLang="zh-CN" sz="2800" b="1">
                <a:latin typeface="Times New Roman" panose="02020603050405020304" pitchFamily="2" charset="0"/>
                <a:ea typeface="宋体" panose="02010600030101010101" pitchFamily="2" charset="-122"/>
              </a:rPr>
              <a:t>R1∩R2</a:t>
            </a:r>
          </a:p>
        </p:txBody>
      </p:sp>
      <p:sp>
        <p:nvSpPr>
          <p:cNvPr id="115719" name="矩形 43016"/>
          <p:cNvSpPr/>
          <p:nvPr/>
        </p:nvSpPr>
        <p:spPr>
          <a:xfrm>
            <a:off x="5486400" y="3200400"/>
            <a:ext cx="439738" cy="522288"/>
          </a:xfrm>
          <a:prstGeom prst="rect">
            <a:avLst/>
          </a:prstGeom>
          <a:noFill/>
          <a:ln w="9525">
            <a:noFill/>
          </a:ln>
        </p:spPr>
        <p:txBody>
          <a:bodyPr wrap="none" anchor="t" anchorCtr="0">
            <a:spAutoFit/>
          </a:bodyPr>
          <a:lstStyle/>
          <a:p>
            <a:r>
              <a:rPr lang="en-US" altLang="zh-CN" sz="2800" b="1">
                <a:latin typeface="Times New Roman" panose="02020603050405020304" pitchFamily="2" charset="0"/>
                <a:ea typeface="宋体" panose="02010600030101010101" pitchFamily="2" charset="-122"/>
              </a:rPr>
              <a:t>R</a:t>
            </a:r>
          </a:p>
        </p:txBody>
      </p:sp>
      <p:sp>
        <p:nvSpPr>
          <p:cNvPr id="115720" name="矩形 43017"/>
          <p:cNvSpPr/>
          <p:nvPr/>
        </p:nvSpPr>
        <p:spPr>
          <a:xfrm>
            <a:off x="7543800" y="4129088"/>
            <a:ext cx="1066800" cy="522287"/>
          </a:xfrm>
          <a:prstGeom prst="rect">
            <a:avLst/>
          </a:prstGeom>
          <a:noFill/>
          <a:ln w="9525">
            <a:noFill/>
          </a:ln>
        </p:spPr>
        <p:txBody>
          <a:bodyPr anchor="t" anchorCtr="0">
            <a:spAutoFit/>
          </a:bodyPr>
          <a:lstStyle/>
          <a:p>
            <a:r>
              <a:rPr lang="en-US" altLang="zh-CN" sz="2800" b="1">
                <a:latin typeface="Times New Roman" panose="02020603050405020304" pitchFamily="2" charset="0"/>
                <a:ea typeface="宋体" panose="02010600030101010101" pitchFamily="2" charset="-122"/>
              </a:rPr>
              <a:t>|</a:t>
            </a:r>
            <a:r>
              <a:rPr lang="en-US" altLang="zh-CN" sz="2800" b="1" i="1">
                <a:latin typeface="Times New Roman" panose="02020603050405020304" pitchFamily="2" charset="0"/>
                <a:ea typeface="宋体" panose="02010600030101010101" pitchFamily="2" charset="-122"/>
              </a:rPr>
              <a:t>a</a:t>
            </a:r>
            <a:r>
              <a:rPr lang="en-US" altLang="zh-CN" sz="2800" b="1">
                <a:latin typeface="Times New Roman" panose="02020603050405020304" pitchFamily="2" charset="0"/>
                <a:ea typeface="宋体" panose="02010600030101010101" pitchFamily="2" charset="-122"/>
              </a:rPr>
              <a:t>|R</a:t>
            </a:r>
          </a:p>
        </p:txBody>
      </p:sp>
      <p:sp>
        <p:nvSpPr>
          <p:cNvPr id="115721" name="矩形 43018"/>
          <p:cNvSpPr/>
          <p:nvPr/>
        </p:nvSpPr>
        <p:spPr>
          <a:xfrm>
            <a:off x="8229600" y="5715000"/>
            <a:ext cx="533400" cy="522288"/>
          </a:xfrm>
          <a:prstGeom prst="rect">
            <a:avLst/>
          </a:prstGeom>
          <a:noFill/>
          <a:ln w="9525">
            <a:noFill/>
          </a:ln>
        </p:spPr>
        <p:txBody>
          <a:bodyPr anchor="t" anchorCtr="0">
            <a:spAutoFit/>
          </a:bodyPr>
          <a:lstStyle/>
          <a:p>
            <a:r>
              <a:rPr lang="en-US" altLang="zh-CN" sz="2800" b="1">
                <a:latin typeface="Times New Roman" panose="02020603050405020304" pitchFamily="2" charset="0"/>
                <a:ea typeface="宋体" panose="02010600030101010101" pitchFamily="2" charset="-122"/>
              </a:rPr>
              <a:t>R</a:t>
            </a:r>
          </a:p>
        </p:txBody>
      </p:sp>
      <p:sp>
        <p:nvSpPr>
          <p:cNvPr id="115722" name="矩形 43019"/>
          <p:cNvSpPr/>
          <p:nvPr/>
        </p:nvSpPr>
        <p:spPr>
          <a:xfrm>
            <a:off x="820738" y="2667000"/>
            <a:ext cx="2505075" cy="522288"/>
          </a:xfrm>
          <a:prstGeom prst="rect">
            <a:avLst/>
          </a:prstGeom>
          <a:noFill/>
          <a:ln w="9525">
            <a:noFill/>
          </a:ln>
        </p:spPr>
        <p:txBody>
          <a:bodyPr wrap="none" anchor="t" anchorCtr="0">
            <a:spAutoFit/>
          </a:bodyPr>
          <a:lstStyle/>
          <a:p>
            <a:r>
              <a:rPr lang="en-US" altLang="zh-CN" sz="2800" b="1">
                <a:latin typeface="Times New Roman" panose="02020603050405020304" pitchFamily="2" charset="0"/>
                <a:ea typeface="宋体" panose="02010600030101010101" pitchFamily="2" charset="-122"/>
              </a:rPr>
              <a:t>2</a:t>
            </a:r>
            <a:r>
              <a:rPr lang="zh-CN" altLang="en-US" sz="2800" b="1">
                <a:latin typeface="Times New Roman" panose="02020603050405020304" pitchFamily="2" charset="0"/>
                <a:ea typeface="宋体" panose="02010600030101010101" pitchFamily="2" charset="-122"/>
              </a:rPr>
              <a:t>、序列的移位</a:t>
            </a:r>
          </a:p>
        </p:txBody>
      </p:sp>
      <p:sp>
        <p:nvSpPr>
          <p:cNvPr id="115723" name="矩形 43020"/>
          <p:cNvSpPr/>
          <p:nvPr/>
        </p:nvSpPr>
        <p:spPr>
          <a:xfrm>
            <a:off x="838200" y="4022725"/>
            <a:ext cx="4572000" cy="1038225"/>
          </a:xfrm>
          <a:prstGeom prst="rect">
            <a:avLst/>
          </a:prstGeom>
          <a:noFill/>
          <a:ln w="9525">
            <a:noFill/>
          </a:ln>
        </p:spPr>
        <p:txBody>
          <a:bodyPr anchor="t" anchorCtr="0">
            <a:spAutoFit/>
          </a:bodyPr>
          <a:lstStyle/>
          <a:p>
            <a:pPr>
              <a:spcBef>
                <a:spcPct val="20000"/>
              </a:spcBef>
            </a:pPr>
            <a:r>
              <a:rPr lang="en-US" altLang="zh-CN" sz="2800" b="1">
                <a:latin typeface="Times New Roman" panose="02020603050405020304" pitchFamily="2" charset="0"/>
                <a:ea typeface="宋体" panose="02010600030101010101" pitchFamily="2" charset="-122"/>
              </a:rPr>
              <a:t>3</a:t>
            </a:r>
            <a:r>
              <a:rPr lang="zh-CN" altLang="en-US" sz="2800" b="1">
                <a:latin typeface="Times New Roman" panose="02020603050405020304" pitchFamily="2" charset="0"/>
                <a:ea typeface="宋体" panose="02010600030101010101" pitchFamily="2" charset="-122"/>
              </a:rPr>
              <a:t>、</a:t>
            </a:r>
            <a:r>
              <a:rPr lang="en-US" altLang="zh-CN" sz="2800" b="1">
                <a:latin typeface="Times New Roman" panose="02020603050405020304" pitchFamily="2" charset="0"/>
                <a:ea typeface="宋体" panose="02010600030101010101" pitchFamily="2" charset="-122"/>
              </a:rPr>
              <a:t>z</a:t>
            </a:r>
            <a:r>
              <a:rPr lang="zh-CN" altLang="en-US" sz="2800" b="1">
                <a:latin typeface="Times New Roman" panose="02020603050405020304" pitchFamily="2" charset="0"/>
                <a:ea typeface="宋体" panose="02010600030101010101" pitchFamily="2" charset="-122"/>
              </a:rPr>
              <a:t>域尺度变换</a:t>
            </a:r>
          </a:p>
          <a:p>
            <a:pPr>
              <a:spcBef>
                <a:spcPct val="20000"/>
              </a:spcBef>
            </a:pPr>
            <a:r>
              <a:rPr lang="zh-CN" altLang="en-US" sz="2800" b="1">
                <a:latin typeface="Times New Roman" panose="02020603050405020304" pitchFamily="2" charset="0"/>
                <a:ea typeface="宋体" panose="02010600030101010101" pitchFamily="2" charset="-122"/>
              </a:rPr>
              <a:t>  （乘以指数序列）</a:t>
            </a:r>
          </a:p>
        </p:txBody>
      </p:sp>
      <p:sp>
        <p:nvSpPr>
          <p:cNvPr id="115724" name="矩形 43021"/>
          <p:cNvSpPr/>
          <p:nvPr/>
        </p:nvSpPr>
        <p:spPr>
          <a:xfrm>
            <a:off x="838200" y="5486400"/>
            <a:ext cx="4572000" cy="1038225"/>
          </a:xfrm>
          <a:prstGeom prst="rect">
            <a:avLst/>
          </a:prstGeom>
          <a:noFill/>
          <a:ln w="9525">
            <a:noFill/>
          </a:ln>
        </p:spPr>
        <p:txBody>
          <a:bodyPr anchor="t" anchorCtr="0">
            <a:spAutoFit/>
          </a:bodyPr>
          <a:lstStyle/>
          <a:p>
            <a:pPr>
              <a:spcBef>
                <a:spcPct val="20000"/>
              </a:spcBef>
            </a:pPr>
            <a:r>
              <a:rPr lang="en-US" altLang="zh-CN" sz="2800" b="1">
                <a:latin typeface="Times New Roman" panose="02020603050405020304" pitchFamily="2" charset="0"/>
                <a:ea typeface="宋体" panose="02010600030101010101" pitchFamily="2" charset="-122"/>
              </a:rPr>
              <a:t>4</a:t>
            </a:r>
            <a:r>
              <a:rPr lang="zh-CN" altLang="en-US" sz="2800" b="1">
                <a:latin typeface="Times New Roman" panose="02020603050405020304" pitchFamily="2" charset="0"/>
                <a:ea typeface="宋体" panose="02010600030101010101" pitchFamily="2" charset="-122"/>
              </a:rPr>
              <a:t>、 </a:t>
            </a:r>
            <a:r>
              <a:rPr lang="en-US" altLang="zh-CN" sz="2800" b="1">
                <a:latin typeface="Times New Roman" panose="02020603050405020304" pitchFamily="2" charset="0"/>
                <a:ea typeface="宋体" panose="02010600030101010101" pitchFamily="2" charset="-122"/>
              </a:rPr>
              <a:t>z</a:t>
            </a:r>
            <a:r>
              <a:rPr lang="zh-CN" altLang="en-US" sz="2800" b="1">
                <a:latin typeface="Times New Roman" panose="02020603050405020304" pitchFamily="2" charset="0"/>
                <a:ea typeface="宋体" panose="02010600030101010101" pitchFamily="2" charset="-122"/>
              </a:rPr>
              <a:t>域求导</a:t>
            </a:r>
          </a:p>
          <a:p>
            <a:pPr>
              <a:spcBef>
                <a:spcPct val="20000"/>
              </a:spcBef>
            </a:pPr>
            <a:r>
              <a:rPr lang="zh-CN" altLang="en-US" sz="2800" b="1">
                <a:latin typeface="Times New Roman" panose="02020603050405020304" pitchFamily="2" charset="0"/>
                <a:ea typeface="宋体" panose="02010600030101010101" pitchFamily="2" charset="-122"/>
              </a:rPr>
              <a:t>  （序列线性加权）</a:t>
            </a:r>
          </a:p>
        </p:txBody>
      </p:sp>
      <p:sp>
        <p:nvSpPr>
          <p:cNvPr id="115725" name="文本框 2"/>
          <p:cNvSpPr txBox="1"/>
          <p:nvPr/>
        </p:nvSpPr>
        <p:spPr>
          <a:xfrm>
            <a:off x="657225" y="150813"/>
            <a:ext cx="4737100" cy="584200"/>
          </a:xfrm>
          <a:prstGeom prst="rect">
            <a:avLst/>
          </a:prstGeom>
          <a:noFill/>
          <a:ln w="9525">
            <a:noFill/>
          </a:ln>
        </p:spPr>
        <p:txBody>
          <a:bodyPr wrap="none" anchor="t" anchorCtr="0">
            <a:spAutoFit/>
          </a:bodyPr>
          <a:lstStyle/>
          <a:p>
            <a:r>
              <a:rPr lang="en-US" altLang="zh-CN" sz="3200" b="1" dirty="0">
                <a:latin typeface="Times New Roman" panose="02020603050405020304" pitchFamily="2" charset="0"/>
                <a:ea typeface="宋体" panose="02010600030101010101" pitchFamily="2" charset="-122"/>
              </a:rPr>
              <a:t>2.1.5  Z变换的性质与定理</a:t>
            </a:r>
          </a:p>
        </p:txBody>
      </p:sp>
      <mc:AlternateContent xmlns:mc="http://schemas.openxmlformats.org/markup-compatibility/2006" xmlns:p14="http://schemas.microsoft.com/office/powerpoint/2010/main">
        <mc:Choice Requires="p14">
          <p:contentPart p14:bwMode="auto" r:id="rId10">
            <p14:nvContentPartPr>
              <p14:cNvPr id="3" name="墨迹 2">
                <a:extLst>
                  <a:ext uri="{FF2B5EF4-FFF2-40B4-BE49-F238E27FC236}">
                    <a16:creationId xmlns:a16="http://schemas.microsoft.com/office/drawing/2014/main" id="{41D80F3A-8546-68CA-9F68-436470376EAD}"/>
                  </a:ext>
                </a:extLst>
              </p14:cNvPr>
              <p14:cNvContentPartPr/>
              <p14:nvPr/>
            </p14:nvContentPartPr>
            <p14:xfrm>
              <a:off x="4756705" y="4618145"/>
              <a:ext cx="81360" cy="47520"/>
            </p14:xfrm>
          </p:contentPart>
        </mc:Choice>
        <mc:Fallback xmlns="">
          <p:pic>
            <p:nvPicPr>
              <p:cNvPr id="3" name="墨迹 2">
                <a:extLst>
                  <a:ext uri="{FF2B5EF4-FFF2-40B4-BE49-F238E27FC236}">
                    <a16:creationId xmlns:a16="http://schemas.microsoft.com/office/drawing/2014/main" id="{41D80F3A-8546-68CA-9F68-436470376EAD}"/>
                  </a:ext>
                </a:extLst>
              </p:cNvPr>
              <p:cNvPicPr/>
              <p:nvPr/>
            </p:nvPicPr>
            <p:blipFill>
              <a:blip r:embed="rId13"/>
              <a:stretch>
                <a:fillRect/>
              </a:stretch>
            </p:blipFill>
            <p:spPr>
              <a:xfrm>
                <a:off x="4738705" y="4600145"/>
                <a:ext cx="117000" cy="8316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4" name="墨迹 3">
                <a:extLst>
                  <a:ext uri="{FF2B5EF4-FFF2-40B4-BE49-F238E27FC236}">
                    <a16:creationId xmlns:a16="http://schemas.microsoft.com/office/drawing/2014/main" id="{135D6F45-3D5A-32A0-3771-8AA62388215F}"/>
                  </a:ext>
                </a:extLst>
              </p14:cNvPr>
              <p14:cNvContentPartPr/>
              <p14:nvPr/>
            </p14:nvContentPartPr>
            <p14:xfrm>
              <a:off x="7065745" y="4896065"/>
              <a:ext cx="161280" cy="64440"/>
            </p14:xfrm>
          </p:contentPart>
        </mc:Choice>
        <mc:Fallback xmlns="">
          <p:pic>
            <p:nvPicPr>
              <p:cNvPr id="4" name="墨迹 3">
                <a:extLst>
                  <a:ext uri="{FF2B5EF4-FFF2-40B4-BE49-F238E27FC236}">
                    <a16:creationId xmlns:a16="http://schemas.microsoft.com/office/drawing/2014/main" id="{135D6F45-3D5A-32A0-3771-8AA62388215F}"/>
                  </a:ext>
                </a:extLst>
              </p:cNvPr>
              <p:cNvPicPr/>
              <p:nvPr/>
            </p:nvPicPr>
            <p:blipFill>
              <a:blip r:embed="rId15"/>
              <a:stretch>
                <a:fillRect/>
              </a:stretch>
            </p:blipFill>
            <p:spPr>
              <a:xfrm>
                <a:off x="7048105" y="4878065"/>
                <a:ext cx="196920" cy="10008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5" name="墨迹 4">
                <a:extLst>
                  <a:ext uri="{FF2B5EF4-FFF2-40B4-BE49-F238E27FC236}">
                    <a16:creationId xmlns:a16="http://schemas.microsoft.com/office/drawing/2014/main" id="{2E9F248E-B157-0766-7763-7DC4BFAD6055}"/>
                  </a:ext>
                </a:extLst>
              </p14:cNvPr>
              <p14:cNvContentPartPr/>
              <p14:nvPr/>
            </p14:nvContentPartPr>
            <p14:xfrm>
              <a:off x="4691905" y="6166865"/>
              <a:ext cx="25200" cy="5400"/>
            </p14:xfrm>
          </p:contentPart>
        </mc:Choice>
        <mc:Fallback xmlns="">
          <p:pic>
            <p:nvPicPr>
              <p:cNvPr id="5" name="墨迹 4">
                <a:extLst>
                  <a:ext uri="{FF2B5EF4-FFF2-40B4-BE49-F238E27FC236}">
                    <a16:creationId xmlns:a16="http://schemas.microsoft.com/office/drawing/2014/main" id="{2E9F248E-B157-0766-7763-7DC4BFAD6055}"/>
                  </a:ext>
                </a:extLst>
              </p:cNvPr>
              <p:cNvPicPr/>
              <p:nvPr/>
            </p:nvPicPr>
            <p:blipFill>
              <a:blip r:embed="rId17"/>
              <a:stretch>
                <a:fillRect/>
              </a:stretch>
            </p:blipFill>
            <p:spPr>
              <a:xfrm>
                <a:off x="4674265" y="6148865"/>
                <a:ext cx="60840" cy="4104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6" name="墨迹 5">
                <a:extLst>
                  <a:ext uri="{FF2B5EF4-FFF2-40B4-BE49-F238E27FC236}">
                    <a16:creationId xmlns:a16="http://schemas.microsoft.com/office/drawing/2014/main" id="{445DD1CC-EB12-70CF-57F2-A4FC6A4A595A}"/>
                  </a:ext>
                </a:extLst>
              </p14:cNvPr>
              <p14:cNvContentPartPr/>
              <p14:nvPr/>
            </p14:nvContentPartPr>
            <p14:xfrm>
              <a:off x="6151345" y="6186665"/>
              <a:ext cx="424440" cy="11160"/>
            </p14:xfrm>
          </p:contentPart>
        </mc:Choice>
        <mc:Fallback xmlns="">
          <p:pic>
            <p:nvPicPr>
              <p:cNvPr id="6" name="墨迹 5">
                <a:extLst>
                  <a:ext uri="{FF2B5EF4-FFF2-40B4-BE49-F238E27FC236}">
                    <a16:creationId xmlns:a16="http://schemas.microsoft.com/office/drawing/2014/main" id="{445DD1CC-EB12-70CF-57F2-A4FC6A4A595A}"/>
                  </a:ext>
                </a:extLst>
              </p:cNvPr>
              <p:cNvPicPr/>
              <p:nvPr/>
            </p:nvPicPr>
            <p:blipFill>
              <a:blip r:embed="rId19"/>
              <a:stretch>
                <a:fillRect/>
              </a:stretch>
            </p:blipFill>
            <p:spPr>
              <a:xfrm>
                <a:off x="6133345" y="6169025"/>
                <a:ext cx="460080" cy="46800"/>
              </a:xfrm>
              <a:prstGeom prst="rect">
                <a:avLst/>
              </a:prstGeom>
            </p:spPr>
          </p:pic>
        </mc:Fallback>
      </mc:AlternateContent>
      <p:grpSp>
        <p:nvGrpSpPr>
          <p:cNvPr id="12" name="组合 11">
            <a:extLst>
              <a:ext uri="{FF2B5EF4-FFF2-40B4-BE49-F238E27FC236}">
                <a16:creationId xmlns:a16="http://schemas.microsoft.com/office/drawing/2014/main" id="{3E3967F9-5972-EB9B-1C8B-7859B488E799}"/>
              </a:ext>
            </a:extLst>
          </p:cNvPr>
          <p:cNvGrpSpPr/>
          <p:nvPr/>
        </p:nvGrpSpPr>
        <p:grpSpPr>
          <a:xfrm>
            <a:off x="630025" y="2696825"/>
            <a:ext cx="2556000" cy="567000"/>
            <a:chOff x="630025" y="2696825"/>
            <a:chExt cx="2556000" cy="567000"/>
          </a:xfrm>
        </p:grpSpPr>
        <mc:AlternateContent xmlns:mc="http://schemas.openxmlformats.org/markup-compatibility/2006" xmlns:p14="http://schemas.microsoft.com/office/powerpoint/2010/main">
          <mc:Choice Requires="p14">
            <p:contentPart p14:bwMode="auto" r:id="rId20">
              <p14:nvContentPartPr>
                <p14:cNvPr id="9" name="墨迹 8">
                  <a:extLst>
                    <a:ext uri="{FF2B5EF4-FFF2-40B4-BE49-F238E27FC236}">
                      <a16:creationId xmlns:a16="http://schemas.microsoft.com/office/drawing/2014/main" id="{47C413DF-B9B6-14A8-EE1D-18996F399035}"/>
                    </a:ext>
                  </a:extLst>
                </p14:cNvPr>
                <p14:cNvContentPartPr/>
                <p14:nvPr/>
              </p14:nvContentPartPr>
              <p14:xfrm>
                <a:off x="630025" y="2696825"/>
                <a:ext cx="610560" cy="567000"/>
              </p14:xfrm>
            </p:contentPart>
          </mc:Choice>
          <mc:Fallback xmlns="">
            <p:pic>
              <p:nvPicPr>
                <p:cNvPr id="9" name="墨迹 8">
                  <a:extLst>
                    <a:ext uri="{FF2B5EF4-FFF2-40B4-BE49-F238E27FC236}">
                      <a16:creationId xmlns:a16="http://schemas.microsoft.com/office/drawing/2014/main" id="{47C413DF-B9B6-14A8-EE1D-18996F399035}"/>
                    </a:ext>
                  </a:extLst>
                </p:cNvPr>
                <p:cNvPicPr/>
                <p:nvPr/>
              </p:nvPicPr>
              <p:blipFill>
                <a:blip r:embed="rId21"/>
                <a:stretch>
                  <a:fillRect/>
                </a:stretch>
              </p:blipFill>
              <p:spPr>
                <a:xfrm>
                  <a:off x="612385" y="2678825"/>
                  <a:ext cx="646200" cy="60264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11" name="墨迹 10">
                  <a:extLst>
                    <a:ext uri="{FF2B5EF4-FFF2-40B4-BE49-F238E27FC236}">
                      <a16:creationId xmlns:a16="http://schemas.microsoft.com/office/drawing/2014/main" id="{ECC320A7-905E-F09F-AFBB-B32DBBDFCE4C}"/>
                    </a:ext>
                  </a:extLst>
                </p14:cNvPr>
                <p14:cNvContentPartPr/>
                <p14:nvPr/>
              </p14:nvContentPartPr>
              <p14:xfrm>
                <a:off x="1422385" y="3103265"/>
                <a:ext cx="1763640" cy="65160"/>
              </p14:xfrm>
            </p:contentPart>
          </mc:Choice>
          <mc:Fallback xmlns="">
            <p:pic>
              <p:nvPicPr>
                <p:cNvPr id="11" name="墨迹 10">
                  <a:extLst>
                    <a:ext uri="{FF2B5EF4-FFF2-40B4-BE49-F238E27FC236}">
                      <a16:creationId xmlns:a16="http://schemas.microsoft.com/office/drawing/2014/main" id="{ECC320A7-905E-F09F-AFBB-B32DBBDFCE4C}"/>
                    </a:ext>
                  </a:extLst>
                </p:cNvPr>
                <p:cNvPicPr/>
                <p:nvPr/>
              </p:nvPicPr>
              <p:blipFill>
                <a:blip r:embed="rId23"/>
                <a:stretch>
                  <a:fillRect/>
                </a:stretch>
              </p:blipFill>
              <p:spPr>
                <a:xfrm>
                  <a:off x="1404385" y="3085625"/>
                  <a:ext cx="1799280" cy="1008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24">
            <p14:nvContentPartPr>
              <p14:cNvPr id="18" name="墨迹 17">
                <a:extLst>
                  <a:ext uri="{FF2B5EF4-FFF2-40B4-BE49-F238E27FC236}">
                    <a16:creationId xmlns:a16="http://schemas.microsoft.com/office/drawing/2014/main" id="{C78803C6-6218-774B-F098-497E09B1692F}"/>
                  </a:ext>
                </a:extLst>
              </p14:cNvPr>
              <p14:cNvContentPartPr/>
              <p14:nvPr/>
            </p14:nvContentPartPr>
            <p14:xfrm>
              <a:off x="3934465" y="4457225"/>
              <a:ext cx="377280" cy="220680"/>
            </p14:xfrm>
          </p:contentPart>
        </mc:Choice>
        <mc:Fallback xmlns="">
          <p:pic>
            <p:nvPicPr>
              <p:cNvPr id="18" name="墨迹 17">
                <a:extLst>
                  <a:ext uri="{FF2B5EF4-FFF2-40B4-BE49-F238E27FC236}">
                    <a16:creationId xmlns:a16="http://schemas.microsoft.com/office/drawing/2014/main" id="{C78803C6-6218-774B-F098-497E09B1692F}"/>
                  </a:ext>
                </a:extLst>
              </p:cNvPr>
              <p:cNvPicPr/>
              <p:nvPr/>
            </p:nvPicPr>
            <p:blipFill>
              <a:blip r:embed="rId25"/>
              <a:stretch>
                <a:fillRect/>
              </a:stretch>
            </p:blipFill>
            <p:spPr>
              <a:xfrm>
                <a:off x="3916465" y="4439585"/>
                <a:ext cx="412920" cy="25632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19" name="墨迹 18">
                <a:extLst>
                  <a:ext uri="{FF2B5EF4-FFF2-40B4-BE49-F238E27FC236}">
                    <a16:creationId xmlns:a16="http://schemas.microsoft.com/office/drawing/2014/main" id="{E6246C9E-EDE7-95D0-3F8A-5F8D9F2A5820}"/>
                  </a:ext>
                </a:extLst>
              </p14:cNvPr>
              <p14:cNvContentPartPr/>
              <p14:nvPr/>
            </p14:nvContentPartPr>
            <p14:xfrm>
              <a:off x="4156225" y="5911985"/>
              <a:ext cx="212040" cy="198720"/>
            </p14:xfrm>
          </p:contentPart>
        </mc:Choice>
        <mc:Fallback xmlns="">
          <p:pic>
            <p:nvPicPr>
              <p:cNvPr id="19" name="墨迹 18">
                <a:extLst>
                  <a:ext uri="{FF2B5EF4-FFF2-40B4-BE49-F238E27FC236}">
                    <a16:creationId xmlns:a16="http://schemas.microsoft.com/office/drawing/2014/main" id="{E6246C9E-EDE7-95D0-3F8A-5F8D9F2A5820}"/>
                  </a:ext>
                </a:extLst>
              </p:cNvPr>
              <p:cNvPicPr/>
              <p:nvPr/>
            </p:nvPicPr>
            <p:blipFill>
              <a:blip r:embed="rId27"/>
              <a:stretch>
                <a:fillRect/>
              </a:stretch>
            </p:blipFill>
            <p:spPr>
              <a:xfrm>
                <a:off x="4138225" y="5894345"/>
                <a:ext cx="247680" cy="23436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20" name="墨迹 19">
                <a:extLst>
                  <a:ext uri="{FF2B5EF4-FFF2-40B4-BE49-F238E27FC236}">
                    <a16:creationId xmlns:a16="http://schemas.microsoft.com/office/drawing/2014/main" id="{FBB46098-0874-EA32-0BD8-67B835097F20}"/>
                  </a:ext>
                </a:extLst>
              </p14:cNvPr>
              <p14:cNvContentPartPr/>
              <p14:nvPr/>
            </p14:nvContentPartPr>
            <p14:xfrm>
              <a:off x="646225" y="4378025"/>
              <a:ext cx="694080" cy="232920"/>
            </p14:xfrm>
          </p:contentPart>
        </mc:Choice>
        <mc:Fallback xmlns="">
          <p:pic>
            <p:nvPicPr>
              <p:cNvPr id="20" name="墨迹 19">
                <a:extLst>
                  <a:ext uri="{FF2B5EF4-FFF2-40B4-BE49-F238E27FC236}">
                    <a16:creationId xmlns:a16="http://schemas.microsoft.com/office/drawing/2014/main" id="{FBB46098-0874-EA32-0BD8-67B835097F20}"/>
                  </a:ext>
                </a:extLst>
              </p:cNvPr>
              <p:cNvPicPr/>
              <p:nvPr/>
            </p:nvPicPr>
            <p:blipFill>
              <a:blip r:embed="rId29"/>
              <a:stretch>
                <a:fillRect/>
              </a:stretch>
            </p:blipFill>
            <p:spPr>
              <a:xfrm>
                <a:off x="628585" y="4360025"/>
                <a:ext cx="729720" cy="26856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21" name="墨迹 20">
                <a:extLst>
                  <a:ext uri="{FF2B5EF4-FFF2-40B4-BE49-F238E27FC236}">
                    <a16:creationId xmlns:a16="http://schemas.microsoft.com/office/drawing/2014/main" id="{FECD9BE8-C8F4-ABC2-5623-4899BC5CAD0C}"/>
                  </a:ext>
                </a:extLst>
              </p14:cNvPr>
              <p14:cNvContentPartPr/>
              <p14:nvPr/>
            </p14:nvContentPartPr>
            <p14:xfrm>
              <a:off x="812545" y="6015305"/>
              <a:ext cx="484560" cy="203760"/>
            </p14:xfrm>
          </p:contentPart>
        </mc:Choice>
        <mc:Fallback xmlns="">
          <p:pic>
            <p:nvPicPr>
              <p:cNvPr id="21" name="墨迹 20">
                <a:extLst>
                  <a:ext uri="{FF2B5EF4-FFF2-40B4-BE49-F238E27FC236}">
                    <a16:creationId xmlns:a16="http://schemas.microsoft.com/office/drawing/2014/main" id="{FECD9BE8-C8F4-ABC2-5623-4899BC5CAD0C}"/>
                  </a:ext>
                </a:extLst>
              </p:cNvPr>
              <p:cNvPicPr/>
              <p:nvPr/>
            </p:nvPicPr>
            <p:blipFill>
              <a:blip r:embed="rId31"/>
              <a:stretch>
                <a:fillRect/>
              </a:stretch>
            </p:blipFill>
            <p:spPr>
              <a:xfrm>
                <a:off x="794545" y="5997305"/>
                <a:ext cx="520200" cy="239400"/>
              </a:xfrm>
              <a:prstGeom prst="rect">
                <a:avLst/>
              </a:prstGeom>
            </p:spPr>
          </p:pic>
        </mc:Fallback>
      </mc:AlternateContent>
    </p:spTree>
  </p:cSld>
  <p:clrMapOvr>
    <a:masterClrMapping/>
  </p:clrMapOvr>
  <p:transition/>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7" name="标题 44033"/>
          <p:cNvSpPr>
            <a:spLocks noGrp="1"/>
          </p:cNvSpPr>
          <p:nvPr>
            <p:ph type="title"/>
          </p:nvPr>
        </p:nvSpPr>
        <p:spPr>
          <a:xfrm>
            <a:off x="1425575" y="427038"/>
            <a:ext cx="5808663" cy="838200"/>
          </a:xfrm>
          <a:ln/>
        </p:spPr>
        <p:txBody>
          <a:bodyPr anchor="ctr" anchorCtr="0"/>
          <a:lstStyle/>
          <a:p>
            <a:r>
              <a:rPr lang="en-US" altLang="zh-CN">
                <a:latin typeface="Times New Roman" panose="02020603050405020304" pitchFamily="2" charset="0"/>
                <a:ea typeface="宋体" panose="02010600030101010101" pitchFamily="2" charset="-122"/>
              </a:rPr>
              <a:t>Z</a:t>
            </a:r>
            <a:r>
              <a:rPr lang="zh-CN" altLang="en-US" sz="4000">
                <a:latin typeface="Times New Roman" panose="02020603050405020304" pitchFamily="2" charset="0"/>
                <a:ea typeface="宋体" panose="02010600030101010101" pitchFamily="2" charset="-122"/>
              </a:rPr>
              <a:t>变换的基本性质（续） </a:t>
            </a:r>
          </a:p>
        </p:txBody>
      </p:sp>
      <p:graphicFrame>
        <p:nvGraphicFramePr>
          <p:cNvPr id="116738" name="对象 44034"/>
          <p:cNvGraphicFramePr>
            <a:graphicFrameLocks noChangeAspect="1"/>
          </p:cNvGraphicFramePr>
          <p:nvPr/>
        </p:nvGraphicFramePr>
        <p:xfrm>
          <a:off x="3733800" y="4165600"/>
          <a:ext cx="3521075" cy="904875"/>
        </p:xfrm>
        <a:graphic>
          <a:graphicData uri="http://schemas.openxmlformats.org/presentationml/2006/ole">
            <mc:AlternateContent xmlns:mc="http://schemas.openxmlformats.org/markup-compatibility/2006">
              <mc:Choice xmlns:v="urn:schemas-microsoft-com:vml" Requires="v">
                <p:oleObj r:id="rId2" imgW="1168400" imgH="292100" progId="Equation.3">
                  <p:embed/>
                </p:oleObj>
              </mc:Choice>
              <mc:Fallback>
                <p:oleObj r:id="rId2" imgW="1168400" imgH="292100" progId="Equation.3">
                  <p:embed/>
                  <p:pic>
                    <p:nvPicPr>
                      <p:cNvPr id="0" name="图片 3514"/>
                      <p:cNvPicPr/>
                      <p:nvPr/>
                    </p:nvPicPr>
                    <p:blipFill>
                      <a:blip r:embed="rId3"/>
                      <a:stretch>
                        <a:fillRect/>
                      </a:stretch>
                    </p:blipFill>
                    <p:spPr>
                      <a:xfrm>
                        <a:off x="3733800" y="4165600"/>
                        <a:ext cx="3521075" cy="904875"/>
                      </a:xfrm>
                      <a:prstGeom prst="rect">
                        <a:avLst/>
                      </a:prstGeom>
                      <a:noFill/>
                      <a:ln w="38100">
                        <a:noFill/>
                        <a:miter/>
                      </a:ln>
                    </p:spPr>
                  </p:pic>
                </p:oleObj>
              </mc:Fallback>
            </mc:AlternateContent>
          </a:graphicData>
        </a:graphic>
      </p:graphicFrame>
      <p:graphicFrame>
        <p:nvGraphicFramePr>
          <p:cNvPr id="116739" name="对象 44035"/>
          <p:cNvGraphicFramePr>
            <a:graphicFrameLocks noChangeAspect="1"/>
          </p:cNvGraphicFramePr>
          <p:nvPr/>
        </p:nvGraphicFramePr>
        <p:xfrm>
          <a:off x="3810000" y="5451475"/>
          <a:ext cx="4267200" cy="955675"/>
        </p:xfrm>
        <a:graphic>
          <a:graphicData uri="http://schemas.openxmlformats.org/presentationml/2006/ole">
            <mc:AlternateContent xmlns:mc="http://schemas.openxmlformats.org/markup-compatibility/2006">
              <mc:Choice xmlns:v="urn:schemas-microsoft-com:vml" Requires="v">
                <p:oleObj r:id="rId4" imgW="1688465" imgH="330200" progId="Equation.3">
                  <p:embed/>
                </p:oleObj>
              </mc:Choice>
              <mc:Fallback>
                <p:oleObj r:id="rId4" imgW="1688465" imgH="330200" progId="Equation.3">
                  <p:embed/>
                  <p:pic>
                    <p:nvPicPr>
                      <p:cNvPr id="0" name="图片 3510"/>
                      <p:cNvPicPr/>
                      <p:nvPr/>
                    </p:nvPicPr>
                    <p:blipFill>
                      <a:blip r:embed="rId5"/>
                      <a:stretch>
                        <a:fillRect/>
                      </a:stretch>
                    </p:blipFill>
                    <p:spPr>
                      <a:xfrm>
                        <a:off x="3810000" y="5451475"/>
                        <a:ext cx="4267200" cy="955675"/>
                      </a:xfrm>
                      <a:prstGeom prst="rect">
                        <a:avLst/>
                      </a:prstGeom>
                      <a:noFill/>
                      <a:ln w="38100">
                        <a:noFill/>
                        <a:miter/>
                      </a:ln>
                    </p:spPr>
                  </p:pic>
                </p:oleObj>
              </mc:Fallback>
            </mc:AlternateContent>
          </a:graphicData>
        </a:graphic>
      </p:graphicFrame>
      <p:graphicFrame>
        <p:nvGraphicFramePr>
          <p:cNvPr id="116740" name="对象 44036"/>
          <p:cNvGraphicFramePr>
            <a:graphicFrameLocks noChangeAspect="1"/>
          </p:cNvGraphicFramePr>
          <p:nvPr/>
        </p:nvGraphicFramePr>
        <p:xfrm>
          <a:off x="3581400" y="1490663"/>
          <a:ext cx="3810000" cy="1100137"/>
        </p:xfrm>
        <a:graphic>
          <a:graphicData uri="http://schemas.openxmlformats.org/presentationml/2006/ole">
            <mc:AlternateContent xmlns:mc="http://schemas.openxmlformats.org/markup-compatibility/2006">
              <mc:Choice xmlns:v="urn:schemas-microsoft-com:vml" Requires="v">
                <p:oleObj r:id="rId6" imgW="990600" imgH="393700" progId="Equation.3">
                  <p:embed/>
                </p:oleObj>
              </mc:Choice>
              <mc:Fallback>
                <p:oleObj r:id="rId6" imgW="990600" imgH="393700" progId="Equation.3">
                  <p:embed/>
                  <p:pic>
                    <p:nvPicPr>
                      <p:cNvPr id="0" name="图片 3515"/>
                      <p:cNvPicPr/>
                      <p:nvPr/>
                    </p:nvPicPr>
                    <p:blipFill>
                      <a:blip r:embed="rId7"/>
                      <a:stretch>
                        <a:fillRect/>
                      </a:stretch>
                    </p:blipFill>
                    <p:spPr>
                      <a:xfrm>
                        <a:off x="3581400" y="1490663"/>
                        <a:ext cx="3810000" cy="1100137"/>
                      </a:xfrm>
                      <a:prstGeom prst="rect">
                        <a:avLst/>
                      </a:prstGeom>
                      <a:noFill/>
                      <a:ln w="38100">
                        <a:noFill/>
                        <a:miter/>
                      </a:ln>
                    </p:spPr>
                  </p:pic>
                </p:oleObj>
              </mc:Fallback>
            </mc:AlternateContent>
          </a:graphicData>
        </a:graphic>
      </p:graphicFrame>
      <p:sp>
        <p:nvSpPr>
          <p:cNvPr id="116741" name="文本框 44037"/>
          <p:cNvSpPr txBox="1"/>
          <p:nvPr/>
        </p:nvSpPr>
        <p:spPr>
          <a:xfrm>
            <a:off x="762000" y="1706563"/>
            <a:ext cx="2514600" cy="579437"/>
          </a:xfrm>
          <a:prstGeom prst="rect">
            <a:avLst/>
          </a:prstGeom>
          <a:noFill/>
          <a:ln w="9525">
            <a:noFill/>
          </a:ln>
        </p:spPr>
        <p:txBody>
          <a:bodyPr anchor="t" anchorCtr="0">
            <a:spAutoFit/>
          </a:bodyPr>
          <a:lstStyle/>
          <a:p>
            <a:pPr>
              <a:spcBef>
                <a:spcPct val="50000"/>
              </a:spcBef>
            </a:pPr>
            <a:r>
              <a:rPr lang="en-US" altLang="zh-CN" sz="3200" b="1">
                <a:latin typeface="Times New Roman" panose="02020603050405020304" pitchFamily="2" charset="0"/>
                <a:ea typeface="宋体" panose="02010600030101010101" pitchFamily="2" charset="-122"/>
              </a:rPr>
              <a:t>5</a:t>
            </a:r>
            <a:r>
              <a:rPr lang="zh-CN" altLang="en-US" sz="3200" b="1">
                <a:latin typeface="Times New Roman" panose="02020603050405020304" pitchFamily="2" charset="0"/>
                <a:ea typeface="宋体" panose="02010600030101010101" pitchFamily="2" charset="-122"/>
              </a:rPr>
              <a:t>、翻褶序列</a:t>
            </a:r>
          </a:p>
        </p:txBody>
      </p:sp>
      <p:graphicFrame>
        <p:nvGraphicFramePr>
          <p:cNvPr id="116742" name="对象 44038"/>
          <p:cNvGraphicFramePr>
            <a:graphicFrameLocks noChangeAspect="1"/>
          </p:cNvGraphicFramePr>
          <p:nvPr/>
        </p:nvGraphicFramePr>
        <p:xfrm>
          <a:off x="3733800" y="2743200"/>
          <a:ext cx="3429000" cy="752475"/>
        </p:xfrm>
        <a:graphic>
          <a:graphicData uri="http://schemas.openxmlformats.org/presentationml/2006/ole">
            <mc:AlternateContent xmlns:mc="http://schemas.openxmlformats.org/markup-compatibility/2006">
              <mc:Choice xmlns:v="urn:schemas-microsoft-com:vml" Requires="v">
                <p:oleObj r:id="rId8" imgW="1041400" imgH="228600" progId="Equation.3">
                  <p:embed/>
                </p:oleObj>
              </mc:Choice>
              <mc:Fallback>
                <p:oleObj r:id="rId8" imgW="1041400" imgH="228600" progId="Equation.3">
                  <p:embed/>
                  <p:pic>
                    <p:nvPicPr>
                      <p:cNvPr id="0" name="图片 3508"/>
                      <p:cNvPicPr/>
                      <p:nvPr/>
                    </p:nvPicPr>
                    <p:blipFill>
                      <a:blip r:embed="rId9"/>
                      <a:stretch>
                        <a:fillRect/>
                      </a:stretch>
                    </p:blipFill>
                    <p:spPr>
                      <a:xfrm>
                        <a:off x="3733800" y="2743200"/>
                        <a:ext cx="3429000" cy="752475"/>
                      </a:xfrm>
                      <a:prstGeom prst="rect">
                        <a:avLst/>
                      </a:prstGeom>
                      <a:noFill/>
                      <a:ln w="38100">
                        <a:noFill/>
                        <a:miter/>
                      </a:ln>
                    </p:spPr>
                  </p:pic>
                </p:oleObj>
              </mc:Fallback>
            </mc:AlternateContent>
          </a:graphicData>
        </a:graphic>
      </p:graphicFrame>
      <p:sp>
        <p:nvSpPr>
          <p:cNvPr id="116743" name="矩形 44039"/>
          <p:cNvSpPr/>
          <p:nvPr/>
        </p:nvSpPr>
        <p:spPr>
          <a:xfrm>
            <a:off x="7620000" y="1843088"/>
            <a:ext cx="738188" cy="519112"/>
          </a:xfrm>
          <a:prstGeom prst="rect">
            <a:avLst/>
          </a:prstGeom>
          <a:noFill/>
          <a:ln w="9525">
            <a:noFill/>
          </a:ln>
        </p:spPr>
        <p:txBody>
          <a:bodyPr wrap="none" anchor="t" anchorCtr="0">
            <a:spAutoFit/>
          </a:bodyPr>
          <a:lstStyle/>
          <a:p>
            <a:r>
              <a:rPr lang="en-US" altLang="zh-CN" sz="2800" b="1">
                <a:solidFill>
                  <a:srgbClr val="FFFF00"/>
                </a:solidFill>
                <a:latin typeface="Times New Roman" panose="02020603050405020304" pitchFamily="2" charset="0"/>
                <a:ea typeface="宋体" panose="02010600030101010101" pitchFamily="2" charset="-122"/>
              </a:rPr>
              <a:t>1/R</a:t>
            </a:r>
          </a:p>
        </p:txBody>
      </p:sp>
      <p:sp>
        <p:nvSpPr>
          <p:cNvPr id="116744" name="矩形 44040"/>
          <p:cNvSpPr/>
          <p:nvPr/>
        </p:nvSpPr>
        <p:spPr>
          <a:xfrm>
            <a:off x="7772400" y="2833688"/>
            <a:ext cx="441325" cy="519112"/>
          </a:xfrm>
          <a:prstGeom prst="rect">
            <a:avLst/>
          </a:prstGeom>
          <a:noFill/>
          <a:ln w="9525">
            <a:noFill/>
          </a:ln>
        </p:spPr>
        <p:txBody>
          <a:bodyPr wrap="none" anchor="t" anchorCtr="0">
            <a:spAutoFit/>
          </a:bodyPr>
          <a:lstStyle/>
          <a:p>
            <a:r>
              <a:rPr lang="en-US" altLang="zh-CN" sz="2800" b="1">
                <a:solidFill>
                  <a:srgbClr val="FFFF00"/>
                </a:solidFill>
                <a:latin typeface="Times New Roman" panose="02020603050405020304" pitchFamily="2" charset="0"/>
                <a:ea typeface="宋体" panose="02010600030101010101" pitchFamily="2" charset="-122"/>
              </a:rPr>
              <a:t>R</a:t>
            </a:r>
          </a:p>
        </p:txBody>
      </p:sp>
      <p:sp>
        <p:nvSpPr>
          <p:cNvPr id="116745" name="矩形 44041"/>
          <p:cNvSpPr/>
          <p:nvPr/>
        </p:nvSpPr>
        <p:spPr>
          <a:xfrm>
            <a:off x="762000" y="2819400"/>
            <a:ext cx="2428875" cy="579438"/>
          </a:xfrm>
          <a:prstGeom prst="rect">
            <a:avLst/>
          </a:prstGeom>
          <a:noFill/>
          <a:ln w="9525">
            <a:noFill/>
          </a:ln>
        </p:spPr>
        <p:txBody>
          <a:bodyPr anchor="t" anchorCtr="0">
            <a:spAutoFit/>
          </a:bodyPr>
          <a:lstStyle/>
          <a:p>
            <a:r>
              <a:rPr lang="en-US" altLang="zh-CN" sz="3200" b="1">
                <a:latin typeface="Times New Roman" panose="02020603050405020304" pitchFamily="2" charset="0"/>
                <a:ea typeface="宋体" panose="02010600030101010101" pitchFamily="2" charset="-122"/>
              </a:rPr>
              <a:t>6</a:t>
            </a:r>
            <a:r>
              <a:rPr lang="zh-CN" altLang="en-US" sz="3200" b="1">
                <a:latin typeface="Times New Roman" panose="02020603050405020304" pitchFamily="2" charset="0"/>
                <a:ea typeface="宋体" panose="02010600030101010101" pitchFamily="2" charset="-122"/>
              </a:rPr>
              <a:t>、共轭序列</a:t>
            </a:r>
          </a:p>
        </p:txBody>
      </p:sp>
      <p:sp>
        <p:nvSpPr>
          <p:cNvPr id="116746" name="矩形 44042"/>
          <p:cNvSpPr/>
          <p:nvPr/>
        </p:nvSpPr>
        <p:spPr>
          <a:xfrm>
            <a:off x="762000" y="4191000"/>
            <a:ext cx="2428875" cy="579438"/>
          </a:xfrm>
          <a:prstGeom prst="rect">
            <a:avLst/>
          </a:prstGeom>
          <a:noFill/>
          <a:ln w="9525">
            <a:noFill/>
          </a:ln>
        </p:spPr>
        <p:txBody>
          <a:bodyPr wrap="none" anchor="t" anchorCtr="0">
            <a:spAutoFit/>
          </a:bodyPr>
          <a:lstStyle/>
          <a:p>
            <a:pPr>
              <a:spcBef>
                <a:spcPct val="50000"/>
              </a:spcBef>
            </a:pPr>
            <a:r>
              <a:rPr lang="en-US" altLang="zh-CN" sz="3200" b="1">
                <a:latin typeface="Times New Roman" panose="02020603050405020304" pitchFamily="2" charset="0"/>
                <a:ea typeface="宋体" panose="02010600030101010101" pitchFamily="2" charset="-122"/>
              </a:rPr>
              <a:t>7</a:t>
            </a:r>
            <a:r>
              <a:rPr lang="zh-CN" altLang="en-US" sz="3200" b="1">
                <a:latin typeface="Times New Roman" panose="02020603050405020304" pitchFamily="2" charset="0"/>
                <a:ea typeface="宋体" panose="02010600030101010101" pitchFamily="2" charset="-122"/>
              </a:rPr>
              <a:t>、初值定理</a:t>
            </a:r>
          </a:p>
        </p:txBody>
      </p:sp>
      <p:sp>
        <p:nvSpPr>
          <p:cNvPr id="116747" name="矩形 44043"/>
          <p:cNvSpPr/>
          <p:nvPr/>
        </p:nvSpPr>
        <p:spPr>
          <a:xfrm>
            <a:off x="762000" y="5562600"/>
            <a:ext cx="2428875" cy="579438"/>
          </a:xfrm>
          <a:prstGeom prst="rect">
            <a:avLst/>
          </a:prstGeom>
          <a:noFill/>
          <a:ln w="9525">
            <a:noFill/>
          </a:ln>
        </p:spPr>
        <p:txBody>
          <a:bodyPr wrap="none" anchor="t" anchorCtr="0">
            <a:spAutoFit/>
          </a:bodyPr>
          <a:lstStyle/>
          <a:p>
            <a:r>
              <a:rPr lang="en-US" altLang="zh-CN" sz="3200" b="1">
                <a:latin typeface="Times New Roman" panose="02020603050405020304" pitchFamily="2" charset="0"/>
                <a:ea typeface="宋体" panose="02010600030101010101" pitchFamily="2" charset="-122"/>
              </a:rPr>
              <a:t>8</a:t>
            </a:r>
            <a:r>
              <a:rPr lang="zh-CN" altLang="en-US" sz="3200" b="1">
                <a:latin typeface="Times New Roman" panose="02020603050405020304" pitchFamily="2" charset="0"/>
                <a:ea typeface="宋体" panose="02010600030101010101" pitchFamily="2" charset="-122"/>
              </a:rPr>
              <a:t>、终值定理</a:t>
            </a:r>
          </a:p>
        </p:txBody>
      </p:sp>
      <mc:AlternateContent xmlns:mc="http://schemas.openxmlformats.org/markup-compatibility/2006" xmlns:p14="http://schemas.microsoft.com/office/powerpoint/2010/main">
        <mc:Choice Requires="p14">
          <p:contentPart p14:bwMode="auto" r:id="rId10">
            <p14:nvContentPartPr>
              <p14:cNvPr id="2" name="墨迹 1">
                <a:extLst>
                  <a:ext uri="{FF2B5EF4-FFF2-40B4-BE49-F238E27FC236}">
                    <a16:creationId xmlns:a16="http://schemas.microsoft.com/office/drawing/2014/main" id="{1FE860B3-DA20-D657-4EF6-A0E08CD63EE0}"/>
                  </a:ext>
                </a:extLst>
              </p14:cNvPr>
              <p14:cNvContentPartPr/>
              <p14:nvPr/>
            </p14:nvContentPartPr>
            <p14:xfrm>
              <a:off x="646225" y="2456705"/>
              <a:ext cx="483840" cy="251280"/>
            </p14:xfrm>
          </p:contentPart>
        </mc:Choice>
        <mc:Fallback xmlns="">
          <p:pic>
            <p:nvPicPr>
              <p:cNvPr id="2" name="墨迹 1">
                <a:extLst>
                  <a:ext uri="{FF2B5EF4-FFF2-40B4-BE49-F238E27FC236}">
                    <a16:creationId xmlns:a16="http://schemas.microsoft.com/office/drawing/2014/main" id="{1FE860B3-DA20-D657-4EF6-A0E08CD63EE0}"/>
                  </a:ext>
                </a:extLst>
              </p:cNvPr>
              <p:cNvPicPr/>
              <p:nvPr/>
            </p:nvPicPr>
            <p:blipFill>
              <a:blip r:embed="rId11"/>
              <a:stretch>
                <a:fillRect/>
              </a:stretch>
            </p:blipFill>
            <p:spPr>
              <a:xfrm>
                <a:off x="628585" y="2439065"/>
                <a:ext cx="519480" cy="28692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3" name="墨迹 2">
                <a:extLst>
                  <a:ext uri="{FF2B5EF4-FFF2-40B4-BE49-F238E27FC236}">
                    <a16:creationId xmlns:a16="http://schemas.microsoft.com/office/drawing/2014/main" id="{104D0FE5-E695-2FBD-0567-9B6B2B187350}"/>
                  </a:ext>
                </a:extLst>
              </p14:cNvPr>
              <p14:cNvContentPartPr/>
              <p14:nvPr/>
            </p14:nvContentPartPr>
            <p14:xfrm>
              <a:off x="747745" y="4728665"/>
              <a:ext cx="365040" cy="265320"/>
            </p14:xfrm>
          </p:contentPart>
        </mc:Choice>
        <mc:Fallback xmlns="">
          <p:pic>
            <p:nvPicPr>
              <p:cNvPr id="3" name="墨迹 2">
                <a:extLst>
                  <a:ext uri="{FF2B5EF4-FFF2-40B4-BE49-F238E27FC236}">
                    <a16:creationId xmlns:a16="http://schemas.microsoft.com/office/drawing/2014/main" id="{104D0FE5-E695-2FBD-0567-9B6B2B187350}"/>
                  </a:ext>
                </a:extLst>
              </p:cNvPr>
              <p:cNvPicPr/>
              <p:nvPr/>
            </p:nvPicPr>
            <p:blipFill>
              <a:blip r:embed="rId13"/>
              <a:stretch>
                <a:fillRect/>
              </a:stretch>
            </p:blipFill>
            <p:spPr>
              <a:xfrm>
                <a:off x="730105" y="4711025"/>
                <a:ext cx="400680" cy="30096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4" name="墨迹 3">
                <a:extLst>
                  <a:ext uri="{FF2B5EF4-FFF2-40B4-BE49-F238E27FC236}">
                    <a16:creationId xmlns:a16="http://schemas.microsoft.com/office/drawing/2014/main" id="{79063377-8875-2C7E-744E-2BDF705398A4}"/>
                  </a:ext>
                </a:extLst>
              </p14:cNvPr>
              <p14:cNvContentPartPr/>
              <p14:nvPr/>
            </p14:nvContentPartPr>
            <p14:xfrm>
              <a:off x="720025" y="5819465"/>
              <a:ext cx="379080" cy="176400"/>
            </p14:xfrm>
          </p:contentPart>
        </mc:Choice>
        <mc:Fallback xmlns="">
          <p:pic>
            <p:nvPicPr>
              <p:cNvPr id="4" name="墨迹 3">
                <a:extLst>
                  <a:ext uri="{FF2B5EF4-FFF2-40B4-BE49-F238E27FC236}">
                    <a16:creationId xmlns:a16="http://schemas.microsoft.com/office/drawing/2014/main" id="{79063377-8875-2C7E-744E-2BDF705398A4}"/>
                  </a:ext>
                </a:extLst>
              </p:cNvPr>
              <p:cNvPicPr/>
              <p:nvPr/>
            </p:nvPicPr>
            <p:blipFill>
              <a:blip r:embed="rId15"/>
              <a:stretch>
                <a:fillRect/>
              </a:stretch>
            </p:blipFill>
            <p:spPr>
              <a:xfrm>
                <a:off x="702385" y="5801465"/>
                <a:ext cx="414720" cy="212040"/>
              </a:xfrm>
              <a:prstGeom prst="rect">
                <a:avLst/>
              </a:prstGeom>
            </p:spPr>
          </p:pic>
        </mc:Fallback>
      </mc:AlternateContent>
    </p:spTree>
  </p:cSld>
  <p:clrMapOvr>
    <a:masterClrMapping/>
  </p:clrMapOvr>
  <p:transition/>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1" name="标题 45057"/>
          <p:cNvSpPr>
            <a:spLocks noGrp="1"/>
          </p:cNvSpPr>
          <p:nvPr>
            <p:ph type="title"/>
          </p:nvPr>
        </p:nvSpPr>
        <p:spPr>
          <a:xfrm>
            <a:off x="1747838" y="503238"/>
            <a:ext cx="6054725" cy="762000"/>
          </a:xfrm>
          <a:ln/>
        </p:spPr>
        <p:txBody>
          <a:bodyPr anchor="ctr" anchorCtr="0"/>
          <a:lstStyle/>
          <a:p>
            <a:pPr algn="r"/>
            <a:r>
              <a:rPr lang="en-US" altLang="zh-CN" sz="4000">
                <a:latin typeface="Times New Roman" panose="02020603050405020304" pitchFamily="2" charset="0"/>
                <a:ea typeface="宋体" panose="02010600030101010101" pitchFamily="2" charset="-122"/>
              </a:rPr>
              <a:t>Z</a:t>
            </a:r>
            <a:r>
              <a:rPr lang="zh-CN" altLang="en-US" sz="4000">
                <a:latin typeface="Times New Roman" panose="02020603050405020304" pitchFamily="2" charset="0"/>
                <a:ea typeface="宋体" panose="02010600030101010101" pitchFamily="2" charset="-122"/>
              </a:rPr>
              <a:t>变换的基本性质（续）</a:t>
            </a:r>
          </a:p>
        </p:txBody>
      </p:sp>
      <p:graphicFrame>
        <p:nvGraphicFramePr>
          <p:cNvPr id="117762" name="对象 45058"/>
          <p:cNvGraphicFramePr>
            <a:graphicFrameLocks noChangeAspect="1"/>
          </p:cNvGraphicFramePr>
          <p:nvPr/>
        </p:nvGraphicFramePr>
        <p:xfrm>
          <a:off x="4038600" y="2967038"/>
          <a:ext cx="4038600" cy="538162"/>
        </p:xfrm>
        <a:graphic>
          <a:graphicData uri="http://schemas.openxmlformats.org/presentationml/2006/ole">
            <mc:AlternateContent xmlns:mc="http://schemas.openxmlformats.org/markup-compatibility/2006">
              <mc:Choice xmlns:v="urn:schemas-microsoft-com:vml" Requires="v">
                <p:oleObj r:id="rId2" imgW="1562100" imgH="203200" progId="Equation.3">
                  <p:embed/>
                </p:oleObj>
              </mc:Choice>
              <mc:Fallback>
                <p:oleObj r:id="rId2" imgW="1562100" imgH="203200" progId="Equation.3">
                  <p:embed/>
                  <p:pic>
                    <p:nvPicPr>
                      <p:cNvPr id="0" name="图片 3509"/>
                      <p:cNvPicPr/>
                      <p:nvPr/>
                    </p:nvPicPr>
                    <p:blipFill>
                      <a:blip r:embed="rId3"/>
                      <a:stretch>
                        <a:fillRect/>
                      </a:stretch>
                    </p:blipFill>
                    <p:spPr>
                      <a:xfrm>
                        <a:off x="4038600" y="2967038"/>
                        <a:ext cx="4038600" cy="538162"/>
                      </a:xfrm>
                      <a:prstGeom prst="rect">
                        <a:avLst/>
                      </a:prstGeom>
                      <a:noFill/>
                      <a:ln w="38100">
                        <a:noFill/>
                        <a:miter/>
                      </a:ln>
                    </p:spPr>
                  </p:pic>
                </p:oleObj>
              </mc:Fallback>
            </mc:AlternateContent>
          </a:graphicData>
        </a:graphic>
      </p:graphicFrame>
      <p:sp>
        <p:nvSpPr>
          <p:cNvPr id="117763" name="文本框 45059"/>
          <p:cNvSpPr txBox="1"/>
          <p:nvPr/>
        </p:nvSpPr>
        <p:spPr>
          <a:xfrm>
            <a:off x="457200" y="1782763"/>
            <a:ext cx="3962400" cy="579437"/>
          </a:xfrm>
          <a:prstGeom prst="rect">
            <a:avLst/>
          </a:prstGeom>
          <a:noFill/>
          <a:ln w="9525">
            <a:noFill/>
          </a:ln>
        </p:spPr>
        <p:txBody>
          <a:bodyPr anchor="t" anchorCtr="0">
            <a:spAutoFit/>
          </a:bodyPr>
          <a:lstStyle/>
          <a:p>
            <a:pPr>
              <a:spcBef>
                <a:spcPct val="40000"/>
              </a:spcBef>
            </a:pPr>
            <a:r>
              <a:rPr lang="en-US" altLang="zh-CN" sz="3200" b="1">
                <a:latin typeface="Times New Roman" panose="02020603050405020304" pitchFamily="2" charset="0"/>
                <a:ea typeface="宋体" panose="02010600030101010101" pitchFamily="2" charset="-122"/>
              </a:rPr>
              <a:t>9</a:t>
            </a:r>
            <a:r>
              <a:rPr lang="zh-CN" altLang="en-US" sz="3200" b="1">
                <a:latin typeface="Times New Roman" panose="02020603050405020304" pitchFamily="2" charset="0"/>
                <a:ea typeface="宋体" panose="02010600030101010101" pitchFamily="2" charset="-122"/>
              </a:rPr>
              <a:t>、有限项累加特性</a:t>
            </a:r>
          </a:p>
        </p:txBody>
      </p:sp>
      <p:graphicFrame>
        <p:nvGraphicFramePr>
          <p:cNvPr id="117764" name="对象 45060"/>
          <p:cNvGraphicFramePr>
            <a:graphicFrameLocks noChangeAspect="1"/>
          </p:cNvGraphicFramePr>
          <p:nvPr/>
        </p:nvGraphicFramePr>
        <p:xfrm>
          <a:off x="4191000" y="1524000"/>
          <a:ext cx="4800600" cy="1149350"/>
        </p:xfrm>
        <a:graphic>
          <a:graphicData uri="http://schemas.openxmlformats.org/presentationml/2006/ole">
            <mc:AlternateContent xmlns:mc="http://schemas.openxmlformats.org/markup-compatibility/2006">
              <mc:Choice xmlns:v="urn:schemas-microsoft-com:vml" Requires="v">
                <p:oleObj r:id="rId4" imgW="1802765" imgH="431800" progId="Equation.3">
                  <p:embed/>
                </p:oleObj>
              </mc:Choice>
              <mc:Fallback>
                <p:oleObj r:id="rId4" imgW="1802765" imgH="431800" progId="Equation.3">
                  <p:embed/>
                  <p:pic>
                    <p:nvPicPr>
                      <p:cNvPr id="0" name="图片 3511"/>
                      <p:cNvPicPr/>
                      <p:nvPr/>
                    </p:nvPicPr>
                    <p:blipFill>
                      <a:blip r:embed="rId5"/>
                      <a:stretch>
                        <a:fillRect/>
                      </a:stretch>
                    </p:blipFill>
                    <p:spPr>
                      <a:xfrm>
                        <a:off x="4191000" y="1524000"/>
                        <a:ext cx="4800600" cy="1149350"/>
                      </a:xfrm>
                      <a:prstGeom prst="rect">
                        <a:avLst/>
                      </a:prstGeom>
                      <a:noFill/>
                      <a:ln w="38100">
                        <a:noFill/>
                        <a:miter/>
                      </a:ln>
                    </p:spPr>
                  </p:pic>
                </p:oleObj>
              </mc:Fallback>
            </mc:AlternateContent>
          </a:graphicData>
        </a:graphic>
      </p:graphicFrame>
      <p:graphicFrame>
        <p:nvGraphicFramePr>
          <p:cNvPr id="117765" name="对象 45061"/>
          <p:cNvGraphicFramePr>
            <a:graphicFrameLocks noChangeAspect="1"/>
          </p:cNvGraphicFramePr>
          <p:nvPr/>
        </p:nvGraphicFramePr>
        <p:xfrm>
          <a:off x="3429000" y="3733800"/>
          <a:ext cx="5334000" cy="1077913"/>
        </p:xfrm>
        <a:graphic>
          <a:graphicData uri="http://schemas.openxmlformats.org/presentationml/2006/ole">
            <mc:AlternateContent xmlns:mc="http://schemas.openxmlformats.org/markup-compatibility/2006">
              <mc:Choice xmlns:v="urn:schemas-microsoft-com:vml" Requires="v">
                <p:oleObj r:id="rId6" imgW="2132965" imgH="431800" progId="Equation.3">
                  <p:embed/>
                </p:oleObj>
              </mc:Choice>
              <mc:Fallback>
                <p:oleObj r:id="rId6" imgW="2132965" imgH="431800" progId="Equation.3">
                  <p:embed/>
                  <p:pic>
                    <p:nvPicPr>
                      <p:cNvPr id="0" name="图片 3512"/>
                      <p:cNvPicPr/>
                      <p:nvPr/>
                    </p:nvPicPr>
                    <p:blipFill>
                      <a:blip r:embed="rId7"/>
                      <a:stretch>
                        <a:fillRect/>
                      </a:stretch>
                    </p:blipFill>
                    <p:spPr>
                      <a:xfrm>
                        <a:off x="3429000" y="3733800"/>
                        <a:ext cx="5334000" cy="1077913"/>
                      </a:xfrm>
                      <a:prstGeom prst="rect">
                        <a:avLst/>
                      </a:prstGeom>
                      <a:noFill/>
                      <a:ln w="38100">
                        <a:noFill/>
                        <a:miter/>
                      </a:ln>
                    </p:spPr>
                  </p:pic>
                </p:oleObj>
              </mc:Fallback>
            </mc:AlternateContent>
          </a:graphicData>
        </a:graphic>
      </p:graphicFrame>
      <p:graphicFrame>
        <p:nvGraphicFramePr>
          <p:cNvPr id="117766" name="对象 45062"/>
          <p:cNvGraphicFramePr>
            <a:graphicFrameLocks noChangeAspect="1"/>
          </p:cNvGraphicFramePr>
          <p:nvPr/>
        </p:nvGraphicFramePr>
        <p:xfrm>
          <a:off x="2362200" y="5334000"/>
          <a:ext cx="6553200" cy="1062038"/>
        </p:xfrm>
        <a:graphic>
          <a:graphicData uri="http://schemas.openxmlformats.org/presentationml/2006/ole">
            <mc:AlternateContent xmlns:mc="http://schemas.openxmlformats.org/markup-compatibility/2006">
              <mc:Choice xmlns:v="urn:schemas-microsoft-com:vml" Requires="v">
                <p:oleObj r:id="rId8" imgW="2741930" imgH="444500" progId="Equation.3">
                  <p:embed/>
                </p:oleObj>
              </mc:Choice>
              <mc:Fallback>
                <p:oleObj r:id="rId8" imgW="2741930" imgH="444500" progId="Equation.3">
                  <p:embed/>
                  <p:pic>
                    <p:nvPicPr>
                      <p:cNvPr id="0" name="图片 3513"/>
                      <p:cNvPicPr/>
                      <p:nvPr/>
                    </p:nvPicPr>
                    <p:blipFill>
                      <a:blip r:embed="rId9"/>
                      <a:stretch>
                        <a:fillRect/>
                      </a:stretch>
                    </p:blipFill>
                    <p:spPr>
                      <a:xfrm>
                        <a:off x="2362200" y="5334000"/>
                        <a:ext cx="6553200" cy="1062038"/>
                      </a:xfrm>
                      <a:prstGeom prst="rect">
                        <a:avLst/>
                      </a:prstGeom>
                      <a:noFill/>
                      <a:ln w="38100">
                        <a:noFill/>
                        <a:miter/>
                      </a:ln>
                    </p:spPr>
                  </p:pic>
                </p:oleObj>
              </mc:Fallback>
            </mc:AlternateContent>
          </a:graphicData>
        </a:graphic>
      </p:graphicFrame>
      <p:sp>
        <p:nvSpPr>
          <p:cNvPr id="117767" name="矩形 45063"/>
          <p:cNvSpPr/>
          <p:nvPr/>
        </p:nvSpPr>
        <p:spPr>
          <a:xfrm>
            <a:off x="933450" y="6324600"/>
            <a:ext cx="5727700" cy="519113"/>
          </a:xfrm>
          <a:prstGeom prst="rect">
            <a:avLst/>
          </a:prstGeom>
          <a:noFill/>
          <a:ln w="9525">
            <a:noFill/>
          </a:ln>
        </p:spPr>
        <p:txBody>
          <a:bodyPr wrap="none" anchor="t" anchorCtr="0">
            <a:spAutoFit/>
          </a:bodyPr>
          <a:lstStyle/>
          <a:p>
            <a:r>
              <a:rPr lang="en-US" altLang="zh-CN" sz="2800" b="1">
                <a:solidFill>
                  <a:srgbClr val="C00000"/>
                </a:solidFill>
                <a:latin typeface="Times New Roman" panose="02020603050405020304" pitchFamily="2" charset="0"/>
                <a:ea typeface="宋体" panose="02010600030101010101" pitchFamily="2" charset="-122"/>
              </a:rPr>
              <a:t>ZT</a:t>
            </a:r>
            <a:r>
              <a:rPr lang="zh-CN" altLang="en-US" sz="2800" b="1">
                <a:solidFill>
                  <a:srgbClr val="C00000"/>
                </a:solidFill>
                <a:latin typeface="Times New Roman" panose="02020603050405020304" pitchFamily="2" charset="0"/>
                <a:ea typeface="宋体" panose="02010600030101010101" pitchFamily="2" charset="-122"/>
              </a:rPr>
              <a:t>的主要性质参见书</a:t>
            </a:r>
            <a:r>
              <a:rPr lang="en-US" altLang="zh-CN" sz="2800" b="1">
                <a:solidFill>
                  <a:srgbClr val="C00000"/>
                </a:solidFill>
                <a:latin typeface="Times New Roman" panose="02020603050405020304" pitchFamily="2" charset="0"/>
                <a:ea typeface="宋体" panose="02010600030101010101" pitchFamily="2" charset="-122"/>
              </a:rPr>
              <a:t>p.69</a:t>
            </a:r>
            <a:r>
              <a:rPr lang="zh-CN" altLang="en-US" sz="2800" b="1">
                <a:solidFill>
                  <a:srgbClr val="C00000"/>
                </a:solidFill>
                <a:latin typeface="Times New Roman" panose="02020603050405020304" pitchFamily="2" charset="0"/>
                <a:ea typeface="宋体" panose="02010600030101010101" pitchFamily="2" charset="-122"/>
              </a:rPr>
              <a:t>页的表</a:t>
            </a:r>
            <a:r>
              <a:rPr lang="en-US" altLang="zh-CN" sz="2800" b="1">
                <a:solidFill>
                  <a:srgbClr val="C00000"/>
                </a:solidFill>
                <a:latin typeface="Times New Roman" panose="02020603050405020304" pitchFamily="2" charset="0"/>
                <a:ea typeface="宋体" panose="02010600030101010101" pitchFamily="2" charset="-122"/>
              </a:rPr>
              <a:t>2-2</a:t>
            </a:r>
          </a:p>
        </p:txBody>
      </p:sp>
      <p:sp>
        <p:nvSpPr>
          <p:cNvPr id="117768" name="矩形 45064"/>
          <p:cNvSpPr/>
          <p:nvPr/>
        </p:nvSpPr>
        <p:spPr>
          <a:xfrm>
            <a:off x="381000" y="2890838"/>
            <a:ext cx="3449638" cy="579437"/>
          </a:xfrm>
          <a:prstGeom prst="rect">
            <a:avLst/>
          </a:prstGeom>
          <a:noFill/>
          <a:ln w="9525">
            <a:noFill/>
          </a:ln>
        </p:spPr>
        <p:txBody>
          <a:bodyPr wrap="none" anchor="t" anchorCtr="0">
            <a:spAutoFit/>
          </a:bodyPr>
          <a:lstStyle/>
          <a:p>
            <a:r>
              <a:rPr lang="en-US" altLang="zh-CN" sz="3200" b="1">
                <a:latin typeface="Times New Roman" panose="02020603050405020304" pitchFamily="2" charset="0"/>
                <a:ea typeface="宋体" panose="02010600030101010101" pitchFamily="2" charset="-122"/>
              </a:rPr>
              <a:t>10</a:t>
            </a:r>
            <a:r>
              <a:rPr lang="zh-CN" altLang="en-US" sz="3200" b="1">
                <a:latin typeface="Times New Roman" panose="02020603050405020304" pitchFamily="2" charset="0"/>
                <a:ea typeface="宋体" panose="02010600030101010101" pitchFamily="2" charset="-122"/>
              </a:rPr>
              <a:t>、序列的卷积和</a:t>
            </a:r>
          </a:p>
        </p:txBody>
      </p:sp>
      <p:sp>
        <p:nvSpPr>
          <p:cNvPr id="117769" name="矩形 45065"/>
          <p:cNvSpPr/>
          <p:nvPr/>
        </p:nvSpPr>
        <p:spPr>
          <a:xfrm>
            <a:off x="381000" y="3886200"/>
            <a:ext cx="2633663" cy="579438"/>
          </a:xfrm>
          <a:prstGeom prst="rect">
            <a:avLst/>
          </a:prstGeom>
          <a:noFill/>
          <a:ln w="9525">
            <a:noFill/>
          </a:ln>
        </p:spPr>
        <p:txBody>
          <a:bodyPr wrap="none" anchor="t" anchorCtr="0">
            <a:spAutoFit/>
          </a:bodyPr>
          <a:lstStyle/>
          <a:p>
            <a:r>
              <a:rPr lang="en-US" altLang="zh-CN" sz="3200" b="1">
                <a:latin typeface="Times New Roman" panose="02020603050405020304" pitchFamily="2" charset="0"/>
                <a:ea typeface="宋体" panose="02010600030101010101" pitchFamily="2" charset="-122"/>
              </a:rPr>
              <a:t>11</a:t>
            </a:r>
            <a:r>
              <a:rPr lang="zh-CN" altLang="en-US" sz="3200" b="1">
                <a:latin typeface="Times New Roman" panose="02020603050405020304" pitchFamily="2" charset="0"/>
                <a:ea typeface="宋体" panose="02010600030101010101" pitchFamily="2" charset="-122"/>
              </a:rPr>
              <a:t>、序列乘法</a:t>
            </a:r>
          </a:p>
        </p:txBody>
      </p:sp>
      <p:sp>
        <p:nvSpPr>
          <p:cNvPr id="117770" name="矩形 45066"/>
          <p:cNvSpPr/>
          <p:nvPr/>
        </p:nvSpPr>
        <p:spPr>
          <a:xfrm>
            <a:off x="381000" y="4876800"/>
            <a:ext cx="3041650" cy="579438"/>
          </a:xfrm>
          <a:prstGeom prst="rect">
            <a:avLst/>
          </a:prstGeom>
          <a:noFill/>
          <a:ln w="9525">
            <a:noFill/>
          </a:ln>
        </p:spPr>
        <p:txBody>
          <a:bodyPr wrap="none" anchor="t" anchorCtr="0">
            <a:spAutoFit/>
          </a:bodyPr>
          <a:lstStyle/>
          <a:p>
            <a:r>
              <a:rPr lang="en-US" altLang="zh-CN" sz="3200" b="1">
                <a:latin typeface="Times New Roman" panose="02020603050405020304" pitchFamily="2" charset="0"/>
                <a:ea typeface="宋体" panose="02010600030101010101" pitchFamily="2" charset="-122"/>
              </a:rPr>
              <a:t>12</a:t>
            </a:r>
            <a:r>
              <a:rPr lang="zh-CN" altLang="en-US" sz="3200" b="1">
                <a:latin typeface="Times New Roman" panose="02020603050405020304" pitchFamily="2" charset="0"/>
                <a:ea typeface="宋体" panose="02010600030101010101" pitchFamily="2" charset="-122"/>
              </a:rPr>
              <a:t>、帕塞瓦定理</a:t>
            </a:r>
          </a:p>
        </p:txBody>
      </p:sp>
      <mc:AlternateContent xmlns:mc="http://schemas.openxmlformats.org/markup-compatibility/2006" xmlns:p14="http://schemas.microsoft.com/office/powerpoint/2010/main">
        <mc:Choice Requires="p14">
          <p:contentPart p14:bwMode="auto" r:id="rId10">
            <p14:nvContentPartPr>
              <p14:cNvPr id="10" name="墨迹 9">
                <a:extLst>
                  <a:ext uri="{FF2B5EF4-FFF2-40B4-BE49-F238E27FC236}">
                    <a16:creationId xmlns:a16="http://schemas.microsoft.com/office/drawing/2014/main" id="{925359AF-449D-66ED-46D7-8AB7789916E5}"/>
                  </a:ext>
                </a:extLst>
              </p14:cNvPr>
              <p14:cNvContentPartPr/>
              <p14:nvPr/>
            </p14:nvContentPartPr>
            <p14:xfrm>
              <a:off x="10011985" y="3287924"/>
              <a:ext cx="360" cy="360"/>
            </p14:xfrm>
          </p:contentPart>
        </mc:Choice>
        <mc:Fallback xmlns="">
          <p:pic>
            <p:nvPicPr>
              <p:cNvPr id="10" name="墨迹 9">
                <a:extLst>
                  <a:ext uri="{FF2B5EF4-FFF2-40B4-BE49-F238E27FC236}">
                    <a16:creationId xmlns:a16="http://schemas.microsoft.com/office/drawing/2014/main" id="{925359AF-449D-66ED-46D7-8AB7789916E5}"/>
                  </a:ext>
                </a:extLst>
              </p:cNvPr>
              <p:cNvPicPr/>
              <p:nvPr/>
            </p:nvPicPr>
            <p:blipFill>
              <a:blip r:embed="rId11"/>
              <a:stretch>
                <a:fillRect/>
              </a:stretch>
            </p:blipFill>
            <p:spPr>
              <a:xfrm>
                <a:off x="9994345" y="3270284"/>
                <a:ext cx="36000" cy="3600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2" name="墨迹 1">
                <a:extLst>
                  <a:ext uri="{FF2B5EF4-FFF2-40B4-BE49-F238E27FC236}">
                    <a16:creationId xmlns:a16="http://schemas.microsoft.com/office/drawing/2014/main" id="{B495D8B8-BB8C-15A2-5CC0-9F4D47743CB5}"/>
                  </a:ext>
                </a:extLst>
              </p14:cNvPr>
              <p14:cNvContentPartPr/>
              <p14:nvPr/>
            </p14:nvContentPartPr>
            <p14:xfrm>
              <a:off x="609505" y="3356684"/>
              <a:ext cx="349560" cy="190800"/>
            </p14:xfrm>
          </p:contentPart>
        </mc:Choice>
        <mc:Fallback xmlns="">
          <p:pic>
            <p:nvPicPr>
              <p:cNvPr id="2" name="墨迹 1">
                <a:extLst>
                  <a:ext uri="{FF2B5EF4-FFF2-40B4-BE49-F238E27FC236}">
                    <a16:creationId xmlns:a16="http://schemas.microsoft.com/office/drawing/2014/main" id="{B495D8B8-BB8C-15A2-5CC0-9F4D47743CB5}"/>
                  </a:ext>
                </a:extLst>
              </p:cNvPr>
              <p:cNvPicPr/>
              <p:nvPr/>
            </p:nvPicPr>
            <p:blipFill>
              <a:blip r:embed="rId13"/>
              <a:stretch>
                <a:fillRect/>
              </a:stretch>
            </p:blipFill>
            <p:spPr>
              <a:xfrm>
                <a:off x="591505" y="3338684"/>
                <a:ext cx="385200" cy="226440"/>
              </a:xfrm>
              <a:prstGeom prst="rect">
                <a:avLst/>
              </a:prstGeom>
            </p:spPr>
          </p:pic>
        </mc:Fallback>
      </mc:AlternateContent>
    </p:spTree>
  </p:cSld>
  <p:clrMapOvr>
    <a:masterClrMapping/>
  </p:clrMapOvr>
  <p:transition/>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5" name="文本框 56322"/>
          <p:cNvSpPr txBox="1"/>
          <p:nvPr/>
        </p:nvSpPr>
        <p:spPr>
          <a:xfrm>
            <a:off x="876300" y="1509713"/>
            <a:ext cx="5916613" cy="584200"/>
          </a:xfrm>
          <a:prstGeom prst="rect">
            <a:avLst/>
          </a:prstGeom>
          <a:noFill/>
          <a:ln w="9525">
            <a:noFill/>
          </a:ln>
        </p:spPr>
        <p:txBody>
          <a:bodyPr wrap="square" anchor="t" anchorCtr="0">
            <a:spAutoFit/>
          </a:bodyPr>
          <a:lstStyle/>
          <a:p>
            <a:pPr>
              <a:spcBef>
                <a:spcPct val="50000"/>
              </a:spcBef>
            </a:pPr>
            <a:r>
              <a:rPr lang="en-US" altLang="zh-CN" sz="3200" b="1">
                <a:latin typeface="Times New Roman" panose="02020603050405020304" pitchFamily="2" charset="0"/>
                <a:ea typeface="宋体" panose="02010600030101010101" pitchFamily="2" charset="-122"/>
              </a:rPr>
              <a:t>2.2.1</a:t>
            </a:r>
            <a:r>
              <a:rPr lang="zh-CN" altLang="en-US" sz="3200" b="1">
                <a:latin typeface="Times New Roman" panose="02020603050405020304" pitchFamily="2" charset="0"/>
                <a:ea typeface="宋体" panose="02010600030101010101" pitchFamily="2" charset="-122"/>
              </a:rPr>
              <a:t>序列的傅里叶变换定义</a:t>
            </a:r>
          </a:p>
        </p:txBody>
      </p:sp>
      <p:sp>
        <p:nvSpPr>
          <p:cNvPr id="118786" name="文本框 56323"/>
          <p:cNvSpPr txBox="1"/>
          <p:nvPr/>
        </p:nvSpPr>
        <p:spPr>
          <a:xfrm>
            <a:off x="1027113" y="2446338"/>
            <a:ext cx="2603500" cy="584200"/>
          </a:xfrm>
          <a:prstGeom prst="rect">
            <a:avLst/>
          </a:prstGeom>
          <a:noFill/>
          <a:ln w="9525">
            <a:noFill/>
          </a:ln>
        </p:spPr>
        <p:txBody>
          <a:bodyPr wrap="square" anchor="t" anchorCtr="0">
            <a:spAutoFit/>
          </a:bodyPr>
          <a:lstStyle/>
          <a:p>
            <a:pPr>
              <a:spcBef>
                <a:spcPct val="50000"/>
              </a:spcBef>
            </a:pPr>
            <a:r>
              <a:rPr lang="zh-CN" altLang="en-US" sz="3200" b="1">
                <a:latin typeface="Times New Roman" panose="02020603050405020304" pitchFamily="2" charset="0"/>
                <a:ea typeface="宋体" panose="02010600030101010101" pitchFamily="2" charset="-122"/>
              </a:rPr>
              <a:t>变换对：</a:t>
            </a:r>
          </a:p>
        </p:txBody>
      </p:sp>
      <p:graphicFrame>
        <p:nvGraphicFramePr>
          <p:cNvPr id="118787" name="对象 56324"/>
          <p:cNvGraphicFramePr>
            <a:graphicFrameLocks noChangeAspect="1"/>
          </p:cNvGraphicFramePr>
          <p:nvPr/>
        </p:nvGraphicFramePr>
        <p:xfrm>
          <a:off x="995363" y="2814638"/>
          <a:ext cx="4570412" cy="1497012"/>
        </p:xfrm>
        <a:graphic>
          <a:graphicData uri="http://schemas.openxmlformats.org/presentationml/2006/ole">
            <mc:AlternateContent xmlns:mc="http://schemas.openxmlformats.org/markup-compatibility/2006">
              <mc:Choice xmlns:v="urn:schemas-microsoft-com:vml" Requires="v">
                <p:oleObj r:id="rId2" imgW="1320165" imgH="393700" progId="Equation.3">
                  <p:embed/>
                </p:oleObj>
              </mc:Choice>
              <mc:Fallback>
                <p:oleObj r:id="rId2" imgW="1320165" imgH="393700" progId="Equation.3">
                  <p:embed/>
                  <p:pic>
                    <p:nvPicPr>
                      <p:cNvPr id="0" name="图片 3520"/>
                      <p:cNvPicPr/>
                      <p:nvPr/>
                    </p:nvPicPr>
                    <p:blipFill>
                      <a:blip r:embed="rId3"/>
                      <a:stretch>
                        <a:fillRect/>
                      </a:stretch>
                    </p:blipFill>
                    <p:spPr>
                      <a:xfrm>
                        <a:off x="995363" y="2814638"/>
                        <a:ext cx="4570412" cy="1497012"/>
                      </a:xfrm>
                      <a:prstGeom prst="rect">
                        <a:avLst/>
                      </a:prstGeom>
                      <a:noFill/>
                      <a:ln w="38100">
                        <a:noFill/>
                        <a:miter/>
                      </a:ln>
                    </p:spPr>
                  </p:pic>
                </p:oleObj>
              </mc:Fallback>
            </mc:AlternateContent>
          </a:graphicData>
        </a:graphic>
      </p:graphicFrame>
      <p:sp>
        <p:nvSpPr>
          <p:cNvPr id="118788" name="标题 56321"/>
          <p:cNvSpPr>
            <a:spLocks noGrp="1"/>
          </p:cNvSpPr>
          <p:nvPr/>
        </p:nvSpPr>
        <p:spPr>
          <a:xfrm>
            <a:off x="288925" y="441325"/>
            <a:ext cx="8153400" cy="838200"/>
          </a:xfrm>
          <a:prstGeom prst="rect">
            <a:avLst/>
          </a:prstGeom>
          <a:noFill/>
          <a:ln w="9525">
            <a:noFill/>
          </a:ln>
        </p:spPr>
        <p:txBody>
          <a:bodyPr anchor="ctr" anchorCtr="0"/>
          <a:lstStyle/>
          <a:p>
            <a:pPr algn="ctr"/>
            <a:r>
              <a:rPr lang="en-US" altLang="zh-CN" sz="4000" b="1" dirty="0">
                <a:solidFill>
                  <a:schemeClr val="tx2"/>
                </a:solidFill>
                <a:latin typeface="Times New Roman" panose="02020603050405020304" pitchFamily="2" charset="0"/>
                <a:ea typeface="宋体" panose="02010600030101010101" pitchFamily="2" charset="-122"/>
              </a:rPr>
              <a:t>2.2  </a:t>
            </a:r>
            <a:r>
              <a:rPr lang="zh-CN" altLang="en-US" sz="4000" b="1" dirty="0">
                <a:solidFill>
                  <a:schemeClr val="tx2"/>
                </a:solidFill>
                <a:latin typeface="Times New Roman" panose="02020603050405020304" pitchFamily="2" charset="0"/>
                <a:ea typeface="宋体" panose="02010600030101010101" pitchFamily="2" charset="-122"/>
              </a:rPr>
              <a:t>离散时间傅里叶变换</a:t>
            </a:r>
            <a:r>
              <a:rPr lang="en-US" altLang="zh-CN" sz="4000" b="1" dirty="0">
                <a:solidFill>
                  <a:schemeClr val="tx2"/>
                </a:solidFill>
                <a:latin typeface="Times New Roman" panose="02020603050405020304" pitchFamily="2" charset="0"/>
                <a:ea typeface="宋体" panose="02010600030101010101" pitchFamily="2" charset="-122"/>
              </a:rPr>
              <a:t>DTFT</a:t>
            </a:r>
          </a:p>
        </p:txBody>
      </p:sp>
      <mc:AlternateContent xmlns:mc="http://schemas.openxmlformats.org/markup-compatibility/2006" xmlns:p14="http://schemas.microsoft.com/office/powerpoint/2010/main">
        <mc:Choice Requires="p14">
          <p:contentPart p14:bwMode="auto" r:id="rId4">
            <p14:nvContentPartPr>
              <p14:cNvPr id="2" name="墨迹 1">
                <a:extLst>
                  <a:ext uri="{FF2B5EF4-FFF2-40B4-BE49-F238E27FC236}">
                    <a16:creationId xmlns:a16="http://schemas.microsoft.com/office/drawing/2014/main" id="{CA360C33-9B49-FFD8-AC55-70BCDE06D3A5}"/>
                  </a:ext>
                </a:extLst>
              </p14:cNvPr>
              <p14:cNvContentPartPr/>
              <p14:nvPr/>
            </p14:nvContentPartPr>
            <p14:xfrm>
              <a:off x="3112225" y="2022185"/>
              <a:ext cx="2761560" cy="37800"/>
            </p14:xfrm>
          </p:contentPart>
        </mc:Choice>
        <mc:Fallback xmlns="">
          <p:pic>
            <p:nvPicPr>
              <p:cNvPr id="2" name="墨迹 1">
                <a:extLst>
                  <a:ext uri="{FF2B5EF4-FFF2-40B4-BE49-F238E27FC236}">
                    <a16:creationId xmlns:a16="http://schemas.microsoft.com/office/drawing/2014/main" id="{CA360C33-9B49-FFD8-AC55-70BCDE06D3A5}"/>
                  </a:ext>
                </a:extLst>
              </p:cNvPr>
              <p:cNvPicPr/>
              <p:nvPr/>
            </p:nvPicPr>
            <p:blipFill>
              <a:blip r:embed="rId5"/>
              <a:stretch>
                <a:fillRect/>
              </a:stretch>
            </p:blipFill>
            <p:spPr>
              <a:xfrm>
                <a:off x="3094585" y="2004185"/>
                <a:ext cx="2797200" cy="73440"/>
              </a:xfrm>
              <a:prstGeom prst="rect">
                <a:avLst/>
              </a:prstGeom>
            </p:spPr>
          </p:pic>
        </mc:Fallback>
      </mc:AlternateContent>
    </p:spTree>
  </p:cSld>
  <p:clrMapOvr>
    <a:masterClrMapping/>
  </p:clrMapOvr>
  <p:transition/>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19809" name="对象 56325"/>
          <p:cNvGraphicFramePr>
            <a:graphicFrameLocks noChangeAspect="1"/>
          </p:cNvGraphicFramePr>
          <p:nvPr/>
        </p:nvGraphicFramePr>
        <p:xfrm>
          <a:off x="1247775" y="625475"/>
          <a:ext cx="6638925" cy="1079500"/>
        </p:xfrm>
        <a:graphic>
          <a:graphicData uri="http://schemas.openxmlformats.org/presentationml/2006/ole">
            <mc:AlternateContent xmlns:mc="http://schemas.openxmlformats.org/markup-compatibility/2006">
              <mc:Choice xmlns:v="urn:schemas-microsoft-com:vml" Requires="v">
                <p:oleObj r:id="rId2" imgW="2298700" imgH="431800" progId="Equation.3">
                  <p:embed/>
                </p:oleObj>
              </mc:Choice>
              <mc:Fallback>
                <p:oleObj r:id="rId2" imgW="2298700" imgH="431800" progId="Equation.3">
                  <p:embed/>
                  <p:pic>
                    <p:nvPicPr>
                      <p:cNvPr id="0" name="图片 3523"/>
                      <p:cNvPicPr/>
                      <p:nvPr/>
                    </p:nvPicPr>
                    <p:blipFill>
                      <a:blip r:embed="rId3"/>
                      <a:stretch>
                        <a:fillRect/>
                      </a:stretch>
                    </p:blipFill>
                    <p:spPr>
                      <a:xfrm>
                        <a:off x="1247775" y="625475"/>
                        <a:ext cx="6638925" cy="1079500"/>
                      </a:xfrm>
                      <a:prstGeom prst="rect">
                        <a:avLst/>
                      </a:prstGeom>
                      <a:noFill/>
                      <a:ln w="38100">
                        <a:noFill/>
                        <a:miter/>
                      </a:ln>
                    </p:spPr>
                  </p:pic>
                </p:oleObj>
              </mc:Fallback>
            </mc:AlternateContent>
          </a:graphicData>
        </a:graphic>
      </p:graphicFrame>
      <p:sp>
        <p:nvSpPr>
          <p:cNvPr id="119810" name="矩形 56329"/>
          <p:cNvSpPr/>
          <p:nvPr/>
        </p:nvSpPr>
        <p:spPr>
          <a:xfrm>
            <a:off x="744538" y="1576388"/>
            <a:ext cx="8426450" cy="460375"/>
          </a:xfrm>
          <a:prstGeom prst="rect">
            <a:avLst/>
          </a:prstGeom>
          <a:noFill/>
          <a:ln w="9525">
            <a:noFill/>
          </a:ln>
        </p:spPr>
        <p:txBody>
          <a:bodyPr wrap="square" anchor="t" anchorCtr="0">
            <a:spAutoFit/>
          </a:bodyPr>
          <a:lstStyle/>
          <a:p>
            <a:r>
              <a:rPr lang="zh-CN" altLang="en-US" sz="2400" b="1" dirty="0">
                <a:latin typeface="Times New Roman" panose="02020603050405020304" pitchFamily="2" charset="0"/>
                <a:ea typeface="宋体" panose="02010600030101010101" pitchFamily="2" charset="-122"/>
              </a:rPr>
              <a:t>称为（x(n)的傅里叶</a:t>
            </a:r>
            <a:r>
              <a:rPr lang="zh-CN" altLang="en-US" sz="2400" b="1" dirty="0">
                <a:solidFill>
                  <a:srgbClr val="C00000"/>
                </a:solidFill>
                <a:latin typeface="Times New Roman" panose="02020603050405020304" pitchFamily="2" charset="0"/>
                <a:ea typeface="宋体" panose="02010600030101010101" pitchFamily="2" charset="-122"/>
              </a:rPr>
              <a:t>正变换</a:t>
            </a:r>
            <a:r>
              <a:rPr lang="zh-CN" altLang="en-US" sz="2400" b="1" dirty="0">
                <a:latin typeface="Times New Roman" panose="02020603050405020304" pitchFamily="2" charset="0"/>
                <a:ea typeface="宋体" panose="02010600030101010101" pitchFamily="2" charset="-122"/>
              </a:rPr>
              <a:t>）离散时间傅里叶变换（DTFT）。</a:t>
            </a:r>
          </a:p>
        </p:txBody>
      </p:sp>
      <p:sp>
        <p:nvSpPr>
          <p:cNvPr id="119811" name="文本框 1"/>
          <p:cNvSpPr txBox="1"/>
          <p:nvPr/>
        </p:nvSpPr>
        <p:spPr>
          <a:xfrm>
            <a:off x="744538" y="223838"/>
            <a:ext cx="2490787" cy="584200"/>
          </a:xfrm>
          <a:prstGeom prst="rect">
            <a:avLst/>
          </a:prstGeom>
          <a:noFill/>
          <a:ln w="9525">
            <a:noFill/>
          </a:ln>
        </p:spPr>
        <p:txBody>
          <a:bodyPr wrap="none" anchor="t" anchorCtr="0">
            <a:spAutoFit/>
          </a:bodyPr>
          <a:lstStyle/>
          <a:p>
            <a:pPr>
              <a:spcBef>
                <a:spcPct val="50000"/>
              </a:spcBef>
            </a:pPr>
            <a:r>
              <a:rPr lang="zh-CN" altLang="en-US" sz="3200" b="1" dirty="0">
                <a:latin typeface="Times New Roman" panose="02020603050405020304" pitchFamily="2" charset="0"/>
                <a:ea typeface="宋体" panose="02010600030101010101" pitchFamily="2" charset="-122"/>
                <a:sym typeface="微软雅黑" panose="020B0503020204020204" pitchFamily="2" charset="-122"/>
              </a:rPr>
              <a:t>DTFT的定义</a:t>
            </a:r>
            <a:endParaRPr lang="zh-CN" altLang="en-US" sz="3200" b="1" dirty="0">
              <a:latin typeface="Times New Roman" panose="02020603050405020304" pitchFamily="2" charset="0"/>
              <a:ea typeface="宋体" panose="02010600030101010101" pitchFamily="2" charset="-122"/>
            </a:endParaRPr>
          </a:p>
        </p:txBody>
      </p:sp>
      <p:graphicFrame>
        <p:nvGraphicFramePr>
          <p:cNvPr id="119812" name="对象 47111">
            <a:hlinkClick r:id="" action="ppaction://ole?verb=0"/>
          </p:cNvPr>
          <p:cNvGraphicFramePr>
            <a:graphicFrameLocks noChangeAspect="1"/>
          </p:cNvGraphicFramePr>
          <p:nvPr>
            <p:extLst>
              <p:ext uri="{D42A27DB-BD31-4B8C-83A1-F6EECF244321}">
                <p14:modId xmlns:p14="http://schemas.microsoft.com/office/powerpoint/2010/main" val="123111566"/>
              </p:ext>
            </p:extLst>
          </p:nvPr>
        </p:nvGraphicFramePr>
        <p:xfrm>
          <a:off x="949325" y="2154238"/>
          <a:ext cx="8134350" cy="3246437"/>
        </p:xfrm>
        <a:graphic>
          <a:graphicData uri="http://schemas.openxmlformats.org/presentationml/2006/ole">
            <mc:AlternateContent xmlns:mc="http://schemas.openxmlformats.org/markup-compatibility/2006">
              <mc:Choice xmlns:v="urn:schemas-microsoft-com:vml" Requires="v">
                <p:oleObj r:id="rId4" imgW="4267200" imgH="1701800" progId="Equation.3">
                  <p:embed/>
                </p:oleObj>
              </mc:Choice>
              <mc:Fallback>
                <p:oleObj r:id="rId4" imgW="4267200" imgH="1701800" progId="Equation.3">
                  <p:embed/>
                  <p:pic>
                    <p:nvPicPr>
                      <p:cNvPr id="0" name="图片 3519"/>
                      <p:cNvPicPr/>
                      <p:nvPr/>
                    </p:nvPicPr>
                    <p:blipFill>
                      <a:blip r:embed="rId5"/>
                      <a:stretch>
                        <a:fillRect/>
                      </a:stretch>
                    </p:blipFill>
                    <p:spPr>
                      <a:xfrm>
                        <a:off x="949325" y="2154238"/>
                        <a:ext cx="8134350" cy="3246437"/>
                      </a:xfrm>
                      <a:prstGeom prst="rect">
                        <a:avLst/>
                      </a:prstGeom>
                      <a:noFill/>
                      <a:ln w="38100">
                        <a:noFill/>
                        <a:miter/>
                      </a:ln>
                    </p:spPr>
                  </p:pic>
                </p:oleObj>
              </mc:Fallback>
            </mc:AlternateContent>
          </a:graphicData>
        </a:graphic>
      </p:graphicFrame>
      <p:sp>
        <p:nvSpPr>
          <p:cNvPr id="119813" name="文本框 3"/>
          <p:cNvSpPr txBox="1"/>
          <p:nvPr/>
        </p:nvSpPr>
        <p:spPr>
          <a:xfrm>
            <a:off x="941388" y="5351463"/>
            <a:ext cx="2540000" cy="1198562"/>
          </a:xfrm>
          <a:prstGeom prst="rect">
            <a:avLst/>
          </a:prstGeom>
          <a:noFill/>
          <a:ln w="9525">
            <a:noFill/>
          </a:ln>
        </p:spPr>
        <p:txBody>
          <a:bodyPr wrap="square" anchor="t" anchorCtr="0">
            <a:spAutoFit/>
          </a:bodyPr>
          <a:lstStyle/>
          <a:p>
            <a:pPr marL="1905" indent="-1905">
              <a:lnSpc>
                <a:spcPct val="150000"/>
              </a:lnSpc>
              <a:buClr>
                <a:schemeClr val="tx2"/>
              </a:buClr>
              <a:buSzPct val="60000"/>
              <a:buFont typeface="Wingdings" panose="05000000000000000000" pitchFamily="2" charset="2"/>
              <a:buChar char="n"/>
            </a:pPr>
            <a:r>
              <a:rPr lang="zh-CN" altLang="en-US" sz="2400" dirty="0">
                <a:latin typeface="Times New Roman" panose="02020603050405020304" pitchFamily="2" charset="0"/>
                <a:ea typeface="宋体" panose="02010600030101010101" pitchFamily="2" charset="-122"/>
                <a:sym typeface="Arial" panose="020B0604020202020204" pitchFamily="34" charset="0"/>
              </a:rPr>
              <a:t>实部和虚部</a:t>
            </a:r>
          </a:p>
          <a:p>
            <a:pPr marL="1905" indent="-1905">
              <a:lnSpc>
                <a:spcPct val="150000"/>
              </a:lnSpc>
              <a:buClr>
                <a:schemeClr val="tx2"/>
              </a:buClr>
              <a:buSzPct val="60000"/>
              <a:buFont typeface="Wingdings" panose="05000000000000000000" pitchFamily="2" charset="2"/>
              <a:buChar char="n"/>
            </a:pPr>
            <a:r>
              <a:rPr lang="zh-CN" altLang="en-US" sz="2400" dirty="0">
                <a:latin typeface="Times New Roman" panose="02020603050405020304" pitchFamily="2" charset="0"/>
                <a:ea typeface="宋体" panose="02010600030101010101" pitchFamily="2" charset="-122"/>
                <a:sym typeface="Arial" panose="020B0604020202020204" pitchFamily="34" charset="0"/>
              </a:rPr>
              <a:t>幅度谱和相位谱</a:t>
            </a:r>
            <a:endParaRPr lang="zh-CN" altLang="en-US" sz="2400">
              <a:latin typeface="Times New Roman" panose="02020603050405020304" pitchFamily="2" charset="0"/>
              <a:ea typeface="宋体" panose="02010600030101010101" pitchFamily="2" charset="-122"/>
            </a:endParaRPr>
          </a:p>
        </p:txBody>
      </p:sp>
      <p:graphicFrame>
        <p:nvGraphicFramePr>
          <p:cNvPr id="119814" name="对象 49160"/>
          <p:cNvGraphicFramePr>
            <a:graphicFrameLocks noChangeAspect="1"/>
          </p:cNvGraphicFramePr>
          <p:nvPr/>
        </p:nvGraphicFramePr>
        <p:xfrm>
          <a:off x="2828925" y="5530850"/>
          <a:ext cx="4232275" cy="428625"/>
        </p:xfrm>
        <a:graphic>
          <a:graphicData uri="http://schemas.openxmlformats.org/presentationml/2006/ole">
            <mc:AlternateContent xmlns:mc="http://schemas.openxmlformats.org/markup-compatibility/2006">
              <mc:Choice xmlns:v="urn:schemas-microsoft-com:vml" Requires="v">
                <p:oleObj r:id="rId6" imgW="2260600" imgH="228600" progId="Equation.3">
                  <p:embed/>
                </p:oleObj>
              </mc:Choice>
              <mc:Fallback>
                <p:oleObj r:id="rId6" imgW="2260600" imgH="228600" progId="Equation.3">
                  <p:embed/>
                  <p:pic>
                    <p:nvPicPr>
                      <p:cNvPr id="0" name="图片 3521"/>
                      <p:cNvPicPr/>
                      <p:nvPr/>
                    </p:nvPicPr>
                    <p:blipFill>
                      <a:blip r:embed="rId7"/>
                      <a:stretch>
                        <a:fillRect/>
                      </a:stretch>
                    </p:blipFill>
                    <p:spPr>
                      <a:xfrm>
                        <a:off x="2828925" y="5530850"/>
                        <a:ext cx="4232275" cy="428625"/>
                      </a:xfrm>
                      <a:prstGeom prst="rect">
                        <a:avLst/>
                      </a:prstGeom>
                      <a:noFill/>
                      <a:ln w="38100">
                        <a:noFill/>
                        <a:miter/>
                      </a:ln>
                    </p:spPr>
                  </p:pic>
                </p:oleObj>
              </mc:Fallback>
            </mc:AlternateContent>
          </a:graphicData>
        </a:graphic>
      </p:graphicFrame>
      <p:graphicFrame>
        <p:nvGraphicFramePr>
          <p:cNvPr id="119815" name="对象 49161"/>
          <p:cNvGraphicFramePr>
            <a:graphicFrameLocks noChangeAspect="1"/>
          </p:cNvGraphicFramePr>
          <p:nvPr/>
        </p:nvGraphicFramePr>
        <p:xfrm>
          <a:off x="3308350" y="6056313"/>
          <a:ext cx="2657475" cy="522287"/>
        </p:xfrm>
        <a:graphic>
          <a:graphicData uri="http://schemas.openxmlformats.org/presentationml/2006/ole">
            <mc:AlternateContent xmlns:mc="http://schemas.openxmlformats.org/markup-compatibility/2006">
              <mc:Choice xmlns:v="urn:schemas-microsoft-com:vml" Requires="v">
                <p:oleObj r:id="rId8" imgW="1440815" imgH="283210" progId="Equation.3">
                  <p:embed/>
                </p:oleObj>
              </mc:Choice>
              <mc:Fallback>
                <p:oleObj r:id="rId8" imgW="1440815" imgH="283210" progId="Equation.3">
                  <p:embed/>
                  <p:pic>
                    <p:nvPicPr>
                      <p:cNvPr id="0" name="图片 3524"/>
                      <p:cNvPicPr/>
                      <p:nvPr/>
                    </p:nvPicPr>
                    <p:blipFill>
                      <a:blip r:embed="rId9"/>
                      <a:stretch>
                        <a:fillRect/>
                      </a:stretch>
                    </p:blipFill>
                    <p:spPr>
                      <a:xfrm>
                        <a:off x="3308350" y="6056313"/>
                        <a:ext cx="2657475" cy="522287"/>
                      </a:xfrm>
                      <a:prstGeom prst="rect">
                        <a:avLst/>
                      </a:prstGeom>
                      <a:noFill/>
                      <a:ln w="38100">
                        <a:noFill/>
                        <a:miter/>
                      </a:ln>
                    </p:spPr>
                  </p:pic>
                </p:oleObj>
              </mc:Fallback>
            </mc:AlternateContent>
          </a:graphicData>
        </a:graphic>
      </p:graphicFrame>
      <p:sp>
        <p:nvSpPr>
          <p:cNvPr id="119816" name="文本框 47116"/>
          <p:cNvSpPr txBox="1"/>
          <p:nvPr/>
        </p:nvSpPr>
        <p:spPr>
          <a:xfrm>
            <a:off x="682625" y="2058988"/>
            <a:ext cx="779463" cy="3448050"/>
          </a:xfrm>
          <a:prstGeom prst="rect">
            <a:avLst/>
          </a:prstGeom>
          <a:noFill/>
          <a:ln w="9525">
            <a:noFill/>
          </a:ln>
        </p:spPr>
        <p:txBody>
          <a:bodyPr wrap="square" anchor="t" anchorCtr="0">
            <a:spAutoFit/>
          </a:bodyPr>
          <a:lstStyle/>
          <a:p>
            <a:pPr>
              <a:lnSpc>
                <a:spcPct val="130000"/>
              </a:lnSpc>
            </a:pPr>
            <a:r>
              <a:rPr lang="zh-CN" altLang="en-US" sz="2400" dirty="0">
                <a:latin typeface="Times New Roman" panose="02020603050405020304" pitchFamily="2" charset="0"/>
                <a:ea typeface="宋体" panose="02010600030101010101" pitchFamily="2" charset="-122"/>
              </a:rPr>
              <a:t>1.</a:t>
            </a:r>
          </a:p>
          <a:p>
            <a:pPr>
              <a:lnSpc>
                <a:spcPct val="130000"/>
              </a:lnSpc>
            </a:pPr>
            <a:endParaRPr lang="zh-CN" altLang="en-US" sz="2400" dirty="0">
              <a:latin typeface="Times New Roman" panose="02020603050405020304" pitchFamily="2" charset="0"/>
              <a:ea typeface="宋体" panose="02010600030101010101" pitchFamily="2" charset="-122"/>
            </a:endParaRPr>
          </a:p>
          <a:p>
            <a:pPr>
              <a:lnSpc>
                <a:spcPct val="130000"/>
              </a:lnSpc>
            </a:pPr>
            <a:endParaRPr lang="zh-CN" altLang="en-US" sz="2400" dirty="0">
              <a:latin typeface="Times New Roman" panose="02020603050405020304" pitchFamily="2" charset="0"/>
              <a:ea typeface="宋体" panose="02010600030101010101" pitchFamily="2" charset="-122"/>
            </a:endParaRPr>
          </a:p>
          <a:p>
            <a:pPr>
              <a:lnSpc>
                <a:spcPct val="130000"/>
              </a:lnSpc>
            </a:pPr>
            <a:r>
              <a:rPr lang="zh-CN" altLang="en-US" sz="2400" dirty="0">
                <a:latin typeface="Times New Roman" panose="02020603050405020304" pitchFamily="2" charset="0"/>
                <a:ea typeface="宋体" panose="02010600030101010101" pitchFamily="2" charset="-122"/>
              </a:rPr>
              <a:t>2.</a:t>
            </a:r>
          </a:p>
          <a:p>
            <a:pPr>
              <a:lnSpc>
                <a:spcPct val="130000"/>
              </a:lnSpc>
            </a:pPr>
            <a:r>
              <a:rPr lang="zh-CN" altLang="en-US" sz="2400" dirty="0">
                <a:latin typeface="Times New Roman" panose="02020603050405020304" pitchFamily="2" charset="0"/>
                <a:ea typeface="宋体" panose="02010600030101010101" pitchFamily="2" charset="-122"/>
              </a:rPr>
              <a:t>3.</a:t>
            </a:r>
          </a:p>
          <a:p>
            <a:pPr>
              <a:lnSpc>
                <a:spcPct val="130000"/>
              </a:lnSpc>
            </a:pPr>
            <a:endParaRPr lang="zh-CN" altLang="en-US" sz="2400" dirty="0">
              <a:latin typeface="Times New Roman" panose="02020603050405020304" pitchFamily="2" charset="0"/>
              <a:ea typeface="宋体" panose="02010600030101010101" pitchFamily="2" charset="-122"/>
            </a:endParaRPr>
          </a:p>
          <a:p>
            <a:pPr>
              <a:lnSpc>
                <a:spcPct val="130000"/>
              </a:lnSpc>
            </a:pPr>
            <a:r>
              <a:rPr lang="zh-CN" altLang="en-US" sz="2400" dirty="0">
                <a:latin typeface="Times New Roman" panose="02020603050405020304" pitchFamily="2" charset="0"/>
                <a:ea typeface="宋体" panose="02010600030101010101" pitchFamily="2" charset="-122"/>
              </a:rPr>
              <a:t>4.</a:t>
            </a:r>
          </a:p>
        </p:txBody>
      </p:sp>
      <mc:AlternateContent xmlns:mc="http://schemas.openxmlformats.org/markup-compatibility/2006" xmlns:p14="http://schemas.microsoft.com/office/powerpoint/2010/main">
        <mc:Choice Requires="p14">
          <p:contentPart p14:bwMode="auto" r:id="rId10">
            <p14:nvContentPartPr>
              <p14:cNvPr id="10" name="墨迹 9">
                <a:extLst>
                  <a:ext uri="{FF2B5EF4-FFF2-40B4-BE49-F238E27FC236}">
                    <a16:creationId xmlns:a16="http://schemas.microsoft.com/office/drawing/2014/main" id="{F4613414-EBBD-A835-C2DB-19374E09BB49}"/>
                  </a:ext>
                </a:extLst>
              </p14:cNvPr>
              <p14:cNvContentPartPr/>
              <p14:nvPr/>
            </p14:nvContentPartPr>
            <p14:xfrm>
              <a:off x="747745" y="729425"/>
              <a:ext cx="2816640" cy="102240"/>
            </p14:xfrm>
          </p:contentPart>
        </mc:Choice>
        <mc:Fallback xmlns="">
          <p:pic>
            <p:nvPicPr>
              <p:cNvPr id="10" name="墨迹 9">
                <a:extLst>
                  <a:ext uri="{FF2B5EF4-FFF2-40B4-BE49-F238E27FC236}">
                    <a16:creationId xmlns:a16="http://schemas.microsoft.com/office/drawing/2014/main" id="{F4613414-EBBD-A835-C2DB-19374E09BB49}"/>
                  </a:ext>
                </a:extLst>
              </p:cNvPr>
              <p:cNvPicPr/>
              <p:nvPr/>
            </p:nvPicPr>
            <p:blipFill>
              <a:blip r:embed="rId11"/>
              <a:stretch>
                <a:fillRect/>
              </a:stretch>
            </p:blipFill>
            <p:spPr>
              <a:xfrm>
                <a:off x="730105" y="711425"/>
                <a:ext cx="2852280" cy="137880"/>
              </a:xfrm>
              <a:prstGeom prst="rect">
                <a:avLst/>
              </a:prstGeom>
            </p:spPr>
          </p:pic>
        </mc:Fallback>
      </mc:AlternateContent>
      <p:grpSp>
        <p:nvGrpSpPr>
          <p:cNvPr id="7" name="组合 6">
            <a:extLst>
              <a:ext uri="{FF2B5EF4-FFF2-40B4-BE49-F238E27FC236}">
                <a16:creationId xmlns:a16="http://schemas.microsoft.com/office/drawing/2014/main" id="{D88DBB25-3E71-3336-1B84-4A45F29DBE90}"/>
              </a:ext>
            </a:extLst>
          </p:cNvPr>
          <p:cNvGrpSpPr/>
          <p:nvPr/>
        </p:nvGrpSpPr>
        <p:grpSpPr>
          <a:xfrm>
            <a:off x="1006585" y="2530145"/>
            <a:ext cx="5455800" cy="102960"/>
            <a:chOff x="1006585" y="2530145"/>
            <a:chExt cx="5455800" cy="102960"/>
          </a:xfrm>
        </p:grpSpPr>
        <mc:AlternateContent xmlns:mc="http://schemas.openxmlformats.org/markup-compatibility/2006" xmlns:p14="http://schemas.microsoft.com/office/powerpoint/2010/main">
          <mc:Choice Requires="p14">
            <p:contentPart p14:bwMode="auto" r:id="rId12">
              <p14:nvContentPartPr>
                <p14:cNvPr id="2" name="墨迹 1">
                  <a:extLst>
                    <a:ext uri="{FF2B5EF4-FFF2-40B4-BE49-F238E27FC236}">
                      <a16:creationId xmlns:a16="http://schemas.microsoft.com/office/drawing/2014/main" id="{8185D43A-95F2-128E-05CB-BF517E144FD7}"/>
                    </a:ext>
                  </a:extLst>
                </p14:cNvPr>
                <p14:cNvContentPartPr/>
                <p14:nvPr/>
              </p14:nvContentPartPr>
              <p14:xfrm>
                <a:off x="1006585" y="2530145"/>
                <a:ext cx="5355360" cy="102960"/>
              </p14:xfrm>
            </p:contentPart>
          </mc:Choice>
          <mc:Fallback xmlns="">
            <p:pic>
              <p:nvPicPr>
                <p:cNvPr id="2" name="墨迹 1">
                  <a:extLst>
                    <a:ext uri="{FF2B5EF4-FFF2-40B4-BE49-F238E27FC236}">
                      <a16:creationId xmlns:a16="http://schemas.microsoft.com/office/drawing/2014/main" id="{8185D43A-95F2-128E-05CB-BF517E144FD7}"/>
                    </a:ext>
                  </a:extLst>
                </p:cNvPr>
                <p:cNvPicPr/>
                <p:nvPr/>
              </p:nvPicPr>
              <p:blipFill>
                <a:blip r:embed="rId13"/>
                <a:stretch>
                  <a:fillRect/>
                </a:stretch>
              </p:blipFill>
              <p:spPr>
                <a:xfrm>
                  <a:off x="988945" y="2512145"/>
                  <a:ext cx="5391000" cy="13860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4" name="墨迹 3">
                  <a:extLst>
                    <a:ext uri="{FF2B5EF4-FFF2-40B4-BE49-F238E27FC236}">
                      <a16:creationId xmlns:a16="http://schemas.microsoft.com/office/drawing/2014/main" id="{615FA1E2-8DC1-D291-F29C-9E3BB20D9256}"/>
                    </a:ext>
                  </a:extLst>
                </p14:cNvPr>
                <p14:cNvContentPartPr/>
                <p14:nvPr/>
              </p14:nvContentPartPr>
              <p14:xfrm>
                <a:off x="6289585" y="2542745"/>
                <a:ext cx="147240" cy="43560"/>
              </p14:xfrm>
            </p:contentPart>
          </mc:Choice>
          <mc:Fallback xmlns="">
            <p:pic>
              <p:nvPicPr>
                <p:cNvPr id="4" name="墨迹 3">
                  <a:extLst>
                    <a:ext uri="{FF2B5EF4-FFF2-40B4-BE49-F238E27FC236}">
                      <a16:creationId xmlns:a16="http://schemas.microsoft.com/office/drawing/2014/main" id="{615FA1E2-8DC1-D291-F29C-9E3BB20D9256}"/>
                    </a:ext>
                  </a:extLst>
                </p:cNvPr>
                <p:cNvPicPr/>
                <p:nvPr/>
              </p:nvPicPr>
              <p:blipFill>
                <a:blip r:embed="rId15"/>
                <a:stretch>
                  <a:fillRect/>
                </a:stretch>
              </p:blipFill>
              <p:spPr>
                <a:xfrm>
                  <a:off x="6271945" y="2524745"/>
                  <a:ext cx="182880" cy="7920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6" name="墨迹 5">
                  <a:extLst>
                    <a:ext uri="{FF2B5EF4-FFF2-40B4-BE49-F238E27FC236}">
                      <a16:creationId xmlns:a16="http://schemas.microsoft.com/office/drawing/2014/main" id="{3824ED0B-B054-053B-6E2D-3492F357E374}"/>
                    </a:ext>
                  </a:extLst>
                </p14:cNvPr>
                <p14:cNvContentPartPr/>
                <p14:nvPr/>
              </p14:nvContentPartPr>
              <p14:xfrm>
                <a:off x="6077545" y="2553905"/>
                <a:ext cx="384840" cy="50760"/>
              </p14:xfrm>
            </p:contentPart>
          </mc:Choice>
          <mc:Fallback xmlns="">
            <p:pic>
              <p:nvPicPr>
                <p:cNvPr id="6" name="墨迹 5">
                  <a:extLst>
                    <a:ext uri="{FF2B5EF4-FFF2-40B4-BE49-F238E27FC236}">
                      <a16:creationId xmlns:a16="http://schemas.microsoft.com/office/drawing/2014/main" id="{3824ED0B-B054-053B-6E2D-3492F357E374}"/>
                    </a:ext>
                  </a:extLst>
                </p:cNvPr>
                <p:cNvPicPr/>
                <p:nvPr/>
              </p:nvPicPr>
              <p:blipFill>
                <a:blip r:embed="rId17"/>
                <a:stretch>
                  <a:fillRect/>
                </a:stretch>
              </p:blipFill>
              <p:spPr>
                <a:xfrm>
                  <a:off x="6059545" y="2536265"/>
                  <a:ext cx="420480" cy="864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8">
            <p14:nvContentPartPr>
              <p14:cNvPr id="16" name="墨迹 15">
                <a:extLst>
                  <a:ext uri="{FF2B5EF4-FFF2-40B4-BE49-F238E27FC236}">
                    <a16:creationId xmlns:a16="http://schemas.microsoft.com/office/drawing/2014/main" id="{374759B0-035A-2C53-69EE-F860FA0F2254}"/>
                  </a:ext>
                </a:extLst>
              </p14:cNvPr>
              <p14:cNvContentPartPr/>
              <p14:nvPr/>
            </p14:nvContentPartPr>
            <p14:xfrm>
              <a:off x="4682545" y="1984025"/>
              <a:ext cx="77040" cy="176040"/>
            </p14:xfrm>
          </p:contentPart>
        </mc:Choice>
        <mc:Fallback xmlns="">
          <p:pic>
            <p:nvPicPr>
              <p:cNvPr id="16" name="墨迹 15">
                <a:extLst>
                  <a:ext uri="{FF2B5EF4-FFF2-40B4-BE49-F238E27FC236}">
                    <a16:creationId xmlns:a16="http://schemas.microsoft.com/office/drawing/2014/main" id="{374759B0-035A-2C53-69EE-F860FA0F2254}"/>
                  </a:ext>
                </a:extLst>
              </p:cNvPr>
              <p:cNvPicPr/>
              <p:nvPr/>
            </p:nvPicPr>
            <p:blipFill>
              <a:blip r:embed="rId19"/>
              <a:stretch>
                <a:fillRect/>
              </a:stretch>
            </p:blipFill>
            <p:spPr>
              <a:xfrm>
                <a:off x="4664545" y="1966385"/>
                <a:ext cx="112680" cy="21168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17" name="墨迹 16">
                <a:extLst>
                  <a:ext uri="{FF2B5EF4-FFF2-40B4-BE49-F238E27FC236}">
                    <a16:creationId xmlns:a16="http://schemas.microsoft.com/office/drawing/2014/main" id="{922D409B-74CE-27F1-99CE-72A7B37B6054}"/>
                  </a:ext>
                </a:extLst>
              </p14:cNvPr>
              <p14:cNvContentPartPr/>
              <p14:nvPr/>
            </p14:nvContentPartPr>
            <p14:xfrm>
              <a:off x="4728985" y="2244305"/>
              <a:ext cx="15480" cy="38520"/>
            </p14:xfrm>
          </p:contentPart>
        </mc:Choice>
        <mc:Fallback xmlns="">
          <p:pic>
            <p:nvPicPr>
              <p:cNvPr id="17" name="墨迹 16">
                <a:extLst>
                  <a:ext uri="{FF2B5EF4-FFF2-40B4-BE49-F238E27FC236}">
                    <a16:creationId xmlns:a16="http://schemas.microsoft.com/office/drawing/2014/main" id="{922D409B-74CE-27F1-99CE-72A7B37B6054}"/>
                  </a:ext>
                </a:extLst>
              </p:cNvPr>
              <p:cNvPicPr/>
              <p:nvPr/>
            </p:nvPicPr>
            <p:blipFill>
              <a:blip r:embed="rId21"/>
              <a:stretch>
                <a:fillRect/>
              </a:stretch>
            </p:blipFill>
            <p:spPr>
              <a:xfrm>
                <a:off x="4710985" y="2226305"/>
                <a:ext cx="51120" cy="7416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18" name="墨迹 17">
                <a:extLst>
                  <a:ext uri="{FF2B5EF4-FFF2-40B4-BE49-F238E27FC236}">
                    <a16:creationId xmlns:a16="http://schemas.microsoft.com/office/drawing/2014/main" id="{E963071D-1F7C-A47C-7387-04B5991FFD92}"/>
                  </a:ext>
                </a:extLst>
              </p14:cNvPr>
              <p14:cNvContentPartPr/>
              <p14:nvPr/>
            </p14:nvContentPartPr>
            <p14:xfrm>
              <a:off x="1486825" y="3037385"/>
              <a:ext cx="2548440" cy="20880"/>
            </p14:xfrm>
          </p:contentPart>
        </mc:Choice>
        <mc:Fallback xmlns="">
          <p:pic>
            <p:nvPicPr>
              <p:cNvPr id="18" name="墨迹 17">
                <a:extLst>
                  <a:ext uri="{FF2B5EF4-FFF2-40B4-BE49-F238E27FC236}">
                    <a16:creationId xmlns:a16="http://schemas.microsoft.com/office/drawing/2014/main" id="{E963071D-1F7C-A47C-7387-04B5991FFD92}"/>
                  </a:ext>
                </a:extLst>
              </p:cNvPr>
              <p:cNvPicPr/>
              <p:nvPr/>
            </p:nvPicPr>
            <p:blipFill>
              <a:blip r:embed="rId23"/>
              <a:stretch>
                <a:fillRect/>
              </a:stretch>
            </p:blipFill>
            <p:spPr>
              <a:xfrm>
                <a:off x="1469185" y="3019745"/>
                <a:ext cx="2584080" cy="5652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19" name="墨迹 18">
                <a:extLst>
                  <a:ext uri="{FF2B5EF4-FFF2-40B4-BE49-F238E27FC236}">
                    <a16:creationId xmlns:a16="http://schemas.microsoft.com/office/drawing/2014/main" id="{57F73139-48BF-3E7B-72BA-831112E8D316}"/>
                  </a:ext>
                </a:extLst>
              </p14:cNvPr>
              <p14:cNvContentPartPr/>
              <p14:nvPr/>
            </p14:nvContentPartPr>
            <p14:xfrm>
              <a:off x="895705" y="3360665"/>
              <a:ext cx="4322160" cy="205920"/>
            </p14:xfrm>
          </p:contentPart>
        </mc:Choice>
        <mc:Fallback xmlns="">
          <p:pic>
            <p:nvPicPr>
              <p:cNvPr id="19" name="墨迹 18">
                <a:extLst>
                  <a:ext uri="{FF2B5EF4-FFF2-40B4-BE49-F238E27FC236}">
                    <a16:creationId xmlns:a16="http://schemas.microsoft.com/office/drawing/2014/main" id="{57F73139-48BF-3E7B-72BA-831112E8D316}"/>
                  </a:ext>
                </a:extLst>
              </p:cNvPr>
              <p:cNvPicPr/>
              <p:nvPr/>
            </p:nvPicPr>
            <p:blipFill>
              <a:blip r:embed="rId25"/>
              <a:stretch>
                <a:fillRect/>
              </a:stretch>
            </p:blipFill>
            <p:spPr>
              <a:xfrm>
                <a:off x="877705" y="3343025"/>
                <a:ext cx="4357800" cy="241560"/>
              </a:xfrm>
              <a:prstGeom prst="rect">
                <a:avLst/>
              </a:prstGeom>
            </p:spPr>
          </p:pic>
        </mc:Fallback>
      </mc:AlternateContent>
      <p:grpSp>
        <p:nvGrpSpPr>
          <p:cNvPr id="33" name="组合 32">
            <a:extLst>
              <a:ext uri="{FF2B5EF4-FFF2-40B4-BE49-F238E27FC236}">
                <a16:creationId xmlns:a16="http://schemas.microsoft.com/office/drawing/2014/main" id="{83B6F329-EAF3-6016-3BCC-F4026B92F8F9}"/>
              </a:ext>
            </a:extLst>
          </p:cNvPr>
          <p:cNvGrpSpPr/>
          <p:nvPr/>
        </p:nvGrpSpPr>
        <p:grpSpPr>
          <a:xfrm>
            <a:off x="7058905" y="3555785"/>
            <a:ext cx="1597680" cy="450000"/>
            <a:chOff x="7058905" y="3555785"/>
            <a:chExt cx="1597680" cy="450000"/>
          </a:xfrm>
        </p:grpSpPr>
        <mc:AlternateContent xmlns:mc="http://schemas.openxmlformats.org/markup-compatibility/2006" xmlns:p14="http://schemas.microsoft.com/office/powerpoint/2010/main">
          <mc:Choice Requires="p14">
            <p:contentPart p14:bwMode="auto" r:id="rId26">
              <p14:nvContentPartPr>
                <p14:cNvPr id="20" name="墨迹 19">
                  <a:extLst>
                    <a:ext uri="{FF2B5EF4-FFF2-40B4-BE49-F238E27FC236}">
                      <a16:creationId xmlns:a16="http://schemas.microsoft.com/office/drawing/2014/main" id="{C6DD630A-0FFA-FF51-ABD4-F6A64F234799}"/>
                    </a:ext>
                  </a:extLst>
                </p14:cNvPr>
                <p14:cNvContentPartPr/>
                <p14:nvPr/>
              </p14:nvContentPartPr>
              <p14:xfrm>
                <a:off x="7058905" y="3583505"/>
                <a:ext cx="137880" cy="346320"/>
              </p14:xfrm>
            </p:contentPart>
          </mc:Choice>
          <mc:Fallback xmlns="">
            <p:pic>
              <p:nvPicPr>
                <p:cNvPr id="20" name="墨迹 19">
                  <a:extLst>
                    <a:ext uri="{FF2B5EF4-FFF2-40B4-BE49-F238E27FC236}">
                      <a16:creationId xmlns:a16="http://schemas.microsoft.com/office/drawing/2014/main" id="{C6DD630A-0FFA-FF51-ABD4-F6A64F234799}"/>
                    </a:ext>
                  </a:extLst>
                </p:cNvPr>
                <p:cNvPicPr/>
                <p:nvPr/>
              </p:nvPicPr>
              <p:blipFill>
                <a:blip r:embed="rId27"/>
                <a:stretch>
                  <a:fillRect/>
                </a:stretch>
              </p:blipFill>
              <p:spPr>
                <a:xfrm>
                  <a:off x="7041265" y="3565505"/>
                  <a:ext cx="173520" cy="38196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21" name="墨迹 20">
                  <a:extLst>
                    <a:ext uri="{FF2B5EF4-FFF2-40B4-BE49-F238E27FC236}">
                      <a16:creationId xmlns:a16="http://schemas.microsoft.com/office/drawing/2014/main" id="{D6FC81DB-F64D-486A-2BE4-24734F1AF60B}"/>
                    </a:ext>
                  </a:extLst>
                </p14:cNvPr>
                <p14:cNvContentPartPr/>
                <p14:nvPr/>
              </p14:nvContentPartPr>
              <p14:xfrm>
                <a:off x="7093465" y="3676025"/>
                <a:ext cx="64440" cy="80280"/>
              </p14:xfrm>
            </p:contentPart>
          </mc:Choice>
          <mc:Fallback xmlns="">
            <p:pic>
              <p:nvPicPr>
                <p:cNvPr id="21" name="墨迹 20">
                  <a:extLst>
                    <a:ext uri="{FF2B5EF4-FFF2-40B4-BE49-F238E27FC236}">
                      <a16:creationId xmlns:a16="http://schemas.microsoft.com/office/drawing/2014/main" id="{D6FC81DB-F64D-486A-2BE4-24734F1AF60B}"/>
                    </a:ext>
                  </a:extLst>
                </p:cNvPr>
                <p:cNvPicPr/>
                <p:nvPr/>
              </p:nvPicPr>
              <p:blipFill>
                <a:blip r:embed="rId29"/>
                <a:stretch>
                  <a:fillRect/>
                </a:stretch>
              </p:blipFill>
              <p:spPr>
                <a:xfrm>
                  <a:off x="7075465" y="3658025"/>
                  <a:ext cx="100080" cy="11592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22" name="墨迹 21">
                  <a:extLst>
                    <a:ext uri="{FF2B5EF4-FFF2-40B4-BE49-F238E27FC236}">
                      <a16:creationId xmlns:a16="http://schemas.microsoft.com/office/drawing/2014/main" id="{1A78DA16-7D53-99FC-DB35-25439AADC185}"/>
                    </a:ext>
                  </a:extLst>
                </p14:cNvPr>
                <p14:cNvContentPartPr/>
                <p14:nvPr/>
              </p14:nvContentPartPr>
              <p14:xfrm>
                <a:off x="7074745" y="3777185"/>
                <a:ext cx="307440" cy="223200"/>
              </p14:xfrm>
            </p:contentPart>
          </mc:Choice>
          <mc:Fallback xmlns="">
            <p:pic>
              <p:nvPicPr>
                <p:cNvPr id="22" name="墨迹 21">
                  <a:extLst>
                    <a:ext uri="{FF2B5EF4-FFF2-40B4-BE49-F238E27FC236}">
                      <a16:creationId xmlns:a16="http://schemas.microsoft.com/office/drawing/2014/main" id="{1A78DA16-7D53-99FC-DB35-25439AADC185}"/>
                    </a:ext>
                  </a:extLst>
                </p:cNvPr>
                <p:cNvPicPr/>
                <p:nvPr/>
              </p:nvPicPr>
              <p:blipFill>
                <a:blip r:embed="rId31"/>
                <a:stretch>
                  <a:fillRect/>
                </a:stretch>
              </p:blipFill>
              <p:spPr>
                <a:xfrm>
                  <a:off x="7057105" y="3759545"/>
                  <a:ext cx="343080" cy="25884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23" name="墨迹 22">
                  <a:extLst>
                    <a:ext uri="{FF2B5EF4-FFF2-40B4-BE49-F238E27FC236}">
                      <a16:creationId xmlns:a16="http://schemas.microsoft.com/office/drawing/2014/main" id="{7CEC6E54-47D7-56E0-13B0-CFA32424493A}"/>
                    </a:ext>
                  </a:extLst>
                </p14:cNvPr>
                <p14:cNvContentPartPr/>
                <p14:nvPr/>
              </p14:nvContentPartPr>
              <p14:xfrm>
                <a:off x="7250425" y="3860705"/>
                <a:ext cx="44280" cy="28800"/>
              </p14:xfrm>
            </p:contentPart>
          </mc:Choice>
          <mc:Fallback xmlns="">
            <p:pic>
              <p:nvPicPr>
                <p:cNvPr id="23" name="墨迹 22">
                  <a:extLst>
                    <a:ext uri="{FF2B5EF4-FFF2-40B4-BE49-F238E27FC236}">
                      <a16:creationId xmlns:a16="http://schemas.microsoft.com/office/drawing/2014/main" id="{7CEC6E54-47D7-56E0-13B0-CFA32424493A}"/>
                    </a:ext>
                  </a:extLst>
                </p:cNvPr>
                <p:cNvPicPr/>
                <p:nvPr/>
              </p:nvPicPr>
              <p:blipFill>
                <a:blip r:embed="rId33"/>
                <a:stretch>
                  <a:fillRect/>
                </a:stretch>
              </p:blipFill>
              <p:spPr>
                <a:xfrm>
                  <a:off x="7232785" y="3842705"/>
                  <a:ext cx="79920" cy="6444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24" name="墨迹 23">
                  <a:extLst>
                    <a:ext uri="{FF2B5EF4-FFF2-40B4-BE49-F238E27FC236}">
                      <a16:creationId xmlns:a16="http://schemas.microsoft.com/office/drawing/2014/main" id="{1A09B2A7-3F81-0050-2A0F-3FF85B481EF9}"/>
                    </a:ext>
                  </a:extLst>
                </p14:cNvPr>
                <p14:cNvContentPartPr/>
                <p14:nvPr/>
              </p14:nvContentPartPr>
              <p14:xfrm>
                <a:off x="7454545" y="3555785"/>
                <a:ext cx="276480" cy="210960"/>
              </p14:xfrm>
            </p:contentPart>
          </mc:Choice>
          <mc:Fallback xmlns="">
            <p:pic>
              <p:nvPicPr>
                <p:cNvPr id="24" name="墨迹 23">
                  <a:extLst>
                    <a:ext uri="{FF2B5EF4-FFF2-40B4-BE49-F238E27FC236}">
                      <a16:creationId xmlns:a16="http://schemas.microsoft.com/office/drawing/2014/main" id="{1A09B2A7-3F81-0050-2A0F-3FF85B481EF9}"/>
                    </a:ext>
                  </a:extLst>
                </p:cNvPr>
                <p:cNvPicPr/>
                <p:nvPr/>
              </p:nvPicPr>
              <p:blipFill>
                <a:blip r:embed="rId35"/>
                <a:stretch>
                  <a:fillRect/>
                </a:stretch>
              </p:blipFill>
              <p:spPr>
                <a:xfrm>
                  <a:off x="7436545" y="3537785"/>
                  <a:ext cx="312120" cy="246600"/>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25" name="墨迹 24">
                  <a:extLst>
                    <a:ext uri="{FF2B5EF4-FFF2-40B4-BE49-F238E27FC236}">
                      <a16:creationId xmlns:a16="http://schemas.microsoft.com/office/drawing/2014/main" id="{83E1A5E5-BD85-D781-3B6D-2A6E33F16745}"/>
                    </a:ext>
                  </a:extLst>
                </p14:cNvPr>
                <p14:cNvContentPartPr/>
                <p14:nvPr/>
              </p14:nvContentPartPr>
              <p14:xfrm>
                <a:off x="7628425" y="3643625"/>
                <a:ext cx="188640" cy="290520"/>
              </p14:xfrm>
            </p:contentPart>
          </mc:Choice>
          <mc:Fallback xmlns="">
            <p:pic>
              <p:nvPicPr>
                <p:cNvPr id="25" name="墨迹 24">
                  <a:extLst>
                    <a:ext uri="{FF2B5EF4-FFF2-40B4-BE49-F238E27FC236}">
                      <a16:creationId xmlns:a16="http://schemas.microsoft.com/office/drawing/2014/main" id="{83E1A5E5-BD85-D781-3B6D-2A6E33F16745}"/>
                    </a:ext>
                  </a:extLst>
                </p:cNvPr>
                <p:cNvPicPr/>
                <p:nvPr/>
              </p:nvPicPr>
              <p:blipFill>
                <a:blip r:embed="rId37"/>
                <a:stretch>
                  <a:fillRect/>
                </a:stretch>
              </p:blipFill>
              <p:spPr>
                <a:xfrm>
                  <a:off x="7610785" y="3625625"/>
                  <a:ext cx="224280" cy="326160"/>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26" name="墨迹 25">
                  <a:extLst>
                    <a:ext uri="{FF2B5EF4-FFF2-40B4-BE49-F238E27FC236}">
                      <a16:creationId xmlns:a16="http://schemas.microsoft.com/office/drawing/2014/main" id="{504C6C24-B40D-C754-E844-01B25834AF06}"/>
                    </a:ext>
                  </a:extLst>
                </p14:cNvPr>
                <p14:cNvContentPartPr/>
                <p14:nvPr/>
              </p14:nvContentPartPr>
              <p14:xfrm>
                <a:off x="7786105" y="3629945"/>
                <a:ext cx="360" cy="286200"/>
              </p14:xfrm>
            </p:contentPart>
          </mc:Choice>
          <mc:Fallback xmlns="">
            <p:pic>
              <p:nvPicPr>
                <p:cNvPr id="26" name="墨迹 25">
                  <a:extLst>
                    <a:ext uri="{FF2B5EF4-FFF2-40B4-BE49-F238E27FC236}">
                      <a16:creationId xmlns:a16="http://schemas.microsoft.com/office/drawing/2014/main" id="{504C6C24-B40D-C754-E844-01B25834AF06}"/>
                    </a:ext>
                  </a:extLst>
                </p:cNvPr>
                <p:cNvPicPr/>
                <p:nvPr/>
              </p:nvPicPr>
              <p:blipFill>
                <a:blip r:embed="rId39"/>
                <a:stretch>
                  <a:fillRect/>
                </a:stretch>
              </p:blipFill>
              <p:spPr>
                <a:xfrm>
                  <a:off x="7768105" y="3611945"/>
                  <a:ext cx="36000" cy="321840"/>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27" name="墨迹 26">
                  <a:extLst>
                    <a:ext uri="{FF2B5EF4-FFF2-40B4-BE49-F238E27FC236}">
                      <a16:creationId xmlns:a16="http://schemas.microsoft.com/office/drawing/2014/main" id="{10940A69-0645-4150-260F-F30925D785FF}"/>
                    </a:ext>
                  </a:extLst>
                </p14:cNvPr>
                <p14:cNvContentPartPr/>
                <p14:nvPr/>
              </p14:nvContentPartPr>
              <p14:xfrm>
                <a:off x="8019385" y="3611225"/>
                <a:ext cx="182520" cy="239400"/>
              </p14:xfrm>
            </p:contentPart>
          </mc:Choice>
          <mc:Fallback xmlns="">
            <p:pic>
              <p:nvPicPr>
                <p:cNvPr id="27" name="墨迹 26">
                  <a:extLst>
                    <a:ext uri="{FF2B5EF4-FFF2-40B4-BE49-F238E27FC236}">
                      <a16:creationId xmlns:a16="http://schemas.microsoft.com/office/drawing/2014/main" id="{10940A69-0645-4150-260F-F30925D785FF}"/>
                    </a:ext>
                  </a:extLst>
                </p:cNvPr>
                <p:cNvPicPr/>
                <p:nvPr/>
              </p:nvPicPr>
              <p:blipFill>
                <a:blip r:embed="rId41"/>
                <a:stretch>
                  <a:fillRect/>
                </a:stretch>
              </p:blipFill>
              <p:spPr>
                <a:xfrm>
                  <a:off x="8001745" y="3593585"/>
                  <a:ext cx="218160" cy="275040"/>
                </a:xfrm>
                <a:prstGeom prst="rect">
                  <a:avLst/>
                </a:prstGeom>
              </p:spPr>
            </p:pic>
          </mc:Fallback>
        </mc:AlternateContent>
        <mc:AlternateContent xmlns:mc="http://schemas.openxmlformats.org/markup-compatibility/2006" xmlns:p14="http://schemas.microsoft.com/office/powerpoint/2010/main">
          <mc:Choice Requires="p14">
            <p:contentPart p14:bwMode="auto" r:id="rId42">
              <p14:nvContentPartPr>
                <p14:cNvPr id="28" name="墨迹 27">
                  <a:extLst>
                    <a:ext uri="{FF2B5EF4-FFF2-40B4-BE49-F238E27FC236}">
                      <a16:creationId xmlns:a16="http://schemas.microsoft.com/office/drawing/2014/main" id="{E8D8C87B-E60B-137A-AC8B-4E3BAE672B65}"/>
                    </a:ext>
                  </a:extLst>
                </p14:cNvPr>
                <p14:cNvContentPartPr/>
                <p14:nvPr/>
              </p14:nvContentPartPr>
              <p14:xfrm>
                <a:off x="8088865" y="3731465"/>
                <a:ext cx="194760" cy="191520"/>
              </p14:xfrm>
            </p:contentPart>
          </mc:Choice>
          <mc:Fallback xmlns="">
            <p:pic>
              <p:nvPicPr>
                <p:cNvPr id="28" name="墨迹 27">
                  <a:extLst>
                    <a:ext uri="{FF2B5EF4-FFF2-40B4-BE49-F238E27FC236}">
                      <a16:creationId xmlns:a16="http://schemas.microsoft.com/office/drawing/2014/main" id="{E8D8C87B-E60B-137A-AC8B-4E3BAE672B65}"/>
                    </a:ext>
                  </a:extLst>
                </p:cNvPr>
                <p:cNvPicPr/>
                <p:nvPr/>
              </p:nvPicPr>
              <p:blipFill>
                <a:blip r:embed="rId43"/>
                <a:stretch>
                  <a:fillRect/>
                </a:stretch>
              </p:blipFill>
              <p:spPr>
                <a:xfrm>
                  <a:off x="8070865" y="3713465"/>
                  <a:ext cx="230400" cy="227160"/>
                </a:xfrm>
                <a:prstGeom prst="rect">
                  <a:avLst/>
                </a:prstGeom>
              </p:spPr>
            </p:pic>
          </mc:Fallback>
        </mc:AlternateContent>
        <mc:AlternateContent xmlns:mc="http://schemas.openxmlformats.org/markup-compatibility/2006" xmlns:p14="http://schemas.microsoft.com/office/powerpoint/2010/main">
          <mc:Choice Requires="p14">
            <p:contentPart p14:bwMode="auto" r:id="rId44">
              <p14:nvContentPartPr>
                <p14:cNvPr id="29" name="墨迹 28">
                  <a:extLst>
                    <a:ext uri="{FF2B5EF4-FFF2-40B4-BE49-F238E27FC236}">
                      <a16:creationId xmlns:a16="http://schemas.microsoft.com/office/drawing/2014/main" id="{F090141F-A122-DD9E-E03B-9F39B8295DFD}"/>
                    </a:ext>
                  </a:extLst>
                </p14:cNvPr>
                <p14:cNvContentPartPr/>
                <p14:nvPr/>
              </p14:nvContentPartPr>
              <p14:xfrm>
                <a:off x="8257345" y="3768545"/>
                <a:ext cx="49680" cy="171000"/>
              </p14:xfrm>
            </p:contentPart>
          </mc:Choice>
          <mc:Fallback xmlns="">
            <p:pic>
              <p:nvPicPr>
                <p:cNvPr id="29" name="墨迹 28">
                  <a:extLst>
                    <a:ext uri="{FF2B5EF4-FFF2-40B4-BE49-F238E27FC236}">
                      <a16:creationId xmlns:a16="http://schemas.microsoft.com/office/drawing/2014/main" id="{F090141F-A122-DD9E-E03B-9F39B8295DFD}"/>
                    </a:ext>
                  </a:extLst>
                </p:cNvPr>
                <p:cNvPicPr/>
                <p:nvPr/>
              </p:nvPicPr>
              <p:blipFill>
                <a:blip r:embed="rId45"/>
                <a:stretch>
                  <a:fillRect/>
                </a:stretch>
              </p:blipFill>
              <p:spPr>
                <a:xfrm>
                  <a:off x="8239345" y="3750545"/>
                  <a:ext cx="85320" cy="206640"/>
                </a:xfrm>
                <a:prstGeom prst="rect">
                  <a:avLst/>
                </a:prstGeom>
              </p:spPr>
            </p:pic>
          </mc:Fallback>
        </mc:AlternateContent>
        <mc:AlternateContent xmlns:mc="http://schemas.openxmlformats.org/markup-compatibility/2006" xmlns:p14="http://schemas.microsoft.com/office/powerpoint/2010/main">
          <mc:Choice Requires="p14">
            <p:contentPart p14:bwMode="auto" r:id="rId46">
              <p14:nvContentPartPr>
                <p14:cNvPr id="31" name="墨迹 30">
                  <a:extLst>
                    <a:ext uri="{FF2B5EF4-FFF2-40B4-BE49-F238E27FC236}">
                      <a16:creationId xmlns:a16="http://schemas.microsoft.com/office/drawing/2014/main" id="{9B7E556F-30A0-99CC-3684-21176DF22BE6}"/>
                    </a:ext>
                  </a:extLst>
                </p14:cNvPr>
                <p14:cNvContentPartPr/>
                <p14:nvPr/>
              </p14:nvContentPartPr>
              <p14:xfrm>
                <a:off x="8413945" y="3583505"/>
                <a:ext cx="242640" cy="202680"/>
              </p14:xfrm>
            </p:contentPart>
          </mc:Choice>
          <mc:Fallback xmlns="">
            <p:pic>
              <p:nvPicPr>
                <p:cNvPr id="31" name="墨迹 30">
                  <a:extLst>
                    <a:ext uri="{FF2B5EF4-FFF2-40B4-BE49-F238E27FC236}">
                      <a16:creationId xmlns:a16="http://schemas.microsoft.com/office/drawing/2014/main" id="{9B7E556F-30A0-99CC-3684-21176DF22BE6}"/>
                    </a:ext>
                  </a:extLst>
                </p:cNvPr>
                <p:cNvPicPr/>
                <p:nvPr/>
              </p:nvPicPr>
              <p:blipFill>
                <a:blip r:embed="rId47"/>
                <a:stretch>
                  <a:fillRect/>
                </a:stretch>
              </p:blipFill>
              <p:spPr>
                <a:xfrm>
                  <a:off x="8396305" y="3565505"/>
                  <a:ext cx="278280" cy="238320"/>
                </a:xfrm>
                <a:prstGeom prst="rect">
                  <a:avLst/>
                </a:prstGeom>
              </p:spPr>
            </p:pic>
          </mc:Fallback>
        </mc:AlternateContent>
        <mc:AlternateContent xmlns:mc="http://schemas.openxmlformats.org/markup-compatibility/2006" xmlns:p14="http://schemas.microsoft.com/office/powerpoint/2010/main">
          <mc:Choice Requires="p14">
            <p:contentPart p14:bwMode="auto" r:id="rId48">
              <p14:nvContentPartPr>
                <p14:cNvPr id="32" name="墨迹 31">
                  <a:extLst>
                    <a:ext uri="{FF2B5EF4-FFF2-40B4-BE49-F238E27FC236}">
                      <a16:creationId xmlns:a16="http://schemas.microsoft.com/office/drawing/2014/main" id="{C22710B6-9345-A1A0-5D3D-45B61D8BDE1B}"/>
                    </a:ext>
                  </a:extLst>
                </p14:cNvPr>
                <p14:cNvContentPartPr/>
                <p14:nvPr/>
              </p14:nvContentPartPr>
              <p14:xfrm>
                <a:off x="8516185" y="3971585"/>
                <a:ext cx="9360" cy="34200"/>
              </p14:xfrm>
            </p:contentPart>
          </mc:Choice>
          <mc:Fallback xmlns="">
            <p:pic>
              <p:nvPicPr>
                <p:cNvPr id="32" name="墨迹 31">
                  <a:extLst>
                    <a:ext uri="{FF2B5EF4-FFF2-40B4-BE49-F238E27FC236}">
                      <a16:creationId xmlns:a16="http://schemas.microsoft.com/office/drawing/2014/main" id="{C22710B6-9345-A1A0-5D3D-45B61D8BDE1B}"/>
                    </a:ext>
                  </a:extLst>
                </p:cNvPr>
                <p:cNvPicPr/>
                <p:nvPr/>
              </p:nvPicPr>
              <p:blipFill>
                <a:blip r:embed="rId49"/>
                <a:stretch>
                  <a:fillRect/>
                </a:stretch>
              </p:blipFill>
              <p:spPr>
                <a:xfrm>
                  <a:off x="8498185" y="3953585"/>
                  <a:ext cx="45000" cy="6984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50">
            <p14:nvContentPartPr>
              <p14:cNvPr id="34" name="墨迹 33">
                <a:extLst>
                  <a:ext uri="{FF2B5EF4-FFF2-40B4-BE49-F238E27FC236}">
                    <a16:creationId xmlns:a16="http://schemas.microsoft.com/office/drawing/2014/main" id="{4F544FED-0219-6227-2B64-554352CA33DD}"/>
                  </a:ext>
                </a:extLst>
              </p14:cNvPr>
              <p14:cNvContentPartPr/>
              <p14:nvPr/>
            </p14:nvContentPartPr>
            <p14:xfrm>
              <a:off x="3888385" y="4358585"/>
              <a:ext cx="5144760" cy="150120"/>
            </p14:xfrm>
          </p:contentPart>
        </mc:Choice>
        <mc:Fallback xmlns="">
          <p:pic>
            <p:nvPicPr>
              <p:cNvPr id="34" name="墨迹 33">
                <a:extLst>
                  <a:ext uri="{FF2B5EF4-FFF2-40B4-BE49-F238E27FC236}">
                    <a16:creationId xmlns:a16="http://schemas.microsoft.com/office/drawing/2014/main" id="{4F544FED-0219-6227-2B64-554352CA33DD}"/>
                  </a:ext>
                </a:extLst>
              </p:cNvPr>
              <p:cNvPicPr/>
              <p:nvPr/>
            </p:nvPicPr>
            <p:blipFill>
              <a:blip r:embed="rId51"/>
              <a:stretch>
                <a:fillRect/>
              </a:stretch>
            </p:blipFill>
            <p:spPr>
              <a:xfrm>
                <a:off x="3870385" y="4340945"/>
                <a:ext cx="5180400" cy="185760"/>
              </a:xfrm>
              <a:prstGeom prst="rect">
                <a:avLst/>
              </a:prstGeom>
            </p:spPr>
          </p:pic>
        </mc:Fallback>
      </mc:AlternateContent>
      <mc:AlternateContent xmlns:mc="http://schemas.openxmlformats.org/markup-compatibility/2006" xmlns:p14="http://schemas.microsoft.com/office/powerpoint/2010/main">
        <mc:Choice Requires="p14">
          <p:contentPart p14:bwMode="auto" r:id="rId52">
            <p14:nvContentPartPr>
              <p14:cNvPr id="35" name="墨迹 34">
                <a:extLst>
                  <a:ext uri="{FF2B5EF4-FFF2-40B4-BE49-F238E27FC236}">
                    <a16:creationId xmlns:a16="http://schemas.microsoft.com/office/drawing/2014/main" id="{EA76AA57-245A-A4CD-46D2-3F3B3228DC85}"/>
                  </a:ext>
                </a:extLst>
              </p14:cNvPr>
              <p14:cNvContentPartPr/>
              <p14:nvPr/>
            </p14:nvContentPartPr>
            <p14:xfrm>
              <a:off x="988225" y="4515545"/>
              <a:ext cx="6514560" cy="444600"/>
            </p14:xfrm>
          </p:contentPart>
        </mc:Choice>
        <mc:Fallback xmlns="">
          <p:pic>
            <p:nvPicPr>
              <p:cNvPr id="35" name="墨迹 34">
                <a:extLst>
                  <a:ext uri="{FF2B5EF4-FFF2-40B4-BE49-F238E27FC236}">
                    <a16:creationId xmlns:a16="http://schemas.microsoft.com/office/drawing/2014/main" id="{EA76AA57-245A-A4CD-46D2-3F3B3228DC85}"/>
                  </a:ext>
                </a:extLst>
              </p:cNvPr>
              <p:cNvPicPr/>
              <p:nvPr/>
            </p:nvPicPr>
            <p:blipFill>
              <a:blip r:embed="rId53"/>
              <a:stretch>
                <a:fillRect/>
              </a:stretch>
            </p:blipFill>
            <p:spPr>
              <a:xfrm>
                <a:off x="970225" y="4497905"/>
                <a:ext cx="6550200" cy="480240"/>
              </a:xfrm>
              <a:prstGeom prst="rect">
                <a:avLst/>
              </a:prstGeom>
            </p:spPr>
          </p:pic>
        </mc:Fallback>
      </mc:AlternateContent>
      <p:grpSp>
        <p:nvGrpSpPr>
          <p:cNvPr id="51" name="组合 50">
            <a:extLst>
              <a:ext uri="{FF2B5EF4-FFF2-40B4-BE49-F238E27FC236}">
                <a16:creationId xmlns:a16="http://schemas.microsoft.com/office/drawing/2014/main" id="{9140C8FF-F963-1D13-2A87-EA3417C4AC6E}"/>
              </a:ext>
            </a:extLst>
          </p:cNvPr>
          <p:cNvGrpSpPr/>
          <p:nvPr/>
        </p:nvGrpSpPr>
        <p:grpSpPr>
          <a:xfrm>
            <a:off x="5091145" y="223625"/>
            <a:ext cx="2824200" cy="739080"/>
            <a:chOff x="5091145" y="223625"/>
            <a:chExt cx="2824200" cy="739080"/>
          </a:xfrm>
        </p:grpSpPr>
        <mc:AlternateContent xmlns:mc="http://schemas.openxmlformats.org/markup-compatibility/2006" xmlns:p14="http://schemas.microsoft.com/office/powerpoint/2010/main">
          <mc:Choice Requires="p14">
            <p:contentPart p14:bwMode="auto" r:id="rId54">
              <p14:nvContentPartPr>
                <p14:cNvPr id="3" name="墨迹 2">
                  <a:extLst>
                    <a:ext uri="{FF2B5EF4-FFF2-40B4-BE49-F238E27FC236}">
                      <a16:creationId xmlns:a16="http://schemas.microsoft.com/office/drawing/2014/main" id="{9040374C-06FB-1621-6504-1DA0F77AB3BA}"/>
                    </a:ext>
                  </a:extLst>
                </p14:cNvPr>
                <p14:cNvContentPartPr/>
                <p14:nvPr/>
              </p14:nvContentPartPr>
              <p14:xfrm>
                <a:off x="5091145" y="230825"/>
                <a:ext cx="312480" cy="731880"/>
              </p14:xfrm>
            </p:contentPart>
          </mc:Choice>
          <mc:Fallback xmlns="">
            <p:pic>
              <p:nvPicPr>
                <p:cNvPr id="3" name="墨迹 2">
                  <a:extLst>
                    <a:ext uri="{FF2B5EF4-FFF2-40B4-BE49-F238E27FC236}">
                      <a16:creationId xmlns:a16="http://schemas.microsoft.com/office/drawing/2014/main" id="{9040374C-06FB-1621-6504-1DA0F77AB3BA}"/>
                    </a:ext>
                  </a:extLst>
                </p:cNvPr>
                <p:cNvPicPr/>
                <p:nvPr/>
              </p:nvPicPr>
              <p:blipFill>
                <a:blip r:embed="rId55"/>
                <a:stretch>
                  <a:fillRect/>
                </a:stretch>
              </p:blipFill>
              <p:spPr>
                <a:xfrm>
                  <a:off x="5073145" y="212825"/>
                  <a:ext cx="348120" cy="767520"/>
                </a:xfrm>
                <a:prstGeom prst="rect">
                  <a:avLst/>
                </a:prstGeom>
              </p:spPr>
            </p:pic>
          </mc:Fallback>
        </mc:AlternateContent>
        <mc:AlternateContent xmlns:mc="http://schemas.openxmlformats.org/markup-compatibility/2006" xmlns:p14="http://schemas.microsoft.com/office/powerpoint/2010/main">
          <mc:Choice Requires="p14">
            <p:contentPart p14:bwMode="auto" r:id="rId56">
              <p14:nvContentPartPr>
                <p14:cNvPr id="5" name="墨迹 4">
                  <a:extLst>
                    <a:ext uri="{FF2B5EF4-FFF2-40B4-BE49-F238E27FC236}">
                      <a16:creationId xmlns:a16="http://schemas.microsoft.com/office/drawing/2014/main" id="{14F57F81-99C5-C8C4-332A-51CA9F69DF0B}"/>
                    </a:ext>
                  </a:extLst>
                </p14:cNvPr>
                <p14:cNvContentPartPr/>
                <p14:nvPr/>
              </p14:nvContentPartPr>
              <p14:xfrm>
                <a:off x="5274025" y="815465"/>
                <a:ext cx="76680" cy="43560"/>
              </p14:xfrm>
            </p:contentPart>
          </mc:Choice>
          <mc:Fallback xmlns="">
            <p:pic>
              <p:nvPicPr>
                <p:cNvPr id="5" name="墨迹 4">
                  <a:extLst>
                    <a:ext uri="{FF2B5EF4-FFF2-40B4-BE49-F238E27FC236}">
                      <a16:creationId xmlns:a16="http://schemas.microsoft.com/office/drawing/2014/main" id="{14F57F81-99C5-C8C4-332A-51CA9F69DF0B}"/>
                    </a:ext>
                  </a:extLst>
                </p:cNvPr>
                <p:cNvPicPr/>
                <p:nvPr/>
              </p:nvPicPr>
              <p:blipFill>
                <a:blip r:embed="rId57"/>
                <a:stretch>
                  <a:fillRect/>
                </a:stretch>
              </p:blipFill>
              <p:spPr>
                <a:xfrm>
                  <a:off x="5256025" y="797465"/>
                  <a:ext cx="112320" cy="79200"/>
                </a:xfrm>
                <a:prstGeom prst="rect">
                  <a:avLst/>
                </a:prstGeom>
              </p:spPr>
            </p:pic>
          </mc:Fallback>
        </mc:AlternateContent>
        <mc:AlternateContent xmlns:mc="http://schemas.openxmlformats.org/markup-compatibility/2006" xmlns:p14="http://schemas.microsoft.com/office/powerpoint/2010/main">
          <mc:Choice Requires="p14">
            <p:contentPart p14:bwMode="auto" r:id="rId58">
              <p14:nvContentPartPr>
                <p14:cNvPr id="8" name="墨迹 7">
                  <a:extLst>
                    <a:ext uri="{FF2B5EF4-FFF2-40B4-BE49-F238E27FC236}">
                      <a16:creationId xmlns:a16="http://schemas.microsoft.com/office/drawing/2014/main" id="{915D2E67-A33A-EBDC-5BEB-F7FCC0B6D4BB}"/>
                    </a:ext>
                  </a:extLst>
                </p14:cNvPr>
                <p14:cNvContentPartPr/>
                <p14:nvPr/>
              </p14:nvContentPartPr>
              <p14:xfrm>
                <a:off x="5402905" y="630425"/>
                <a:ext cx="178560" cy="257040"/>
              </p14:xfrm>
            </p:contentPart>
          </mc:Choice>
          <mc:Fallback xmlns="">
            <p:pic>
              <p:nvPicPr>
                <p:cNvPr id="8" name="墨迹 7">
                  <a:extLst>
                    <a:ext uri="{FF2B5EF4-FFF2-40B4-BE49-F238E27FC236}">
                      <a16:creationId xmlns:a16="http://schemas.microsoft.com/office/drawing/2014/main" id="{915D2E67-A33A-EBDC-5BEB-F7FCC0B6D4BB}"/>
                    </a:ext>
                  </a:extLst>
                </p:cNvPr>
                <p:cNvPicPr/>
                <p:nvPr/>
              </p:nvPicPr>
              <p:blipFill>
                <a:blip r:embed="rId59"/>
                <a:stretch>
                  <a:fillRect/>
                </a:stretch>
              </p:blipFill>
              <p:spPr>
                <a:xfrm>
                  <a:off x="5385265" y="612425"/>
                  <a:ext cx="214200" cy="292680"/>
                </a:xfrm>
                <a:prstGeom prst="rect">
                  <a:avLst/>
                </a:prstGeom>
              </p:spPr>
            </p:pic>
          </mc:Fallback>
        </mc:AlternateContent>
        <mc:AlternateContent xmlns:mc="http://schemas.openxmlformats.org/markup-compatibility/2006" xmlns:p14="http://schemas.microsoft.com/office/powerpoint/2010/main">
          <mc:Choice Requires="p14">
            <p:contentPart p14:bwMode="auto" r:id="rId60">
              <p14:nvContentPartPr>
                <p14:cNvPr id="9" name="墨迹 8">
                  <a:extLst>
                    <a:ext uri="{FF2B5EF4-FFF2-40B4-BE49-F238E27FC236}">
                      <a16:creationId xmlns:a16="http://schemas.microsoft.com/office/drawing/2014/main" id="{5249AAAC-0E58-F0EE-3DE1-54D26A93F502}"/>
                    </a:ext>
                  </a:extLst>
                </p14:cNvPr>
                <p14:cNvContentPartPr/>
                <p14:nvPr/>
              </p14:nvContentPartPr>
              <p14:xfrm>
                <a:off x="5556265" y="276905"/>
                <a:ext cx="13320" cy="360"/>
              </p14:xfrm>
            </p:contentPart>
          </mc:Choice>
          <mc:Fallback xmlns="">
            <p:pic>
              <p:nvPicPr>
                <p:cNvPr id="9" name="墨迹 8">
                  <a:extLst>
                    <a:ext uri="{FF2B5EF4-FFF2-40B4-BE49-F238E27FC236}">
                      <a16:creationId xmlns:a16="http://schemas.microsoft.com/office/drawing/2014/main" id="{5249AAAC-0E58-F0EE-3DE1-54D26A93F502}"/>
                    </a:ext>
                  </a:extLst>
                </p:cNvPr>
                <p:cNvPicPr/>
                <p:nvPr/>
              </p:nvPicPr>
              <p:blipFill>
                <a:blip r:embed="rId61"/>
                <a:stretch>
                  <a:fillRect/>
                </a:stretch>
              </p:blipFill>
              <p:spPr>
                <a:xfrm>
                  <a:off x="5538625" y="258905"/>
                  <a:ext cx="48960" cy="36000"/>
                </a:xfrm>
                <a:prstGeom prst="rect">
                  <a:avLst/>
                </a:prstGeom>
              </p:spPr>
            </p:pic>
          </mc:Fallback>
        </mc:AlternateContent>
        <mc:AlternateContent xmlns:mc="http://schemas.openxmlformats.org/markup-compatibility/2006" xmlns:p14="http://schemas.microsoft.com/office/powerpoint/2010/main">
          <mc:Choice Requires="p14">
            <p:contentPart p14:bwMode="auto" r:id="rId62">
              <p14:nvContentPartPr>
                <p14:cNvPr id="11" name="墨迹 10">
                  <a:extLst>
                    <a:ext uri="{FF2B5EF4-FFF2-40B4-BE49-F238E27FC236}">
                      <a16:creationId xmlns:a16="http://schemas.microsoft.com/office/drawing/2014/main" id="{9A323421-49AC-B974-5065-7F4C25217564}"/>
                    </a:ext>
                  </a:extLst>
                </p14:cNvPr>
                <p14:cNvContentPartPr/>
                <p14:nvPr/>
              </p14:nvContentPartPr>
              <p14:xfrm>
                <a:off x="5402905" y="269345"/>
                <a:ext cx="186480" cy="100080"/>
              </p14:xfrm>
            </p:contentPart>
          </mc:Choice>
          <mc:Fallback xmlns="">
            <p:pic>
              <p:nvPicPr>
                <p:cNvPr id="11" name="墨迹 10">
                  <a:extLst>
                    <a:ext uri="{FF2B5EF4-FFF2-40B4-BE49-F238E27FC236}">
                      <a16:creationId xmlns:a16="http://schemas.microsoft.com/office/drawing/2014/main" id="{9A323421-49AC-B974-5065-7F4C25217564}"/>
                    </a:ext>
                  </a:extLst>
                </p:cNvPr>
                <p:cNvPicPr/>
                <p:nvPr/>
              </p:nvPicPr>
              <p:blipFill>
                <a:blip r:embed="rId63"/>
                <a:stretch>
                  <a:fillRect/>
                </a:stretch>
              </p:blipFill>
              <p:spPr>
                <a:xfrm>
                  <a:off x="5385265" y="251705"/>
                  <a:ext cx="222120" cy="135720"/>
                </a:xfrm>
                <a:prstGeom prst="rect">
                  <a:avLst/>
                </a:prstGeom>
              </p:spPr>
            </p:pic>
          </mc:Fallback>
        </mc:AlternateContent>
        <mc:AlternateContent xmlns:mc="http://schemas.openxmlformats.org/markup-compatibility/2006" xmlns:p14="http://schemas.microsoft.com/office/powerpoint/2010/main">
          <mc:Choice Requires="p14">
            <p:contentPart p14:bwMode="auto" r:id="rId64">
              <p14:nvContentPartPr>
                <p14:cNvPr id="12" name="墨迹 11">
                  <a:extLst>
                    <a:ext uri="{FF2B5EF4-FFF2-40B4-BE49-F238E27FC236}">
                      <a16:creationId xmlns:a16="http://schemas.microsoft.com/office/drawing/2014/main" id="{A32FC430-DBE4-F79A-0716-6849DB182CD9}"/>
                    </a:ext>
                  </a:extLst>
                </p14:cNvPr>
                <p14:cNvContentPartPr/>
                <p14:nvPr/>
              </p14:nvContentPartPr>
              <p14:xfrm>
                <a:off x="5549065" y="249185"/>
                <a:ext cx="60840" cy="194760"/>
              </p14:xfrm>
            </p:contentPart>
          </mc:Choice>
          <mc:Fallback xmlns="">
            <p:pic>
              <p:nvPicPr>
                <p:cNvPr id="12" name="墨迹 11">
                  <a:extLst>
                    <a:ext uri="{FF2B5EF4-FFF2-40B4-BE49-F238E27FC236}">
                      <a16:creationId xmlns:a16="http://schemas.microsoft.com/office/drawing/2014/main" id="{A32FC430-DBE4-F79A-0716-6849DB182CD9}"/>
                    </a:ext>
                  </a:extLst>
                </p:cNvPr>
                <p:cNvPicPr/>
                <p:nvPr/>
              </p:nvPicPr>
              <p:blipFill>
                <a:blip r:embed="rId65"/>
                <a:stretch>
                  <a:fillRect/>
                </a:stretch>
              </p:blipFill>
              <p:spPr>
                <a:xfrm>
                  <a:off x="5531425" y="231185"/>
                  <a:ext cx="96480" cy="230400"/>
                </a:xfrm>
                <a:prstGeom prst="rect">
                  <a:avLst/>
                </a:prstGeom>
              </p:spPr>
            </p:pic>
          </mc:Fallback>
        </mc:AlternateContent>
        <mc:AlternateContent xmlns:mc="http://schemas.openxmlformats.org/markup-compatibility/2006" xmlns:p14="http://schemas.microsoft.com/office/powerpoint/2010/main">
          <mc:Choice Requires="p14">
            <p:contentPart p14:bwMode="auto" r:id="rId66">
              <p14:nvContentPartPr>
                <p14:cNvPr id="13" name="墨迹 12">
                  <a:extLst>
                    <a:ext uri="{FF2B5EF4-FFF2-40B4-BE49-F238E27FC236}">
                      <a16:creationId xmlns:a16="http://schemas.microsoft.com/office/drawing/2014/main" id="{CDAF6355-ABE1-B87D-03DA-904A9457B23B}"/>
                    </a:ext>
                  </a:extLst>
                </p14:cNvPr>
                <p14:cNvContentPartPr/>
                <p14:nvPr/>
              </p14:nvContentPartPr>
              <p14:xfrm>
                <a:off x="5661745" y="295265"/>
                <a:ext cx="149400" cy="150840"/>
              </p14:xfrm>
            </p:contentPart>
          </mc:Choice>
          <mc:Fallback xmlns="">
            <p:pic>
              <p:nvPicPr>
                <p:cNvPr id="13" name="墨迹 12">
                  <a:extLst>
                    <a:ext uri="{FF2B5EF4-FFF2-40B4-BE49-F238E27FC236}">
                      <a16:creationId xmlns:a16="http://schemas.microsoft.com/office/drawing/2014/main" id="{CDAF6355-ABE1-B87D-03DA-904A9457B23B}"/>
                    </a:ext>
                  </a:extLst>
                </p:cNvPr>
                <p:cNvPicPr/>
                <p:nvPr/>
              </p:nvPicPr>
              <p:blipFill>
                <a:blip r:embed="rId67"/>
                <a:stretch>
                  <a:fillRect/>
                </a:stretch>
              </p:blipFill>
              <p:spPr>
                <a:xfrm>
                  <a:off x="5643745" y="277265"/>
                  <a:ext cx="185040" cy="186480"/>
                </a:xfrm>
                <a:prstGeom prst="rect">
                  <a:avLst/>
                </a:prstGeom>
              </p:spPr>
            </p:pic>
          </mc:Fallback>
        </mc:AlternateContent>
        <mc:AlternateContent xmlns:mc="http://schemas.openxmlformats.org/markup-compatibility/2006" xmlns:p14="http://schemas.microsoft.com/office/powerpoint/2010/main">
          <mc:Choice Requires="p14">
            <p:contentPart p14:bwMode="auto" r:id="rId68">
              <p14:nvContentPartPr>
                <p14:cNvPr id="14" name="墨迹 13">
                  <a:extLst>
                    <a:ext uri="{FF2B5EF4-FFF2-40B4-BE49-F238E27FC236}">
                      <a16:creationId xmlns:a16="http://schemas.microsoft.com/office/drawing/2014/main" id="{8CF0E869-15C4-951A-B8F6-CB3E2A2F0BC7}"/>
                    </a:ext>
                  </a:extLst>
                </p14:cNvPr>
                <p14:cNvContentPartPr/>
                <p14:nvPr/>
              </p14:nvContentPartPr>
              <p14:xfrm>
                <a:off x="5985025" y="452225"/>
                <a:ext cx="167400" cy="396360"/>
              </p14:xfrm>
            </p:contentPart>
          </mc:Choice>
          <mc:Fallback xmlns="">
            <p:pic>
              <p:nvPicPr>
                <p:cNvPr id="14" name="墨迹 13">
                  <a:extLst>
                    <a:ext uri="{FF2B5EF4-FFF2-40B4-BE49-F238E27FC236}">
                      <a16:creationId xmlns:a16="http://schemas.microsoft.com/office/drawing/2014/main" id="{8CF0E869-15C4-951A-B8F6-CB3E2A2F0BC7}"/>
                    </a:ext>
                  </a:extLst>
                </p:cNvPr>
                <p:cNvPicPr/>
                <p:nvPr/>
              </p:nvPicPr>
              <p:blipFill>
                <a:blip r:embed="rId69"/>
                <a:stretch>
                  <a:fillRect/>
                </a:stretch>
              </p:blipFill>
              <p:spPr>
                <a:xfrm>
                  <a:off x="5967025" y="434585"/>
                  <a:ext cx="203040" cy="432000"/>
                </a:xfrm>
                <a:prstGeom prst="rect">
                  <a:avLst/>
                </a:prstGeom>
              </p:spPr>
            </p:pic>
          </mc:Fallback>
        </mc:AlternateContent>
        <mc:AlternateContent xmlns:mc="http://schemas.openxmlformats.org/markup-compatibility/2006" xmlns:p14="http://schemas.microsoft.com/office/powerpoint/2010/main">
          <mc:Choice Requires="p14">
            <p:contentPart p14:bwMode="auto" r:id="rId70">
              <p14:nvContentPartPr>
                <p14:cNvPr id="15" name="墨迹 14">
                  <a:extLst>
                    <a:ext uri="{FF2B5EF4-FFF2-40B4-BE49-F238E27FC236}">
                      <a16:creationId xmlns:a16="http://schemas.microsoft.com/office/drawing/2014/main" id="{5704CC7D-D8B1-EC77-5DC1-FED6D2B79B76}"/>
                    </a:ext>
                  </a:extLst>
                </p14:cNvPr>
                <p14:cNvContentPartPr/>
                <p14:nvPr/>
              </p14:nvContentPartPr>
              <p14:xfrm>
                <a:off x="5990425" y="508025"/>
                <a:ext cx="105480" cy="280440"/>
              </p14:xfrm>
            </p:contentPart>
          </mc:Choice>
          <mc:Fallback xmlns="">
            <p:pic>
              <p:nvPicPr>
                <p:cNvPr id="15" name="墨迹 14">
                  <a:extLst>
                    <a:ext uri="{FF2B5EF4-FFF2-40B4-BE49-F238E27FC236}">
                      <a16:creationId xmlns:a16="http://schemas.microsoft.com/office/drawing/2014/main" id="{5704CC7D-D8B1-EC77-5DC1-FED6D2B79B76}"/>
                    </a:ext>
                  </a:extLst>
                </p:cNvPr>
                <p:cNvPicPr/>
                <p:nvPr/>
              </p:nvPicPr>
              <p:blipFill>
                <a:blip r:embed="rId71"/>
                <a:stretch>
                  <a:fillRect/>
                </a:stretch>
              </p:blipFill>
              <p:spPr>
                <a:xfrm>
                  <a:off x="5972785" y="490025"/>
                  <a:ext cx="141120" cy="316080"/>
                </a:xfrm>
                <a:prstGeom prst="rect">
                  <a:avLst/>
                </a:prstGeom>
              </p:spPr>
            </p:pic>
          </mc:Fallback>
        </mc:AlternateContent>
        <mc:AlternateContent xmlns:mc="http://schemas.openxmlformats.org/markup-compatibility/2006" xmlns:p14="http://schemas.microsoft.com/office/powerpoint/2010/main">
          <mc:Choice Requires="p14">
            <p:contentPart p14:bwMode="auto" r:id="rId72">
              <p14:nvContentPartPr>
                <p14:cNvPr id="30" name="墨迹 29">
                  <a:extLst>
                    <a:ext uri="{FF2B5EF4-FFF2-40B4-BE49-F238E27FC236}">
                      <a16:creationId xmlns:a16="http://schemas.microsoft.com/office/drawing/2014/main" id="{E17DC883-9A39-90DD-1853-5B8BFFA8AF22}"/>
                    </a:ext>
                  </a:extLst>
                </p14:cNvPr>
                <p14:cNvContentPartPr/>
                <p14:nvPr/>
              </p14:nvContentPartPr>
              <p14:xfrm>
                <a:off x="6270865" y="480305"/>
                <a:ext cx="159120" cy="286920"/>
              </p14:xfrm>
            </p:contentPart>
          </mc:Choice>
          <mc:Fallback xmlns="">
            <p:pic>
              <p:nvPicPr>
                <p:cNvPr id="30" name="墨迹 29">
                  <a:extLst>
                    <a:ext uri="{FF2B5EF4-FFF2-40B4-BE49-F238E27FC236}">
                      <a16:creationId xmlns:a16="http://schemas.microsoft.com/office/drawing/2014/main" id="{E17DC883-9A39-90DD-1853-5B8BFFA8AF22}"/>
                    </a:ext>
                  </a:extLst>
                </p:cNvPr>
                <p:cNvPicPr/>
                <p:nvPr/>
              </p:nvPicPr>
              <p:blipFill>
                <a:blip r:embed="rId73"/>
                <a:stretch>
                  <a:fillRect/>
                </a:stretch>
              </p:blipFill>
              <p:spPr>
                <a:xfrm>
                  <a:off x="6253225" y="462305"/>
                  <a:ext cx="194760" cy="322560"/>
                </a:xfrm>
                <a:prstGeom prst="rect">
                  <a:avLst/>
                </a:prstGeom>
              </p:spPr>
            </p:pic>
          </mc:Fallback>
        </mc:AlternateContent>
        <mc:AlternateContent xmlns:mc="http://schemas.openxmlformats.org/markup-compatibility/2006" xmlns:p14="http://schemas.microsoft.com/office/powerpoint/2010/main">
          <mc:Choice Requires="p14">
            <p:contentPart p14:bwMode="auto" r:id="rId74">
              <p14:nvContentPartPr>
                <p14:cNvPr id="36" name="墨迹 35">
                  <a:extLst>
                    <a:ext uri="{FF2B5EF4-FFF2-40B4-BE49-F238E27FC236}">
                      <a16:creationId xmlns:a16="http://schemas.microsoft.com/office/drawing/2014/main" id="{431F9428-CCF8-2CF6-ACD6-8F4FD965E20B}"/>
                    </a:ext>
                  </a:extLst>
                </p14:cNvPr>
                <p14:cNvContentPartPr/>
                <p14:nvPr/>
              </p14:nvContentPartPr>
              <p14:xfrm>
                <a:off x="6372745" y="554105"/>
                <a:ext cx="122760" cy="216720"/>
              </p14:xfrm>
            </p:contentPart>
          </mc:Choice>
          <mc:Fallback xmlns="">
            <p:pic>
              <p:nvPicPr>
                <p:cNvPr id="36" name="墨迹 35">
                  <a:extLst>
                    <a:ext uri="{FF2B5EF4-FFF2-40B4-BE49-F238E27FC236}">
                      <a16:creationId xmlns:a16="http://schemas.microsoft.com/office/drawing/2014/main" id="{431F9428-CCF8-2CF6-ACD6-8F4FD965E20B}"/>
                    </a:ext>
                  </a:extLst>
                </p:cNvPr>
                <p:cNvPicPr/>
                <p:nvPr/>
              </p:nvPicPr>
              <p:blipFill>
                <a:blip r:embed="rId75"/>
                <a:stretch>
                  <a:fillRect/>
                </a:stretch>
              </p:blipFill>
              <p:spPr>
                <a:xfrm>
                  <a:off x="6355105" y="536105"/>
                  <a:ext cx="158400" cy="252360"/>
                </a:xfrm>
                <a:prstGeom prst="rect">
                  <a:avLst/>
                </a:prstGeom>
              </p:spPr>
            </p:pic>
          </mc:Fallback>
        </mc:AlternateContent>
        <mc:AlternateContent xmlns:mc="http://schemas.openxmlformats.org/markup-compatibility/2006" xmlns:p14="http://schemas.microsoft.com/office/powerpoint/2010/main">
          <mc:Choice Requires="p14">
            <p:contentPart p14:bwMode="auto" r:id="rId76">
              <p14:nvContentPartPr>
                <p14:cNvPr id="37" name="墨迹 36">
                  <a:extLst>
                    <a:ext uri="{FF2B5EF4-FFF2-40B4-BE49-F238E27FC236}">
                      <a16:creationId xmlns:a16="http://schemas.microsoft.com/office/drawing/2014/main" id="{27C7DCBD-5A88-C763-0A6B-074A317AE006}"/>
                    </a:ext>
                  </a:extLst>
                </p14:cNvPr>
                <p14:cNvContentPartPr/>
                <p14:nvPr/>
              </p14:nvContentPartPr>
              <p14:xfrm>
                <a:off x="6569305" y="433865"/>
                <a:ext cx="44280" cy="332640"/>
              </p14:xfrm>
            </p:contentPart>
          </mc:Choice>
          <mc:Fallback xmlns="">
            <p:pic>
              <p:nvPicPr>
                <p:cNvPr id="37" name="墨迹 36">
                  <a:extLst>
                    <a:ext uri="{FF2B5EF4-FFF2-40B4-BE49-F238E27FC236}">
                      <a16:creationId xmlns:a16="http://schemas.microsoft.com/office/drawing/2014/main" id="{27C7DCBD-5A88-C763-0A6B-074A317AE006}"/>
                    </a:ext>
                  </a:extLst>
                </p:cNvPr>
                <p:cNvPicPr/>
                <p:nvPr/>
              </p:nvPicPr>
              <p:blipFill>
                <a:blip r:embed="rId77"/>
                <a:stretch>
                  <a:fillRect/>
                </a:stretch>
              </p:blipFill>
              <p:spPr>
                <a:xfrm>
                  <a:off x="6551665" y="415865"/>
                  <a:ext cx="79920" cy="368280"/>
                </a:xfrm>
                <a:prstGeom prst="rect">
                  <a:avLst/>
                </a:prstGeom>
              </p:spPr>
            </p:pic>
          </mc:Fallback>
        </mc:AlternateContent>
        <mc:AlternateContent xmlns:mc="http://schemas.openxmlformats.org/markup-compatibility/2006" xmlns:p14="http://schemas.microsoft.com/office/powerpoint/2010/main">
          <mc:Choice Requires="p14">
            <p:contentPart p14:bwMode="auto" r:id="rId78">
              <p14:nvContentPartPr>
                <p14:cNvPr id="38" name="墨迹 37">
                  <a:extLst>
                    <a:ext uri="{FF2B5EF4-FFF2-40B4-BE49-F238E27FC236}">
                      <a16:creationId xmlns:a16="http://schemas.microsoft.com/office/drawing/2014/main" id="{E1977968-9E9A-CEEC-0084-9A7A72035243}"/>
                    </a:ext>
                  </a:extLst>
                </p14:cNvPr>
                <p14:cNvContentPartPr/>
                <p14:nvPr/>
              </p14:nvContentPartPr>
              <p14:xfrm>
                <a:off x="6539065" y="452945"/>
                <a:ext cx="219240" cy="137160"/>
              </p14:xfrm>
            </p:contentPart>
          </mc:Choice>
          <mc:Fallback xmlns="">
            <p:pic>
              <p:nvPicPr>
                <p:cNvPr id="38" name="墨迹 37">
                  <a:extLst>
                    <a:ext uri="{FF2B5EF4-FFF2-40B4-BE49-F238E27FC236}">
                      <a16:creationId xmlns:a16="http://schemas.microsoft.com/office/drawing/2014/main" id="{E1977968-9E9A-CEEC-0084-9A7A72035243}"/>
                    </a:ext>
                  </a:extLst>
                </p:cNvPr>
                <p:cNvPicPr/>
                <p:nvPr/>
              </p:nvPicPr>
              <p:blipFill>
                <a:blip r:embed="rId79"/>
                <a:stretch>
                  <a:fillRect/>
                </a:stretch>
              </p:blipFill>
              <p:spPr>
                <a:xfrm>
                  <a:off x="6521065" y="435305"/>
                  <a:ext cx="254880" cy="172800"/>
                </a:xfrm>
                <a:prstGeom prst="rect">
                  <a:avLst/>
                </a:prstGeom>
              </p:spPr>
            </p:pic>
          </mc:Fallback>
        </mc:AlternateContent>
        <mc:AlternateContent xmlns:mc="http://schemas.openxmlformats.org/markup-compatibility/2006" xmlns:p14="http://schemas.microsoft.com/office/powerpoint/2010/main">
          <mc:Choice Requires="p14">
            <p:contentPart p14:bwMode="auto" r:id="rId80">
              <p14:nvContentPartPr>
                <p14:cNvPr id="39" name="墨迹 38">
                  <a:extLst>
                    <a:ext uri="{FF2B5EF4-FFF2-40B4-BE49-F238E27FC236}">
                      <a16:creationId xmlns:a16="http://schemas.microsoft.com/office/drawing/2014/main" id="{889946EA-9F0F-037E-57F7-D1A33671A1A3}"/>
                    </a:ext>
                  </a:extLst>
                </p14:cNvPr>
                <p14:cNvContentPartPr/>
                <p14:nvPr/>
              </p14:nvContentPartPr>
              <p14:xfrm>
                <a:off x="6733105" y="464825"/>
                <a:ext cx="230400" cy="349920"/>
              </p14:xfrm>
            </p:contentPart>
          </mc:Choice>
          <mc:Fallback xmlns="">
            <p:pic>
              <p:nvPicPr>
                <p:cNvPr id="39" name="墨迹 38">
                  <a:extLst>
                    <a:ext uri="{FF2B5EF4-FFF2-40B4-BE49-F238E27FC236}">
                      <a16:creationId xmlns:a16="http://schemas.microsoft.com/office/drawing/2014/main" id="{889946EA-9F0F-037E-57F7-D1A33671A1A3}"/>
                    </a:ext>
                  </a:extLst>
                </p:cNvPr>
                <p:cNvPicPr/>
                <p:nvPr/>
              </p:nvPicPr>
              <p:blipFill>
                <a:blip r:embed="rId81"/>
                <a:stretch>
                  <a:fillRect/>
                </a:stretch>
              </p:blipFill>
              <p:spPr>
                <a:xfrm>
                  <a:off x="6715105" y="447185"/>
                  <a:ext cx="266040" cy="385560"/>
                </a:xfrm>
                <a:prstGeom prst="rect">
                  <a:avLst/>
                </a:prstGeom>
              </p:spPr>
            </p:pic>
          </mc:Fallback>
        </mc:AlternateContent>
        <mc:AlternateContent xmlns:mc="http://schemas.openxmlformats.org/markup-compatibility/2006" xmlns:p14="http://schemas.microsoft.com/office/powerpoint/2010/main">
          <mc:Choice Requires="p14">
            <p:contentPart p14:bwMode="auto" r:id="rId82">
              <p14:nvContentPartPr>
                <p14:cNvPr id="40" name="墨迹 39">
                  <a:extLst>
                    <a:ext uri="{FF2B5EF4-FFF2-40B4-BE49-F238E27FC236}">
                      <a16:creationId xmlns:a16="http://schemas.microsoft.com/office/drawing/2014/main" id="{126B9DA3-1303-A420-F55C-E5E6A6B77AF5}"/>
                    </a:ext>
                  </a:extLst>
                </p14:cNvPr>
                <p14:cNvContentPartPr/>
                <p14:nvPr/>
              </p14:nvContentPartPr>
              <p14:xfrm>
                <a:off x="7047385" y="385265"/>
                <a:ext cx="51840" cy="48960"/>
              </p14:xfrm>
            </p:contentPart>
          </mc:Choice>
          <mc:Fallback xmlns="">
            <p:pic>
              <p:nvPicPr>
                <p:cNvPr id="40" name="墨迹 39">
                  <a:extLst>
                    <a:ext uri="{FF2B5EF4-FFF2-40B4-BE49-F238E27FC236}">
                      <a16:creationId xmlns:a16="http://schemas.microsoft.com/office/drawing/2014/main" id="{126B9DA3-1303-A420-F55C-E5E6A6B77AF5}"/>
                    </a:ext>
                  </a:extLst>
                </p:cNvPr>
                <p:cNvPicPr/>
                <p:nvPr/>
              </p:nvPicPr>
              <p:blipFill>
                <a:blip r:embed="rId83"/>
                <a:stretch>
                  <a:fillRect/>
                </a:stretch>
              </p:blipFill>
              <p:spPr>
                <a:xfrm>
                  <a:off x="7029385" y="367625"/>
                  <a:ext cx="87480" cy="84600"/>
                </a:xfrm>
                <a:prstGeom prst="rect">
                  <a:avLst/>
                </a:prstGeom>
              </p:spPr>
            </p:pic>
          </mc:Fallback>
        </mc:AlternateContent>
        <mc:AlternateContent xmlns:mc="http://schemas.openxmlformats.org/markup-compatibility/2006" xmlns:p14="http://schemas.microsoft.com/office/powerpoint/2010/main">
          <mc:Choice Requires="p14">
            <p:contentPart p14:bwMode="auto" r:id="rId84">
              <p14:nvContentPartPr>
                <p14:cNvPr id="41" name="墨迹 40">
                  <a:extLst>
                    <a:ext uri="{FF2B5EF4-FFF2-40B4-BE49-F238E27FC236}">
                      <a16:creationId xmlns:a16="http://schemas.microsoft.com/office/drawing/2014/main" id="{26EBDCB8-26FB-2C3A-8F5E-65FC5409FA05}"/>
                    </a:ext>
                  </a:extLst>
                </p14:cNvPr>
                <p14:cNvContentPartPr/>
                <p14:nvPr/>
              </p14:nvContentPartPr>
              <p14:xfrm>
                <a:off x="7167265" y="282305"/>
                <a:ext cx="205200" cy="514800"/>
              </p14:xfrm>
            </p:contentPart>
          </mc:Choice>
          <mc:Fallback xmlns="">
            <p:pic>
              <p:nvPicPr>
                <p:cNvPr id="41" name="墨迹 40">
                  <a:extLst>
                    <a:ext uri="{FF2B5EF4-FFF2-40B4-BE49-F238E27FC236}">
                      <a16:creationId xmlns:a16="http://schemas.microsoft.com/office/drawing/2014/main" id="{26EBDCB8-26FB-2C3A-8F5E-65FC5409FA05}"/>
                    </a:ext>
                  </a:extLst>
                </p:cNvPr>
                <p:cNvPicPr/>
                <p:nvPr/>
              </p:nvPicPr>
              <p:blipFill>
                <a:blip r:embed="rId85"/>
                <a:stretch>
                  <a:fillRect/>
                </a:stretch>
              </p:blipFill>
              <p:spPr>
                <a:xfrm>
                  <a:off x="7149625" y="264665"/>
                  <a:ext cx="240840" cy="550440"/>
                </a:xfrm>
                <a:prstGeom prst="rect">
                  <a:avLst/>
                </a:prstGeom>
              </p:spPr>
            </p:pic>
          </mc:Fallback>
        </mc:AlternateContent>
        <mc:AlternateContent xmlns:mc="http://schemas.openxmlformats.org/markup-compatibility/2006" xmlns:p14="http://schemas.microsoft.com/office/powerpoint/2010/main">
          <mc:Choice Requires="p14">
            <p:contentPart p14:bwMode="auto" r:id="rId86">
              <p14:nvContentPartPr>
                <p14:cNvPr id="42" name="墨迹 41">
                  <a:extLst>
                    <a:ext uri="{FF2B5EF4-FFF2-40B4-BE49-F238E27FC236}">
                      <a16:creationId xmlns:a16="http://schemas.microsoft.com/office/drawing/2014/main" id="{81433291-39D9-9EBD-5970-6A5FB1CD7DCA}"/>
                    </a:ext>
                  </a:extLst>
                </p14:cNvPr>
                <p14:cNvContentPartPr/>
                <p14:nvPr/>
              </p14:nvContentPartPr>
              <p14:xfrm>
                <a:off x="7305505" y="223625"/>
                <a:ext cx="16920" cy="7560"/>
              </p14:xfrm>
            </p:contentPart>
          </mc:Choice>
          <mc:Fallback xmlns="">
            <p:pic>
              <p:nvPicPr>
                <p:cNvPr id="42" name="墨迹 41">
                  <a:extLst>
                    <a:ext uri="{FF2B5EF4-FFF2-40B4-BE49-F238E27FC236}">
                      <a16:creationId xmlns:a16="http://schemas.microsoft.com/office/drawing/2014/main" id="{81433291-39D9-9EBD-5970-6A5FB1CD7DCA}"/>
                    </a:ext>
                  </a:extLst>
                </p:cNvPr>
                <p:cNvPicPr/>
                <p:nvPr/>
              </p:nvPicPr>
              <p:blipFill>
                <a:blip r:embed="rId87"/>
                <a:stretch>
                  <a:fillRect/>
                </a:stretch>
              </p:blipFill>
              <p:spPr>
                <a:xfrm>
                  <a:off x="7287865" y="205625"/>
                  <a:ext cx="52560" cy="43200"/>
                </a:xfrm>
                <a:prstGeom prst="rect">
                  <a:avLst/>
                </a:prstGeom>
              </p:spPr>
            </p:pic>
          </mc:Fallback>
        </mc:AlternateContent>
        <mc:AlternateContent xmlns:mc="http://schemas.openxmlformats.org/markup-compatibility/2006" xmlns:p14="http://schemas.microsoft.com/office/powerpoint/2010/main">
          <mc:Choice Requires="p14">
            <p:contentPart p14:bwMode="auto" r:id="rId88">
              <p14:nvContentPartPr>
                <p14:cNvPr id="43" name="墨迹 42">
                  <a:extLst>
                    <a:ext uri="{FF2B5EF4-FFF2-40B4-BE49-F238E27FC236}">
                      <a16:creationId xmlns:a16="http://schemas.microsoft.com/office/drawing/2014/main" id="{8D03695C-C92F-27EF-D824-19522B29666B}"/>
                    </a:ext>
                  </a:extLst>
                </p14:cNvPr>
                <p14:cNvContentPartPr/>
                <p14:nvPr/>
              </p14:nvContentPartPr>
              <p14:xfrm>
                <a:off x="7435105" y="313625"/>
                <a:ext cx="285480" cy="280440"/>
              </p14:xfrm>
            </p:contentPart>
          </mc:Choice>
          <mc:Fallback xmlns="">
            <p:pic>
              <p:nvPicPr>
                <p:cNvPr id="43" name="墨迹 42">
                  <a:extLst>
                    <a:ext uri="{FF2B5EF4-FFF2-40B4-BE49-F238E27FC236}">
                      <a16:creationId xmlns:a16="http://schemas.microsoft.com/office/drawing/2014/main" id="{8D03695C-C92F-27EF-D824-19522B29666B}"/>
                    </a:ext>
                  </a:extLst>
                </p:cNvPr>
                <p:cNvPicPr/>
                <p:nvPr/>
              </p:nvPicPr>
              <p:blipFill>
                <a:blip r:embed="rId89"/>
                <a:stretch>
                  <a:fillRect/>
                </a:stretch>
              </p:blipFill>
              <p:spPr>
                <a:xfrm>
                  <a:off x="7417465" y="295985"/>
                  <a:ext cx="321120" cy="316080"/>
                </a:xfrm>
                <a:prstGeom prst="rect">
                  <a:avLst/>
                </a:prstGeom>
              </p:spPr>
            </p:pic>
          </mc:Fallback>
        </mc:AlternateContent>
        <mc:AlternateContent xmlns:mc="http://schemas.openxmlformats.org/markup-compatibility/2006" xmlns:p14="http://schemas.microsoft.com/office/powerpoint/2010/main">
          <mc:Choice Requires="p14">
            <p:contentPart p14:bwMode="auto" r:id="rId90">
              <p14:nvContentPartPr>
                <p14:cNvPr id="44" name="墨迹 43">
                  <a:extLst>
                    <a:ext uri="{FF2B5EF4-FFF2-40B4-BE49-F238E27FC236}">
                      <a16:creationId xmlns:a16="http://schemas.microsoft.com/office/drawing/2014/main" id="{F4A41EB8-2FF3-5F69-8DE8-20AA91C0E7CF}"/>
                    </a:ext>
                  </a:extLst>
                </p14:cNvPr>
                <p14:cNvContentPartPr/>
                <p14:nvPr/>
              </p14:nvContentPartPr>
              <p14:xfrm>
                <a:off x="7729945" y="313265"/>
                <a:ext cx="185400" cy="116640"/>
              </p14:xfrm>
            </p:contentPart>
          </mc:Choice>
          <mc:Fallback xmlns="">
            <p:pic>
              <p:nvPicPr>
                <p:cNvPr id="44" name="墨迹 43">
                  <a:extLst>
                    <a:ext uri="{FF2B5EF4-FFF2-40B4-BE49-F238E27FC236}">
                      <a16:creationId xmlns:a16="http://schemas.microsoft.com/office/drawing/2014/main" id="{F4A41EB8-2FF3-5F69-8DE8-20AA91C0E7CF}"/>
                    </a:ext>
                  </a:extLst>
                </p:cNvPr>
                <p:cNvPicPr/>
                <p:nvPr/>
              </p:nvPicPr>
              <p:blipFill>
                <a:blip r:embed="rId91"/>
                <a:stretch>
                  <a:fillRect/>
                </a:stretch>
              </p:blipFill>
              <p:spPr>
                <a:xfrm>
                  <a:off x="7712305" y="295265"/>
                  <a:ext cx="221040" cy="152280"/>
                </a:xfrm>
                <a:prstGeom prst="rect">
                  <a:avLst/>
                </a:prstGeom>
              </p:spPr>
            </p:pic>
          </mc:Fallback>
        </mc:AlternateContent>
        <mc:AlternateContent xmlns:mc="http://schemas.openxmlformats.org/markup-compatibility/2006" xmlns:p14="http://schemas.microsoft.com/office/powerpoint/2010/main">
          <mc:Choice Requires="p14">
            <p:contentPart p14:bwMode="auto" r:id="rId92">
              <p14:nvContentPartPr>
                <p14:cNvPr id="45" name="墨迹 44">
                  <a:extLst>
                    <a:ext uri="{FF2B5EF4-FFF2-40B4-BE49-F238E27FC236}">
                      <a16:creationId xmlns:a16="http://schemas.microsoft.com/office/drawing/2014/main" id="{FDF026BD-27AC-BEFE-3946-42C68637B0D6}"/>
                    </a:ext>
                  </a:extLst>
                </p14:cNvPr>
                <p14:cNvContentPartPr/>
                <p14:nvPr/>
              </p14:nvContentPartPr>
              <p14:xfrm>
                <a:off x="7850185" y="240185"/>
                <a:ext cx="44640" cy="338040"/>
              </p14:xfrm>
            </p:contentPart>
          </mc:Choice>
          <mc:Fallback xmlns="">
            <p:pic>
              <p:nvPicPr>
                <p:cNvPr id="45" name="墨迹 44">
                  <a:extLst>
                    <a:ext uri="{FF2B5EF4-FFF2-40B4-BE49-F238E27FC236}">
                      <a16:creationId xmlns:a16="http://schemas.microsoft.com/office/drawing/2014/main" id="{FDF026BD-27AC-BEFE-3946-42C68637B0D6}"/>
                    </a:ext>
                  </a:extLst>
                </p:cNvPr>
                <p:cNvPicPr/>
                <p:nvPr/>
              </p:nvPicPr>
              <p:blipFill>
                <a:blip r:embed="rId93"/>
                <a:stretch>
                  <a:fillRect/>
                </a:stretch>
              </p:blipFill>
              <p:spPr>
                <a:xfrm>
                  <a:off x="7832185" y="222185"/>
                  <a:ext cx="80280" cy="373680"/>
                </a:xfrm>
                <a:prstGeom prst="rect">
                  <a:avLst/>
                </a:prstGeom>
              </p:spPr>
            </p:pic>
          </mc:Fallback>
        </mc:AlternateContent>
      </p:grpSp>
      <p:grpSp>
        <p:nvGrpSpPr>
          <p:cNvPr id="50" name="组合 49">
            <a:extLst>
              <a:ext uri="{FF2B5EF4-FFF2-40B4-BE49-F238E27FC236}">
                <a16:creationId xmlns:a16="http://schemas.microsoft.com/office/drawing/2014/main" id="{CBCFBBA1-0D59-8FB7-0775-1756D8068575}"/>
              </a:ext>
            </a:extLst>
          </p:cNvPr>
          <p:cNvGrpSpPr/>
          <p:nvPr/>
        </p:nvGrpSpPr>
        <p:grpSpPr>
          <a:xfrm>
            <a:off x="8129185" y="424865"/>
            <a:ext cx="484560" cy="388440"/>
            <a:chOff x="8129185" y="424865"/>
            <a:chExt cx="484560" cy="388440"/>
          </a:xfrm>
        </p:grpSpPr>
        <mc:AlternateContent xmlns:mc="http://schemas.openxmlformats.org/markup-compatibility/2006" xmlns:p14="http://schemas.microsoft.com/office/powerpoint/2010/main">
          <mc:Choice Requires="p14">
            <p:contentPart p14:bwMode="auto" r:id="rId94">
              <p14:nvContentPartPr>
                <p14:cNvPr id="46" name="墨迹 45">
                  <a:extLst>
                    <a:ext uri="{FF2B5EF4-FFF2-40B4-BE49-F238E27FC236}">
                      <a16:creationId xmlns:a16="http://schemas.microsoft.com/office/drawing/2014/main" id="{24B06042-0595-E29A-6538-C80B077C9692}"/>
                    </a:ext>
                  </a:extLst>
                </p14:cNvPr>
                <p14:cNvContentPartPr/>
                <p14:nvPr/>
              </p14:nvContentPartPr>
              <p14:xfrm>
                <a:off x="8129185" y="608105"/>
                <a:ext cx="183600" cy="128160"/>
              </p14:xfrm>
            </p:contentPart>
          </mc:Choice>
          <mc:Fallback xmlns="">
            <p:pic>
              <p:nvPicPr>
                <p:cNvPr id="46" name="墨迹 45">
                  <a:extLst>
                    <a:ext uri="{FF2B5EF4-FFF2-40B4-BE49-F238E27FC236}">
                      <a16:creationId xmlns:a16="http://schemas.microsoft.com/office/drawing/2014/main" id="{24B06042-0595-E29A-6538-C80B077C9692}"/>
                    </a:ext>
                  </a:extLst>
                </p:cNvPr>
                <p:cNvPicPr/>
                <p:nvPr/>
              </p:nvPicPr>
              <p:blipFill>
                <a:blip r:embed="rId95"/>
                <a:stretch>
                  <a:fillRect/>
                </a:stretch>
              </p:blipFill>
              <p:spPr>
                <a:xfrm>
                  <a:off x="8111545" y="590105"/>
                  <a:ext cx="219240" cy="163800"/>
                </a:xfrm>
                <a:prstGeom prst="rect">
                  <a:avLst/>
                </a:prstGeom>
              </p:spPr>
            </p:pic>
          </mc:Fallback>
        </mc:AlternateContent>
        <mc:AlternateContent xmlns:mc="http://schemas.openxmlformats.org/markup-compatibility/2006" xmlns:p14="http://schemas.microsoft.com/office/powerpoint/2010/main">
          <mc:Choice Requires="p14">
            <p:contentPart p14:bwMode="auto" r:id="rId96">
              <p14:nvContentPartPr>
                <p14:cNvPr id="47" name="墨迹 46">
                  <a:extLst>
                    <a:ext uri="{FF2B5EF4-FFF2-40B4-BE49-F238E27FC236}">
                      <a16:creationId xmlns:a16="http://schemas.microsoft.com/office/drawing/2014/main" id="{33C0AC78-96E1-E39E-C599-4446C038C151}"/>
                    </a:ext>
                  </a:extLst>
                </p14:cNvPr>
                <p14:cNvContentPartPr/>
                <p14:nvPr/>
              </p14:nvContentPartPr>
              <p14:xfrm>
                <a:off x="8294065" y="480305"/>
                <a:ext cx="360" cy="269640"/>
              </p14:xfrm>
            </p:contentPart>
          </mc:Choice>
          <mc:Fallback xmlns="">
            <p:pic>
              <p:nvPicPr>
                <p:cNvPr id="47" name="墨迹 46">
                  <a:extLst>
                    <a:ext uri="{FF2B5EF4-FFF2-40B4-BE49-F238E27FC236}">
                      <a16:creationId xmlns:a16="http://schemas.microsoft.com/office/drawing/2014/main" id="{33C0AC78-96E1-E39E-C599-4446C038C151}"/>
                    </a:ext>
                  </a:extLst>
                </p:cNvPr>
                <p:cNvPicPr/>
                <p:nvPr/>
              </p:nvPicPr>
              <p:blipFill>
                <a:blip r:embed="rId97"/>
                <a:stretch>
                  <a:fillRect/>
                </a:stretch>
              </p:blipFill>
              <p:spPr>
                <a:xfrm>
                  <a:off x="8276425" y="462305"/>
                  <a:ext cx="36000" cy="305280"/>
                </a:xfrm>
                <a:prstGeom prst="rect">
                  <a:avLst/>
                </a:prstGeom>
              </p:spPr>
            </p:pic>
          </mc:Fallback>
        </mc:AlternateContent>
        <mc:AlternateContent xmlns:mc="http://schemas.openxmlformats.org/markup-compatibility/2006" xmlns:p14="http://schemas.microsoft.com/office/powerpoint/2010/main">
          <mc:Choice Requires="p14">
            <p:contentPart p14:bwMode="auto" r:id="rId98">
              <p14:nvContentPartPr>
                <p14:cNvPr id="48" name="墨迹 47">
                  <a:extLst>
                    <a:ext uri="{FF2B5EF4-FFF2-40B4-BE49-F238E27FC236}">
                      <a16:creationId xmlns:a16="http://schemas.microsoft.com/office/drawing/2014/main" id="{CEE57F0E-3D70-4E36-829E-B449BC52AB39}"/>
                    </a:ext>
                  </a:extLst>
                </p14:cNvPr>
                <p14:cNvContentPartPr/>
                <p14:nvPr/>
              </p14:nvContentPartPr>
              <p14:xfrm>
                <a:off x="8321785" y="490745"/>
                <a:ext cx="251280" cy="146520"/>
              </p14:xfrm>
            </p:contentPart>
          </mc:Choice>
          <mc:Fallback xmlns="">
            <p:pic>
              <p:nvPicPr>
                <p:cNvPr id="48" name="墨迹 47">
                  <a:extLst>
                    <a:ext uri="{FF2B5EF4-FFF2-40B4-BE49-F238E27FC236}">
                      <a16:creationId xmlns:a16="http://schemas.microsoft.com/office/drawing/2014/main" id="{CEE57F0E-3D70-4E36-829E-B449BC52AB39}"/>
                    </a:ext>
                  </a:extLst>
                </p:cNvPr>
                <p:cNvPicPr/>
                <p:nvPr/>
              </p:nvPicPr>
              <p:blipFill>
                <a:blip r:embed="rId99"/>
                <a:stretch>
                  <a:fillRect/>
                </a:stretch>
              </p:blipFill>
              <p:spPr>
                <a:xfrm>
                  <a:off x="8304145" y="473105"/>
                  <a:ext cx="286920" cy="182160"/>
                </a:xfrm>
                <a:prstGeom prst="rect">
                  <a:avLst/>
                </a:prstGeom>
              </p:spPr>
            </p:pic>
          </mc:Fallback>
        </mc:AlternateContent>
        <mc:AlternateContent xmlns:mc="http://schemas.openxmlformats.org/markup-compatibility/2006" xmlns:p14="http://schemas.microsoft.com/office/powerpoint/2010/main">
          <mc:Choice Requires="p14">
            <p:contentPart p14:bwMode="auto" r:id="rId100">
              <p14:nvContentPartPr>
                <p14:cNvPr id="49" name="墨迹 48">
                  <a:extLst>
                    <a:ext uri="{FF2B5EF4-FFF2-40B4-BE49-F238E27FC236}">
                      <a16:creationId xmlns:a16="http://schemas.microsoft.com/office/drawing/2014/main" id="{3DB4A71C-54A7-FCD4-29AB-AF9B576132AD}"/>
                    </a:ext>
                  </a:extLst>
                </p14:cNvPr>
                <p14:cNvContentPartPr/>
                <p14:nvPr/>
              </p14:nvContentPartPr>
              <p14:xfrm>
                <a:off x="8514025" y="424865"/>
                <a:ext cx="99720" cy="388440"/>
              </p14:xfrm>
            </p:contentPart>
          </mc:Choice>
          <mc:Fallback xmlns="">
            <p:pic>
              <p:nvPicPr>
                <p:cNvPr id="49" name="墨迹 48">
                  <a:extLst>
                    <a:ext uri="{FF2B5EF4-FFF2-40B4-BE49-F238E27FC236}">
                      <a16:creationId xmlns:a16="http://schemas.microsoft.com/office/drawing/2014/main" id="{3DB4A71C-54A7-FCD4-29AB-AF9B576132AD}"/>
                    </a:ext>
                  </a:extLst>
                </p:cNvPr>
                <p:cNvPicPr/>
                <p:nvPr/>
              </p:nvPicPr>
              <p:blipFill>
                <a:blip r:embed="rId101"/>
                <a:stretch>
                  <a:fillRect/>
                </a:stretch>
              </p:blipFill>
              <p:spPr>
                <a:xfrm>
                  <a:off x="8496385" y="406865"/>
                  <a:ext cx="135360" cy="42408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02">
            <p14:nvContentPartPr>
              <p14:cNvPr id="52" name="墨迹 51">
                <a:extLst>
                  <a:ext uri="{FF2B5EF4-FFF2-40B4-BE49-F238E27FC236}">
                    <a16:creationId xmlns:a16="http://schemas.microsoft.com/office/drawing/2014/main" id="{11A9C73D-30EC-5E52-90E3-D65BC1188A9E}"/>
                  </a:ext>
                </a:extLst>
              </p14:cNvPr>
              <p14:cNvContentPartPr/>
              <p14:nvPr/>
            </p14:nvContentPartPr>
            <p14:xfrm>
              <a:off x="6468265" y="1403705"/>
              <a:ext cx="294120" cy="271080"/>
            </p14:xfrm>
          </p:contentPart>
        </mc:Choice>
        <mc:Fallback xmlns="">
          <p:pic>
            <p:nvPicPr>
              <p:cNvPr id="52" name="墨迹 51">
                <a:extLst>
                  <a:ext uri="{FF2B5EF4-FFF2-40B4-BE49-F238E27FC236}">
                    <a16:creationId xmlns:a16="http://schemas.microsoft.com/office/drawing/2014/main" id="{11A9C73D-30EC-5E52-90E3-D65BC1188A9E}"/>
                  </a:ext>
                </a:extLst>
              </p:cNvPr>
              <p:cNvPicPr/>
              <p:nvPr/>
            </p:nvPicPr>
            <p:blipFill>
              <a:blip r:embed="rId103"/>
              <a:stretch>
                <a:fillRect/>
              </a:stretch>
            </p:blipFill>
            <p:spPr>
              <a:xfrm>
                <a:off x="6450265" y="1385705"/>
                <a:ext cx="329760" cy="306720"/>
              </a:xfrm>
              <a:prstGeom prst="rect">
                <a:avLst/>
              </a:prstGeom>
            </p:spPr>
          </p:pic>
        </mc:Fallback>
      </mc:AlternateContent>
    </p:spTree>
  </p:cSld>
  <p:clrMapOvr>
    <a:masterClrMapping/>
  </p:clrMapOvr>
  <p:transition/>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0833" name="对象 56326"/>
          <p:cNvGraphicFramePr>
            <a:graphicFrameLocks noChangeAspect="1"/>
          </p:cNvGraphicFramePr>
          <p:nvPr/>
        </p:nvGraphicFramePr>
        <p:xfrm>
          <a:off x="995363" y="1095375"/>
          <a:ext cx="6664325" cy="1008063"/>
        </p:xfrm>
        <a:graphic>
          <a:graphicData uri="http://schemas.openxmlformats.org/presentationml/2006/ole">
            <mc:AlternateContent xmlns:mc="http://schemas.openxmlformats.org/markup-compatibility/2006">
              <mc:Choice xmlns:v="urn:schemas-microsoft-com:vml" Requires="v">
                <p:oleObj r:id="rId2" imgW="2819400" imgH="393700" progId="Equation.3">
                  <p:embed/>
                </p:oleObj>
              </mc:Choice>
              <mc:Fallback>
                <p:oleObj r:id="rId2" imgW="2819400" imgH="393700" progId="Equation.3">
                  <p:embed/>
                  <p:pic>
                    <p:nvPicPr>
                      <p:cNvPr id="0" name="图片 3522"/>
                      <p:cNvPicPr/>
                      <p:nvPr/>
                    </p:nvPicPr>
                    <p:blipFill>
                      <a:blip r:embed="rId3"/>
                      <a:stretch>
                        <a:fillRect/>
                      </a:stretch>
                    </p:blipFill>
                    <p:spPr>
                      <a:xfrm>
                        <a:off x="995363" y="1095375"/>
                        <a:ext cx="6664325" cy="1008063"/>
                      </a:xfrm>
                      <a:prstGeom prst="rect">
                        <a:avLst/>
                      </a:prstGeom>
                      <a:noFill/>
                      <a:ln w="38100">
                        <a:noFill/>
                        <a:miter/>
                      </a:ln>
                    </p:spPr>
                  </p:pic>
                </p:oleObj>
              </mc:Fallback>
            </mc:AlternateContent>
          </a:graphicData>
        </a:graphic>
      </p:graphicFrame>
      <p:sp>
        <p:nvSpPr>
          <p:cNvPr id="120834" name="矩形 56329"/>
          <p:cNvSpPr/>
          <p:nvPr/>
        </p:nvSpPr>
        <p:spPr>
          <a:xfrm>
            <a:off x="771525" y="2087563"/>
            <a:ext cx="8615363" cy="460375"/>
          </a:xfrm>
          <a:prstGeom prst="rect">
            <a:avLst/>
          </a:prstGeom>
          <a:noFill/>
          <a:ln w="9525">
            <a:noFill/>
          </a:ln>
        </p:spPr>
        <p:txBody>
          <a:bodyPr wrap="none" anchor="t" anchorCtr="0">
            <a:spAutoFit/>
          </a:bodyPr>
          <a:lstStyle/>
          <a:p>
            <a:r>
              <a:rPr lang="zh-CN" altLang="en-US" sz="2400" b="1">
                <a:latin typeface="Times New Roman" panose="02020603050405020304" pitchFamily="2" charset="0"/>
                <a:ea typeface="宋体" panose="02010600030101010101" pitchFamily="2" charset="-122"/>
              </a:rPr>
              <a:t>称为X(e</a:t>
            </a:r>
            <a:r>
              <a:rPr lang="zh-CN" altLang="en-US" sz="2400" b="1" baseline="30000">
                <a:latin typeface="Times New Roman" panose="02020603050405020304" pitchFamily="2" charset="0"/>
                <a:ea typeface="宋体" panose="02010600030101010101" pitchFamily="2" charset="-122"/>
              </a:rPr>
              <a:t>jw</a:t>
            </a:r>
            <a:r>
              <a:rPr lang="zh-CN" altLang="en-US" sz="2400" b="1">
                <a:latin typeface="Times New Roman" panose="02020603050405020304" pitchFamily="2" charset="0"/>
                <a:ea typeface="宋体" panose="02010600030101010101" pitchFamily="2" charset="-122"/>
              </a:rPr>
              <a:t>)的傅里叶</a:t>
            </a:r>
            <a:r>
              <a:rPr lang="zh-CN" altLang="en-US" sz="2400" b="1">
                <a:solidFill>
                  <a:srgbClr val="C00000"/>
                </a:solidFill>
                <a:latin typeface="Times New Roman" panose="02020603050405020304" pitchFamily="2" charset="0"/>
                <a:ea typeface="宋体" panose="02010600030101010101" pitchFamily="2" charset="-122"/>
              </a:rPr>
              <a:t>反变换</a:t>
            </a:r>
            <a:r>
              <a:rPr lang="zh-CN" altLang="en-US" sz="2400" b="1">
                <a:latin typeface="Times New Roman" panose="02020603050405020304" pitchFamily="2" charset="0"/>
                <a:ea typeface="宋体" panose="02010600030101010101" pitchFamily="2" charset="-122"/>
              </a:rPr>
              <a:t>（离散时间傅里叶反变换</a:t>
            </a:r>
            <a:r>
              <a:rPr lang="en-US" altLang="zh-CN" sz="2400" b="1">
                <a:latin typeface="Times New Roman" panose="02020603050405020304" pitchFamily="2" charset="0"/>
                <a:ea typeface="宋体" panose="02010600030101010101" pitchFamily="2" charset="-122"/>
              </a:rPr>
              <a:t>I</a:t>
            </a:r>
            <a:r>
              <a:rPr lang="zh-CN" altLang="en-US" sz="2400" b="1">
                <a:latin typeface="Times New Roman" panose="02020603050405020304" pitchFamily="2" charset="0"/>
                <a:ea typeface="宋体" panose="02010600030101010101" pitchFamily="2" charset="-122"/>
              </a:rPr>
              <a:t>DTFT）。</a:t>
            </a:r>
            <a:endParaRPr lang="zh-CN" altLang="en-US" sz="3200" b="1">
              <a:latin typeface="Arial" panose="020B0604020202020204" pitchFamily="34" charset="0"/>
              <a:ea typeface="黑体" panose="02010609060101010101" pitchFamily="2" charset="-122"/>
            </a:endParaRPr>
          </a:p>
        </p:txBody>
      </p:sp>
      <p:sp>
        <p:nvSpPr>
          <p:cNvPr id="120835" name="文本框 1"/>
          <p:cNvSpPr txBox="1"/>
          <p:nvPr/>
        </p:nvSpPr>
        <p:spPr>
          <a:xfrm>
            <a:off x="771525" y="511175"/>
            <a:ext cx="2649538" cy="584200"/>
          </a:xfrm>
          <a:prstGeom prst="rect">
            <a:avLst/>
          </a:prstGeom>
          <a:noFill/>
          <a:ln w="9525">
            <a:noFill/>
          </a:ln>
        </p:spPr>
        <p:txBody>
          <a:bodyPr wrap="none" anchor="t" anchorCtr="0">
            <a:spAutoFit/>
          </a:bodyPr>
          <a:lstStyle/>
          <a:p>
            <a:pPr>
              <a:spcBef>
                <a:spcPct val="50000"/>
              </a:spcBef>
            </a:pPr>
            <a:r>
              <a:rPr lang="zh-CN" altLang="en-US" sz="3200" b="1">
                <a:latin typeface="Times New Roman" panose="02020603050405020304" pitchFamily="2" charset="0"/>
                <a:ea typeface="宋体" panose="02010600030101010101" pitchFamily="2" charset="-122"/>
              </a:rPr>
              <a:t>IDTFT</a:t>
            </a:r>
            <a:r>
              <a:rPr lang="zh-CN" altLang="en-US" sz="3200" b="1">
                <a:latin typeface="Times New Roman" panose="02020603050405020304" pitchFamily="2" charset="0"/>
                <a:ea typeface="宋体" panose="02010600030101010101" pitchFamily="2" charset="-122"/>
                <a:sym typeface="微软雅黑" panose="020B0503020204020204" pitchFamily="2" charset="-122"/>
              </a:rPr>
              <a:t>的定义</a:t>
            </a:r>
            <a:endParaRPr lang="zh-CN" altLang="en-US" sz="3200" b="1">
              <a:latin typeface="Times New Roman" panose="02020603050405020304" pitchFamily="2" charset="0"/>
              <a:ea typeface="宋体" panose="02010600030101010101" pitchFamily="2" charset="-122"/>
            </a:endParaRPr>
          </a:p>
        </p:txBody>
      </p:sp>
      <p:graphicFrame>
        <p:nvGraphicFramePr>
          <p:cNvPr id="120836" name="对象 48132"/>
          <p:cNvGraphicFramePr>
            <a:graphicFrameLocks noChangeAspect="1"/>
          </p:cNvGraphicFramePr>
          <p:nvPr/>
        </p:nvGraphicFramePr>
        <p:xfrm>
          <a:off x="763588" y="3197225"/>
          <a:ext cx="6375400" cy="2840038"/>
        </p:xfrm>
        <a:graphic>
          <a:graphicData uri="http://schemas.openxmlformats.org/presentationml/2006/ole">
            <mc:AlternateContent xmlns:mc="http://schemas.openxmlformats.org/markup-compatibility/2006">
              <mc:Choice xmlns:v="urn:schemas-microsoft-com:vml" Requires="v">
                <p:oleObj r:id="rId4" imgW="3022600" imgH="1346200" progId="Equation.3">
                  <p:embed/>
                </p:oleObj>
              </mc:Choice>
              <mc:Fallback>
                <p:oleObj r:id="rId4" imgW="3022600" imgH="1346200" progId="Equation.3">
                  <p:embed/>
                  <p:pic>
                    <p:nvPicPr>
                      <p:cNvPr id="0" name="图片 3516"/>
                      <p:cNvPicPr/>
                      <p:nvPr/>
                    </p:nvPicPr>
                    <p:blipFill>
                      <a:blip r:embed="rId5"/>
                      <a:stretch>
                        <a:fillRect/>
                      </a:stretch>
                    </p:blipFill>
                    <p:spPr>
                      <a:xfrm>
                        <a:off x="763588" y="3197225"/>
                        <a:ext cx="6375400" cy="2840038"/>
                      </a:xfrm>
                      <a:prstGeom prst="rect">
                        <a:avLst/>
                      </a:prstGeom>
                      <a:noFill/>
                      <a:ln w="38100">
                        <a:noFill/>
                        <a:miter/>
                      </a:ln>
                    </p:spPr>
                  </p:pic>
                </p:oleObj>
              </mc:Fallback>
            </mc:AlternateContent>
          </a:graphicData>
        </a:graphic>
      </p:graphicFrame>
      <p:graphicFrame>
        <p:nvGraphicFramePr>
          <p:cNvPr id="120837" name="对象 48133"/>
          <p:cNvGraphicFramePr>
            <a:graphicFrameLocks noChangeAspect="1"/>
          </p:cNvGraphicFramePr>
          <p:nvPr/>
        </p:nvGraphicFramePr>
        <p:xfrm>
          <a:off x="850900" y="5953125"/>
          <a:ext cx="4056063" cy="815975"/>
        </p:xfrm>
        <a:graphic>
          <a:graphicData uri="http://schemas.openxmlformats.org/presentationml/2006/ole">
            <mc:AlternateContent xmlns:mc="http://schemas.openxmlformats.org/markup-compatibility/2006">
              <mc:Choice xmlns:v="urn:schemas-microsoft-com:vml" Requires="v">
                <p:oleObj r:id="rId6" imgW="1955800" imgH="393700" progId="Equation.3">
                  <p:embed/>
                </p:oleObj>
              </mc:Choice>
              <mc:Fallback>
                <p:oleObj r:id="rId6" imgW="1955800" imgH="393700" progId="Equation.3">
                  <p:embed/>
                  <p:pic>
                    <p:nvPicPr>
                      <p:cNvPr id="0" name="图片 3517"/>
                      <p:cNvPicPr/>
                      <p:nvPr/>
                    </p:nvPicPr>
                    <p:blipFill>
                      <a:blip r:embed="rId7"/>
                      <a:stretch>
                        <a:fillRect/>
                      </a:stretch>
                    </p:blipFill>
                    <p:spPr>
                      <a:xfrm>
                        <a:off x="850900" y="5953125"/>
                        <a:ext cx="4056063" cy="815975"/>
                      </a:xfrm>
                      <a:prstGeom prst="rect">
                        <a:avLst/>
                      </a:prstGeom>
                      <a:noFill/>
                      <a:ln w="38100">
                        <a:noFill/>
                        <a:miter/>
                      </a:ln>
                    </p:spPr>
                  </p:pic>
                </p:oleObj>
              </mc:Fallback>
            </mc:AlternateContent>
          </a:graphicData>
        </a:graphic>
      </p:graphicFrame>
      <p:graphicFrame>
        <p:nvGraphicFramePr>
          <p:cNvPr id="120838" name="对象 48134">
            <a:hlinkClick r:id="" action="ppaction://ole?verb=0"/>
          </p:cNvPr>
          <p:cNvGraphicFramePr>
            <a:graphicFrameLocks noChangeAspect="1"/>
          </p:cNvGraphicFramePr>
          <p:nvPr/>
        </p:nvGraphicFramePr>
        <p:xfrm>
          <a:off x="827088" y="2708275"/>
          <a:ext cx="6875462" cy="396875"/>
        </p:xfrm>
        <a:graphic>
          <a:graphicData uri="http://schemas.openxmlformats.org/presentationml/2006/ole">
            <mc:AlternateContent xmlns:mc="http://schemas.openxmlformats.org/markup-compatibility/2006">
              <mc:Choice xmlns:v="urn:schemas-microsoft-com:vml" Requires="v">
                <p:oleObj r:id="rId8" imgW="3745865" imgH="215900" progId="Equation.3">
                  <p:embed/>
                </p:oleObj>
              </mc:Choice>
              <mc:Fallback>
                <p:oleObj r:id="rId8" imgW="3745865" imgH="215900" progId="Equation.3">
                  <p:embed/>
                  <p:pic>
                    <p:nvPicPr>
                      <p:cNvPr id="0" name="图片 3518"/>
                      <p:cNvPicPr/>
                      <p:nvPr/>
                    </p:nvPicPr>
                    <p:blipFill>
                      <a:blip r:embed="rId9"/>
                      <a:stretch>
                        <a:fillRect/>
                      </a:stretch>
                    </p:blipFill>
                    <p:spPr>
                      <a:xfrm>
                        <a:off x="827088" y="2708275"/>
                        <a:ext cx="6875462" cy="396875"/>
                      </a:xfrm>
                      <a:prstGeom prst="rect">
                        <a:avLst/>
                      </a:prstGeom>
                      <a:noFill/>
                      <a:ln w="38100">
                        <a:noFill/>
                        <a:miter/>
                      </a:ln>
                    </p:spPr>
                  </p:pic>
                </p:oleObj>
              </mc:Fallback>
            </mc:AlternateContent>
          </a:graphicData>
        </a:graphic>
      </p:graphicFrame>
      <p:grpSp>
        <p:nvGrpSpPr>
          <p:cNvPr id="5" name="组合 4">
            <a:extLst>
              <a:ext uri="{FF2B5EF4-FFF2-40B4-BE49-F238E27FC236}">
                <a16:creationId xmlns:a16="http://schemas.microsoft.com/office/drawing/2014/main" id="{33FC09E8-4243-7921-970F-096A81C55BDF}"/>
              </a:ext>
            </a:extLst>
          </p:cNvPr>
          <p:cNvGrpSpPr/>
          <p:nvPr/>
        </p:nvGrpSpPr>
        <p:grpSpPr>
          <a:xfrm>
            <a:off x="877345" y="1034345"/>
            <a:ext cx="2436840" cy="92520"/>
            <a:chOff x="877345" y="1034345"/>
            <a:chExt cx="2436840" cy="92520"/>
          </a:xfrm>
        </p:grpSpPr>
        <mc:AlternateContent xmlns:mc="http://schemas.openxmlformats.org/markup-compatibility/2006" xmlns:p14="http://schemas.microsoft.com/office/powerpoint/2010/main">
          <mc:Choice Requires="p14">
            <p:contentPart p14:bwMode="auto" r:id="rId10">
              <p14:nvContentPartPr>
                <p14:cNvPr id="3" name="墨迹 2">
                  <a:extLst>
                    <a:ext uri="{FF2B5EF4-FFF2-40B4-BE49-F238E27FC236}">
                      <a16:creationId xmlns:a16="http://schemas.microsoft.com/office/drawing/2014/main" id="{80264E3E-4D40-A63C-4327-F0D1F54297F1}"/>
                    </a:ext>
                  </a:extLst>
                </p14:cNvPr>
                <p14:cNvContentPartPr/>
                <p14:nvPr/>
              </p14:nvContentPartPr>
              <p14:xfrm>
                <a:off x="877345" y="1034345"/>
                <a:ext cx="1922400" cy="92520"/>
              </p14:xfrm>
            </p:contentPart>
          </mc:Choice>
          <mc:Fallback xmlns="">
            <p:pic>
              <p:nvPicPr>
                <p:cNvPr id="3" name="墨迹 2">
                  <a:extLst>
                    <a:ext uri="{FF2B5EF4-FFF2-40B4-BE49-F238E27FC236}">
                      <a16:creationId xmlns:a16="http://schemas.microsoft.com/office/drawing/2014/main" id="{80264E3E-4D40-A63C-4327-F0D1F54297F1}"/>
                    </a:ext>
                  </a:extLst>
                </p:cNvPr>
                <p:cNvPicPr/>
                <p:nvPr/>
              </p:nvPicPr>
              <p:blipFill>
                <a:blip r:embed="rId11"/>
                <a:stretch>
                  <a:fillRect/>
                </a:stretch>
              </p:blipFill>
              <p:spPr>
                <a:xfrm>
                  <a:off x="859705" y="1016345"/>
                  <a:ext cx="1958040" cy="12816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4" name="墨迹 3">
                  <a:extLst>
                    <a:ext uri="{FF2B5EF4-FFF2-40B4-BE49-F238E27FC236}">
                      <a16:creationId xmlns:a16="http://schemas.microsoft.com/office/drawing/2014/main" id="{9EB9EF1F-2AD7-D62C-B11B-D8C9D2BE63C8}"/>
                    </a:ext>
                  </a:extLst>
                </p14:cNvPr>
                <p14:cNvContentPartPr/>
                <p14:nvPr/>
              </p14:nvContentPartPr>
              <p14:xfrm>
                <a:off x="2761585" y="1070345"/>
                <a:ext cx="552600" cy="38520"/>
              </p14:xfrm>
            </p:contentPart>
          </mc:Choice>
          <mc:Fallback xmlns="">
            <p:pic>
              <p:nvPicPr>
                <p:cNvPr id="4" name="墨迹 3">
                  <a:extLst>
                    <a:ext uri="{FF2B5EF4-FFF2-40B4-BE49-F238E27FC236}">
                      <a16:creationId xmlns:a16="http://schemas.microsoft.com/office/drawing/2014/main" id="{9EB9EF1F-2AD7-D62C-B11B-D8C9D2BE63C8}"/>
                    </a:ext>
                  </a:extLst>
                </p:cNvPr>
                <p:cNvPicPr/>
                <p:nvPr/>
              </p:nvPicPr>
              <p:blipFill>
                <a:blip r:embed="rId13"/>
                <a:stretch>
                  <a:fillRect/>
                </a:stretch>
              </p:blipFill>
              <p:spPr>
                <a:xfrm>
                  <a:off x="2743585" y="1052705"/>
                  <a:ext cx="588240" cy="7416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4">
            <p14:nvContentPartPr>
              <p14:cNvPr id="2" name="墨迹 1">
                <a:extLst>
                  <a:ext uri="{FF2B5EF4-FFF2-40B4-BE49-F238E27FC236}">
                    <a16:creationId xmlns:a16="http://schemas.microsoft.com/office/drawing/2014/main" id="{AE6C16D9-C522-A9E2-988C-766525E8880D}"/>
                  </a:ext>
                </a:extLst>
              </p14:cNvPr>
              <p14:cNvContentPartPr/>
              <p14:nvPr/>
            </p14:nvContentPartPr>
            <p14:xfrm>
              <a:off x="1292785" y="6676625"/>
              <a:ext cx="3697200" cy="121680"/>
            </p14:xfrm>
          </p:contentPart>
        </mc:Choice>
        <mc:Fallback xmlns="">
          <p:pic>
            <p:nvPicPr>
              <p:cNvPr id="2" name="墨迹 1">
                <a:extLst>
                  <a:ext uri="{FF2B5EF4-FFF2-40B4-BE49-F238E27FC236}">
                    <a16:creationId xmlns:a16="http://schemas.microsoft.com/office/drawing/2014/main" id="{AE6C16D9-C522-A9E2-988C-766525E8880D}"/>
                  </a:ext>
                </a:extLst>
              </p:cNvPr>
              <p:cNvPicPr/>
              <p:nvPr/>
            </p:nvPicPr>
            <p:blipFill>
              <a:blip r:embed="rId15"/>
              <a:stretch>
                <a:fillRect/>
              </a:stretch>
            </p:blipFill>
            <p:spPr>
              <a:xfrm>
                <a:off x="1275145" y="6658625"/>
                <a:ext cx="3732840" cy="157320"/>
              </a:xfrm>
              <a:prstGeom prst="rect">
                <a:avLst/>
              </a:prstGeom>
            </p:spPr>
          </p:pic>
        </mc:Fallback>
      </mc:AlternateContent>
      <p:grpSp>
        <p:nvGrpSpPr>
          <p:cNvPr id="25" name="组合 24">
            <a:extLst>
              <a:ext uri="{FF2B5EF4-FFF2-40B4-BE49-F238E27FC236}">
                <a16:creationId xmlns:a16="http://schemas.microsoft.com/office/drawing/2014/main" id="{7B8CB27A-63C7-1DED-498A-FFD5B844DB50}"/>
              </a:ext>
            </a:extLst>
          </p:cNvPr>
          <p:cNvGrpSpPr/>
          <p:nvPr/>
        </p:nvGrpSpPr>
        <p:grpSpPr>
          <a:xfrm>
            <a:off x="3803785" y="166025"/>
            <a:ext cx="2921760" cy="765360"/>
            <a:chOff x="3803785" y="166025"/>
            <a:chExt cx="2921760" cy="765360"/>
          </a:xfrm>
        </p:grpSpPr>
        <mc:AlternateContent xmlns:mc="http://schemas.openxmlformats.org/markup-compatibility/2006" xmlns:p14="http://schemas.microsoft.com/office/powerpoint/2010/main">
          <mc:Choice Requires="p14">
            <p:contentPart p14:bwMode="auto" r:id="rId16">
              <p14:nvContentPartPr>
                <p14:cNvPr id="6" name="墨迹 5">
                  <a:extLst>
                    <a:ext uri="{FF2B5EF4-FFF2-40B4-BE49-F238E27FC236}">
                      <a16:creationId xmlns:a16="http://schemas.microsoft.com/office/drawing/2014/main" id="{2E8790B7-121D-94E8-6C93-C5F2B4DC1973}"/>
                    </a:ext>
                  </a:extLst>
                </p14:cNvPr>
                <p14:cNvContentPartPr/>
                <p14:nvPr/>
              </p14:nvContentPartPr>
              <p14:xfrm>
                <a:off x="3803785" y="180425"/>
                <a:ext cx="576000" cy="750960"/>
              </p14:xfrm>
            </p:contentPart>
          </mc:Choice>
          <mc:Fallback xmlns="">
            <p:pic>
              <p:nvPicPr>
                <p:cNvPr id="6" name="墨迹 5">
                  <a:extLst>
                    <a:ext uri="{FF2B5EF4-FFF2-40B4-BE49-F238E27FC236}">
                      <a16:creationId xmlns:a16="http://schemas.microsoft.com/office/drawing/2014/main" id="{2E8790B7-121D-94E8-6C93-C5F2B4DC1973}"/>
                    </a:ext>
                  </a:extLst>
                </p:cNvPr>
                <p:cNvPicPr/>
                <p:nvPr/>
              </p:nvPicPr>
              <p:blipFill>
                <a:blip r:embed="rId17"/>
                <a:stretch>
                  <a:fillRect/>
                </a:stretch>
              </p:blipFill>
              <p:spPr>
                <a:xfrm>
                  <a:off x="3785785" y="162785"/>
                  <a:ext cx="611640" cy="78660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7" name="墨迹 6">
                  <a:extLst>
                    <a:ext uri="{FF2B5EF4-FFF2-40B4-BE49-F238E27FC236}">
                      <a16:creationId xmlns:a16="http://schemas.microsoft.com/office/drawing/2014/main" id="{45F97948-865C-F07D-816F-669B3389B2EB}"/>
                    </a:ext>
                  </a:extLst>
                </p14:cNvPr>
                <p14:cNvContentPartPr/>
                <p14:nvPr/>
              </p14:nvContentPartPr>
              <p14:xfrm>
                <a:off x="4119145" y="461225"/>
                <a:ext cx="168120" cy="101520"/>
              </p14:xfrm>
            </p:contentPart>
          </mc:Choice>
          <mc:Fallback xmlns="">
            <p:pic>
              <p:nvPicPr>
                <p:cNvPr id="7" name="墨迹 6">
                  <a:extLst>
                    <a:ext uri="{FF2B5EF4-FFF2-40B4-BE49-F238E27FC236}">
                      <a16:creationId xmlns:a16="http://schemas.microsoft.com/office/drawing/2014/main" id="{45F97948-865C-F07D-816F-669B3389B2EB}"/>
                    </a:ext>
                  </a:extLst>
                </p:cNvPr>
                <p:cNvPicPr/>
                <p:nvPr/>
              </p:nvPicPr>
              <p:blipFill>
                <a:blip r:embed="rId19"/>
                <a:stretch>
                  <a:fillRect/>
                </a:stretch>
              </p:blipFill>
              <p:spPr>
                <a:xfrm>
                  <a:off x="4101145" y="443225"/>
                  <a:ext cx="203760" cy="13716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8" name="墨迹 7">
                  <a:extLst>
                    <a:ext uri="{FF2B5EF4-FFF2-40B4-BE49-F238E27FC236}">
                      <a16:creationId xmlns:a16="http://schemas.microsoft.com/office/drawing/2014/main" id="{84F09806-422A-9CAE-90A9-264B4046CB22}"/>
                    </a:ext>
                  </a:extLst>
                </p14:cNvPr>
                <p14:cNvContentPartPr/>
                <p14:nvPr/>
              </p14:nvContentPartPr>
              <p14:xfrm>
                <a:off x="4509745" y="166025"/>
                <a:ext cx="172800" cy="330480"/>
              </p14:xfrm>
            </p:contentPart>
          </mc:Choice>
          <mc:Fallback xmlns="">
            <p:pic>
              <p:nvPicPr>
                <p:cNvPr id="8" name="墨迹 7">
                  <a:extLst>
                    <a:ext uri="{FF2B5EF4-FFF2-40B4-BE49-F238E27FC236}">
                      <a16:creationId xmlns:a16="http://schemas.microsoft.com/office/drawing/2014/main" id="{84F09806-422A-9CAE-90A9-264B4046CB22}"/>
                    </a:ext>
                  </a:extLst>
                </p:cNvPr>
                <p:cNvPicPr/>
                <p:nvPr/>
              </p:nvPicPr>
              <p:blipFill>
                <a:blip r:embed="rId21"/>
                <a:stretch>
                  <a:fillRect/>
                </a:stretch>
              </p:blipFill>
              <p:spPr>
                <a:xfrm>
                  <a:off x="4492105" y="148385"/>
                  <a:ext cx="208440" cy="36612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9" name="墨迹 8">
                  <a:extLst>
                    <a:ext uri="{FF2B5EF4-FFF2-40B4-BE49-F238E27FC236}">
                      <a16:creationId xmlns:a16="http://schemas.microsoft.com/office/drawing/2014/main" id="{C982FB34-58FF-FA3F-C765-D7832223831A}"/>
                    </a:ext>
                  </a:extLst>
                </p14:cNvPr>
                <p14:cNvContentPartPr/>
                <p14:nvPr/>
              </p14:nvContentPartPr>
              <p14:xfrm>
                <a:off x="4488865" y="415505"/>
                <a:ext cx="143640" cy="47880"/>
              </p14:xfrm>
            </p:contentPart>
          </mc:Choice>
          <mc:Fallback xmlns="">
            <p:pic>
              <p:nvPicPr>
                <p:cNvPr id="9" name="墨迹 8">
                  <a:extLst>
                    <a:ext uri="{FF2B5EF4-FFF2-40B4-BE49-F238E27FC236}">
                      <a16:creationId xmlns:a16="http://schemas.microsoft.com/office/drawing/2014/main" id="{C982FB34-58FF-FA3F-C765-D7832223831A}"/>
                    </a:ext>
                  </a:extLst>
                </p:cNvPr>
                <p:cNvPicPr/>
                <p:nvPr/>
              </p:nvPicPr>
              <p:blipFill>
                <a:blip r:embed="rId23"/>
                <a:stretch>
                  <a:fillRect/>
                </a:stretch>
              </p:blipFill>
              <p:spPr>
                <a:xfrm>
                  <a:off x="4470865" y="397505"/>
                  <a:ext cx="179280" cy="8352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10" name="墨迹 9">
                  <a:extLst>
                    <a:ext uri="{FF2B5EF4-FFF2-40B4-BE49-F238E27FC236}">
                      <a16:creationId xmlns:a16="http://schemas.microsoft.com/office/drawing/2014/main" id="{29B2EDA0-BA7C-107C-A8A7-4EB302CB3E0C}"/>
                    </a:ext>
                  </a:extLst>
                </p14:cNvPr>
                <p14:cNvContentPartPr/>
                <p14:nvPr/>
              </p14:nvContentPartPr>
              <p14:xfrm>
                <a:off x="4447465" y="424865"/>
                <a:ext cx="588240" cy="488520"/>
              </p14:xfrm>
            </p:contentPart>
          </mc:Choice>
          <mc:Fallback xmlns="">
            <p:pic>
              <p:nvPicPr>
                <p:cNvPr id="10" name="墨迹 9">
                  <a:extLst>
                    <a:ext uri="{FF2B5EF4-FFF2-40B4-BE49-F238E27FC236}">
                      <a16:creationId xmlns:a16="http://schemas.microsoft.com/office/drawing/2014/main" id="{29B2EDA0-BA7C-107C-A8A7-4EB302CB3E0C}"/>
                    </a:ext>
                  </a:extLst>
                </p:cNvPr>
                <p:cNvPicPr/>
                <p:nvPr/>
              </p:nvPicPr>
              <p:blipFill>
                <a:blip r:embed="rId25"/>
                <a:stretch>
                  <a:fillRect/>
                </a:stretch>
              </p:blipFill>
              <p:spPr>
                <a:xfrm>
                  <a:off x="4429825" y="406865"/>
                  <a:ext cx="623880" cy="52416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11" name="墨迹 10">
                  <a:extLst>
                    <a:ext uri="{FF2B5EF4-FFF2-40B4-BE49-F238E27FC236}">
                      <a16:creationId xmlns:a16="http://schemas.microsoft.com/office/drawing/2014/main" id="{857482BE-463F-3716-CC59-AB5D850563F2}"/>
                    </a:ext>
                  </a:extLst>
                </p14:cNvPr>
                <p14:cNvContentPartPr/>
                <p14:nvPr/>
              </p14:nvContentPartPr>
              <p14:xfrm>
                <a:off x="4525945" y="415505"/>
                <a:ext cx="397080" cy="289440"/>
              </p14:xfrm>
            </p:contentPart>
          </mc:Choice>
          <mc:Fallback xmlns="">
            <p:pic>
              <p:nvPicPr>
                <p:cNvPr id="11" name="墨迹 10">
                  <a:extLst>
                    <a:ext uri="{FF2B5EF4-FFF2-40B4-BE49-F238E27FC236}">
                      <a16:creationId xmlns:a16="http://schemas.microsoft.com/office/drawing/2014/main" id="{857482BE-463F-3716-CC59-AB5D850563F2}"/>
                    </a:ext>
                  </a:extLst>
                </p:cNvPr>
                <p:cNvPicPr/>
                <p:nvPr/>
              </p:nvPicPr>
              <p:blipFill>
                <a:blip r:embed="rId27"/>
                <a:stretch>
                  <a:fillRect/>
                </a:stretch>
              </p:blipFill>
              <p:spPr>
                <a:xfrm>
                  <a:off x="4507945" y="397505"/>
                  <a:ext cx="432720" cy="32508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12" name="墨迹 11">
                  <a:extLst>
                    <a:ext uri="{FF2B5EF4-FFF2-40B4-BE49-F238E27FC236}">
                      <a16:creationId xmlns:a16="http://schemas.microsoft.com/office/drawing/2014/main" id="{F9E2C2C2-573C-0493-B7B8-8B02769E7CA2}"/>
                    </a:ext>
                  </a:extLst>
                </p14:cNvPr>
                <p14:cNvContentPartPr/>
                <p14:nvPr/>
              </p14:nvContentPartPr>
              <p14:xfrm>
                <a:off x="5734825" y="240185"/>
                <a:ext cx="204480" cy="410040"/>
              </p14:xfrm>
            </p:contentPart>
          </mc:Choice>
          <mc:Fallback xmlns="">
            <p:pic>
              <p:nvPicPr>
                <p:cNvPr id="12" name="墨迹 11">
                  <a:extLst>
                    <a:ext uri="{FF2B5EF4-FFF2-40B4-BE49-F238E27FC236}">
                      <a16:creationId xmlns:a16="http://schemas.microsoft.com/office/drawing/2014/main" id="{F9E2C2C2-573C-0493-B7B8-8B02769E7CA2}"/>
                    </a:ext>
                  </a:extLst>
                </p:cNvPr>
                <p:cNvPicPr/>
                <p:nvPr/>
              </p:nvPicPr>
              <p:blipFill>
                <a:blip r:embed="rId29"/>
                <a:stretch>
                  <a:fillRect/>
                </a:stretch>
              </p:blipFill>
              <p:spPr>
                <a:xfrm>
                  <a:off x="5716825" y="222185"/>
                  <a:ext cx="240120" cy="44568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13" name="墨迹 12">
                  <a:extLst>
                    <a:ext uri="{FF2B5EF4-FFF2-40B4-BE49-F238E27FC236}">
                      <a16:creationId xmlns:a16="http://schemas.microsoft.com/office/drawing/2014/main" id="{71681965-A4CB-8F3F-F870-7160FC79EB3F}"/>
                    </a:ext>
                  </a:extLst>
                </p14:cNvPr>
                <p14:cNvContentPartPr/>
                <p14:nvPr/>
              </p14:nvContentPartPr>
              <p14:xfrm>
                <a:off x="5779465" y="535385"/>
                <a:ext cx="245880" cy="349200"/>
              </p14:xfrm>
            </p:contentPart>
          </mc:Choice>
          <mc:Fallback xmlns="">
            <p:pic>
              <p:nvPicPr>
                <p:cNvPr id="13" name="墨迹 12">
                  <a:extLst>
                    <a:ext uri="{FF2B5EF4-FFF2-40B4-BE49-F238E27FC236}">
                      <a16:creationId xmlns:a16="http://schemas.microsoft.com/office/drawing/2014/main" id="{71681965-A4CB-8F3F-F870-7160FC79EB3F}"/>
                    </a:ext>
                  </a:extLst>
                </p:cNvPr>
                <p:cNvPicPr/>
                <p:nvPr/>
              </p:nvPicPr>
              <p:blipFill>
                <a:blip r:embed="rId31"/>
                <a:stretch>
                  <a:fillRect/>
                </a:stretch>
              </p:blipFill>
              <p:spPr>
                <a:xfrm>
                  <a:off x="5761825" y="517745"/>
                  <a:ext cx="281520" cy="38484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14" name="墨迹 13">
                  <a:extLst>
                    <a:ext uri="{FF2B5EF4-FFF2-40B4-BE49-F238E27FC236}">
                      <a16:creationId xmlns:a16="http://schemas.microsoft.com/office/drawing/2014/main" id="{E6A02D45-6633-3569-BB68-E5A2C204EF11}"/>
                    </a:ext>
                  </a:extLst>
                </p14:cNvPr>
                <p14:cNvContentPartPr/>
                <p14:nvPr/>
              </p14:nvContentPartPr>
              <p14:xfrm>
                <a:off x="6012385" y="330185"/>
                <a:ext cx="180360" cy="351000"/>
              </p14:xfrm>
            </p:contentPart>
          </mc:Choice>
          <mc:Fallback xmlns="">
            <p:pic>
              <p:nvPicPr>
                <p:cNvPr id="14" name="墨迹 13">
                  <a:extLst>
                    <a:ext uri="{FF2B5EF4-FFF2-40B4-BE49-F238E27FC236}">
                      <a16:creationId xmlns:a16="http://schemas.microsoft.com/office/drawing/2014/main" id="{E6A02D45-6633-3569-BB68-E5A2C204EF11}"/>
                    </a:ext>
                  </a:extLst>
                </p:cNvPr>
                <p:cNvPicPr/>
                <p:nvPr/>
              </p:nvPicPr>
              <p:blipFill>
                <a:blip r:embed="rId33"/>
                <a:stretch>
                  <a:fillRect/>
                </a:stretch>
              </p:blipFill>
              <p:spPr>
                <a:xfrm>
                  <a:off x="5994745" y="312185"/>
                  <a:ext cx="216000" cy="38664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15" name="墨迹 14">
                  <a:extLst>
                    <a:ext uri="{FF2B5EF4-FFF2-40B4-BE49-F238E27FC236}">
                      <a16:creationId xmlns:a16="http://schemas.microsoft.com/office/drawing/2014/main" id="{2172E2E2-7A46-B7CD-BABB-54889D7FAEE6}"/>
                    </a:ext>
                  </a:extLst>
                </p14:cNvPr>
                <p14:cNvContentPartPr/>
                <p14:nvPr/>
              </p14:nvContentPartPr>
              <p14:xfrm>
                <a:off x="6049465" y="506585"/>
                <a:ext cx="209880" cy="239040"/>
              </p14:xfrm>
            </p:contentPart>
          </mc:Choice>
          <mc:Fallback xmlns="">
            <p:pic>
              <p:nvPicPr>
                <p:cNvPr id="15" name="墨迹 14">
                  <a:extLst>
                    <a:ext uri="{FF2B5EF4-FFF2-40B4-BE49-F238E27FC236}">
                      <a16:creationId xmlns:a16="http://schemas.microsoft.com/office/drawing/2014/main" id="{2172E2E2-7A46-B7CD-BABB-54889D7FAEE6}"/>
                    </a:ext>
                  </a:extLst>
                </p:cNvPr>
                <p:cNvPicPr/>
                <p:nvPr/>
              </p:nvPicPr>
              <p:blipFill>
                <a:blip r:embed="rId35"/>
                <a:stretch>
                  <a:fillRect/>
                </a:stretch>
              </p:blipFill>
              <p:spPr>
                <a:xfrm>
                  <a:off x="6031825" y="488945"/>
                  <a:ext cx="245520" cy="274680"/>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16" name="墨迹 15">
                  <a:extLst>
                    <a:ext uri="{FF2B5EF4-FFF2-40B4-BE49-F238E27FC236}">
                      <a16:creationId xmlns:a16="http://schemas.microsoft.com/office/drawing/2014/main" id="{E8156B45-2A5A-8D3D-A4C1-477CF1208BDB}"/>
                    </a:ext>
                  </a:extLst>
                </p14:cNvPr>
                <p14:cNvContentPartPr/>
                <p14:nvPr/>
              </p14:nvContentPartPr>
              <p14:xfrm>
                <a:off x="6372745" y="342785"/>
                <a:ext cx="352800" cy="472680"/>
              </p14:xfrm>
            </p:contentPart>
          </mc:Choice>
          <mc:Fallback xmlns="">
            <p:pic>
              <p:nvPicPr>
                <p:cNvPr id="16" name="墨迹 15">
                  <a:extLst>
                    <a:ext uri="{FF2B5EF4-FFF2-40B4-BE49-F238E27FC236}">
                      <a16:creationId xmlns:a16="http://schemas.microsoft.com/office/drawing/2014/main" id="{E8156B45-2A5A-8D3D-A4C1-477CF1208BDB}"/>
                    </a:ext>
                  </a:extLst>
                </p:cNvPr>
                <p:cNvPicPr/>
                <p:nvPr/>
              </p:nvPicPr>
              <p:blipFill>
                <a:blip r:embed="rId37"/>
                <a:stretch>
                  <a:fillRect/>
                </a:stretch>
              </p:blipFill>
              <p:spPr>
                <a:xfrm>
                  <a:off x="6354745" y="325145"/>
                  <a:ext cx="388440" cy="508320"/>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17" name="墨迹 16">
                  <a:extLst>
                    <a:ext uri="{FF2B5EF4-FFF2-40B4-BE49-F238E27FC236}">
                      <a16:creationId xmlns:a16="http://schemas.microsoft.com/office/drawing/2014/main" id="{D7ED16A6-09B9-5B8F-B6E9-9FA64A4E2700}"/>
                    </a:ext>
                  </a:extLst>
                </p14:cNvPr>
                <p14:cNvContentPartPr/>
                <p14:nvPr/>
              </p14:nvContentPartPr>
              <p14:xfrm>
                <a:off x="6492985" y="389585"/>
                <a:ext cx="136440" cy="100080"/>
              </p14:xfrm>
            </p:contentPart>
          </mc:Choice>
          <mc:Fallback xmlns="">
            <p:pic>
              <p:nvPicPr>
                <p:cNvPr id="17" name="墨迹 16">
                  <a:extLst>
                    <a:ext uri="{FF2B5EF4-FFF2-40B4-BE49-F238E27FC236}">
                      <a16:creationId xmlns:a16="http://schemas.microsoft.com/office/drawing/2014/main" id="{D7ED16A6-09B9-5B8F-B6E9-9FA64A4E2700}"/>
                    </a:ext>
                  </a:extLst>
                </p:cNvPr>
                <p:cNvPicPr/>
                <p:nvPr/>
              </p:nvPicPr>
              <p:blipFill>
                <a:blip r:embed="rId39"/>
                <a:stretch>
                  <a:fillRect/>
                </a:stretch>
              </p:blipFill>
              <p:spPr>
                <a:xfrm>
                  <a:off x="6474985" y="371585"/>
                  <a:ext cx="172080" cy="135720"/>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18" name="墨迹 17">
                  <a:extLst>
                    <a:ext uri="{FF2B5EF4-FFF2-40B4-BE49-F238E27FC236}">
                      <a16:creationId xmlns:a16="http://schemas.microsoft.com/office/drawing/2014/main" id="{8434C7D5-0D3C-1C76-B212-17D3D36B8CE6}"/>
                    </a:ext>
                  </a:extLst>
                </p14:cNvPr>
                <p14:cNvContentPartPr/>
                <p14:nvPr/>
              </p14:nvContentPartPr>
              <p14:xfrm>
                <a:off x="6513505" y="396785"/>
                <a:ext cx="62640" cy="121680"/>
              </p14:xfrm>
            </p:contentPart>
          </mc:Choice>
          <mc:Fallback xmlns="">
            <p:pic>
              <p:nvPicPr>
                <p:cNvPr id="18" name="墨迹 17">
                  <a:extLst>
                    <a:ext uri="{FF2B5EF4-FFF2-40B4-BE49-F238E27FC236}">
                      <a16:creationId xmlns:a16="http://schemas.microsoft.com/office/drawing/2014/main" id="{8434C7D5-0D3C-1C76-B212-17D3D36B8CE6}"/>
                    </a:ext>
                  </a:extLst>
                </p:cNvPr>
                <p:cNvPicPr/>
                <p:nvPr/>
              </p:nvPicPr>
              <p:blipFill>
                <a:blip r:embed="rId41"/>
                <a:stretch>
                  <a:fillRect/>
                </a:stretch>
              </p:blipFill>
              <p:spPr>
                <a:xfrm>
                  <a:off x="6495865" y="379145"/>
                  <a:ext cx="98280" cy="157320"/>
                </a:xfrm>
                <a:prstGeom prst="rect">
                  <a:avLst/>
                </a:prstGeom>
              </p:spPr>
            </p:pic>
          </mc:Fallback>
        </mc:AlternateContent>
        <mc:AlternateContent xmlns:mc="http://schemas.openxmlformats.org/markup-compatibility/2006" xmlns:p14="http://schemas.microsoft.com/office/powerpoint/2010/main">
          <mc:Choice Requires="p14">
            <p:contentPart p14:bwMode="auto" r:id="rId42">
              <p14:nvContentPartPr>
                <p14:cNvPr id="19" name="墨迹 18">
                  <a:extLst>
                    <a:ext uri="{FF2B5EF4-FFF2-40B4-BE49-F238E27FC236}">
                      <a16:creationId xmlns:a16="http://schemas.microsoft.com/office/drawing/2014/main" id="{A373D365-DC70-D503-0480-5D6DAB86D731}"/>
                    </a:ext>
                  </a:extLst>
                </p14:cNvPr>
                <p14:cNvContentPartPr/>
                <p14:nvPr/>
              </p14:nvContentPartPr>
              <p14:xfrm>
                <a:off x="6446905" y="531425"/>
                <a:ext cx="188640" cy="178200"/>
              </p14:xfrm>
            </p:contentPart>
          </mc:Choice>
          <mc:Fallback xmlns="">
            <p:pic>
              <p:nvPicPr>
                <p:cNvPr id="19" name="墨迹 18">
                  <a:extLst>
                    <a:ext uri="{FF2B5EF4-FFF2-40B4-BE49-F238E27FC236}">
                      <a16:creationId xmlns:a16="http://schemas.microsoft.com/office/drawing/2014/main" id="{A373D365-DC70-D503-0480-5D6DAB86D731}"/>
                    </a:ext>
                  </a:extLst>
                </p:cNvPr>
                <p:cNvPicPr/>
                <p:nvPr/>
              </p:nvPicPr>
              <p:blipFill>
                <a:blip r:embed="rId43"/>
                <a:stretch>
                  <a:fillRect/>
                </a:stretch>
              </p:blipFill>
              <p:spPr>
                <a:xfrm>
                  <a:off x="6428905" y="513425"/>
                  <a:ext cx="224280" cy="213840"/>
                </a:xfrm>
                <a:prstGeom prst="rect">
                  <a:avLst/>
                </a:prstGeom>
              </p:spPr>
            </p:pic>
          </mc:Fallback>
        </mc:AlternateContent>
        <mc:AlternateContent xmlns:mc="http://schemas.openxmlformats.org/markup-compatibility/2006" xmlns:p14="http://schemas.microsoft.com/office/powerpoint/2010/main">
          <mc:Choice Requires="p14">
            <p:contentPart p14:bwMode="auto" r:id="rId44">
              <p14:nvContentPartPr>
                <p14:cNvPr id="22" name="墨迹 21">
                  <a:extLst>
                    <a:ext uri="{FF2B5EF4-FFF2-40B4-BE49-F238E27FC236}">
                      <a16:creationId xmlns:a16="http://schemas.microsoft.com/office/drawing/2014/main" id="{27B942C7-62DD-367B-0965-4995FDD3E2F2}"/>
                    </a:ext>
                  </a:extLst>
                </p14:cNvPr>
                <p14:cNvContentPartPr/>
                <p14:nvPr/>
              </p14:nvContentPartPr>
              <p14:xfrm>
                <a:off x="5163145" y="489305"/>
                <a:ext cx="101880" cy="180720"/>
              </p14:xfrm>
            </p:contentPart>
          </mc:Choice>
          <mc:Fallback xmlns="">
            <p:pic>
              <p:nvPicPr>
                <p:cNvPr id="22" name="墨迹 21">
                  <a:extLst>
                    <a:ext uri="{FF2B5EF4-FFF2-40B4-BE49-F238E27FC236}">
                      <a16:creationId xmlns:a16="http://schemas.microsoft.com/office/drawing/2014/main" id="{27B942C7-62DD-367B-0965-4995FDD3E2F2}"/>
                    </a:ext>
                  </a:extLst>
                </p:cNvPr>
                <p:cNvPicPr/>
                <p:nvPr/>
              </p:nvPicPr>
              <p:blipFill>
                <a:blip r:embed="rId45"/>
                <a:stretch>
                  <a:fillRect/>
                </a:stretch>
              </p:blipFill>
              <p:spPr>
                <a:xfrm>
                  <a:off x="5145145" y="471665"/>
                  <a:ext cx="137520" cy="216360"/>
                </a:xfrm>
                <a:prstGeom prst="rect">
                  <a:avLst/>
                </a:prstGeom>
              </p:spPr>
            </p:pic>
          </mc:Fallback>
        </mc:AlternateContent>
        <mc:AlternateContent xmlns:mc="http://schemas.openxmlformats.org/markup-compatibility/2006" xmlns:p14="http://schemas.microsoft.com/office/powerpoint/2010/main">
          <mc:Choice Requires="p14">
            <p:contentPart p14:bwMode="auto" r:id="rId46">
              <p14:nvContentPartPr>
                <p14:cNvPr id="23" name="墨迹 22">
                  <a:extLst>
                    <a:ext uri="{FF2B5EF4-FFF2-40B4-BE49-F238E27FC236}">
                      <a16:creationId xmlns:a16="http://schemas.microsoft.com/office/drawing/2014/main" id="{E69EBC6D-649A-8F97-0132-877CAC94B8DA}"/>
                    </a:ext>
                  </a:extLst>
                </p14:cNvPr>
                <p14:cNvContentPartPr/>
                <p14:nvPr/>
              </p14:nvContentPartPr>
              <p14:xfrm>
                <a:off x="5227585" y="575345"/>
                <a:ext cx="196200" cy="37080"/>
              </p14:xfrm>
            </p:contentPart>
          </mc:Choice>
          <mc:Fallback xmlns="">
            <p:pic>
              <p:nvPicPr>
                <p:cNvPr id="23" name="墨迹 22">
                  <a:extLst>
                    <a:ext uri="{FF2B5EF4-FFF2-40B4-BE49-F238E27FC236}">
                      <a16:creationId xmlns:a16="http://schemas.microsoft.com/office/drawing/2014/main" id="{E69EBC6D-649A-8F97-0132-877CAC94B8DA}"/>
                    </a:ext>
                  </a:extLst>
                </p:cNvPr>
                <p:cNvPicPr/>
                <p:nvPr/>
              </p:nvPicPr>
              <p:blipFill>
                <a:blip r:embed="rId47"/>
                <a:stretch>
                  <a:fillRect/>
                </a:stretch>
              </p:blipFill>
              <p:spPr>
                <a:xfrm>
                  <a:off x="5209585" y="557705"/>
                  <a:ext cx="231840" cy="72720"/>
                </a:xfrm>
                <a:prstGeom prst="rect">
                  <a:avLst/>
                </a:prstGeom>
              </p:spPr>
            </p:pic>
          </mc:Fallback>
        </mc:AlternateContent>
        <mc:AlternateContent xmlns:mc="http://schemas.openxmlformats.org/markup-compatibility/2006" xmlns:p14="http://schemas.microsoft.com/office/powerpoint/2010/main">
          <mc:Choice Requires="p14">
            <p:contentPart p14:bwMode="auto" r:id="rId48">
              <p14:nvContentPartPr>
                <p14:cNvPr id="24" name="墨迹 23">
                  <a:extLst>
                    <a:ext uri="{FF2B5EF4-FFF2-40B4-BE49-F238E27FC236}">
                      <a16:creationId xmlns:a16="http://schemas.microsoft.com/office/drawing/2014/main" id="{FC810778-296B-38A5-ED5F-00073F4DCC6D}"/>
                    </a:ext>
                  </a:extLst>
                </p14:cNvPr>
                <p14:cNvContentPartPr/>
                <p14:nvPr/>
              </p14:nvContentPartPr>
              <p14:xfrm>
                <a:off x="5421625" y="498305"/>
                <a:ext cx="90360" cy="167760"/>
              </p14:xfrm>
            </p:contentPart>
          </mc:Choice>
          <mc:Fallback xmlns="">
            <p:pic>
              <p:nvPicPr>
                <p:cNvPr id="24" name="墨迹 23">
                  <a:extLst>
                    <a:ext uri="{FF2B5EF4-FFF2-40B4-BE49-F238E27FC236}">
                      <a16:creationId xmlns:a16="http://schemas.microsoft.com/office/drawing/2014/main" id="{FC810778-296B-38A5-ED5F-00073F4DCC6D}"/>
                    </a:ext>
                  </a:extLst>
                </p:cNvPr>
                <p:cNvPicPr/>
                <p:nvPr/>
              </p:nvPicPr>
              <p:blipFill>
                <a:blip r:embed="rId49"/>
                <a:stretch>
                  <a:fillRect/>
                </a:stretch>
              </p:blipFill>
              <p:spPr>
                <a:xfrm>
                  <a:off x="5403625" y="480665"/>
                  <a:ext cx="126000" cy="203400"/>
                </a:xfrm>
                <a:prstGeom prst="rect">
                  <a:avLst/>
                </a:prstGeom>
              </p:spPr>
            </p:pic>
          </mc:Fallback>
        </mc:AlternateContent>
      </p:grpSp>
      <p:grpSp>
        <p:nvGrpSpPr>
          <p:cNvPr id="28" name="组合 27">
            <a:extLst>
              <a:ext uri="{FF2B5EF4-FFF2-40B4-BE49-F238E27FC236}">
                <a16:creationId xmlns:a16="http://schemas.microsoft.com/office/drawing/2014/main" id="{9DB8E32F-2EBD-D78A-0B9E-B5B71DC002D2}"/>
              </a:ext>
            </a:extLst>
          </p:cNvPr>
          <p:cNvGrpSpPr/>
          <p:nvPr/>
        </p:nvGrpSpPr>
        <p:grpSpPr>
          <a:xfrm>
            <a:off x="3546745" y="6613265"/>
            <a:ext cx="213120" cy="198000"/>
            <a:chOff x="3546745" y="6613265"/>
            <a:chExt cx="213120" cy="198000"/>
          </a:xfrm>
        </p:grpSpPr>
        <mc:AlternateContent xmlns:mc="http://schemas.openxmlformats.org/markup-compatibility/2006" xmlns:p14="http://schemas.microsoft.com/office/powerpoint/2010/main">
          <mc:Choice Requires="p14">
            <p:contentPart p14:bwMode="auto" r:id="rId50">
              <p14:nvContentPartPr>
                <p14:cNvPr id="26" name="墨迹 25">
                  <a:extLst>
                    <a:ext uri="{FF2B5EF4-FFF2-40B4-BE49-F238E27FC236}">
                      <a16:creationId xmlns:a16="http://schemas.microsoft.com/office/drawing/2014/main" id="{27747880-9BCC-0259-DD5A-E574D36019B4}"/>
                    </a:ext>
                  </a:extLst>
                </p14:cNvPr>
                <p14:cNvContentPartPr/>
                <p14:nvPr/>
              </p14:nvContentPartPr>
              <p14:xfrm>
                <a:off x="3546745" y="6613265"/>
                <a:ext cx="70560" cy="161280"/>
              </p14:xfrm>
            </p:contentPart>
          </mc:Choice>
          <mc:Fallback xmlns="">
            <p:pic>
              <p:nvPicPr>
                <p:cNvPr id="26" name="墨迹 25">
                  <a:extLst>
                    <a:ext uri="{FF2B5EF4-FFF2-40B4-BE49-F238E27FC236}">
                      <a16:creationId xmlns:a16="http://schemas.microsoft.com/office/drawing/2014/main" id="{27747880-9BCC-0259-DD5A-E574D36019B4}"/>
                    </a:ext>
                  </a:extLst>
                </p:cNvPr>
                <p:cNvPicPr/>
                <p:nvPr/>
              </p:nvPicPr>
              <p:blipFill>
                <a:blip r:embed="rId51"/>
                <a:stretch>
                  <a:fillRect/>
                </a:stretch>
              </p:blipFill>
              <p:spPr>
                <a:xfrm>
                  <a:off x="3528745" y="6595265"/>
                  <a:ext cx="106200" cy="196920"/>
                </a:xfrm>
                <a:prstGeom prst="rect">
                  <a:avLst/>
                </a:prstGeom>
              </p:spPr>
            </p:pic>
          </mc:Fallback>
        </mc:AlternateContent>
        <mc:AlternateContent xmlns:mc="http://schemas.openxmlformats.org/markup-compatibility/2006" xmlns:p14="http://schemas.microsoft.com/office/powerpoint/2010/main">
          <mc:Choice Requires="p14">
            <p:contentPart p14:bwMode="auto" r:id="rId52">
              <p14:nvContentPartPr>
                <p14:cNvPr id="27" name="墨迹 26">
                  <a:extLst>
                    <a:ext uri="{FF2B5EF4-FFF2-40B4-BE49-F238E27FC236}">
                      <a16:creationId xmlns:a16="http://schemas.microsoft.com/office/drawing/2014/main" id="{DD816BF9-7C44-81CC-B2A8-E002989E8831}"/>
                    </a:ext>
                  </a:extLst>
                </p14:cNvPr>
                <p14:cNvContentPartPr/>
                <p14:nvPr/>
              </p14:nvContentPartPr>
              <p14:xfrm>
                <a:off x="3611185" y="6641705"/>
                <a:ext cx="148680" cy="169560"/>
              </p14:xfrm>
            </p:contentPart>
          </mc:Choice>
          <mc:Fallback xmlns="">
            <p:pic>
              <p:nvPicPr>
                <p:cNvPr id="27" name="墨迹 26">
                  <a:extLst>
                    <a:ext uri="{FF2B5EF4-FFF2-40B4-BE49-F238E27FC236}">
                      <a16:creationId xmlns:a16="http://schemas.microsoft.com/office/drawing/2014/main" id="{DD816BF9-7C44-81CC-B2A8-E002989E8831}"/>
                    </a:ext>
                  </a:extLst>
                </p:cNvPr>
                <p:cNvPicPr/>
                <p:nvPr/>
              </p:nvPicPr>
              <p:blipFill>
                <a:blip r:embed="rId53"/>
                <a:stretch>
                  <a:fillRect/>
                </a:stretch>
              </p:blipFill>
              <p:spPr>
                <a:xfrm>
                  <a:off x="3593185" y="6624065"/>
                  <a:ext cx="184320" cy="205200"/>
                </a:xfrm>
                <a:prstGeom prst="rect">
                  <a:avLst/>
                </a:prstGeom>
              </p:spPr>
            </p:pic>
          </mc:Fallback>
        </mc:AlternateContent>
      </p:grpSp>
      <p:grpSp>
        <p:nvGrpSpPr>
          <p:cNvPr id="32" name="组合 31">
            <a:extLst>
              <a:ext uri="{FF2B5EF4-FFF2-40B4-BE49-F238E27FC236}">
                <a16:creationId xmlns:a16="http://schemas.microsoft.com/office/drawing/2014/main" id="{6AAE3791-14A3-F16A-2BFF-E02A367637B1}"/>
              </a:ext>
            </a:extLst>
          </p:cNvPr>
          <p:cNvGrpSpPr/>
          <p:nvPr/>
        </p:nvGrpSpPr>
        <p:grpSpPr>
          <a:xfrm>
            <a:off x="1708705" y="2687105"/>
            <a:ext cx="6051960" cy="601920"/>
            <a:chOff x="1708705" y="2687105"/>
            <a:chExt cx="6051960" cy="601920"/>
          </a:xfrm>
        </p:grpSpPr>
        <mc:AlternateContent xmlns:mc="http://schemas.openxmlformats.org/markup-compatibility/2006" xmlns:p14="http://schemas.microsoft.com/office/powerpoint/2010/main">
          <mc:Choice Requires="p14">
            <p:contentPart p14:bwMode="auto" r:id="rId54">
              <p14:nvContentPartPr>
                <p14:cNvPr id="20" name="墨迹 19">
                  <a:extLst>
                    <a:ext uri="{FF2B5EF4-FFF2-40B4-BE49-F238E27FC236}">
                      <a16:creationId xmlns:a16="http://schemas.microsoft.com/office/drawing/2014/main" id="{594DDA2E-F34B-70C5-60F3-42454C85AB2A}"/>
                    </a:ext>
                  </a:extLst>
                </p14:cNvPr>
                <p14:cNvContentPartPr/>
                <p14:nvPr/>
              </p14:nvContentPartPr>
              <p14:xfrm>
                <a:off x="1708705" y="3056465"/>
                <a:ext cx="1350720" cy="28800"/>
              </p14:xfrm>
            </p:contentPart>
          </mc:Choice>
          <mc:Fallback xmlns="">
            <p:pic>
              <p:nvPicPr>
                <p:cNvPr id="20" name="墨迹 19">
                  <a:extLst>
                    <a:ext uri="{FF2B5EF4-FFF2-40B4-BE49-F238E27FC236}">
                      <a16:creationId xmlns:a16="http://schemas.microsoft.com/office/drawing/2014/main" id="{594DDA2E-F34B-70C5-60F3-42454C85AB2A}"/>
                    </a:ext>
                  </a:extLst>
                </p:cNvPr>
                <p:cNvPicPr/>
                <p:nvPr/>
              </p:nvPicPr>
              <p:blipFill>
                <a:blip r:embed="rId55"/>
                <a:stretch>
                  <a:fillRect/>
                </a:stretch>
              </p:blipFill>
              <p:spPr>
                <a:xfrm>
                  <a:off x="1690705" y="3038825"/>
                  <a:ext cx="1386360" cy="64440"/>
                </a:xfrm>
                <a:prstGeom prst="rect">
                  <a:avLst/>
                </a:prstGeom>
              </p:spPr>
            </p:pic>
          </mc:Fallback>
        </mc:AlternateContent>
        <mc:AlternateContent xmlns:mc="http://schemas.openxmlformats.org/markup-compatibility/2006" xmlns:p14="http://schemas.microsoft.com/office/powerpoint/2010/main">
          <mc:Choice Requires="p14">
            <p:contentPart p14:bwMode="auto" r:id="rId56">
              <p14:nvContentPartPr>
                <p14:cNvPr id="21" name="墨迹 20">
                  <a:extLst>
                    <a:ext uri="{FF2B5EF4-FFF2-40B4-BE49-F238E27FC236}">
                      <a16:creationId xmlns:a16="http://schemas.microsoft.com/office/drawing/2014/main" id="{B8F888D6-925B-AF20-6BCF-328F7C9D0319}"/>
                    </a:ext>
                  </a:extLst>
                </p14:cNvPr>
                <p14:cNvContentPartPr/>
                <p14:nvPr/>
              </p14:nvContentPartPr>
              <p14:xfrm>
                <a:off x="3943945" y="3078785"/>
                <a:ext cx="854280" cy="15480"/>
              </p14:xfrm>
            </p:contentPart>
          </mc:Choice>
          <mc:Fallback xmlns="">
            <p:pic>
              <p:nvPicPr>
                <p:cNvPr id="21" name="墨迹 20">
                  <a:extLst>
                    <a:ext uri="{FF2B5EF4-FFF2-40B4-BE49-F238E27FC236}">
                      <a16:creationId xmlns:a16="http://schemas.microsoft.com/office/drawing/2014/main" id="{B8F888D6-925B-AF20-6BCF-328F7C9D0319}"/>
                    </a:ext>
                  </a:extLst>
                </p:cNvPr>
                <p:cNvPicPr/>
                <p:nvPr/>
              </p:nvPicPr>
              <p:blipFill>
                <a:blip r:embed="rId57"/>
                <a:stretch>
                  <a:fillRect/>
                </a:stretch>
              </p:blipFill>
              <p:spPr>
                <a:xfrm>
                  <a:off x="3925945" y="3061145"/>
                  <a:ext cx="889920" cy="51120"/>
                </a:xfrm>
                <a:prstGeom prst="rect">
                  <a:avLst/>
                </a:prstGeom>
              </p:spPr>
            </p:pic>
          </mc:Fallback>
        </mc:AlternateContent>
        <mc:AlternateContent xmlns:mc="http://schemas.openxmlformats.org/markup-compatibility/2006" xmlns:p14="http://schemas.microsoft.com/office/powerpoint/2010/main">
          <mc:Choice Requires="p14">
            <p:contentPart p14:bwMode="auto" r:id="rId58">
              <p14:nvContentPartPr>
                <p14:cNvPr id="30" name="墨迹 29">
                  <a:extLst>
                    <a:ext uri="{FF2B5EF4-FFF2-40B4-BE49-F238E27FC236}">
                      <a16:creationId xmlns:a16="http://schemas.microsoft.com/office/drawing/2014/main" id="{72AACF6F-4726-B734-3D92-1A972F62BCC4}"/>
                    </a:ext>
                  </a:extLst>
                </p14:cNvPr>
                <p14:cNvContentPartPr/>
                <p14:nvPr/>
              </p14:nvContentPartPr>
              <p14:xfrm>
                <a:off x="5228785" y="2687105"/>
                <a:ext cx="2531880" cy="390240"/>
              </p14:xfrm>
            </p:contentPart>
          </mc:Choice>
          <mc:Fallback xmlns="">
            <p:pic>
              <p:nvPicPr>
                <p:cNvPr id="30" name="墨迹 29">
                  <a:extLst>
                    <a:ext uri="{FF2B5EF4-FFF2-40B4-BE49-F238E27FC236}">
                      <a16:creationId xmlns:a16="http://schemas.microsoft.com/office/drawing/2014/main" id="{72AACF6F-4726-B734-3D92-1A972F62BCC4}"/>
                    </a:ext>
                  </a:extLst>
                </p:cNvPr>
                <p:cNvPicPr/>
                <p:nvPr/>
              </p:nvPicPr>
              <p:blipFill>
                <a:blip r:embed="rId59"/>
                <a:stretch>
                  <a:fillRect/>
                </a:stretch>
              </p:blipFill>
              <p:spPr>
                <a:xfrm>
                  <a:off x="5210785" y="2669465"/>
                  <a:ext cx="2567520" cy="425880"/>
                </a:xfrm>
                <a:prstGeom prst="rect">
                  <a:avLst/>
                </a:prstGeom>
              </p:spPr>
            </p:pic>
          </mc:Fallback>
        </mc:AlternateContent>
        <mc:AlternateContent xmlns:mc="http://schemas.openxmlformats.org/markup-compatibility/2006" xmlns:p14="http://schemas.microsoft.com/office/powerpoint/2010/main">
          <mc:Choice Requires="p14">
            <p:contentPart p14:bwMode="auto" r:id="rId60">
              <p14:nvContentPartPr>
                <p14:cNvPr id="31" name="墨迹 30">
                  <a:extLst>
                    <a:ext uri="{FF2B5EF4-FFF2-40B4-BE49-F238E27FC236}">
                      <a16:creationId xmlns:a16="http://schemas.microsoft.com/office/drawing/2014/main" id="{C6B4B4F1-6283-AECB-D092-F21D8972E47B}"/>
                    </a:ext>
                  </a:extLst>
                </p14:cNvPr>
                <p14:cNvContentPartPr/>
                <p14:nvPr/>
              </p14:nvContentPartPr>
              <p14:xfrm>
                <a:off x="6442705" y="3121265"/>
                <a:ext cx="191160" cy="167760"/>
              </p14:xfrm>
            </p:contentPart>
          </mc:Choice>
          <mc:Fallback xmlns="">
            <p:pic>
              <p:nvPicPr>
                <p:cNvPr id="31" name="墨迹 30">
                  <a:extLst>
                    <a:ext uri="{FF2B5EF4-FFF2-40B4-BE49-F238E27FC236}">
                      <a16:creationId xmlns:a16="http://schemas.microsoft.com/office/drawing/2014/main" id="{C6B4B4F1-6283-AECB-D092-F21D8972E47B}"/>
                    </a:ext>
                  </a:extLst>
                </p:cNvPr>
                <p:cNvPicPr/>
                <p:nvPr/>
              </p:nvPicPr>
              <p:blipFill>
                <a:blip r:embed="rId61"/>
                <a:stretch>
                  <a:fillRect/>
                </a:stretch>
              </p:blipFill>
              <p:spPr>
                <a:xfrm>
                  <a:off x="6425065" y="3103265"/>
                  <a:ext cx="226800" cy="203400"/>
                </a:xfrm>
                <a:prstGeom prst="rect">
                  <a:avLst/>
                </a:prstGeom>
              </p:spPr>
            </p:pic>
          </mc:Fallback>
        </mc:AlternateContent>
      </p:grpSp>
      <p:grpSp>
        <p:nvGrpSpPr>
          <p:cNvPr id="35" name="组合 34">
            <a:extLst>
              <a:ext uri="{FF2B5EF4-FFF2-40B4-BE49-F238E27FC236}">
                <a16:creationId xmlns:a16="http://schemas.microsoft.com/office/drawing/2014/main" id="{0127B088-6C17-F6A7-92DB-CA1BFE96EBBE}"/>
              </a:ext>
            </a:extLst>
          </p:cNvPr>
          <p:cNvGrpSpPr/>
          <p:nvPr/>
        </p:nvGrpSpPr>
        <p:grpSpPr>
          <a:xfrm>
            <a:off x="6114025" y="5791025"/>
            <a:ext cx="346320" cy="178560"/>
            <a:chOff x="6114025" y="5791025"/>
            <a:chExt cx="346320" cy="178560"/>
          </a:xfrm>
        </p:grpSpPr>
        <mc:AlternateContent xmlns:mc="http://schemas.openxmlformats.org/markup-compatibility/2006" xmlns:p14="http://schemas.microsoft.com/office/powerpoint/2010/main">
          <mc:Choice Requires="p14">
            <p:contentPart p14:bwMode="auto" r:id="rId62">
              <p14:nvContentPartPr>
                <p14:cNvPr id="33" name="墨迹 32">
                  <a:extLst>
                    <a:ext uri="{FF2B5EF4-FFF2-40B4-BE49-F238E27FC236}">
                      <a16:creationId xmlns:a16="http://schemas.microsoft.com/office/drawing/2014/main" id="{20B7BEAE-A586-4ABD-465E-8A3A634BF4F7}"/>
                    </a:ext>
                  </a:extLst>
                </p14:cNvPr>
                <p14:cNvContentPartPr/>
                <p14:nvPr/>
              </p14:nvContentPartPr>
              <p14:xfrm>
                <a:off x="6114025" y="5791025"/>
                <a:ext cx="346320" cy="360"/>
              </p14:xfrm>
            </p:contentPart>
          </mc:Choice>
          <mc:Fallback xmlns="">
            <p:pic>
              <p:nvPicPr>
                <p:cNvPr id="33" name="墨迹 32">
                  <a:extLst>
                    <a:ext uri="{FF2B5EF4-FFF2-40B4-BE49-F238E27FC236}">
                      <a16:creationId xmlns:a16="http://schemas.microsoft.com/office/drawing/2014/main" id="{20B7BEAE-A586-4ABD-465E-8A3A634BF4F7}"/>
                    </a:ext>
                  </a:extLst>
                </p:cNvPr>
                <p:cNvPicPr/>
                <p:nvPr/>
              </p:nvPicPr>
              <p:blipFill>
                <a:blip r:embed="rId63"/>
                <a:stretch>
                  <a:fillRect/>
                </a:stretch>
              </p:blipFill>
              <p:spPr>
                <a:xfrm>
                  <a:off x="6096385" y="5773385"/>
                  <a:ext cx="381960" cy="36000"/>
                </a:xfrm>
                <a:prstGeom prst="rect">
                  <a:avLst/>
                </a:prstGeom>
              </p:spPr>
            </p:pic>
          </mc:Fallback>
        </mc:AlternateContent>
        <mc:AlternateContent xmlns:mc="http://schemas.openxmlformats.org/markup-compatibility/2006" xmlns:p14="http://schemas.microsoft.com/office/powerpoint/2010/main">
          <mc:Choice Requires="p14">
            <p:contentPart p14:bwMode="auto" r:id="rId64">
              <p14:nvContentPartPr>
                <p14:cNvPr id="34" name="墨迹 33">
                  <a:extLst>
                    <a:ext uri="{FF2B5EF4-FFF2-40B4-BE49-F238E27FC236}">
                      <a16:creationId xmlns:a16="http://schemas.microsoft.com/office/drawing/2014/main" id="{F7CEB62C-E225-C675-60E0-F93529A60DD2}"/>
                    </a:ext>
                  </a:extLst>
                </p14:cNvPr>
                <p14:cNvContentPartPr/>
                <p14:nvPr/>
              </p14:nvContentPartPr>
              <p14:xfrm>
                <a:off x="6164785" y="5874185"/>
                <a:ext cx="162000" cy="95400"/>
              </p14:xfrm>
            </p:contentPart>
          </mc:Choice>
          <mc:Fallback xmlns="">
            <p:pic>
              <p:nvPicPr>
                <p:cNvPr id="34" name="墨迹 33">
                  <a:extLst>
                    <a:ext uri="{FF2B5EF4-FFF2-40B4-BE49-F238E27FC236}">
                      <a16:creationId xmlns:a16="http://schemas.microsoft.com/office/drawing/2014/main" id="{F7CEB62C-E225-C675-60E0-F93529A60DD2}"/>
                    </a:ext>
                  </a:extLst>
                </p:cNvPr>
                <p:cNvPicPr/>
                <p:nvPr/>
              </p:nvPicPr>
              <p:blipFill>
                <a:blip r:embed="rId65"/>
                <a:stretch>
                  <a:fillRect/>
                </a:stretch>
              </p:blipFill>
              <p:spPr>
                <a:xfrm>
                  <a:off x="6146785" y="5856185"/>
                  <a:ext cx="197640" cy="131040"/>
                </a:xfrm>
                <a:prstGeom prst="rect">
                  <a:avLst/>
                </a:prstGeom>
              </p:spPr>
            </p:pic>
          </mc:Fallback>
        </mc:AlternateContent>
      </p:grpSp>
    </p:spTree>
  </p:cSld>
  <p:clrMapOvr>
    <a:masterClrMapping/>
  </p:clrMapOvr>
  <p:transition/>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53" name="文本框 47113"/>
          <p:cNvSpPr txBox="1"/>
          <p:nvPr/>
        </p:nvSpPr>
        <p:spPr>
          <a:xfrm>
            <a:off x="635000" y="422275"/>
            <a:ext cx="7781925" cy="4708525"/>
          </a:xfrm>
          <a:prstGeom prst="rect">
            <a:avLst/>
          </a:prstGeom>
          <a:noFill/>
          <a:ln w="9525">
            <a:noFill/>
          </a:ln>
        </p:spPr>
        <p:txBody>
          <a:bodyPr wrap="square" anchor="t">
            <a:spAutoFit/>
          </a:bodyPr>
          <a:lstStyle/>
          <a:p>
            <a:pPr>
              <a:lnSpc>
                <a:spcPct val="150000"/>
              </a:lnSpc>
            </a:pPr>
            <a:r>
              <a:rPr lang="zh-CN" altLang="en-US" sz="3200" b="1" noProof="1">
                <a:latin typeface="Times New Roman" panose="02020603050405020304" pitchFamily="2" charset="0"/>
                <a:ea typeface="宋体" panose="02010600030101010101" pitchFamily="2" charset="-122"/>
                <a:cs typeface="+mn-cs"/>
                <a:sym typeface="+mn-ea"/>
              </a:rPr>
              <a:t>比较ZT和DTFT的定义</a:t>
            </a:r>
            <a:endParaRPr lang="zh-CN" altLang="en-US" sz="2400" noProof="1">
              <a:sym typeface="+mn-ea"/>
            </a:endParaRPr>
          </a:p>
          <a:p>
            <a:pPr>
              <a:lnSpc>
                <a:spcPct val="150000"/>
              </a:lnSpc>
            </a:pPr>
            <a:endParaRPr lang="zh-CN" altLang="en-US" sz="2400" noProof="1">
              <a:sym typeface="+mn-ea"/>
            </a:endParaRPr>
          </a:p>
          <a:p>
            <a:pPr>
              <a:lnSpc>
                <a:spcPct val="150000"/>
              </a:lnSpc>
            </a:pPr>
            <a:endParaRPr lang="zh-CN" altLang="en-US" sz="2400" noProof="1">
              <a:latin typeface="Times New Roman" panose="02020603050405020304" pitchFamily="2" charset="0"/>
              <a:sym typeface="+mn-ea"/>
            </a:endParaRPr>
          </a:p>
          <a:p>
            <a:pPr>
              <a:lnSpc>
                <a:spcPct val="150000"/>
              </a:lnSpc>
            </a:pPr>
            <a:endParaRPr lang="zh-CN" altLang="en-US" sz="2400" noProof="1">
              <a:latin typeface="Times New Roman" panose="02020603050405020304" pitchFamily="2" charset="0"/>
              <a:sym typeface="+mn-ea"/>
            </a:endParaRPr>
          </a:p>
          <a:p>
            <a:pPr>
              <a:lnSpc>
                <a:spcPct val="150000"/>
              </a:lnSpc>
            </a:pPr>
            <a:endParaRPr lang="zh-CN" altLang="en-US" sz="2400" noProof="1">
              <a:latin typeface="Times New Roman" panose="02020603050405020304" pitchFamily="2" charset="0"/>
              <a:sym typeface="+mn-ea"/>
            </a:endParaRPr>
          </a:p>
          <a:p>
            <a:pPr marL="342900" indent="-342900">
              <a:lnSpc>
                <a:spcPct val="150000"/>
              </a:lnSpc>
              <a:buFont typeface="Wingdings" panose="05000000000000000000" charset="0"/>
              <a:buChar char=""/>
            </a:pPr>
            <a:r>
              <a:rPr lang="zh-CN" altLang="en-US" sz="2400" noProof="1">
                <a:latin typeface="Times New Roman" panose="02020603050405020304" pitchFamily="2" charset="0"/>
                <a:ea typeface="宋体" panose="02010600030101010101" pitchFamily="2" charset="-122"/>
                <a:cs typeface="+mn-cs"/>
              </a:rPr>
              <a:t>DTFT是Z变换的特例，也就是说序列傅里叶变换是</a:t>
            </a:r>
            <a:r>
              <a:rPr lang="zh-CN" altLang="en-US" sz="2400" noProof="1">
                <a:latin typeface="Times New Roman" panose="02020603050405020304" pitchFamily="2" charset="0"/>
                <a:ea typeface="宋体" panose="02010600030101010101" pitchFamily="2" charset="-122"/>
                <a:cs typeface="+mn-cs"/>
                <a:sym typeface="+mn-ea"/>
              </a:rPr>
              <a:t>是序列的z变换在单位圆上的值。</a:t>
            </a:r>
            <a:endParaRPr lang="en-US" altLang="zh-CN" sz="2400" noProof="1">
              <a:sym typeface="+mn-ea"/>
            </a:endParaRPr>
          </a:p>
          <a:p>
            <a:pPr marL="342900" indent="-342900">
              <a:lnSpc>
                <a:spcPct val="150000"/>
              </a:lnSpc>
              <a:buFont typeface="Wingdings" panose="05000000000000000000" charset="0"/>
              <a:buChar char=""/>
            </a:pPr>
            <a:r>
              <a:rPr lang="zh-CN" altLang="en-US" sz="2400" noProof="1">
                <a:latin typeface="Times New Roman" panose="02020603050405020304" pitchFamily="2" charset="0"/>
                <a:ea typeface="宋体" panose="02010600030101010101" pitchFamily="2" charset="-122"/>
                <a:cs typeface="+mn-cs"/>
                <a:sym typeface="+mn-ea"/>
              </a:rPr>
              <a:t>利用ZT和DTFT的关系可以由ZT计算DTFT。</a:t>
            </a:r>
            <a:endParaRPr lang="zh-CN" altLang="en-US" sz="2400" noProof="1">
              <a:latin typeface="Times New Roman" panose="02020603050405020304" pitchFamily="2" charset="0"/>
            </a:endParaRPr>
          </a:p>
        </p:txBody>
      </p:sp>
      <p:graphicFrame>
        <p:nvGraphicFramePr>
          <p:cNvPr id="121858" name="对象 58370"/>
          <p:cNvGraphicFramePr>
            <a:graphicFrameLocks noChangeAspect="1"/>
          </p:cNvGraphicFramePr>
          <p:nvPr/>
        </p:nvGraphicFramePr>
        <p:xfrm>
          <a:off x="1041400" y="1281113"/>
          <a:ext cx="7375525" cy="2112962"/>
        </p:xfrm>
        <a:graphic>
          <a:graphicData uri="http://schemas.openxmlformats.org/presentationml/2006/ole">
            <mc:AlternateContent xmlns:mc="http://schemas.openxmlformats.org/markup-compatibility/2006">
              <mc:Choice xmlns:v="urn:schemas-microsoft-com:vml" Requires="v">
                <p:oleObj r:id="rId2" imgW="3009900" imgH="862965" progId="Equation.3">
                  <p:embed/>
                </p:oleObj>
              </mc:Choice>
              <mc:Fallback>
                <p:oleObj r:id="rId2" imgW="3009900" imgH="862965" progId="Equation.3">
                  <p:embed/>
                  <p:pic>
                    <p:nvPicPr>
                      <p:cNvPr id="0" name="图片 3529"/>
                      <p:cNvPicPr/>
                      <p:nvPr/>
                    </p:nvPicPr>
                    <p:blipFill>
                      <a:blip r:embed="rId3"/>
                      <a:stretch>
                        <a:fillRect/>
                      </a:stretch>
                    </p:blipFill>
                    <p:spPr>
                      <a:xfrm>
                        <a:off x="1041400" y="1281113"/>
                        <a:ext cx="7375525" cy="2112962"/>
                      </a:xfrm>
                      <a:prstGeom prst="rect">
                        <a:avLst/>
                      </a:prstGeom>
                      <a:noFill/>
                      <a:ln w="38100">
                        <a:noFill/>
                        <a:miter/>
                      </a:ln>
                    </p:spPr>
                  </p:pic>
                </p:oleObj>
              </mc:Fallback>
            </mc:AlternateContent>
          </a:graphicData>
        </a:graphic>
      </p:graphicFrame>
      <p:grpSp>
        <p:nvGrpSpPr>
          <p:cNvPr id="5" name="组合 4">
            <a:extLst>
              <a:ext uri="{FF2B5EF4-FFF2-40B4-BE49-F238E27FC236}">
                <a16:creationId xmlns:a16="http://schemas.microsoft.com/office/drawing/2014/main" id="{5CB9D595-8D7C-D6D8-8DAD-7A37CD52285B}"/>
              </a:ext>
            </a:extLst>
          </p:cNvPr>
          <p:cNvGrpSpPr/>
          <p:nvPr/>
        </p:nvGrpSpPr>
        <p:grpSpPr>
          <a:xfrm>
            <a:off x="3380425" y="2151785"/>
            <a:ext cx="572400" cy="131400"/>
            <a:chOff x="3380425" y="2151785"/>
            <a:chExt cx="572400" cy="131400"/>
          </a:xfrm>
        </p:grpSpPr>
        <mc:AlternateContent xmlns:mc="http://schemas.openxmlformats.org/markup-compatibility/2006" xmlns:p14="http://schemas.microsoft.com/office/powerpoint/2010/main">
          <mc:Choice Requires="p14">
            <p:contentPart p14:bwMode="auto" r:id="rId4">
              <p14:nvContentPartPr>
                <p14:cNvPr id="3" name="墨迹 2">
                  <a:extLst>
                    <a:ext uri="{FF2B5EF4-FFF2-40B4-BE49-F238E27FC236}">
                      <a16:creationId xmlns:a16="http://schemas.microsoft.com/office/drawing/2014/main" id="{94BCAF27-645A-554B-0F0B-6A71C0E1B517}"/>
                    </a:ext>
                  </a:extLst>
                </p14:cNvPr>
                <p14:cNvContentPartPr/>
                <p14:nvPr/>
              </p14:nvContentPartPr>
              <p14:xfrm>
                <a:off x="3380425" y="2151785"/>
                <a:ext cx="572400" cy="360"/>
              </p14:xfrm>
            </p:contentPart>
          </mc:Choice>
          <mc:Fallback xmlns="">
            <p:pic>
              <p:nvPicPr>
                <p:cNvPr id="3" name="墨迹 2">
                  <a:extLst>
                    <a:ext uri="{FF2B5EF4-FFF2-40B4-BE49-F238E27FC236}">
                      <a16:creationId xmlns:a16="http://schemas.microsoft.com/office/drawing/2014/main" id="{94BCAF27-645A-554B-0F0B-6A71C0E1B517}"/>
                    </a:ext>
                  </a:extLst>
                </p:cNvPr>
                <p:cNvPicPr/>
                <p:nvPr/>
              </p:nvPicPr>
              <p:blipFill>
                <a:blip r:embed="rId5"/>
                <a:stretch>
                  <a:fillRect/>
                </a:stretch>
              </p:blipFill>
              <p:spPr>
                <a:xfrm>
                  <a:off x="3362785" y="2133785"/>
                  <a:ext cx="608040" cy="3600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4" name="墨迹 3">
                  <a:extLst>
                    <a:ext uri="{FF2B5EF4-FFF2-40B4-BE49-F238E27FC236}">
                      <a16:creationId xmlns:a16="http://schemas.microsoft.com/office/drawing/2014/main" id="{58634083-C489-92B7-8B9A-2BC19EABE870}"/>
                    </a:ext>
                  </a:extLst>
                </p14:cNvPr>
                <p14:cNvContentPartPr/>
                <p14:nvPr/>
              </p14:nvContentPartPr>
              <p14:xfrm>
                <a:off x="3398785" y="2271305"/>
                <a:ext cx="543960" cy="11880"/>
              </p14:xfrm>
            </p:contentPart>
          </mc:Choice>
          <mc:Fallback xmlns="">
            <p:pic>
              <p:nvPicPr>
                <p:cNvPr id="4" name="墨迹 3">
                  <a:extLst>
                    <a:ext uri="{FF2B5EF4-FFF2-40B4-BE49-F238E27FC236}">
                      <a16:creationId xmlns:a16="http://schemas.microsoft.com/office/drawing/2014/main" id="{58634083-C489-92B7-8B9A-2BC19EABE870}"/>
                    </a:ext>
                  </a:extLst>
                </p:cNvPr>
                <p:cNvPicPr/>
                <p:nvPr/>
              </p:nvPicPr>
              <p:blipFill>
                <a:blip r:embed="rId7"/>
                <a:stretch>
                  <a:fillRect/>
                </a:stretch>
              </p:blipFill>
              <p:spPr>
                <a:xfrm>
                  <a:off x="3381145" y="2253665"/>
                  <a:ext cx="579600" cy="4752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8">
            <p14:nvContentPartPr>
              <p14:cNvPr id="6" name="墨迹 5">
                <a:extLst>
                  <a:ext uri="{FF2B5EF4-FFF2-40B4-BE49-F238E27FC236}">
                    <a16:creationId xmlns:a16="http://schemas.microsoft.com/office/drawing/2014/main" id="{46FA0EE1-8AE0-926E-5D65-E6C9734903DF}"/>
                  </a:ext>
                </a:extLst>
              </p14:cNvPr>
              <p14:cNvContentPartPr/>
              <p14:nvPr/>
            </p14:nvContentPartPr>
            <p14:xfrm>
              <a:off x="5387425" y="2198225"/>
              <a:ext cx="325080" cy="158400"/>
            </p14:xfrm>
          </p:contentPart>
        </mc:Choice>
        <mc:Fallback xmlns="">
          <p:pic>
            <p:nvPicPr>
              <p:cNvPr id="6" name="墨迹 5">
                <a:extLst>
                  <a:ext uri="{FF2B5EF4-FFF2-40B4-BE49-F238E27FC236}">
                    <a16:creationId xmlns:a16="http://schemas.microsoft.com/office/drawing/2014/main" id="{46FA0EE1-8AE0-926E-5D65-E6C9734903DF}"/>
                  </a:ext>
                </a:extLst>
              </p:cNvPr>
              <p:cNvPicPr/>
              <p:nvPr/>
            </p:nvPicPr>
            <p:blipFill>
              <a:blip r:embed="rId9"/>
              <a:stretch>
                <a:fillRect/>
              </a:stretch>
            </p:blipFill>
            <p:spPr>
              <a:xfrm>
                <a:off x="5369785" y="2180225"/>
                <a:ext cx="360720" cy="19404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7" name="墨迹 6">
                <a:extLst>
                  <a:ext uri="{FF2B5EF4-FFF2-40B4-BE49-F238E27FC236}">
                    <a16:creationId xmlns:a16="http://schemas.microsoft.com/office/drawing/2014/main" id="{B4847A02-8E17-DEED-AEDD-6CAF0CD56245}"/>
                  </a:ext>
                </a:extLst>
              </p14:cNvPr>
              <p14:cNvContentPartPr/>
              <p14:nvPr/>
            </p14:nvContentPartPr>
            <p14:xfrm>
              <a:off x="1145185" y="3812105"/>
              <a:ext cx="2241720" cy="158040"/>
            </p14:xfrm>
          </p:contentPart>
        </mc:Choice>
        <mc:Fallback xmlns="">
          <p:pic>
            <p:nvPicPr>
              <p:cNvPr id="7" name="墨迹 6">
                <a:extLst>
                  <a:ext uri="{FF2B5EF4-FFF2-40B4-BE49-F238E27FC236}">
                    <a16:creationId xmlns:a16="http://schemas.microsoft.com/office/drawing/2014/main" id="{B4847A02-8E17-DEED-AEDD-6CAF0CD56245}"/>
                  </a:ext>
                </a:extLst>
              </p:cNvPr>
              <p:cNvPicPr/>
              <p:nvPr/>
            </p:nvPicPr>
            <p:blipFill>
              <a:blip r:embed="rId11"/>
              <a:stretch>
                <a:fillRect/>
              </a:stretch>
            </p:blipFill>
            <p:spPr>
              <a:xfrm>
                <a:off x="1127545" y="3794105"/>
                <a:ext cx="2277360" cy="193680"/>
              </a:xfrm>
              <a:prstGeom prst="rect">
                <a:avLst/>
              </a:prstGeom>
            </p:spPr>
          </p:pic>
        </mc:Fallback>
      </mc:AlternateContent>
      <p:grpSp>
        <p:nvGrpSpPr>
          <p:cNvPr id="10" name="组合 9">
            <a:extLst>
              <a:ext uri="{FF2B5EF4-FFF2-40B4-BE49-F238E27FC236}">
                <a16:creationId xmlns:a16="http://schemas.microsoft.com/office/drawing/2014/main" id="{F63C9B6B-4591-CFB7-944F-2D090C07E52E}"/>
              </a:ext>
            </a:extLst>
          </p:cNvPr>
          <p:cNvGrpSpPr/>
          <p:nvPr/>
        </p:nvGrpSpPr>
        <p:grpSpPr>
          <a:xfrm>
            <a:off x="4525945" y="3851345"/>
            <a:ext cx="3463920" cy="167760"/>
            <a:chOff x="4525945" y="3851345"/>
            <a:chExt cx="3463920" cy="167760"/>
          </a:xfrm>
        </p:grpSpPr>
        <mc:AlternateContent xmlns:mc="http://schemas.openxmlformats.org/markup-compatibility/2006" xmlns:p14="http://schemas.microsoft.com/office/powerpoint/2010/main">
          <mc:Choice Requires="p14">
            <p:contentPart p14:bwMode="auto" r:id="rId12">
              <p14:nvContentPartPr>
                <p14:cNvPr id="8" name="墨迹 7">
                  <a:extLst>
                    <a:ext uri="{FF2B5EF4-FFF2-40B4-BE49-F238E27FC236}">
                      <a16:creationId xmlns:a16="http://schemas.microsoft.com/office/drawing/2014/main" id="{9292DFA8-7738-6F67-C81C-880CFB7605E1}"/>
                    </a:ext>
                  </a:extLst>
                </p14:cNvPr>
                <p14:cNvContentPartPr/>
                <p14:nvPr/>
              </p14:nvContentPartPr>
              <p14:xfrm>
                <a:off x="4525945" y="3869345"/>
                <a:ext cx="3242880" cy="149760"/>
              </p14:xfrm>
            </p:contentPart>
          </mc:Choice>
          <mc:Fallback xmlns="">
            <p:pic>
              <p:nvPicPr>
                <p:cNvPr id="8" name="墨迹 7">
                  <a:extLst>
                    <a:ext uri="{FF2B5EF4-FFF2-40B4-BE49-F238E27FC236}">
                      <a16:creationId xmlns:a16="http://schemas.microsoft.com/office/drawing/2014/main" id="{9292DFA8-7738-6F67-C81C-880CFB7605E1}"/>
                    </a:ext>
                  </a:extLst>
                </p:cNvPr>
                <p:cNvPicPr/>
                <p:nvPr/>
              </p:nvPicPr>
              <p:blipFill>
                <a:blip r:embed="rId13"/>
                <a:stretch>
                  <a:fillRect/>
                </a:stretch>
              </p:blipFill>
              <p:spPr>
                <a:xfrm>
                  <a:off x="4507945" y="3851345"/>
                  <a:ext cx="3278520" cy="18540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9" name="墨迹 8">
                  <a:extLst>
                    <a:ext uri="{FF2B5EF4-FFF2-40B4-BE49-F238E27FC236}">
                      <a16:creationId xmlns:a16="http://schemas.microsoft.com/office/drawing/2014/main" id="{692E9AEB-4CDD-D9C3-CBE4-2ED8F1718978}"/>
                    </a:ext>
                  </a:extLst>
                </p14:cNvPr>
                <p14:cNvContentPartPr/>
                <p14:nvPr/>
              </p14:nvContentPartPr>
              <p14:xfrm>
                <a:off x="7980145" y="3851345"/>
                <a:ext cx="9720" cy="91440"/>
              </p14:xfrm>
            </p:contentPart>
          </mc:Choice>
          <mc:Fallback xmlns="">
            <p:pic>
              <p:nvPicPr>
                <p:cNvPr id="9" name="墨迹 8">
                  <a:extLst>
                    <a:ext uri="{FF2B5EF4-FFF2-40B4-BE49-F238E27FC236}">
                      <a16:creationId xmlns:a16="http://schemas.microsoft.com/office/drawing/2014/main" id="{692E9AEB-4CDD-D9C3-CBE4-2ED8F1718978}"/>
                    </a:ext>
                  </a:extLst>
                </p:cNvPr>
                <p:cNvPicPr/>
                <p:nvPr/>
              </p:nvPicPr>
              <p:blipFill>
                <a:blip r:embed="rId15"/>
                <a:stretch>
                  <a:fillRect/>
                </a:stretch>
              </p:blipFill>
              <p:spPr>
                <a:xfrm>
                  <a:off x="7962145" y="3833705"/>
                  <a:ext cx="45360" cy="12708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6">
            <p14:nvContentPartPr>
              <p14:cNvPr id="11" name="墨迹 10">
                <a:extLst>
                  <a:ext uri="{FF2B5EF4-FFF2-40B4-BE49-F238E27FC236}">
                    <a16:creationId xmlns:a16="http://schemas.microsoft.com/office/drawing/2014/main" id="{FCA674A2-0571-7AE5-DEAE-1BD0CD081111}"/>
                  </a:ext>
                </a:extLst>
              </p14:cNvPr>
              <p14:cNvContentPartPr/>
              <p14:nvPr/>
            </p14:nvContentPartPr>
            <p14:xfrm>
              <a:off x="1126825" y="4433465"/>
              <a:ext cx="4063320" cy="120600"/>
            </p14:xfrm>
          </p:contentPart>
        </mc:Choice>
        <mc:Fallback xmlns="">
          <p:pic>
            <p:nvPicPr>
              <p:cNvPr id="11" name="墨迹 10">
                <a:extLst>
                  <a:ext uri="{FF2B5EF4-FFF2-40B4-BE49-F238E27FC236}">
                    <a16:creationId xmlns:a16="http://schemas.microsoft.com/office/drawing/2014/main" id="{FCA674A2-0571-7AE5-DEAE-1BD0CD081111}"/>
                  </a:ext>
                </a:extLst>
              </p:cNvPr>
              <p:cNvPicPr/>
              <p:nvPr/>
            </p:nvPicPr>
            <p:blipFill>
              <a:blip r:embed="rId17"/>
              <a:stretch>
                <a:fillRect/>
              </a:stretch>
            </p:blipFill>
            <p:spPr>
              <a:xfrm>
                <a:off x="1108825" y="4415465"/>
                <a:ext cx="4098960" cy="15624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12" name="墨迹 11">
                <a:extLst>
                  <a:ext uri="{FF2B5EF4-FFF2-40B4-BE49-F238E27FC236}">
                    <a16:creationId xmlns:a16="http://schemas.microsoft.com/office/drawing/2014/main" id="{43846D1F-6685-1FF3-C5BC-A6FDA42FA4BA}"/>
                  </a:ext>
                </a:extLst>
              </p14:cNvPr>
              <p14:cNvContentPartPr/>
              <p14:nvPr/>
            </p14:nvContentPartPr>
            <p14:xfrm>
              <a:off x="209905" y="4570265"/>
              <a:ext cx="508320" cy="478800"/>
            </p14:xfrm>
          </p:contentPart>
        </mc:Choice>
        <mc:Fallback xmlns="">
          <p:pic>
            <p:nvPicPr>
              <p:cNvPr id="12" name="墨迹 11">
                <a:extLst>
                  <a:ext uri="{FF2B5EF4-FFF2-40B4-BE49-F238E27FC236}">
                    <a16:creationId xmlns:a16="http://schemas.microsoft.com/office/drawing/2014/main" id="{43846D1F-6685-1FF3-C5BC-A6FDA42FA4BA}"/>
                  </a:ext>
                </a:extLst>
              </p:cNvPr>
              <p:cNvPicPr/>
              <p:nvPr/>
            </p:nvPicPr>
            <p:blipFill>
              <a:blip r:embed="rId19"/>
              <a:stretch>
                <a:fillRect/>
              </a:stretch>
            </p:blipFill>
            <p:spPr>
              <a:xfrm>
                <a:off x="192265" y="4552625"/>
                <a:ext cx="543960" cy="514440"/>
              </a:xfrm>
              <a:prstGeom prst="rect">
                <a:avLst/>
              </a:prstGeom>
            </p:spPr>
          </p:pic>
        </mc:Fallback>
      </mc:AlternateContent>
    </p:spTree>
  </p:cSld>
  <p:clrMapOvr>
    <a:masterClrMapping/>
  </p:clrMapOvr>
  <p:transition/>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22967" name="文本框 122966">
                <a:extLst>
                  <a:ext uri="{FF2B5EF4-FFF2-40B4-BE49-F238E27FC236}">
                    <a16:creationId xmlns:a16="http://schemas.microsoft.com/office/drawing/2014/main" id="{D217B2FA-F97B-E352-7239-95872036075C}"/>
                  </a:ext>
                </a:extLst>
              </p:cNvPr>
              <p:cNvSpPr txBox="1"/>
              <p:nvPr/>
            </p:nvSpPr>
            <p:spPr>
              <a:xfrm>
                <a:off x="685799" y="2282825"/>
                <a:ext cx="8077199" cy="923330"/>
              </a:xfrm>
              <a:prstGeom prst="rect">
                <a:avLst/>
              </a:prstGeom>
              <a:noFill/>
            </p:spPr>
            <p:txBody>
              <a:bodyPr wrap="square" rtlCol="0">
                <a:spAutoFit/>
              </a:bodyPr>
              <a:lstStyle/>
              <a:p>
                <a:r>
                  <a:rPr lang="zh-CN" altLang="en-US" dirty="0"/>
                  <a:t>这个公式告诉你，离散序列的</a:t>
                </a:r>
                <a:r>
                  <a:rPr lang="en-US" altLang="zh-CN" dirty="0"/>
                  <a:t>DTFT</a:t>
                </a:r>
                <a:r>
                  <a:rPr lang="zh-CN" altLang="en-US" dirty="0"/>
                  <a:t>，其实就是采样信号的傅里叶变换，只是把横坐标从模拟频率 </a:t>
                </a:r>
                <a14:m>
                  <m:oMath xmlns:m="http://schemas.openxmlformats.org/officeDocument/2006/math">
                    <m:r>
                      <m:rPr>
                        <m:sty m:val="p"/>
                      </m:rPr>
                      <a:rPr lang="en-US" altLang="zh-CN">
                        <a:latin typeface="Cambria Math" panose="02040503050406030204" pitchFamily="18" charset="0"/>
                      </a:rPr>
                      <m:t>Ω</m:t>
                    </m:r>
                  </m:oMath>
                </a14:m>
                <a:r>
                  <a:rPr lang="zh-CN" altLang="en-US" dirty="0"/>
                  <a:t> 换成了数字频率 </a:t>
                </a:r>
                <a14:m>
                  <m:oMath xmlns:m="http://schemas.openxmlformats.org/officeDocument/2006/math">
                    <m:r>
                      <a:rPr lang="zh-CN" altLang="en-US" i="1">
                        <a:latin typeface="Cambria Math" panose="02040503050406030204" pitchFamily="18" charset="0"/>
                      </a:rPr>
                      <m:t>𝜔</m:t>
                    </m:r>
                  </m:oMath>
                </a14:m>
                <a:r>
                  <a:rPr lang="zh-CN" altLang="en-US" dirty="0"/>
                  <a:t>。</a:t>
                </a:r>
              </a:p>
              <a:p>
                <a:endParaRPr lang="zh-CN" altLang="en-US" dirty="0"/>
              </a:p>
            </p:txBody>
          </p:sp>
        </mc:Choice>
        <mc:Fallback xmlns="">
          <p:sp>
            <p:nvSpPr>
              <p:cNvPr id="122967" name="文本框 122966">
                <a:extLst>
                  <a:ext uri="{FF2B5EF4-FFF2-40B4-BE49-F238E27FC236}">
                    <a16:creationId xmlns:a16="http://schemas.microsoft.com/office/drawing/2014/main" id="{D217B2FA-F97B-E352-7239-95872036075C}"/>
                  </a:ext>
                </a:extLst>
              </p:cNvPr>
              <p:cNvSpPr txBox="1">
                <a:spLocks noRot="1" noChangeAspect="1" noMove="1" noResize="1" noEditPoints="1" noAdjustHandles="1" noChangeArrowheads="1" noChangeShapeType="1" noTextEdit="1"/>
              </p:cNvSpPr>
              <p:nvPr/>
            </p:nvSpPr>
            <p:spPr>
              <a:xfrm>
                <a:off x="685799" y="2282825"/>
                <a:ext cx="8077199" cy="923330"/>
              </a:xfrm>
              <a:prstGeom prst="rect">
                <a:avLst/>
              </a:prstGeom>
              <a:blipFill>
                <a:blip r:embed="rId2"/>
                <a:stretch>
                  <a:fillRect l="-604" t="-4605" r="-679"/>
                </a:stretch>
              </a:blipFill>
            </p:spPr>
            <p:txBody>
              <a:bodyPr/>
              <a:lstStyle/>
              <a:p>
                <a:r>
                  <a:rPr lang="zh-CN" altLang="en-US">
                    <a:noFill/>
                  </a:rPr>
                  <a:t> </a:t>
                </a:r>
              </a:p>
            </p:txBody>
          </p:sp>
        </mc:Fallback>
      </mc:AlternateContent>
      <p:sp>
        <p:nvSpPr>
          <p:cNvPr id="122881" name="标题 63489"/>
          <p:cNvSpPr>
            <a:spLocks noGrp="1"/>
          </p:cNvSpPr>
          <p:nvPr>
            <p:ph type="title"/>
          </p:nvPr>
        </p:nvSpPr>
        <p:spPr>
          <a:xfrm>
            <a:off x="457200" y="685800"/>
            <a:ext cx="5486400" cy="685800"/>
          </a:xfrm>
          <a:ln/>
        </p:spPr>
        <p:txBody>
          <a:bodyPr anchor="ctr" anchorCtr="0"/>
          <a:lstStyle/>
          <a:p>
            <a:r>
              <a:rPr lang="en-US" altLang="zh-CN" sz="4000">
                <a:solidFill>
                  <a:schemeClr val="tx1"/>
                </a:solidFill>
                <a:latin typeface="Times New Roman" panose="02020603050405020304" pitchFamily="2" charset="0"/>
                <a:ea typeface="宋体" panose="02010600030101010101" pitchFamily="2" charset="-122"/>
              </a:rPr>
              <a:t>FT</a:t>
            </a:r>
            <a:r>
              <a:rPr lang="zh-CN" altLang="en-US" sz="4000">
                <a:solidFill>
                  <a:schemeClr val="tx1"/>
                </a:solidFill>
                <a:latin typeface="Times New Roman" panose="02020603050405020304" pitchFamily="2" charset="0"/>
                <a:ea typeface="宋体" panose="02010600030101010101" pitchFamily="2" charset="-122"/>
              </a:rPr>
              <a:t>与</a:t>
            </a:r>
            <a:r>
              <a:rPr lang="en-US" altLang="zh-CN" sz="4000">
                <a:solidFill>
                  <a:schemeClr val="tx1"/>
                </a:solidFill>
                <a:latin typeface="Times New Roman" panose="02020603050405020304" pitchFamily="2" charset="0"/>
                <a:ea typeface="宋体" panose="02010600030101010101" pitchFamily="2" charset="-122"/>
              </a:rPr>
              <a:t>DTFT</a:t>
            </a:r>
            <a:r>
              <a:rPr lang="zh-CN" altLang="en-US" sz="4000">
                <a:solidFill>
                  <a:schemeClr val="tx1"/>
                </a:solidFill>
                <a:latin typeface="Times New Roman" panose="02020603050405020304" pitchFamily="2" charset="0"/>
                <a:ea typeface="宋体" panose="02010600030101010101" pitchFamily="2" charset="-122"/>
              </a:rPr>
              <a:t>的关系</a:t>
            </a:r>
          </a:p>
        </p:txBody>
      </p:sp>
      <p:graphicFrame>
        <p:nvGraphicFramePr>
          <p:cNvPr id="122882" name="对象 63490"/>
          <p:cNvGraphicFramePr>
            <a:graphicFrameLocks noChangeAspect="1"/>
          </p:cNvGraphicFramePr>
          <p:nvPr>
            <p:extLst>
              <p:ext uri="{D42A27DB-BD31-4B8C-83A1-F6EECF244321}">
                <p14:modId xmlns:p14="http://schemas.microsoft.com/office/powerpoint/2010/main" val="4197586380"/>
              </p:ext>
            </p:extLst>
          </p:nvPr>
        </p:nvGraphicFramePr>
        <p:xfrm>
          <a:off x="576263" y="1123950"/>
          <a:ext cx="7991475" cy="1158875"/>
        </p:xfrm>
        <a:graphic>
          <a:graphicData uri="http://schemas.openxmlformats.org/presentationml/2006/ole">
            <mc:AlternateContent xmlns:mc="http://schemas.openxmlformats.org/markup-compatibility/2006">
              <mc:Choice xmlns:v="urn:schemas-microsoft-com:vml" Requires="v">
                <p:oleObj r:id="rId3" imgW="3149600" imgH="457200" progId="Equation.3">
                  <p:embed/>
                </p:oleObj>
              </mc:Choice>
              <mc:Fallback>
                <p:oleObj r:id="rId3" imgW="3149600" imgH="457200" progId="Equation.3">
                  <p:embed/>
                  <p:pic>
                    <p:nvPicPr>
                      <p:cNvPr id="0" name="图片 3530"/>
                      <p:cNvPicPr/>
                      <p:nvPr/>
                    </p:nvPicPr>
                    <p:blipFill>
                      <a:blip r:embed="rId4"/>
                      <a:stretch>
                        <a:fillRect/>
                      </a:stretch>
                    </p:blipFill>
                    <p:spPr>
                      <a:xfrm>
                        <a:off x="576263" y="1123950"/>
                        <a:ext cx="7991475" cy="1158875"/>
                      </a:xfrm>
                      <a:prstGeom prst="rect">
                        <a:avLst/>
                      </a:prstGeom>
                      <a:noFill/>
                      <a:ln w="38100">
                        <a:noFill/>
                        <a:miter/>
                      </a:ln>
                    </p:spPr>
                  </p:pic>
                </p:oleObj>
              </mc:Fallback>
            </mc:AlternateContent>
          </a:graphicData>
        </a:graphic>
      </p:graphicFrame>
      <p:graphicFrame>
        <p:nvGraphicFramePr>
          <p:cNvPr id="122883" name="对象 63491"/>
          <p:cNvGraphicFramePr>
            <a:graphicFrameLocks noChangeAspect="1"/>
          </p:cNvGraphicFramePr>
          <p:nvPr/>
        </p:nvGraphicFramePr>
        <p:xfrm>
          <a:off x="2249488" y="3078163"/>
          <a:ext cx="5370512" cy="1189037"/>
        </p:xfrm>
        <a:graphic>
          <a:graphicData uri="http://schemas.openxmlformats.org/presentationml/2006/ole">
            <mc:AlternateContent xmlns:mc="http://schemas.openxmlformats.org/markup-compatibility/2006">
              <mc:Choice xmlns:v="urn:schemas-microsoft-com:vml" Requires="v">
                <p:oleObj r:id="rId5" imgW="2005965" imgH="444500" progId="Equation.3">
                  <p:embed/>
                </p:oleObj>
              </mc:Choice>
              <mc:Fallback>
                <p:oleObj r:id="rId5" imgW="2005965" imgH="444500" progId="Equation.3">
                  <p:embed/>
                  <p:pic>
                    <p:nvPicPr>
                      <p:cNvPr id="0" name="图片 3537"/>
                      <p:cNvPicPr/>
                      <p:nvPr/>
                    </p:nvPicPr>
                    <p:blipFill>
                      <a:blip r:embed="rId6"/>
                      <a:stretch>
                        <a:fillRect/>
                      </a:stretch>
                    </p:blipFill>
                    <p:spPr>
                      <a:xfrm>
                        <a:off x="2249488" y="3078163"/>
                        <a:ext cx="5370512" cy="1189037"/>
                      </a:xfrm>
                      <a:prstGeom prst="rect">
                        <a:avLst/>
                      </a:prstGeom>
                      <a:noFill/>
                      <a:ln w="57150" cap="flat" cmpd="thinThick">
                        <a:solidFill>
                          <a:schemeClr val="tx1"/>
                        </a:solidFill>
                        <a:prstDash val="solid"/>
                        <a:miter/>
                        <a:headEnd type="none" w="med" len="med"/>
                        <a:tailEnd type="none" w="med" len="med"/>
                      </a:ln>
                    </p:spPr>
                  </p:pic>
                </p:oleObj>
              </mc:Fallback>
            </mc:AlternateContent>
          </a:graphicData>
        </a:graphic>
      </p:graphicFrame>
      <p:sp>
        <p:nvSpPr>
          <p:cNvPr id="122884" name="文本框 63492"/>
          <p:cNvSpPr txBox="1"/>
          <p:nvPr/>
        </p:nvSpPr>
        <p:spPr>
          <a:xfrm>
            <a:off x="685800" y="3382963"/>
            <a:ext cx="1408113" cy="579437"/>
          </a:xfrm>
          <a:prstGeom prst="rect">
            <a:avLst/>
          </a:prstGeom>
          <a:noFill/>
          <a:ln w="9525">
            <a:noFill/>
          </a:ln>
        </p:spPr>
        <p:txBody>
          <a:bodyPr wrap="none" anchor="t" anchorCtr="0">
            <a:spAutoFit/>
          </a:bodyPr>
          <a:lstStyle/>
          <a:p>
            <a:r>
              <a:rPr lang="zh-CN" altLang="en-US" sz="3200" b="1">
                <a:latin typeface="Times New Roman" panose="02020603050405020304" pitchFamily="2" charset="0"/>
                <a:ea typeface="宋体" panose="02010600030101010101" pitchFamily="2" charset="-122"/>
              </a:rPr>
              <a:t>归一化</a:t>
            </a:r>
          </a:p>
        </p:txBody>
      </p:sp>
      <p:sp>
        <p:nvSpPr>
          <p:cNvPr id="122885" name="矩形 63493"/>
          <p:cNvSpPr/>
          <p:nvPr/>
        </p:nvSpPr>
        <p:spPr>
          <a:xfrm>
            <a:off x="304800" y="4648200"/>
            <a:ext cx="8305800" cy="609600"/>
          </a:xfrm>
          <a:prstGeom prst="rect">
            <a:avLst/>
          </a:prstGeom>
          <a:noFill/>
          <a:ln w="9525">
            <a:noFill/>
          </a:ln>
        </p:spPr>
        <p:txBody>
          <a:bodyPr lIns="92075" tIns="46038" rIns="92075" bIns="46038" anchor="ctr" anchorCtr="0"/>
          <a:lstStyle/>
          <a:p>
            <a:pPr>
              <a:buChar char="•"/>
            </a:pPr>
            <a:r>
              <a:rPr lang="en-US" altLang="zh-CN" sz="3200" b="1">
                <a:latin typeface="Times New Roman" panose="02020603050405020304" pitchFamily="2" charset="0"/>
                <a:ea typeface="宋体" panose="02010600030101010101" pitchFamily="2" charset="-122"/>
              </a:rPr>
              <a:t> </a:t>
            </a:r>
            <a:r>
              <a:rPr lang="zh-CN" altLang="en-US" sz="3200" b="1">
                <a:latin typeface="Times New Roman" panose="02020603050405020304" pitchFamily="2" charset="0"/>
                <a:ea typeface="宋体" panose="02010600030101010101" pitchFamily="2" charset="-122"/>
              </a:rPr>
              <a:t>利用</a:t>
            </a:r>
            <a:r>
              <a:rPr lang="en-US" altLang="zh-CN" sz="3200" b="1">
                <a:latin typeface="Times New Roman" panose="02020603050405020304" pitchFamily="2" charset="0"/>
                <a:ea typeface="宋体" panose="02010600030101010101" pitchFamily="2" charset="-122"/>
              </a:rPr>
              <a:t>FT</a:t>
            </a:r>
            <a:r>
              <a:rPr lang="zh-CN" altLang="en-US" sz="3200" b="1">
                <a:latin typeface="Times New Roman" panose="02020603050405020304" pitchFamily="2" charset="0"/>
                <a:ea typeface="宋体" panose="02010600030101010101" pitchFamily="2" charset="-122"/>
              </a:rPr>
              <a:t>与</a:t>
            </a:r>
            <a:r>
              <a:rPr lang="en-US" altLang="zh-CN" sz="3200" b="1">
                <a:latin typeface="Times New Roman" panose="02020603050405020304" pitchFamily="2" charset="0"/>
                <a:ea typeface="宋体" panose="02010600030101010101" pitchFamily="2" charset="-122"/>
              </a:rPr>
              <a:t>DTFT</a:t>
            </a:r>
            <a:r>
              <a:rPr lang="zh-CN" altLang="en-US" sz="3200" b="1">
                <a:latin typeface="Times New Roman" panose="02020603050405020304" pitchFamily="2" charset="0"/>
                <a:ea typeface="宋体" panose="02010600030101010101" pitchFamily="2" charset="-122"/>
              </a:rPr>
              <a:t>关系计算下列序列的 </a:t>
            </a:r>
            <a:r>
              <a:rPr lang="en-US" altLang="zh-CN" sz="3200" b="1">
                <a:latin typeface="Times New Roman" panose="02020603050405020304" pitchFamily="2" charset="0"/>
                <a:ea typeface="宋体" panose="02010600030101010101" pitchFamily="2" charset="-122"/>
              </a:rPr>
              <a:t>DTFT </a:t>
            </a:r>
          </a:p>
        </p:txBody>
      </p:sp>
      <p:graphicFrame>
        <p:nvGraphicFramePr>
          <p:cNvPr id="122886" name="对象 63494"/>
          <p:cNvGraphicFramePr>
            <a:graphicFrameLocks noChangeAspect="1"/>
          </p:cNvGraphicFramePr>
          <p:nvPr/>
        </p:nvGraphicFramePr>
        <p:xfrm>
          <a:off x="1066800" y="5486400"/>
          <a:ext cx="8077200" cy="738188"/>
        </p:xfrm>
        <a:graphic>
          <a:graphicData uri="http://schemas.openxmlformats.org/presentationml/2006/ole">
            <mc:AlternateContent xmlns:mc="http://schemas.openxmlformats.org/markup-compatibility/2006">
              <mc:Choice xmlns:v="urn:schemas-microsoft-com:vml" Requires="v">
                <p:oleObj r:id="rId7" imgW="2653030" imgH="241300" progId="Equation.3">
                  <p:embed/>
                </p:oleObj>
              </mc:Choice>
              <mc:Fallback>
                <p:oleObj r:id="rId7" imgW="2653030" imgH="241300" progId="Equation.3">
                  <p:embed/>
                  <p:pic>
                    <p:nvPicPr>
                      <p:cNvPr id="0" name="图片 3525"/>
                      <p:cNvPicPr/>
                      <p:nvPr/>
                    </p:nvPicPr>
                    <p:blipFill>
                      <a:blip r:embed="rId8"/>
                      <a:stretch>
                        <a:fillRect/>
                      </a:stretch>
                    </p:blipFill>
                    <p:spPr>
                      <a:xfrm>
                        <a:off x="1066800" y="5486400"/>
                        <a:ext cx="8077200" cy="738188"/>
                      </a:xfrm>
                      <a:prstGeom prst="rect">
                        <a:avLst/>
                      </a:prstGeom>
                      <a:noFill/>
                      <a:ln w="38100">
                        <a:noFill/>
                        <a:miter/>
                      </a:ln>
                    </p:spPr>
                  </p:pic>
                </p:oleObj>
              </mc:Fallback>
            </mc:AlternateContent>
          </a:graphicData>
        </a:graphic>
      </p:graphicFrame>
      <p:sp>
        <p:nvSpPr>
          <p:cNvPr id="122887" name="文本框 63495"/>
          <p:cNvSpPr txBox="1"/>
          <p:nvPr/>
        </p:nvSpPr>
        <p:spPr>
          <a:xfrm>
            <a:off x="228600" y="5638800"/>
            <a:ext cx="838200" cy="584200"/>
          </a:xfrm>
          <a:prstGeom prst="rect">
            <a:avLst/>
          </a:prstGeom>
          <a:noFill/>
          <a:ln w="9525">
            <a:noFill/>
          </a:ln>
        </p:spPr>
        <p:txBody>
          <a:bodyPr anchor="t" anchorCtr="0">
            <a:spAutoFit/>
          </a:bodyPr>
          <a:lstStyle/>
          <a:p>
            <a:pPr>
              <a:spcBef>
                <a:spcPct val="50000"/>
              </a:spcBef>
            </a:pPr>
            <a:r>
              <a:rPr lang="zh-CN" altLang="en-US" sz="3200" b="1">
                <a:solidFill>
                  <a:srgbClr val="FF0000"/>
                </a:solidFill>
                <a:latin typeface="Times New Roman" panose="02020603050405020304" pitchFamily="2" charset="0"/>
                <a:ea typeface="宋体" panose="02010600030101010101" pitchFamily="2" charset="-122"/>
              </a:rPr>
              <a:t>例：</a:t>
            </a:r>
            <a:endParaRPr lang="zh-CN" altLang="en-US" sz="3200" b="1">
              <a:solidFill>
                <a:srgbClr val="FFFFFF"/>
              </a:solidFill>
              <a:latin typeface="Times New Roman" panose="02020603050405020304" pitchFamily="2" charset="0"/>
              <a:ea typeface="宋体" panose="02010600030101010101" pitchFamily="2" charset="-122"/>
            </a:endParaRPr>
          </a:p>
        </p:txBody>
      </p:sp>
      <p:graphicFrame>
        <p:nvGraphicFramePr>
          <p:cNvPr id="122888" name="对象 80897"/>
          <p:cNvGraphicFramePr>
            <a:graphicFrameLocks noChangeAspect="1"/>
          </p:cNvGraphicFramePr>
          <p:nvPr/>
        </p:nvGraphicFramePr>
        <p:xfrm>
          <a:off x="4859338" y="333375"/>
          <a:ext cx="3795712" cy="728663"/>
        </p:xfrm>
        <a:graphic>
          <a:graphicData uri="http://schemas.openxmlformats.org/presentationml/2006/ole">
            <mc:AlternateContent xmlns:mc="http://schemas.openxmlformats.org/markup-compatibility/2006">
              <mc:Choice xmlns:v="urn:schemas-microsoft-com:vml" Requires="v">
                <p:oleObj r:id="rId9" imgW="2145665" imgH="431800" progId="Equation.3">
                  <p:embed/>
                </p:oleObj>
              </mc:Choice>
              <mc:Fallback>
                <p:oleObj r:id="rId9" imgW="2145665" imgH="431800" progId="Equation.3">
                  <p:embed/>
                  <p:pic>
                    <p:nvPicPr>
                      <p:cNvPr id="0" name="图片 3534"/>
                      <p:cNvPicPr/>
                      <p:nvPr/>
                    </p:nvPicPr>
                    <p:blipFill>
                      <a:blip r:embed="rId10"/>
                      <a:stretch>
                        <a:fillRect/>
                      </a:stretch>
                    </p:blipFill>
                    <p:spPr>
                      <a:xfrm>
                        <a:off x="4859338" y="333375"/>
                        <a:ext cx="3795712" cy="728663"/>
                      </a:xfrm>
                      <a:prstGeom prst="rect">
                        <a:avLst/>
                      </a:prstGeom>
                      <a:noFill/>
                      <a:ln w="25400" cap="flat" cmpd="sng">
                        <a:solidFill>
                          <a:srgbClr val="FF0000"/>
                        </a:solidFill>
                        <a:prstDash val="solid"/>
                        <a:miter/>
                        <a:headEnd type="none" w="med" len="med"/>
                        <a:tailEnd type="none" w="med" len="med"/>
                      </a:ln>
                    </p:spPr>
                  </p:pic>
                </p:oleObj>
              </mc:Fallback>
            </mc:AlternateContent>
          </a:graphicData>
        </a:graphic>
      </p:graphicFrame>
      <mc:AlternateContent xmlns:mc="http://schemas.openxmlformats.org/markup-compatibility/2006" xmlns:p14="http://schemas.microsoft.com/office/powerpoint/2010/main">
        <mc:Choice Requires="p14">
          <p:contentPart p14:bwMode="auto" r:id="rId11">
            <p14:nvContentPartPr>
              <p14:cNvPr id="31" name="墨迹 30">
                <a:extLst>
                  <a:ext uri="{FF2B5EF4-FFF2-40B4-BE49-F238E27FC236}">
                    <a16:creationId xmlns:a16="http://schemas.microsoft.com/office/drawing/2014/main" id="{9D766D0C-7D61-C312-CEB3-D9EC285D8970}"/>
                  </a:ext>
                </a:extLst>
              </p14:cNvPr>
              <p14:cNvContentPartPr/>
              <p14:nvPr/>
            </p14:nvContentPartPr>
            <p14:xfrm>
              <a:off x="1477465" y="5189105"/>
              <a:ext cx="2641680" cy="29880"/>
            </p14:xfrm>
          </p:contentPart>
        </mc:Choice>
        <mc:Fallback xmlns="">
          <p:pic>
            <p:nvPicPr>
              <p:cNvPr id="31" name="墨迹 30">
                <a:extLst>
                  <a:ext uri="{FF2B5EF4-FFF2-40B4-BE49-F238E27FC236}">
                    <a16:creationId xmlns:a16="http://schemas.microsoft.com/office/drawing/2014/main" id="{9D766D0C-7D61-C312-CEB3-D9EC285D8970}"/>
                  </a:ext>
                </a:extLst>
              </p:cNvPr>
              <p:cNvPicPr/>
              <p:nvPr/>
            </p:nvPicPr>
            <p:blipFill>
              <a:blip r:embed="rId57"/>
              <a:stretch>
                <a:fillRect/>
              </a:stretch>
            </p:blipFill>
            <p:spPr>
              <a:xfrm>
                <a:off x="1459825" y="5171465"/>
                <a:ext cx="2677320" cy="65520"/>
              </a:xfrm>
              <a:prstGeom prst="rect">
                <a:avLst/>
              </a:prstGeom>
            </p:spPr>
          </p:pic>
        </mc:Fallback>
      </mc:AlternateContent>
      <p:grpSp>
        <p:nvGrpSpPr>
          <p:cNvPr id="16" name="组合 15">
            <a:extLst>
              <a:ext uri="{FF2B5EF4-FFF2-40B4-BE49-F238E27FC236}">
                <a16:creationId xmlns:a16="http://schemas.microsoft.com/office/drawing/2014/main" id="{8A2629AF-7C01-0056-9CB9-14995B1507C0}"/>
              </a:ext>
            </a:extLst>
          </p:cNvPr>
          <p:cNvGrpSpPr/>
          <p:nvPr/>
        </p:nvGrpSpPr>
        <p:grpSpPr>
          <a:xfrm>
            <a:off x="129025" y="331985"/>
            <a:ext cx="1275120" cy="594360"/>
            <a:chOff x="129025" y="331985"/>
            <a:chExt cx="1275120" cy="594360"/>
          </a:xfrm>
        </p:grpSpPr>
        <mc:AlternateContent xmlns:mc="http://schemas.openxmlformats.org/markup-compatibility/2006" xmlns:p14="http://schemas.microsoft.com/office/powerpoint/2010/main">
          <mc:Choice Requires="p14">
            <p:contentPart p14:bwMode="auto" r:id="rId58">
              <p14:nvContentPartPr>
                <p14:cNvPr id="2" name="墨迹 1">
                  <a:extLst>
                    <a:ext uri="{FF2B5EF4-FFF2-40B4-BE49-F238E27FC236}">
                      <a16:creationId xmlns:a16="http://schemas.microsoft.com/office/drawing/2014/main" id="{6B0A7755-0C41-E670-9C42-7B90053667C6}"/>
                    </a:ext>
                  </a:extLst>
                </p14:cNvPr>
                <p14:cNvContentPartPr/>
                <p14:nvPr/>
              </p14:nvContentPartPr>
              <p14:xfrm>
                <a:off x="129025" y="424865"/>
                <a:ext cx="299160" cy="313200"/>
              </p14:xfrm>
            </p:contentPart>
          </mc:Choice>
          <mc:Fallback xmlns="">
            <p:pic>
              <p:nvPicPr>
                <p:cNvPr id="2" name="墨迹 1">
                  <a:extLst>
                    <a:ext uri="{FF2B5EF4-FFF2-40B4-BE49-F238E27FC236}">
                      <a16:creationId xmlns:a16="http://schemas.microsoft.com/office/drawing/2014/main" id="{6B0A7755-0C41-E670-9C42-7B90053667C6}"/>
                    </a:ext>
                  </a:extLst>
                </p:cNvPr>
                <p:cNvPicPr/>
                <p:nvPr/>
              </p:nvPicPr>
              <p:blipFill>
                <a:blip r:embed="rId59"/>
                <a:stretch>
                  <a:fillRect/>
                </a:stretch>
              </p:blipFill>
              <p:spPr>
                <a:xfrm>
                  <a:off x="111025" y="406865"/>
                  <a:ext cx="334800" cy="348840"/>
                </a:xfrm>
                <a:prstGeom prst="rect">
                  <a:avLst/>
                </a:prstGeom>
              </p:spPr>
            </p:pic>
          </mc:Fallback>
        </mc:AlternateContent>
        <mc:AlternateContent xmlns:mc="http://schemas.openxmlformats.org/markup-compatibility/2006" xmlns:p14="http://schemas.microsoft.com/office/powerpoint/2010/main">
          <mc:Choice Requires="p14">
            <p:contentPart p14:bwMode="auto" r:id="rId60">
              <p14:nvContentPartPr>
                <p14:cNvPr id="3" name="墨迹 2">
                  <a:extLst>
                    <a:ext uri="{FF2B5EF4-FFF2-40B4-BE49-F238E27FC236}">
                      <a16:creationId xmlns:a16="http://schemas.microsoft.com/office/drawing/2014/main" id="{66E19680-7B39-5895-37A9-879B1A686D48}"/>
                    </a:ext>
                  </a:extLst>
                </p14:cNvPr>
                <p14:cNvContentPartPr/>
                <p14:nvPr/>
              </p14:nvContentPartPr>
              <p14:xfrm>
                <a:off x="181585" y="387785"/>
                <a:ext cx="187920" cy="299520"/>
              </p14:xfrm>
            </p:contentPart>
          </mc:Choice>
          <mc:Fallback xmlns="">
            <p:pic>
              <p:nvPicPr>
                <p:cNvPr id="3" name="墨迹 2">
                  <a:extLst>
                    <a:ext uri="{FF2B5EF4-FFF2-40B4-BE49-F238E27FC236}">
                      <a16:creationId xmlns:a16="http://schemas.microsoft.com/office/drawing/2014/main" id="{66E19680-7B39-5895-37A9-879B1A686D48}"/>
                    </a:ext>
                  </a:extLst>
                </p:cNvPr>
                <p:cNvPicPr/>
                <p:nvPr/>
              </p:nvPicPr>
              <p:blipFill>
                <a:blip r:embed="rId61"/>
                <a:stretch>
                  <a:fillRect/>
                </a:stretch>
              </p:blipFill>
              <p:spPr>
                <a:xfrm>
                  <a:off x="163945" y="369785"/>
                  <a:ext cx="223560" cy="335160"/>
                </a:xfrm>
                <a:prstGeom prst="rect">
                  <a:avLst/>
                </a:prstGeom>
              </p:spPr>
            </p:pic>
          </mc:Fallback>
        </mc:AlternateContent>
        <mc:AlternateContent xmlns:mc="http://schemas.openxmlformats.org/markup-compatibility/2006" xmlns:p14="http://schemas.microsoft.com/office/powerpoint/2010/main">
          <mc:Choice Requires="p14">
            <p:contentPart p14:bwMode="auto" r:id="rId62">
              <p14:nvContentPartPr>
                <p14:cNvPr id="4" name="墨迹 3">
                  <a:extLst>
                    <a:ext uri="{FF2B5EF4-FFF2-40B4-BE49-F238E27FC236}">
                      <a16:creationId xmlns:a16="http://schemas.microsoft.com/office/drawing/2014/main" id="{82CCA651-8027-7E0B-7389-C43924F90C80}"/>
                    </a:ext>
                  </a:extLst>
                </p14:cNvPr>
                <p14:cNvContentPartPr/>
                <p14:nvPr/>
              </p14:nvContentPartPr>
              <p14:xfrm>
                <a:off x="470665" y="340265"/>
                <a:ext cx="118800" cy="150120"/>
              </p14:xfrm>
            </p:contentPart>
          </mc:Choice>
          <mc:Fallback xmlns="">
            <p:pic>
              <p:nvPicPr>
                <p:cNvPr id="4" name="墨迹 3">
                  <a:extLst>
                    <a:ext uri="{FF2B5EF4-FFF2-40B4-BE49-F238E27FC236}">
                      <a16:creationId xmlns:a16="http://schemas.microsoft.com/office/drawing/2014/main" id="{82CCA651-8027-7E0B-7389-C43924F90C80}"/>
                    </a:ext>
                  </a:extLst>
                </p:cNvPr>
                <p:cNvPicPr/>
                <p:nvPr/>
              </p:nvPicPr>
              <p:blipFill>
                <a:blip r:embed="rId63"/>
                <a:stretch>
                  <a:fillRect/>
                </a:stretch>
              </p:blipFill>
              <p:spPr>
                <a:xfrm>
                  <a:off x="453025" y="322625"/>
                  <a:ext cx="154440" cy="185760"/>
                </a:xfrm>
                <a:prstGeom prst="rect">
                  <a:avLst/>
                </a:prstGeom>
              </p:spPr>
            </p:pic>
          </mc:Fallback>
        </mc:AlternateContent>
        <mc:AlternateContent xmlns:mc="http://schemas.openxmlformats.org/markup-compatibility/2006" xmlns:p14="http://schemas.microsoft.com/office/powerpoint/2010/main">
          <mc:Choice Requires="p14">
            <p:contentPart p14:bwMode="auto" r:id="rId64">
              <p14:nvContentPartPr>
                <p14:cNvPr id="5" name="墨迹 4">
                  <a:extLst>
                    <a:ext uri="{FF2B5EF4-FFF2-40B4-BE49-F238E27FC236}">
                      <a16:creationId xmlns:a16="http://schemas.microsoft.com/office/drawing/2014/main" id="{545AA0E8-AE30-F021-72F6-241C16016981}"/>
                    </a:ext>
                  </a:extLst>
                </p14:cNvPr>
                <p14:cNvContentPartPr/>
                <p14:nvPr/>
              </p14:nvContentPartPr>
              <p14:xfrm>
                <a:off x="683425" y="536465"/>
                <a:ext cx="204840" cy="55080"/>
              </p14:xfrm>
            </p:contentPart>
          </mc:Choice>
          <mc:Fallback xmlns="">
            <p:pic>
              <p:nvPicPr>
                <p:cNvPr id="5" name="墨迹 4">
                  <a:extLst>
                    <a:ext uri="{FF2B5EF4-FFF2-40B4-BE49-F238E27FC236}">
                      <a16:creationId xmlns:a16="http://schemas.microsoft.com/office/drawing/2014/main" id="{545AA0E8-AE30-F021-72F6-241C16016981}"/>
                    </a:ext>
                  </a:extLst>
                </p:cNvPr>
                <p:cNvPicPr/>
                <p:nvPr/>
              </p:nvPicPr>
              <p:blipFill>
                <a:blip r:embed="rId65"/>
                <a:stretch>
                  <a:fillRect/>
                </a:stretch>
              </p:blipFill>
              <p:spPr>
                <a:xfrm>
                  <a:off x="665425" y="518465"/>
                  <a:ext cx="240480" cy="90720"/>
                </a:xfrm>
                <a:prstGeom prst="rect">
                  <a:avLst/>
                </a:prstGeom>
              </p:spPr>
            </p:pic>
          </mc:Fallback>
        </mc:AlternateContent>
        <mc:AlternateContent xmlns:mc="http://schemas.openxmlformats.org/markup-compatibility/2006" xmlns:p14="http://schemas.microsoft.com/office/powerpoint/2010/main">
          <mc:Choice Requires="p14">
            <p:contentPart p14:bwMode="auto" r:id="rId66">
              <p14:nvContentPartPr>
                <p14:cNvPr id="6" name="墨迹 5">
                  <a:extLst>
                    <a:ext uri="{FF2B5EF4-FFF2-40B4-BE49-F238E27FC236}">
                      <a16:creationId xmlns:a16="http://schemas.microsoft.com/office/drawing/2014/main" id="{6BF8FAD1-460F-F020-E7C5-97F676D01DA3}"/>
                    </a:ext>
                  </a:extLst>
                </p14:cNvPr>
                <p14:cNvContentPartPr/>
                <p14:nvPr/>
              </p14:nvContentPartPr>
              <p14:xfrm>
                <a:off x="756865" y="424865"/>
                <a:ext cx="28440" cy="267480"/>
              </p14:xfrm>
            </p:contentPart>
          </mc:Choice>
          <mc:Fallback xmlns="">
            <p:pic>
              <p:nvPicPr>
                <p:cNvPr id="6" name="墨迹 5">
                  <a:extLst>
                    <a:ext uri="{FF2B5EF4-FFF2-40B4-BE49-F238E27FC236}">
                      <a16:creationId xmlns:a16="http://schemas.microsoft.com/office/drawing/2014/main" id="{6BF8FAD1-460F-F020-E7C5-97F676D01DA3}"/>
                    </a:ext>
                  </a:extLst>
                </p:cNvPr>
                <p:cNvPicPr/>
                <p:nvPr/>
              </p:nvPicPr>
              <p:blipFill>
                <a:blip r:embed="rId67"/>
                <a:stretch>
                  <a:fillRect/>
                </a:stretch>
              </p:blipFill>
              <p:spPr>
                <a:xfrm>
                  <a:off x="738865" y="406865"/>
                  <a:ext cx="64080" cy="303120"/>
                </a:xfrm>
                <a:prstGeom prst="rect">
                  <a:avLst/>
                </a:prstGeom>
              </p:spPr>
            </p:pic>
          </mc:Fallback>
        </mc:AlternateContent>
        <mc:AlternateContent xmlns:mc="http://schemas.openxmlformats.org/markup-compatibility/2006" xmlns:p14="http://schemas.microsoft.com/office/powerpoint/2010/main">
          <mc:Choice Requires="p14">
            <p:contentPart p14:bwMode="auto" r:id="rId68">
              <p14:nvContentPartPr>
                <p14:cNvPr id="7" name="墨迹 6">
                  <a:extLst>
                    <a:ext uri="{FF2B5EF4-FFF2-40B4-BE49-F238E27FC236}">
                      <a16:creationId xmlns:a16="http://schemas.microsoft.com/office/drawing/2014/main" id="{8C0DB4CA-AD32-F0B6-CCF3-A41AA1C8D86C}"/>
                    </a:ext>
                  </a:extLst>
                </p14:cNvPr>
                <p14:cNvContentPartPr/>
                <p14:nvPr/>
              </p14:nvContentPartPr>
              <p14:xfrm>
                <a:off x="968905" y="396785"/>
                <a:ext cx="205200" cy="524880"/>
              </p14:xfrm>
            </p:contentPart>
          </mc:Choice>
          <mc:Fallback xmlns="">
            <p:pic>
              <p:nvPicPr>
                <p:cNvPr id="7" name="墨迹 6">
                  <a:extLst>
                    <a:ext uri="{FF2B5EF4-FFF2-40B4-BE49-F238E27FC236}">
                      <a16:creationId xmlns:a16="http://schemas.microsoft.com/office/drawing/2014/main" id="{8C0DB4CA-AD32-F0B6-CCF3-A41AA1C8D86C}"/>
                    </a:ext>
                  </a:extLst>
                </p:cNvPr>
                <p:cNvPicPr/>
                <p:nvPr/>
              </p:nvPicPr>
              <p:blipFill>
                <a:blip r:embed="rId69"/>
                <a:stretch>
                  <a:fillRect/>
                </a:stretch>
              </p:blipFill>
              <p:spPr>
                <a:xfrm>
                  <a:off x="951265" y="379145"/>
                  <a:ext cx="240840" cy="560520"/>
                </a:xfrm>
                <a:prstGeom prst="rect">
                  <a:avLst/>
                </a:prstGeom>
              </p:spPr>
            </p:pic>
          </mc:Fallback>
        </mc:AlternateContent>
        <mc:AlternateContent xmlns:mc="http://schemas.openxmlformats.org/markup-compatibility/2006" xmlns:p14="http://schemas.microsoft.com/office/powerpoint/2010/main">
          <mc:Choice Requires="p14">
            <p:contentPart p14:bwMode="auto" r:id="rId70">
              <p14:nvContentPartPr>
                <p14:cNvPr id="8" name="墨迹 7">
                  <a:extLst>
                    <a:ext uri="{FF2B5EF4-FFF2-40B4-BE49-F238E27FC236}">
                      <a16:creationId xmlns:a16="http://schemas.microsoft.com/office/drawing/2014/main" id="{8FD38ED7-E902-F2ED-BBBC-24E18BFF0AB5}"/>
                    </a:ext>
                  </a:extLst>
                </p14:cNvPr>
                <p14:cNvContentPartPr/>
                <p14:nvPr/>
              </p14:nvContentPartPr>
              <p14:xfrm>
                <a:off x="1246825" y="331985"/>
                <a:ext cx="157320" cy="186840"/>
              </p14:xfrm>
            </p:contentPart>
          </mc:Choice>
          <mc:Fallback xmlns="">
            <p:pic>
              <p:nvPicPr>
                <p:cNvPr id="8" name="墨迹 7">
                  <a:extLst>
                    <a:ext uri="{FF2B5EF4-FFF2-40B4-BE49-F238E27FC236}">
                      <a16:creationId xmlns:a16="http://schemas.microsoft.com/office/drawing/2014/main" id="{8FD38ED7-E902-F2ED-BBBC-24E18BFF0AB5}"/>
                    </a:ext>
                  </a:extLst>
                </p:cNvPr>
                <p:cNvPicPr/>
                <p:nvPr/>
              </p:nvPicPr>
              <p:blipFill>
                <a:blip r:embed="rId71"/>
                <a:stretch>
                  <a:fillRect/>
                </a:stretch>
              </p:blipFill>
              <p:spPr>
                <a:xfrm>
                  <a:off x="1228825" y="313985"/>
                  <a:ext cx="192960" cy="222480"/>
                </a:xfrm>
                <a:prstGeom prst="rect">
                  <a:avLst/>
                </a:prstGeom>
              </p:spPr>
            </p:pic>
          </mc:Fallback>
        </mc:AlternateContent>
        <mc:AlternateContent xmlns:mc="http://schemas.openxmlformats.org/markup-compatibility/2006" xmlns:p14="http://schemas.microsoft.com/office/powerpoint/2010/main">
          <mc:Choice Requires="p14">
            <p:contentPart p14:bwMode="auto" r:id="rId72">
              <p14:nvContentPartPr>
                <p14:cNvPr id="10" name="墨迹 9">
                  <a:extLst>
                    <a:ext uri="{FF2B5EF4-FFF2-40B4-BE49-F238E27FC236}">
                      <a16:creationId xmlns:a16="http://schemas.microsoft.com/office/drawing/2014/main" id="{80B87EFD-AA8B-CE01-51D9-C23BA5964C03}"/>
                    </a:ext>
                  </a:extLst>
                </p14:cNvPr>
                <p14:cNvContentPartPr/>
                <p14:nvPr/>
              </p14:nvContentPartPr>
              <p14:xfrm>
                <a:off x="977185" y="515945"/>
                <a:ext cx="175320" cy="410400"/>
              </p14:xfrm>
            </p:contentPart>
          </mc:Choice>
          <mc:Fallback xmlns="">
            <p:pic>
              <p:nvPicPr>
                <p:cNvPr id="10" name="墨迹 9">
                  <a:extLst>
                    <a:ext uri="{FF2B5EF4-FFF2-40B4-BE49-F238E27FC236}">
                      <a16:creationId xmlns:a16="http://schemas.microsoft.com/office/drawing/2014/main" id="{80B87EFD-AA8B-CE01-51D9-C23BA5964C03}"/>
                    </a:ext>
                  </a:extLst>
                </p:cNvPr>
                <p:cNvPicPr/>
                <p:nvPr/>
              </p:nvPicPr>
              <p:blipFill>
                <a:blip r:embed="rId73"/>
                <a:stretch>
                  <a:fillRect/>
                </a:stretch>
              </p:blipFill>
              <p:spPr>
                <a:xfrm>
                  <a:off x="959545" y="498305"/>
                  <a:ext cx="210960" cy="446040"/>
                </a:xfrm>
                <a:prstGeom prst="rect">
                  <a:avLst/>
                </a:prstGeom>
              </p:spPr>
            </p:pic>
          </mc:Fallback>
        </mc:AlternateContent>
        <mc:AlternateContent xmlns:mc="http://schemas.openxmlformats.org/markup-compatibility/2006" xmlns:p14="http://schemas.microsoft.com/office/powerpoint/2010/main">
          <mc:Choice Requires="p14">
            <p:contentPart p14:bwMode="auto" r:id="rId74">
              <p14:nvContentPartPr>
                <p14:cNvPr id="11" name="墨迹 10">
                  <a:extLst>
                    <a:ext uri="{FF2B5EF4-FFF2-40B4-BE49-F238E27FC236}">
                      <a16:creationId xmlns:a16="http://schemas.microsoft.com/office/drawing/2014/main" id="{1196E120-491A-C84D-0AEC-DC9715105A1E}"/>
                    </a:ext>
                  </a:extLst>
                </p14:cNvPr>
                <p14:cNvContentPartPr/>
                <p14:nvPr/>
              </p14:nvContentPartPr>
              <p14:xfrm>
                <a:off x="969625" y="443225"/>
                <a:ext cx="163800" cy="140400"/>
              </p14:xfrm>
            </p:contentPart>
          </mc:Choice>
          <mc:Fallback xmlns="">
            <p:pic>
              <p:nvPicPr>
                <p:cNvPr id="11" name="墨迹 10">
                  <a:extLst>
                    <a:ext uri="{FF2B5EF4-FFF2-40B4-BE49-F238E27FC236}">
                      <a16:creationId xmlns:a16="http://schemas.microsoft.com/office/drawing/2014/main" id="{1196E120-491A-C84D-0AEC-DC9715105A1E}"/>
                    </a:ext>
                  </a:extLst>
                </p:cNvPr>
                <p:cNvPicPr/>
                <p:nvPr/>
              </p:nvPicPr>
              <p:blipFill>
                <a:blip r:embed="rId75"/>
                <a:stretch>
                  <a:fillRect/>
                </a:stretch>
              </p:blipFill>
              <p:spPr>
                <a:xfrm>
                  <a:off x="951625" y="425585"/>
                  <a:ext cx="199440" cy="176040"/>
                </a:xfrm>
                <a:prstGeom prst="rect">
                  <a:avLst/>
                </a:prstGeom>
              </p:spPr>
            </p:pic>
          </mc:Fallback>
        </mc:AlternateContent>
        <mc:AlternateContent xmlns:mc="http://schemas.openxmlformats.org/markup-compatibility/2006" xmlns:p14="http://schemas.microsoft.com/office/powerpoint/2010/main">
          <mc:Choice Requires="p14">
            <p:contentPart p14:bwMode="auto" r:id="rId76">
              <p14:nvContentPartPr>
                <p14:cNvPr id="12" name="墨迹 11">
                  <a:extLst>
                    <a:ext uri="{FF2B5EF4-FFF2-40B4-BE49-F238E27FC236}">
                      <a16:creationId xmlns:a16="http://schemas.microsoft.com/office/drawing/2014/main" id="{59D2B4D6-6E3D-9240-F6FE-ED96E837FB52}"/>
                    </a:ext>
                  </a:extLst>
                </p14:cNvPr>
                <p14:cNvContentPartPr/>
                <p14:nvPr/>
              </p14:nvContentPartPr>
              <p14:xfrm>
                <a:off x="664705" y="571745"/>
                <a:ext cx="236520" cy="29160"/>
              </p14:xfrm>
            </p:contentPart>
          </mc:Choice>
          <mc:Fallback xmlns="">
            <p:pic>
              <p:nvPicPr>
                <p:cNvPr id="12" name="墨迹 11">
                  <a:extLst>
                    <a:ext uri="{FF2B5EF4-FFF2-40B4-BE49-F238E27FC236}">
                      <a16:creationId xmlns:a16="http://schemas.microsoft.com/office/drawing/2014/main" id="{59D2B4D6-6E3D-9240-F6FE-ED96E837FB52}"/>
                    </a:ext>
                  </a:extLst>
                </p:cNvPr>
                <p:cNvPicPr/>
                <p:nvPr/>
              </p:nvPicPr>
              <p:blipFill>
                <a:blip r:embed="rId77"/>
                <a:stretch>
                  <a:fillRect/>
                </a:stretch>
              </p:blipFill>
              <p:spPr>
                <a:xfrm>
                  <a:off x="647065" y="553745"/>
                  <a:ext cx="272160" cy="64800"/>
                </a:xfrm>
                <a:prstGeom prst="rect">
                  <a:avLst/>
                </a:prstGeom>
              </p:spPr>
            </p:pic>
          </mc:Fallback>
        </mc:AlternateContent>
        <mc:AlternateContent xmlns:mc="http://schemas.openxmlformats.org/markup-compatibility/2006" xmlns:p14="http://schemas.microsoft.com/office/powerpoint/2010/main">
          <mc:Choice Requires="p14">
            <p:contentPart p14:bwMode="auto" r:id="rId78">
              <p14:nvContentPartPr>
                <p14:cNvPr id="14" name="墨迹 13">
                  <a:extLst>
                    <a:ext uri="{FF2B5EF4-FFF2-40B4-BE49-F238E27FC236}">
                      <a16:creationId xmlns:a16="http://schemas.microsoft.com/office/drawing/2014/main" id="{B26CFCAA-4186-15C1-7E59-F9BE181F5FC2}"/>
                    </a:ext>
                  </a:extLst>
                </p14:cNvPr>
                <p14:cNvContentPartPr/>
                <p14:nvPr/>
              </p14:nvContentPartPr>
              <p14:xfrm>
                <a:off x="753625" y="415505"/>
                <a:ext cx="31680" cy="330480"/>
              </p14:xfrm>
            </p:contentPart>
          </mc:Choice>
          <mc:Fallback xmlns="">
            <p:pic>
              <p:nvPicPr>
                <p:cNvPr id="14" name="墨迹 13">
                  <a:extLst>
                    <a:ext uri="{FF2B5EF4-FFF2-40B4-BE49-F238E27FC236}">
                      <a16:creationId xmlns:a16="http://schemas.microsoft.com/office/drawing/2014/main" id="{B26CFCAA-4186-15C1-7E59-F9BE181F5FC2}"/>
                    </a:ext>
                  </a:extLst>
                </p:cNvPr>
                <p:cNvPicPr/>
                <p:nvPr/>
              </p:nvPicPr>
              <p:blipFill>
                <a:blip r:embed="rId79"/>
                <a:stretch>
                  <a:fillRect/>
                </a:stretch>
              </p:blipFill>
              <p:spPr>
                <a:xfrm>
                  <a:off x="735625" y="397505"/>
                  <a:ext cx="67320" cy="366120"/>
                </a:xfrm>
                <a:prstGeom prst="rect">
                  <a:avLst/>
                </a:prstGeom>
              </p:spPr>
            </p:pic>
          </mc:Fallback>
        </mc:AlternateContent>
        <mc:AlternateContent xmlns:mc="http://schemas.openxmlformats.org/markup-compatibility/2006" xmlns:p14="http://schemas.microsoft.com/office/powerpoint/2010/main">
          <mc:Choice Requires="p14">
            <p:contentPart p14:bwMode="auto" r:id="rId80">
              <p14:nvContentPartPr>
                <p14:cNvPr id="15" name="墨迹 14">
                  <a:extLst>
                    <a:ext uri="{FF2B5EF4-FFF2-40B4-BE49-F238E27FC236}">
                      <a16:creationId xmlns:a16="http://schemas.microsoft.com/office/drawing/2014/main" id="{6ABCE21F-D932-0422-5FC6-801339685730}"/>
                    </a:ext>
                  </a:extLst>
                </p14:cNvPr>
                <p14:cNvContentPartPr/>
                <p14:nvPr/>
              </p14:nvContentPartPr>
              <p14:xfrm>
                <a:off x="637345" y="558785"/>
                <a:ext cx="128880" cy="32400"/>
              </p14:xfrm>
            </p:contentPart>
          </mc:Choice>
          <mc:Fallback xmlns="">
            <p:pic>
              <p:nvPicPr>
                <p:cNvPr id="15" name="墨迹 14">
                  <a:extLst>
                    <a:ext uri="{FF2B5EF4-FFF2-40B4-BE49-F238E27FC236}">
                      <a16:creationId xmlns:a16="http://schemas.microsoft.com/office/drawing/2014/main" id="{6ABCE21F-D932-0422-5FC6-801339685730}"/>
                    </a:ext>
                  </a:extLst>
                </p:cNvPr>
                <p:cNvPicPr/>
                <p:nvPr/>
              </p:nvPicPr>
              <p:blipFill>
                <a:blip r:embed="rId81"/>
                <a:stretch>
                  <a:fillRect/>
                </a:stretch>
              </p:blipFill>
              <p:spPr>
                <a:xfrm>
                  <a:off x="619345" y="541145"/>
                  <a:ext cx="164520" cy="68040"/>
                </a:xfrm>
                <a:prstGeom prst="rect">
                  <a:avLst/>
                </a:prstGeom>
              </p:spPr>
            </p:pic>
          </mc:Fallback>
        </mc:AlternateContent>
      </p:grpSp>
    </p:spTree>
  </p:cSld>
  <p:clrMapOvr>
    <a:masterClrMapping/>
  </p:clrMapOvr>
  <p:transition/>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5" name="文本框 64513"/>
          <p:cNvSpPr txBox="1"/>
          <p:nvPr/>
        </p:nvSpPr>
        <p:spPr>
          <a:xfrm>
            <a:off x="-74612" y="533400"/>
            <a:ext cx="1522412" cy="584200"/>
          </a:xfrm>
          <a:prstGeom prst="rect">
            <a:avLst/>
          </a:prstGeom>
          <a:noFill/>
          <a:ln w="9525">
            <a:noFill/>
          </a:ln>
        </p:spPr>
        <p:txBody>
          <a:bodyPr anchor="t" anchorCtr="0">
            <a:spAutoFit/>
          </a:bodyPr>
          <a:lstStyle/>
          <a:p>
            <a:pPr>
              <a:spcBef>
                <a:spcPct val="50000"/>
              </a:spcBef>
            </a:pPr>
            <a:r>
              <a:rPr lang="zh-CN" altLang="en-US" sz="3200" b="1">
                <a:latin typeface="Times New Roman" panose="02020603050405020304" pitchFamily="2" charset="0"/>
                <a:ea typeface="宋体" panose="02010600030101010101" pitchFamily="2" charset="-122"/>
              </a:rPr>
              <a:t>解：</a:t>
            </a:r>
            <a:r>
              <a:rPr lang="en-US" altLang="zh-CN" sz="3200" b="1">
                <a:latin typeface="Times New Roman" panose="02020603050405020304" pitchFamily="2" charset="0"/>
                <a:ea typeface="宋体" panose="02010600030101010101" pitchFamily="2" charset="-122"/>
              </a:rPr>
              <a:t>1</a:t>
            </a:r>
            <a:r>
              <a:rPr lang="zh-CN" altLang="en-US" sz="3200" b="1">
                <a:latin typeface="Times New Roman" panose="02020603050405020304" pitchFamily="2" charset="0"/>
                <a:ea typeface="宋体" panose="02010600030101010101" pitchFamily="2" charset="-122"/>
              </a:rPr>
              <a:t>）       </a:t>
            </a:r>
          </a:p>
        </p:txBody>
      </p:sp>
      <p:graphicFrame>
        <p:nvGraphicFramePr>
          <p:cNvPr id="123906" name="对象 64514"/>
          <p:cNvGraphicFramePr>
            <a:graphicFrameLocks noChangeAspect="1"/>
          </p:cNvGraphicFramePr>
          <p:nvPr/>
        </p:nvGraphicFramePr>
        <p:xfrm>
          <a:off x="1452563" y="457200"/>
          <a:ext cx="6781800" cy="650875"/>
        </p:xfrm>
        <a:graphic>
          <a:graphicData uri="http://schemas.openxmlformats.org/presentationml/2006/ole">
            <mc:AlternateContent xmlns:mc="http://schemas.openxmlformats.org/markup-compatibility/2006">
              <mc:Choice xmlns:v="urn:schemas-microsoft-com:vml" Requires="v">
                <p:oleObj r:id="rId2" imgW="2564130" imgH="241300" progId="Equation.3">
                  <p:embed/>
                </p:oleObj>
              </mc:Choice>
              <mc:Fallback>
                <p:oleObj r:id="rId2" imgW="2564130" imgH="241300" progId="Equation.3">
                  <p:embed/>
                  <p:pic>
                    <p:nvPicPr>
                      <p:cNvPr id="0" name="图片 3538"/>
                      <p:cNvPicPr/>
                      <p:nvPr/>
                    </p:nvPicPr>
                    <p:blipFill>
                      <a:blip r:embed="rId3"/>
                      <a:stretch>
                        <a:fillRect/>
                      </a:stretch>
                    </p:blipFill>
                    <p:spPr>
                      <a:xfrm>
                        <a:off x="1452563" y="457200"/>
                        <a:ext cx="6781800" cy="650875"/>
                      </a:xfrm>
                      <a:prstGeom prst="rect">
                        <a:avLst/>
                      </a:prstGeom>
                      <a:noFill/>
                      <a:ln w="38100">
                        <a:noFill/>
                        <a:miter/>
                      </a:ln>
                    </p:spPr>
                  </p:pic>
                </p:oleObj>
              </mc:Fallback>
            </mc:AlternateContent>
          </a:graphicData>
        </a:graphic>
      </p:graphicFrame>
      <p:graphicFrame>
        <p:nvGraphicFramePr>
          <p:cNvPr id="123907" name="对象 64515"/>
          <p:cNvGraphicFramePr>
            <a:graphicFrameLocks noChangeAspect="1"/>
          </p:cNvGraphicFramePr>
          <p:nvPr/>
        </p:nvGraphicFramePr>
        <p:xfrm>
          <a:off x="1447800" y="1295400"/>
          <a:ext cx="3048000" cy="642938"/>
        </p:xfrm>
        <a:graphic>
          <a:graphicData uri="http://schemas.openxmlformats.org/presentationml/2006/ole">
            <mc:AlternateContent xmlns:mc="http://schemas.openxmlformats.org/markup-compatibility/2006">
              <mc:Choice xmlns:v="urn:schemas-microsoft-com:vml" Requires="v">
                <p:oleObj r:id="rId4" imgW="1334135" imgH="228600" progId="Equation.3">
                  <p:embed/>
                </p:oleObj>
              </mc:Choice>
              <mc:Fallback>
                <p:oleObj r:id="rId4" imgW="1334135" imgH="228600" progId="Equation.3">
                  <p:embed/>
                  <p:pic>
                    <p:nvPicPr>
                      <p:cNvPr id="0" name="图片 3526"/>
                      <p:cNvPicPr/>
                      <p:nvPr/>
                    </p:nvPicPr>
                    <p:blipFill>
                      <a:blip r:embed="rId5"/>
                      <a:stretch>
                        <a:fillRect/>
                      </a:stretch>
                    </p:blipFill>
                    <p:spPr>
                      <a:xfrm>
                        <a:off x="1447800" y="1295400"/>
                        <a:ext cx="3048000" cy="642938"/>
                      </a:xfrm>
                      <a:prstGeom prst="rect">
                        <a:avLst/>
                      </a:prstGeom>
                      <a:noFill/>
                      <a:ln w="38100">
                        <a:noFill/>
                        <a:miter/>
                      </a:ln>
                    </p:spPr>
                  </p:pic>
                </p:oleObj>
              </mc:Fallback>
            </mc:AlternateContent>
          </a:graphicData>
        </a:graphic>
      </p:graphicFrame>
      <p:graphicFrame>
        <p:nvGraphicFramePr>
          <p:cNvPr id="123908" name="对象 64516"/>
          <p:cNvGraphicFramePr>
            <a:graphicFrameLocks noChangeAspect="1"/>
          </p:cNvGraphicFramePr>
          <p:nvPr/>
        </p:nvGraphicFramePr>
        <p:xfrm>
          <a:off x="3429000" y="1752600"/>
          <a:ext cx="4953000" cy="989013"/>
        </p:xfrm>
        <a:graphic>
          <a:graphicData uri="http://schemas.openxmlformats.org/presentationml/2006/ole">
            <mc:AlternateContent xmlns:mc="http://schemas.openxmlformats.org/markup-compatibility/2006">
              <mc:Choice xmlns:v="urn:schemas-microsoft-com:vml" Requires="v">
                <p:oleObj r:id="rId6" imgW="2069465" imgH="431800" progId="Equation.3">
                  <p:embed/>
                </p:oleObj>
              </mc:Choice>
              <mc:Fallback>
                <p:oleObj r:id="rId6" imgW="2069465" imgH="431800" progId="Equation.3">
                  <p:embed/>
                  <p:pic>
                    <p:nvPicPr>
                      <p:cNvPr id="0" name="图片 3535"/>
                      <p:cNvPicPr/>
                      <p:nvPr/>
                    </p:nvPicPr>
                    <p:blipFill>
                      <a:blip r:embed="rId7"/>
                      <a:stretch>
                        <a:fillRect/>
                      </a:stretch>
                    </p:blipFill>
                    <p:spPr>
                      <a:xfrm>
                        <a:off x="3429000" y="1752600"/>
                        <a:ext cx="4953000" cy="989013"/>
                      </a:xfrm>
                      <a:prstGeom prst="rect">
                        <a:avLst/>
                      </a:prstGeom>
                      <a:noFill/>
                      <a:ln w="38100">
                        <a:noFill/>
                        <a:miter/>
                      </a:ln>
                    </p:spPr>
                  </p:pic>
                </p:oleObj>
              </mc:Fallback>
            </mc:AlternateContent>
          </a:graphicData>
        </a:graphic>
      </p:graphicFrame>
      <p:graphicFrame>
        <p:nvGraphicFramePr>
          <p:cNvPr id="123909" name="对象 64517"/>
          <p:cNvGraphicFramePr>
            <a:graphicFrameLocks noChangeAspect="1"/>
          </p:cNvGraphicFramePr>
          <p:nvPr/>
        </p:nvGraphicFramePr>
        <p:xfrm>
          <a:off x="1447800" y="2820988"/>
          <a:ext cx="6257925" cy="663575"/>
        </p:xfrm>
        <a:graphic>
          <a:graphicData uri="http://schemas.openxmlformats.org/presentationml/2006/ole">
            <mc:AlternateContent xmlns:mc="http://schemas.openxmlformats.org/markup-compatibility/2006">
              <mc:Choice xmlns:v="urn:schemas-microsoft-com:vml" Requires="v">
                <p:oleObj r:id="rId8" imgW="2322830" imgH="241300" progId="Equation.3">
                  <p:embed/>
                </p:oleObj>
              </mc:Choice>
              <mc:Fallback>
                <p:oleObj r:id="rId8" imgW="2322830" imgH="241300" progId="Equation.3">
                  <p:embed/>
                  <p:pic>
                    <p:nvPicPr>
                      <p:cNvPr id="0" name="图片 3536"/>
                      <p:cNvPicPr/>
                      <p:nvPr/>
                    </p:nvPicPr>
                    <p:blipFill>
                      <a:blip r:embed="rId9"/>
                      <a:stretch>
                        <a:fillRect/>
                      </a:stretch>
                    </p:blipFill>
                    <p:spPr>
                      <a:xfrm>
                        <a:off x="1447800" y="2820988"/>
                        <a:ext cx="6257925" cy="663575"/>
                      </a:xfrm>
                      <a:prstGeom prst="rect">
                        <a:avLst/>
                      </a:prstGeom>
                      <a:noFill/>
                      <a:ln w="38100">
                        <a:noFill/>
                        <a:miter/>
                      </a:ln>
                    </p:spPr>
                  </p:pic>
                </p:oleObj>
              </mc:Fallback>
            </mc:AlternateContent>
          </a:graphicData>
        </a:graphic>
      </p:graphicFrame>
      <p:graphicFrame>
        <p:nvGraphicFramePr>
          <p:cNvPr id="123910" name="对象 64518"/>
          <p:cNvGraphicFramePr>
            <a:graphicFrameLocks noChangeAspect="1"/>
          </p:cNvGraphicFramePr>
          <p:nvPr/>
        </p:nvGraphicFramePr>
        <p:xfrm>
          <a:off x="1371600" y="3505200"/>
          <a:ext cx="7467600" cy="1498600"/>
        </p:xfrm>
        <a:graphic>
          <a:graphicData uri="http://schemas.openxmlformats.org/presentationml/2006/ole">
            <mc:AlternateContent xmlns:mc="http://schemas.openxmlformats.org/markup-compatibility/2006">
              <mc:Choice xmlns:v="urn:schemas-microsoft-com:vml" Requires="v">
                <p:oleObj r:id="rId10" imgW="3035300" imgH="609600" progId="Equation.3">
                  <p:embed/>
                </p:oleObj>
              </mc:Choice>
              <mc:Fallback>
                <p:oleObj r:id="rId10" imgW="3035300" imgH="609600" progId="Equation.3">
                  <p:embed/>
                  <p:pic>
                    <p:nvPicPr>
                      <p:cNvPr id="0" name="图片 3533"/>
                      <p:cNvPicPr/>
                      <p:nvPr/>
                    </p:nvPicPr>
                    <p:blipFill>
                      <a:blip r:embed="rId11"/>
                      <a:stretch>
                        <a:fillRect/>
                      </a:stretch>
                    </p:blipFill>
                    <p:spPr>
                      <a:xfrm>
                        <a:off x="1371600" y="3505200"/>
                        <a:ext cx="7467600" cy="1498600"/>
                      </a:xfrm>
                      <a:prstGeom prst="rect">
                        <a:avLst/>
                      </a:prstGeom>
                      <a:noFill/>
                      <a:ln w="38100">
                        <a:noFill/>
                        <a:miter/>
                      </a:ln>
                    </p:spPr>
                  </p:pic>
                </p:oleObj>
              </mc:Fallback>
            </mc:AlternateContent>
          </a:graphicData>
        </a:graphic>
      </p:graphicFrame>
      <p:graphicFrame>
        <p:nvGraphicFramePr>
          <p:cNvPr id="123911" name="对象 64519"/>
          <p:cNvGraphicFramePr>
            <a:graphicFrameLocks noChangeAspect="1"/>
          </p:cNvGraphicFramePr>
          <p:nvPr/>
        </p:nvGraphicFramePr>
        <p:xfrm>
          <a:off x="1295400" y="5029200"/>
          <a:ext cx="5562600" cy="609600"/>
        </p:xfrm>
        <a:graphic>
          <a:graphicData uri="http://schemas.openxmlformats.org/presentationml/2006/ole">
            <mc:AlternateContent xmlns:mc="http://schemas.openxmlformats.org/markup-compatibility/2006">
              <mc:Choice xmlns:v="urn:schemas-microsoft-com:vml" Requires="v">
                <p:oleObj r:id="rId12" imgW="2145665" imgH="241300" progId="Equation.3">
                  <p:embed/>
                </p:oleObj>
              </mc:Choice>
              <mc:Fallback>
                <p:oleObj r:id="rId12" imgW="2145665" imgH="241300" progId="Equation.3">
                  <p:embed/>
                  <p:pic>
                    <p:nvPicPr>
                      <p:cNvPr id="0" name="图片 3527"/>
                      <p:cNvPicPr/>
                      <p:nvPr/>
                    </p:nvPicPr>
                    <p:blipFill>
                      <a:blip r:embed="rId13"/>
                      <a:stretch>
                        <a:fillRect/>
                      </a:stretch>
                    </p:blipFill>
                    <p:spPr>
                      <a:xfrm>
                        <a:off x="1295400" y="5029200"/>
                        <a:ext cx="5562600" cy="609600"/>
                      </a:xfrm>
                      <a:prstGeom prst="rect">
                        <a:avLst/>
                      </a:prstGeom>
                      <a:noFill/>
                      <a:ln w="38100">
                        <a:noFill/>
                        <a:miter/>
                      </a:ln>
                    </p:spPr>
                  </p:pic>
                </p:oleObj>
              </mc:Fallback>
            </mc:AlternateContent>
          </a:graphicData>
        </a:graphic>
      </p:graphicFrame>
      <p:graphicFrame>
        <p:nvGraphicFramePr>
          <p:cNvPr id="123912" name="对象 64520"/>
          <p:cNvGraphicFramePr>
            <a:graphicFrameLocks noChangeAspect="1"/>
          </p:cNvGraphicFramePr>
          <p:nvPr/>
        </p:nvGraphicFramePr>
        <p:xfrm>
          <a:off x="1295400" y="5867400"/>
          <a:ext cx="2667000" cy="682625"/>
        </p:xfrm>
        <a:graphic>
          <a:graphicData uri="http://schemas.openxmlformats.org/presentationml/2006/ole">
            <mc:AlternateContent xmlns:mc="http://schemas.openxmlformats.org/markup-compatibility/2006">
              <mc:Choice xmlns:v="urn:schemas-microsoft-com:vml" Requires="v">
                <p:oleObj r:id="rId14" imgW="927100" imgH="241300" progId="Equation.3">
                  <p:embed/>
                </p:oleObj>
              </mc:Choice>
              <mc:Fallback>
                <p:oleObj r:id="rId14" imgW="927100" imgH="241300" progId="Equation.3">
                  <p:embed/>
                  <p:pic>
                    <p:nvPicPr>
                      <p:cNvPr id="0" name="图片 3528"/>
                      <p:cNvPicPr/>
                      <p:nvPr/>
                    </p:nvPicPr>
                    <p:blipFill>
                      <a:blip r:embed="rId15"/>
                      <a:stretch>
                        <a:fillRect/>
                      </a:stretch>
                    </p:blipFill>
                    <p:spPr>
                      <a:xfrm>
                        <a:off x="1295400" y="5867400"/>
                        <a:ext cx="2667000" cy="682625"/>
                      </a:xfrm>
                      <a:prstGeom prst="rect">
                        <a:avLst/>
                      </a:prstGeom>
                      <a:noFill/>
                      <a:ln w="38100">
                        <a:noFill/>
                        <a:miter/>
                      </a:ln>
                    </p:spPr>
                  </p:pic>
                </p:oleObj>
              </mc:Fallback>
            </mc:AlternateContent>
          </a:graphicData>
        </a:graphic>
      </p:graphicFrame>
      <p:graphicFrame>
        <p:nvGraphicFramePr>
          <p:cNvPr id="123913" name="对象 64521"/>
          <p:cNvGraphicFramePr>
            <a:graphicFrameLocks noChangeAspect="1"/>
          </p:cNvGraphicFramePr>
          <p:nvPr/>
        </p:nvGraphicFramePr>
        <p:xfrm>
          <a:off x="3886200" y="5715000"/>
          <a:ext cx="4419600" cy="1027113"/>
        </p:xfrm>
        <a:graphic>
          <a:graphicData uri="http://schemas.openxmlformats.org/presentationml/2006/ole">
            <mc:AlternateContent xmlns:mc="http://schemas.openxmlformats.org/markup-compatibility/2006">
              <mc:Choice xmlns:v="urn:schemas-microsoft-com:vml" Requires="v">
                <p:oleObj r:id="rId16" imgW="1815465" imgH="431800" progId="Equation.3">
                  <p:embed/>
                </p:oleObj>
              </mc:Choice>
              <mc:Fallback>
                <p:oleObj r:id="rId16" imgW="1815465" imgH="431800" progId="Equation.3">
                  <p:embed/>
                  <p:pic>
                    <p:nvPicPr>
                      <p:cNvPr id="0" name="图片 3531"/>
                      <p:cNvPicPr/>
                      <p:nvPr/>
                    </p:nvPicPr>
                    <p:blipFill>
                      <a:blip r:embed="rId17"/>
                      <a:stretch>
                        <a:fillRect/>
                      </a:stretch>
                    </p:blipFill>
                    <p:spPr>
                      <a:xfrm>
                        <a:off x="3886200" y="5715000"/>
                        <a:ext cx="4419600" cy="1027113"/>
                      </a:xfrm>
                      <a:prstGeom prst="rect">
                        <a:avLst/>
                      </a:prstGeom>
                      <a:noFill/>
                      <a:ln w="38100">
                        <a:noFill/>
                        <a:miter/>
                      </a:ln>
                    </p:spPr>
                  </p:pic>
                </p:oleObj>
              </mc:Fallback>
            </mc:AlternateContent>
          </a:graphicData>
        </a:graphic>
      </p:graphicFrame>
      <p:sp>
        <p:nvSpPr>
          <p:cNvPr id="123914" name="矩形 64522"/>
          <p:cNvSpPr/>
          <p:nvPr/>
        </p:nvSpPr>
        <p:spPr>
          <a:xfrm>
            <a:off x="685800" y="2925763"/>
            <a:ext cx="850900" cy="579437"/>
          </a:xfrm>
          <a:prstGeom prst="rect">
            <a:avLst/>
          </a:prstGeom>
          <a:noFill/>
          <a:ln w="9525">
            <a:noFill/>
          </a:ln>
        </p:spPr>
        <p:txBody>
          <a:bodyPr wrap="none" anchor="t" anchorCtr="0">
            <a:spAutoFit/>
          </a:bodyPr>
          <a:lstStyle/>
          <a:p>
            <a:r>
              <a:rPr lang="en-US" altLang="zh-CN" sz="3200" b="1">
                <a:latin typeface="Times New Roman" panose="02020603050405020304" pitchFamily="2" charset="0"/>
                <a:ea typeface="宋体" panose="02010600030101010101" pitchFamily="2" charset="-122"/>
              </a:rPr>
              <a:t>2</a:t>
            </a:r>
            <a:r>
              <a:rPr lang="zh-CN" altLang="en-US" sz="3200" b="1">
                <a:latin typeface="Times New Roman" panose="02020603050405020304" pitchFamily="2" charset="0"/>
                <a:ea typeface="宋体" panose="02010600030101010101" pitchFamily="2" charset="-122"/>
              </a:rPr>
              <a:t>）</a:t>
            </a:r>
          </a:p>
        </p:txBody>
      </p:sp>
      <p:sp>
        <p:nvSpPr>
          <p:cNvPr id="123915" name="矩形 64523"/>
          <p:cNvSpPr/>
          <p:nvPr/>
        </p:nvSpPr>
        <p:spPr>
          <a:xfrm>
            <a:off x="596900" y="5029200"/>
            <a:ext cx="850900" cy="579438"/>
          </a:xfrm>
          <a:prstGeom prst="rect">
            <a:avLst/>
          </a:prstGeom>
          <a:noFill/>
          <a:ln w="9525">
            <a:noFill/>
          </a:ln>
        </p:spPr>
        <p:txBody>
          <a:bodyPr wrap="none" anchor="t" anchorCtr="0">
            <a:spAutoFit/>
          </a:bodyPr>
          <a:lstStyle/>
          <a:p>
            <a:pPr>
              <a:spcBef>
                <a:spcPct val="50000"/>
              </a:spcBef>
            </a:pPr>
            <a:r>
              <a:rPr lang="en-US" altLang="zh-CN" sz="3200" b="1">
                <a:latin typeface="Times New Roman" panose="02020603050405020304" pitchFamily="2" charset="0"/>
                <a:ea typeface="宋体" panose="02010600030101010101" pitchFamily="2" charset="-122"/>
              </a:rPr>
              <a:t>3</a:t>
            </a:r>
            <a:r>
              <a:rPr lang="zh-CN" altLang="en-US" sz="3200" b="1">
                <a:latin typeface="Times New Roman" panose="02020603050405020304" pitchFamily="2" charset="0"/>
                <a:ea typeface="宋体" panose="02010600030101010101" pitchFamily="2" charset="-122"/>
              </a:rPr>
              <a:t>）</a:t>
            </a:r>
          </a:p>
        </p:txBody>
      </p:sp>
      <mc:AlternateContent xmlns:mc="http://schemas.openxmlformats.org/markup-compatibility/2006" xmlns:p14="http://schemas.microsoft.com/office/powerpoint/2010/main">
        <mc:Choice Requires="p14">
          <p:contentPart p14:bwMode="auto" r:id="rId18">
            <p14:nvContentPartPr>
              <p14:cNvPr id="6" name="墨迹 5">
                <a:extLst>
                  <a:ext uri="{FF2B5EF4-FFF2-40B4-BE49-F238E27FC236}">
                    <a16:creationId xmlns:a16="http://schemas.microsoft.com/office/drawing/2014/main" id="{F7661834-5848-9036-2779-9EDA14B8F475}"/>
                  </a:ext>
                </a:extLst>
              </p14:cNvPr>
              <p14:cNvContentPartPr/>
              <p14:nvPr/>
            </p14:nvContentPartPr>
            <p14:xfrm>
              <a:off x="3915025" y="4655225"/>
              <a:ext cx="65520" cy="122400"/>
            </p14:xfrm>
          </p:contentPart>
        </mc:Choice>
        <mc:Fallback xmlns="">
          <p:pic>
            <p:nvPicPr>
              <p:cNvPr id="6" name="墨迹 5">
                <a:extLst>
                  <a:ext uri="{FF2B5EF4-FFF2-40B4-BE49-F238E27FC236}">
                    <a16:creationId xmlns:a16="http://schemas.microsoft.com/office/drawing/2014/main" id="{F7661834-5848-9036-2779-9EDA14B8F475}"/>
                  </a:ext>
                </a:extLst>
              </p:cNvPr>
              <p:cNvPicPr/>
              <p:nvPr/>
            </p:nvPicPr>
            <p:blipFill>
              <a:blip r:embed="rId25"/>
              <a:stretch>
                <a:fillRect/>
              </a:stretch>
            </p:blipFill>
            <p:spPr>
              <a:xfrm>
                <a:off x="3897025" y="4637225"/>
                <a:ext cx="101160" cy="15804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7" name="墨迹 6">
                <a:extLst>
                  <a:ext uri="{FF2B5EF4-FFF2-40B4-BE49-F238E27FC236}">
                    <a16:creationId xmlns:a16="http://schemas.microsoft.com/office/drawing/2014/main" id="{51035DD9-D2E0-DA8F-FFCD-BE60B050A8C8}"/>
                  </a:ext>
                </a:extLst>
              </p14:cNvPr>
              <p14:cNvContentPartPr/>
              <p14:nvPr/>
            </p14:nvContentPartPr>
            <p14:xfrm>
              <a:off x="5292385" y="4691585"/>
              <a:ext cx="57600" cy="103320"/>
            </p14:xfrm>
          </p:contentPart>
        </mc:Choice>
        <mc:Fallback xmlns="">
          <p:pic>
            <p:nvPicPr>
              <p:cNvPr id="7" name="墨迹 6">
                <a:extLst>
                  <a:ext uri="{FF2B5EF4-FFF2-40B4-BE49-F238E27FC236}">
                    <a16:creationId xmlns:a16="http://schemas.microsoft.com/office/drawing/2014/main" id="{51035DD9-D2E0-DA8F-FFCD-BE60B050A8C8}"/>
                  </a:ext>
                </a:extLst>
              </p:cNvPr>
              <p:cNvPicPr/>
              <p:nvPr/>
            </p:nvPicPr>
            <p:blipFill>
              <a:blip r:embed="rId27"/>
              <a:stretch>
                <a:fillRect/>
              </a:stretch>
            </p:blipFill>
            <p:spPr>
              <a:xfrm>
                <a:off x="5274385" y="4673945"/>
                <a:ext cx="93240" cy="138960"/>
              </a:xfrm>
              <a:prstGeom prst="rect">
                <a:avLst/>
              </a:prstGeom>
            </p:spPr>
          </p:pic>
        </mc:Fallback>
      </mc:AlternateContent>
    </p:spTree>
  </p:cSld>
  <p:clrMapOvr>
    <a:masterClrMapping/>
  </p:clrMapOvr>
  <p:transition/>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4929" name="对象 57346"/>
          <p:cNvGraphicFramePr>
            <a:graphicFrameLocks noChangeAspect="1"/>
          </p:cNvGraphicFramePr>
          <p:nvPr/>
        </p:nvGraphicFramePr>
        <p:xfrm>
          <a:off x="3867150" y="1370013"/>
          <a:ext cx="3989388" cy="960437"/>
        </p:xfrm>
        <a:graphic>
          <a:graphicData uri="http://schemas.openxmlformats.org/presentationml/2006/ole">
            <mc:AlternateContent xmlns:mc="http://schemas.openxmlformats.org/markup-compatibility/2006">
              <mc:Choice xmlns:v="urn:schemas-microsoft-com:vml" Requires="v">
                <p:oleObj r:id="rId2" imgW="1790700" imgH="431800" progId="Equation.3">
                  <p:embed/>
                </p:oleObj>
              </mc:Choice>
              <mc:Fallback>
                <p:oleObj r:id="rId2" imgW="1790700" imgH="431800" progId="Equation.3">
                  <p:embed/>
                  <p:pic>
                    <p:nvPicPr>
                      <p:cNvPr id="0" name="图片 3532"/>
                      <p:cNvPicPr/>
                      <p:nvPr/>
                    </p:nvPicPr>
                    <p:blipFill>
                      <a:blip r:embed="rId3"/>
                      <a:stretch>
                        <a:fillRect/>
                      </a:stretch>
                    </p:blipFill>
                    <p:spPr>
                      <a:xfrm>
                        <a:off x="3867150" y="1370013"/>
                        <a:ext cx="3989388" cy="960437"/>
                      </a:xfrm>
                      <a:prstGeom prst="rect">
                        <a:avLst/>
                      </a:prstGeom>
                      <a:noFill/>
                      <a:ln w="38100">
                        <a:noFill/>
                        <a:miter/>
                      </a:ln>
                    </p:spPr>
                  </p:pic>
                </p:oleObj>
              </mc:Fallback>
            </mc:AlternateContent>
          </a:graphicData>
        </a:graphic>
      </p:graphicFrame>
      <p:sp>
        <p:nvSpPr>
          <p:cNvPr id="124930" name="文本占位符 613378"/>
          <p:cNvSpPr>
            <a:spLocks noGrp="1"/>
          </p:cNvSpPr>
          <p:nvPr/>
        </p:nvSpPr>
        <p:spPr>
          <a:xfrm>
            <a:off x="457200" y="1652588"/>
            <a:ext cx="3632200" cy="681037"/>
          </a:xfrm>
          <a:prstGeom prst="rect">
            <a:avLst/>
          </a:prstGeom>
          <a:noFill/>
          <a:ln w="9525">
            <a:noFill/>
          </a:ln>
        </p:spPr>
        <p:txBody>
          <a:bodyPr anchor="t" anchorCtr="0"/>
          <a:lstStyle/>
          <a:p>
            <a:pPr marL="342900" indent="-342900">
              <a:spcBef>
                <a:spcPct val="20000"/>
              </a:spcBef>
              <a:buClr>
                <a:schemeClr val="bg2"/>
              </a:buClr>
              <a:buSzPct val="75000"/>
            </a:pPr>
            <a:r>
              <a:rPr lang="zh-CN" altLang="en-US" sz="2400" b="1">
                <a:latin typeface="Times New Roman" panose="02020603050405020304" pitchFamily="2" charset="0"/>
                <a:ea typeface="宋体" panose="02010600030101010101" pitchFamily="2" charset="-122"/>
              </a:rPr>
              <a:t>1.序列x(n)绝对可和，即　　　</a:t>
            </a:r>
          </a:p>
        </p:txBody>
      </p:sp>
      <p:sp>
        <p:nvSpPr>
          <p:cNvPr id="124931" name="文本框 613381"/>
          <p:cNvSpPr txBox="1"/>
          <p:nvPr/>
        </p:nvSpPr>
        <p:spPr>
          <a:xfrm>
            <a:off x="465138" y="2697163"/>
            <a:ext cx="3405187" cy="460375"/>
          </a:xfrm>
          <a:prstGeom prst="rect">
            <a:avLst/>
          </a:prstGeom>
          <a:noFill/>
          <a:ln w="12700">
            <a:noFill/>
          </a:ln>
        </p:spPr>
        <p:txBody>
          <a:bodyPr wrap="square" anchor="t" anchorCtr="0">
            <a:spAutoFit/>
          </a:bodyPr>
          <a:lstStyle/>
          <a:p>
            <a:pPr>
              <a:spcBef>
                <a:spcPct val="50000"/>
              </a:spcBef>
            </a:pPr>
            <a:r>
              <a:rPr lang="zh-CN" altLang="en-US" sz="2400" b="1">
                <a:latin typeface="Times New Roman" panose="02020603050405020304" pitchFamily="2" charset="0"/>
                <a:ea typeface="宋体" panose="02010600030101010101" pitchFamily="2" charset="-122"/>
              </a:rPr>
              <a:t>2.序列x(n)平方可和，即</a:t>
            </a:r>
          </a:p>
        </p:txBody>
      </p:sp>
      <p:sp>
        <p:nvSpPr>
          <p:cNvPr id="124932" name="文本框 1"/>
          <p:cNvSpPr txBox="1"/>
          <p:nvPr/>
        </p:nvSpPr>
        <p:spPr>
          <a:xfrm>
            <a:off x="1198563" y="2401888"/>
            <a:ext cx="1408112" cy="460375"/>
          </a:xfrm>
          <a:prstGeom prst="rect">
            <a:avLst/>
          </a:prstGeom>
          <a:noFill/>
          <a:ln w="9525">
            <a:noFill/>
          </a:ln>
        </p:spPr>
        <p:txBody>
          <a:bodyPr wrap="none" anchor="t" anchorCtr="0">
            <a:spAutoFit/>
          </a:bodyPr>
          <a:lstStyle/>
          <a:p>
            <a:r>
              <a:rPr lang="zh-CN" altLang="en-US" sz="2400" b="1">
                <a:solidFill>
                  <a:srgbClr val="C00000"/>
                </a:solidFill>
                <a:latin typeface="Times New Roman" panose="02020603050405020304" pitchFamily="2" charset="0"/>
                <a:ea typeface="宋体" panose="02010600030101010101" pitchFamily="2" charset="-122"/>
              </a:rPr>
              <a:t>充分条件</a:t>
            </a:r>
          </a:p>
        </p:txBody>
      </p:sp>
      <p:sp>
        <p:nvSpPr>
          <p:cNvPr id="124933" name="文本框 2"/>
          <p:cNvSpPr txBox="1"/>
          <p:nvPr/>
        </p:nvSpPr>
        <p:spPr>
          <a:xfrm>
            <a:off x="1200150" y="1335088"/>
            <a:ext cx="1406525" cy="460375"/>
          </a:xfrm>
          <a:prstGeom prst="rect">
            <a:avLst/>
          </a:prstGeom>
          <a:noFill/>
          <a:ln w="9525">
            <a:noFill/>
          </a:ln>
        </p:spPr>
        <p:txBody>
          <a:bodyPr wrap="none" anchor="t" anchorCtr="0">
            <a:spAutoFit/>
          </a:bodyPr>
          <a:lstStyle/>
          <a:p>
            <a:r>
              <a:rPr lang="zh-CN" altLang="en-US" sz="2400" b="1">
                <a:solidFill>
                  <a:srgbClr val="C00000"/>
                </a:solidFill>
                <a:latin typeface="Times New Roman" panose="02020603050405020304" pitchFamily="2" charset="0"/>
                <a:ea typeface="宋体" panose="02010600030101010101" pitchFamily="2" charset="-122"/>
                <a:sym typeface="微软雅黑" panose="020B0503020204020204" pitchFamily="2" charset="-122"/>
              </a:rPr>
              <a:t>充分条件</a:t>
            </a:r>
          </a:p>
        </p:txBody>
      </p:sp>
      <p:sp>
        <p:nvSpPr>
          <p:cNvPr id="124934" name="文本占位符 614401"/>
          <p:cNvSpPr>
            <a:spLocks noGrp="1"/>
          </p:cNvSpPr>
          <p:nvPr/>
        </p:nvSpPr>
        <p:spPr>
          <a:xfrm>
            <a:off x="473075" y="4587875"/>
            <a:ext cx="7772400" cy="720725"/>
          </a:xfrm>
          <a:prstGeom prst="rect">
            <a:avLst/>
          </a:prstGeom>
          <a:noFill/>
          <a:ln w="9525">
            <a:noFill/>
          </a:ln>
        </p:spPr>
        <p:txBody>
          <a:bodyPr anchor="t" anchorCtr="0"/>
          <a:lstStyle/>
          <a:p>
            <a:pPr marL="342900" indent="-342900">
              <a:lnSpc>
                <a:spcPct val="120000"/>
              </a:lnSpc>
              <a:spcBef>
                <a:spcPct val="20000"/>
              </a:spcBef>
            </a:pPr>
            <a:r>
              <a:rPr lang="en-US" altLang="zh-CN" sz="2400" b="1">
                <a:latin typeface="Times New Roman" panose="02020603050405020304" pitchFamily="2" charset="0"/>
                <a:ea typeface="宋体" panose="02010600030101010101" pitchFamily="2" charset="-122"/>
              </a:rPr>
              <a:t>4</a:t>
            </a:r>
            <a:r>
              <a:rPr lang="zh-CN" altLang="en-US" sz="2400" b="1">
                <a:latin typeface="Times New Roman" panose="02020603050405020304" pitchFamily="2" charset="0"/>
                <a:ea typeface="宋体" panose="02010600030101010101" pitchFamily="2" charset="-122"/>
              </a:rPr>
              <a:t>.由于冲激函数的引入,使得一些周期序列也可求</a:t>
            </a:r>
          </a:p>
        </p:txBody>
      </p:sp>
      <p:sp>
        <p:nvSpPr>
          <p:cNvPr id="124935" name="文本框 3"/>
          <p:cNvSpPr txBox="1"/>
          <p:nvPr/>
        </p:nvSpPr>
        <p:spPr>
          <a:xfrm>
            <a:off x="758825" y="5165725"/>
            <a:ext cx="7726363" cy="1697038"/>
          </a:xfrm>
          <a:prstGeom prst="rect">
            <a:avLst/>
          </a:prstGeom>
          <a:noFill/>
          <a:ln w="9525">
            <a:noFill/>
          </a:ln>
        </p:spPr>
        <p:txBody>
          <a:bodyPr wrap="square" anchor="t" anchorCtr="0">
            <a:spAutoFit/>
          </a:bodyPr>
          <a:lstStyle/>
          <a:p>
            <a:pPr>
              <a:lnSpc>
                <a:spcPct val="120000"/>
              </a:lnSpc>
            </a:pPr>
            <a:r>
              <a:rPr lang="zh-CN" altLang="en-US" sz="2400" dirty="0">
                <a:latin typeface="Times New Roman" panose="02020603050405020304" pitchFamily="2" charset="0"/>
                <a:ea typeface="宋体" panose="02010600030101010101" pitchFamily="2" charset="-122"/>
                <a:sym typeface="微软雅黑" panose="020B0503020204020204" pitchFamily="2" charset="-122"/>
              </a:rPr>
              <a:t>　　如果引入</a:t>
            </a:r>
            <a:r>
              <a:rPr lang="zh-CN" altLang="en-US" sz="2400" b="1">
                <a:solidFill>
                  <a:srgbClr val="C00000"/>
                </a:solidFill>
                <a:latin typeface="Times New Roman" panose="02020603050405020304" pitchFamily="2" charset="0"/>
                <a:ea typeface="宋体" panose="02010600030101010101" pitchFamily="2" charset="-122"/>
                <a:sym typeface="微软雅黑" panose="020B0503020204020204" pitchFamily="2" charset="-122"/>
              </a:rPr>
              <a:t>冲激函数</a:t>
            </a:r>
            <a:r>
              <a:rPr lang="zh-CN" altLang="en-US" sz="2400" dirty="0">
                <a:latin typeface="Times New Roman" panose="02020603050405020304" pitchFamily="2" charset="0"/>
                <a:ea typeface="宋体" panose="02010600030101010101" pitchFamily="2" charset="-122"/>
                <a:sym typeface="微软雅黑" panose="020B0503020204020204" pitchFamily="2" charset="-122"/>
              </a:rPr>
              <a:t>，一些绝对不可和</a:t>
            </a:r>
            <a:r>
              <a:rPr lang="en-US" altLang="zh-CN" sz="2400" dirty="0">
                <a:latin typeface="Times New Roman" panose="02020603050405020304" pitchFamily="2" charset="0"/>
                <a:ea typeface="宋体" panose="02010600030101010101" pitchFamily="2" charset="-122"/>
                <a:sym typeface="微软雅黑" panose="020B0503020204020204" pitchFamily="2" charset="-122"/>
              </a:rPr>
              <a:t>/</a:t>
            </a:r>
            <a:r>
              <a:rPr lang="zh-CN" altLang="en-US" sz="2400" dirty="0">
                <a:latin typeface="Times New Roman" panose="02020603050405020304" pitchFamily="2" charset="0"/>
                <a:ea typeface="宋体" panose="02010600030101010101" pitchFamily="2" charset="-122"/>
                <a:sym typeface="微软雅黑" panose="020B0503020204020204" pitchFamily="2" charset="-122"/>
              </a:rPr>
              <a:t>平方不可和的序列，如周期序列，其傅里叶变换可用冲激函数的形式表示出来。</a:t>
            </a:r>
            <a:endParaRPr lang="zh-CN" altLang="en-US" sz="2400" dirty="0">
              <a:latin typeface="Times New Roman" panose="02020603050405020304" pitchFamily="2" charset="0"/>
              <a:ea typeface="宋体" panose="02010600030101010101" pitchFamily="2" charset="-122"/>
            </a:endParaRPr>
          </a:p>
          <a:p>
            <a:endParaRPr lang="zh-CN" altLang="en-US">
              <a:latin typeface="Times New Roman" panose="02020603050405020304" pitchFamily="2" charset="0"/>
              <a:ea typeface="宋体" panose="02010600030101010101" pitchFamily="2" charset="-122"/>
            </a:endParaRPr>
          </a:p>
        </p:txBody>
      </p:sp>
      <p:sp>
        <p:nvSpPr>
          <p:cNvPr id="124936" name="文本占位符 57345"/>
          <p:cNvSpPr>
            <a:spLocks noGrp="1"/>
          </p:cNvSpPr>
          <p:nvPr/>
        </p:nvSpPr>
        <p:spPr>
          <a:xfrm>
            <a:off x="584200" y="214313"/>
            <a:ext cx="8480425" cy="788987"/>
          </a:xfrm>
          <a:prstGeom prst="rect">
            <a:avLst/>
          </a:prstGeom>
          <a:noFill/>
          <a:ln w="9525">
            <a:noFill/>
          </a:ln>
        </p:spPr>
        <p:txBody>
          <a:bodyPr anchor="t" anchorCtr="0"/>
          <a:lstStyle/>
          <a:p>
            <a:pPr>
              <a:lnSpc>
                <a:spcPct val="90000"/>
              </a:lnSpc>
              <a:spcBef>
                <a:spcPct val="20000"/>
              </a:spcBef>
            </a:pPr>
            <a:r>
              <a:rPr lang="en-US" altLang="zh-CN" sz="3200" b="1">
                <a:latin typeface="Times New Roman" panose="02020603050405020304" pitchFamily="2" charset="0"/>
                <a:ea typeface="宋体" panose="02010600030101010101" pitchFamily="2" charset="-122"/>
              </a:rPr>
              <a:t>2.3.2</a:t>
            </a:r>
            <a:r>
              <a:rPr lang="zh-CN" altLang="en-US" sz="3200" b="1">
                <a:latin typeface="Times New Roman" panose="02020603050405020304" pitchFamily="2" charset="0"/>
                <a:ea typeface="宋体" panose="02010600030101010101" pitchFamily="2" charset="-122"/>
              </a:rPr>
              <a:t>序列傅里叶变换的收敛性</a:t>
            </a:r>
          </a:p>
          <a:p>
            <a:pPr>
              <a:lnSpc>
                <a:spcPct val="90000"/>
              </a:lnSpc>
              <a:spcBef>
                <a:spcPct val="20000"/>
              </a:spcBef>
            </a:pPr>
            <a:r>
              <a:rPr lang="en-US" altLang="zh-CN" sz="3200" b="1">
                <a:latin typeface="Times New Roman" panose="02020603050405020304" pitchFamily="2" charset="0"/>
                <a:ea typeface="宋体" panose="02010600030101010101" pitchFamily="2" charset="-122"/>
              </a:rPr>
              <a:t>                        ——</a:t>
            </a:r>
            <a:r>
              <a:rPr lang="zh-CN" altLang="en-US" sz="3200" b="1">
                <a:latin typeface="Times New Roman" panose="02020603050405020304" pitchFamily="2" charset="0"/>
                <a:ea typeface="宋体" panose="02010600030101010101" pitchFamily="2" charset="-122"/>
              </a:rPr>
              <a:t>（</a:t>
            </a:r>
            <a:r>
              <a:rPr lang="zh-CN" altLang="en-US" sz="3200" b="1">
                <a:latin typeface="Times New Roman" panose="02020603050405020304" pitchFamily="2" charset="0"/>
                <a:ea typeface="宋体" panose="02010600030101010101" pitchFamily="2" charset="-122"/>
                <a:sym typeface="微软雅黑" panose="020B0503020204020204" pitchFamily="2" charset="-122"/>
              </a:rPr>
              <a:t>DTFT）</a:t>
            </a:r>
            <a:r>
              <a:rPr lang="zh-CN" altLang="en-US" sz="3200" b="1">
                <a:latin typeface="Times New Roman" panose="02020603050405020304" pitchFamily="2" charset="0"/>
                <a:ea typeface="宋体" panose="02010600030101010101" pitchFamily="2" charset="-122"/>
              </a:rPr>
              <a:t>存在的条件</a:t>
            </a:r>
            <a:endParaRPr lang="zh-CN" altLang="en-US" sz="3600">
              <a:latin typeface="Tahoma" panose="020B0604030504040204" pitchFamily="2" charset="0"/>
              <a:ea typeface="微软雅黑" panose="020B0503020204020204" pitchFamily="2" charset="-122"/>
            </a:endParaRPr>
          </a:p>
        </p:txBody>
      </p:sp>
      <p:sp>
        <p:nvSpPr>
          <p:cNvPr id="124937" name="文本框 1"/>
          <p:cNvSpPr txBox="1"/>
          <p:nvPr/>
        </p:nvSpPr>
        <p:spPr>
          <a:xfrm>
            <a:off x="473075" y="3632200"/>
            <a:ext cx="8486775" cy="460375"/>
          </a:xfrm>
          <a:prstGeom prst="rect">
            <a:avLst/>
          </a:prstGeom>
          <a:noFill/>
          <a:ln w="9525">
            <a:noFill/>
          </a:ln>
        </p:spPr>
        <p:txBody>
          <a:bodyPr wrap="square" anchor="t" anchorCtr="0">
            <a:spAutoFit/>
          </a:bodyPr>
          <a:lstStyle/>
          <a:p>
            <a:r>
              <a:rPr lang="zh-CN" altLang="en-US" sz="2400" b="1">
                <a:latin typeface="Times New Roman" panose="02020603050405020304" pitchFamily="2" charset="0"/>
                <a:ea typeface="宋体" panose="02010600030101010101" pitchFamily="2" charset="-122"/>
              </a:rPr>
              <a:t>3.由于                                           ，绝对可和一定平方可和                    </a:t>
            </a:r>
          </a:p>
        </p:txBody>
      </p:sp>
      <p:graphicFrame>
        <p:nvGraphicFramePr>
          <p:cNvPr id="124938" name="对象 4"/>
          <p:cNvGraphicFramePr/>
          <p:nvPr/>
        </p:nvGraphicFramePr>
        <p:xfrm>
          <a:off x="1463675" y="3344863"/>
          <a:ext cx="3132138" cy="1036637"/>
        </p:xfrm>
        <a:graphic>
          <a:graphicData uri="http://schemas.openxmlformats.org/presentationml/2006/ole">
            <mc:AlternateContent xmlns:mc="http://schemas.openxmlformats.org/markup-compatibility/2006">
              <mc:Choice xmlns:v="urn:schemas-microsoft-com:vml" Requires="v">
                <p:oleObj r:id="rId4" imgW="1498600" imgH="482600" progId="Equation.KSEE3">
                  <p:embed/>
                </p:oleObj>
              </mc:Choice>
              <mc:Fallback>
                <p:oleObj r:id="rId4" imgW="1498600" imgH="482600" progId="Equation.KSEE3">
                  <p:embed/>
                  <p:pic>
                    <p:nvPicPr>
                      <p:cNvPr id="0" name="图片 3552"/>
                      <p:cNvPicPr/>
                      <p:nvPr/>
                    </p:nvPicPr>
                    <p:blipFill>
                      <a:blip r:embed="rId5"/>
                      <a:stretch>
                        <a:fillRect/>
                      </a:stretch>
                    </p:blipFill>
                    <p:spPr>
                      <a:xfrm>
                        <a:off x="1463675" y="3344863"/>
                        <a:ext cx="3132138" cy="1036637"/>
                      </a:xfrm>
                      <a:prstGeom prst="rect">
                        <a:avLst/>
                      </a:prstGeom>
                      <a:noFill/>
                      <a:ln w="38100">
                        <a:noFill/>
                        <a:miter/>
                      </a:ln>
                    </p:spPr>
                  </p:pic>
                </p:oleObj>
              </mc:Fallback>
            </mc:AlternateContent>
          </a:graphicData>
        </a:graphic>
      </p:graphicFrame>
      <p:graphicFrame>
        <p:nvGraphicFramePr>
          <p:cNvPr id="124939" name="对象 6"/>
          <p:cNvGraphicFramePr/>
          <p:nvPr/>
        </p:nvGraphicFramePr>
        <p:xfrm>
          <a:off x="3867150" y="2482850"/>
          <a:ext cx="2170113" cy="898525"/>
        </p:xfrm>
        <a:graphic>
          <a:graphicData uri="http://schemas.openxmlformats.org/presentationml/2006/ole">
            <mc:AlternateContent xmlns:mc="http://schemas.openxmlformats.org/markup-compatibility/2006">
              <mc:Choice xmlns:v="urn:schemas-microsoft-com:vml" Requires="v">
                <p:oleObj r:id="rId6" imgW="889000" imgH="431800" progId="Equation.KSEE3">
                  <p:embed/>
                </p:oleObj>
              </mc:Choice>
              <mc:Fallback>
                <p:oleObj r:id="rId6" imgW="889000" imgH="431800" progId="Equation.KSEE3">
                  <p:embed/>
                  <p:pic>
                    <p:nvPicPr>
                      <p:cNvPr id="0" name="图片 3549"/>
                      <p:cNvPicPr/>
                      <p:nvPr/>
                    </p:nvPicPr>
                    <p:blipFill>
                      <a:blip r:embed="rId7"/>
                      <a:stretch>
                        <a:fillRect/>
                      </a:stretch>
                    </p:blipFill>
                    <p:spPr>
                      <a:xfrm>
                        <a:off x="3867150" y="2482850"/>
                        <a:ext cx="2170113" cy="898525"/>
                      </a:xfrm>
                      <a:prstGeom prst="rect">
                        <a:avLst/>
                      </a:prstGeom>
                      <a:noFill/>
                      <a:ln w="38100">
                        <a:noFill/>
                        <a:miter/>
                      </a:ln>
                    </p:spPr>
                  </p:pic>
                </p:oleObj>
              </mc:Fallback>
            </mc:AlternateContent>
          </a:graphicData>
        </a:graphic>
      </p:graphicFrame>
      <p:sp>
        <p:nvSpPr>
          <p:cNvPr id="124940" name="文本框 2"/>
          <p:cNvSpPr txBox="1"/>
          <p:nvPr/>
        </p:nvSpPr>
        <p:spPr>
          <a:xfrm>
            <a:off x="7775575" y="1619250"/>
            <a:ext cx="1406525" cy="460375"/>
          </a:xfrm>
          <a:prstGeom prst="rect">
            <a:avLst/>
          </a:prstGeom>
          <a:noFill/>
          <a:ln w="9525">
            <a:noFill/>
          </a:ln>
        </p:spPr>
        <p:txBody>
          <a:bodyPr wrap="none" anchor="t" anchorCtr="0">
            <a:spAutoFit/>
          </a:bodyPr>
          <a:lstStyle/>
          <a:p>
            <a:r>
              <a:rPr lang="zh-CN" altLang="en-US" sz="2400" b="1">
                <a:solidFill>
                  <a:srgbClr val="C00000"/>
                </a:solidFill>
                <a:latin typeface="Times New Roman" panose="02020603050405020304" pitchFamily="2" charset="0"/>
                <a:ea typeface="宋体" panose="02010600030101010101" pitchFamily="2" charset="-122"/>
                <a:sym typeface="微软雅黑" panose="020B0503020204020204" pitchFamily="2" charset="-122"/>
              </a:rPr>
              <a:t>一致收敛</a:t>
            </a:r>
          </a:p>
        </p:txBody>
      </p:sp>
      <p:sp>
        <p:nvSpPr>
          <p:cNvPr id="124941" name="文本框 2"/>
          <p:cNvSpPr txBox="1"/>
          <p:nvPr/>
        </p:nvSpPr>
        <p:spPr>
          <a:xfrm>
            <a:off x="6037263" y="2679700"/>
            <a:ext cx="1406525" cy="460375"/>
          </a:xfrm>
          <a:prstGeom prst="rect">
            <a:avLst/>
          </a:prstGeom>
          <a:noFill/>
          <a:ln w="9525">
            <a:noFill/>
          </a:ln>
        </p:spPr>
        <p:txBody>
          <a:bodyPr wrap="none" anchor="t" anchorCtr="0">
            <a:spAutoFit/>
          </a:bodyPr>
          <a:lstStyle/>
          <a:p>
            <a:r>
              <a:rPr lang="zh-CN" altLang="en-US" sz="2400" b="1">
                <a:solidFill>
                  <a:srgbClr val="C00000"/>
                </a:solidFill>
                <a:latin typeface="Times New Roman" panose="02020603050405020304" pitchFamily="2" charset="0"/>
                <a:ea typeface="宋体" panose="02010600030101010101" pitchFamily="2" charset="-122"/>
                <a:sym typeface="微软雅黑" panose="020B0503020204020204" pitchFamily="2" charset="-122"/>
              </a:rPr>
              <a:t>均方收敛</a:t>
            </a:r>
          </a:p>
        </p:txBody>
      </p:sp>
      <p:grpSp>
        <p:nvGrpSpPr>
          <p:cNvPr id="5" name="组合 4">
            <a:extLst>
              <a:ext uri="{FF2B5EF4-FFF2-40B4-BE49-F238E27FC236}">
                <a16:creationId xmlns:a16="http://schemas.microsoft.com/office/drawing/2014/main" id="{6C98DEA0-A8BD-0CBC-0ADC-1213388CAF00}"/>
              </a:ext>
            </a:extLst>
          </p:cNvPr>
          <p:cNvGrpSpPr/>
          <p:nvPr/>
        </p:nvGrpSpPr>
        <p:grpSpPr>
          <a:xfrm>
            <a:off x="2854105" y="1477505"/>
            <a:ext cx="697680" cy="305280"/>
            <a:chOff x="2854105" y="1477505"/>
            <a:chExt cx="697680" cy="305280"/>
          </a:xfrm>
        </p:grpSpPr>
        <mc:AlternateContent xmlns:mc="http://schemas.openxmlformats.org/markup-compatibility/2006" xmlns:p14="http://schemas.microsoft.com/office/powerpoint/2010/main">
          <mc:Choice Requires="p14">
            <p:contentPart p14:bwMode="auto" r:id="rId8">
              <p14:nvContentPartPr>
                <p14:cNvPr id="2" name="墨迹 1">
                  <a:extLst>
                    <a:ext uri="{FF2B5EF4-FFF2-40B4-BE49-F238E27FC236}">
                      <a16:creationId xmlns:a16="http://schemas.microsoft.com/office/drawing/2014/main" id="{12AC4F8D-EA93-3640-5A32-49C2EE1FAB9F}"/>
                    </a:ext>
                  </a:extLst>
                </p14:cNvPr>
                <p14:cNvContentPartPr/>
                <p14:nvPr/>
              </p14:nvContentPartPr>
              <p14:xfrm>
                <a:off x="2854105" y="1579745"/>
                <a:ext cx="488880" cy="156960"/>
              </p14:xfrm>
            </p:contentPart>
          </mc:Choice>
          <mc:Fallback xmlns="">
            <p:pic>
              <p:nvPicPr>
                <p:cNvPr id="2" name="墨迹 1">
                  <a:extLst>
                    <a:ext uri="{FF2B5EF4-FFF2-40B4-BE49-F238E27FC236}">
                      <a16:creationId xmlns:a16="http://schemas.microsoft.com/office/drawing/2014/main" id="{12AC4F8D-EA93-3640-5A32-49C2EE1FAB9F}"/>
                    </a:ext>
                  </a:extLst>
                </p:cNvPr>
                <p:cNvPicPr/>
                <p:nvPr/>
              </p:nvPicPr>
              <p:blipFill>
                <a:blip r:embed="rId9"/>
                <a:stretch>
                  <a:fillRect/>
                </a:stretch>
              </p:blipFill>
              <p:spPr>
                <a:xfrm>
                  <a:off x="2836105" y="1562105"/>
                  <a:ext cx="524520" cy="19260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3" name="墨迹 2">
                  <a:extLst>
                    <a:ext uri="{FF2B5EF4-FFF2-40B4-BE49-F238E27FC236}">
                      <a16:creationId xmlns:a16="http://schemas.microsoft.com/office/drawing/2014/main" id="{39D18D6C-E3C7-D1E4-1379-E8D1A5FA1264}"/>
                    </a:ext>
                  </a:extLst>
                </p14:cNvPr>
                <p14:cNvContentPartPr/>
                <p14:nvPr/>
              </p14:nvContentPartPr>
              <p14:xfrm>
                <a:off x="2982985" y="1682345"/>
                <a:ext cx="370080" cy="100440"/>
              </p14:xfrm>
            </p:contentPart>
          </mc:Choice>
          <mc:Fallback xmlns="">
            <p:pic>
              <p:nvPicPr>
                <p:cNvPr id="3" name="墨迹 2">
                  <a:extLst>
                    <a:ext uri="{FF2B5EF4-FFF2-40B4-BE49-F238E27FC236}">
                      <a16:creationId xmlns:a16="http://schemas.microsoft.com/office/drawing/2014/main" id="{39D18D6C-E3C7-D1E4-1379-E8D1A5FA1264}"/>
                    </a:ext>
                  </a:extLst>
                </p:cNvPr>
                <p:cNvPicPr/>
                <p:nvPr/>
              </p:nvPicPr>
              <p:blipFill>
                <a:blip r:embed="rId11"/>
                <a:stretch>
                  <a:fillRect/>
                </a:stretch>
              </p:blipFill>
              <p:spPr>
                <a:xfrm>
                  <a:off x="2965345" y="1664705"/>
                  <a:ext cx="405720" cy="13608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4" name="墨迹 3">
                  <a:extLst>
                    <a:ext uri="{FF2B5EF4-FFF2-40B4-BE49-F238E27FC236}">
                      <a16:creationId xmlns:a16="http://schemas.microsoft.com/office/drawing/2014/main" id="{0B637EF0-49B1-AF8B-07EE-E0259442BCD0}"/>
                    </a:ext>
                  </a:extLst>
                </p14:cNvPr>
                <p14:cNvContentPartPr/>
                <p14:nvPr/>
              </p14:nvContentPartPr>
              <p14:xfrm>
                <a:off x="3324985" y="1477505"/>
                <a:ext cx="226800" cy="285480"/>
              </p14:xfrm>
            </p:contentPart>
          </mc:Choice>
          <mc:Fallback xmlns="">
            <p:pic>
              <p:nvPicPr>
                <p:cNvPr id="4" name="墨迹 3">
                  <a:extLst>
                    <a:ext uri="{FF2B5EF4-FFF2-40B4-BE49-F238E27FC236}">
                      <a16:creationId xmlns:a16="http://schemas.microsoft.com/office/drawing/2014/main" id="{0B637EF0-49B1-AF8B-07EE-E0259442BCD0}"/>
                    </a:ext>
                  </a:extLst>
                </p:cNvPr>
                <p:cNvPicPr/>
                <p:nvPr/>
              </p:nvPicPr>
              <p:blipFill>
                <a:blip r:embed="rId13"/>
                <a:stretch>
                  <a:fillRect/>
                </a:stretch>
              </p:blipFill>
              <p:spPr>
                <a:xfrm>
                  <a:off x="3306985" y="1459865"/>
                  <a:ext cx="262440" cy="321120"/>
                </a:xfrm>
                <a:prstGeom prst="rect">
                  <a:avLst/>
                </a:prstGeom>
              </p:spPr>
            </p:pic>
          </mc:Fallback>
        </mc:AlternateContent>
      </p:grpSp>
    </p:spTree>
  </p:cSld>
  <p:clrMapOvr>
    <a:masterClrMapping/>
  </p:clrMapOvr>
  <p:transition/>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3" name="文本框 614402"/>
          <p:cNvSpPr txBox="1"/>
          <p:nvPr/>
        </p:nvSpPr>
        <p:spPr>
          <a:xfrm>
            <a:off x="757238" y="3135313"/>
            <a:ext cx="7489825" cy="1031875"/>
          </a:xfrm>
          <a:prstGeom prst="rect">
            <a:avLst/>
          </a:prstGeom>
          <a:noFill/>
          <a:ln w="12700">
            <a:noFill/>
          </a:ln>
        </p:spPr>
        <p:txBody>
          <a:bodyPr wrap="square" anchor="t" anchorCtr="0">
            <a:spAutoFit/>
          </a:bodyPr>
          <a:lstStyle/>
          <a:p>
            <a:pPr>
              <a:lnSpc>
                <a:spcPct val="30000"/>
              </a:lnSpc>
              <a:spcBef>
                <a:spcPct val="20000"/>
              </a:spcBef>
              <a:spcAft>
                <a:spcPct val="50000"/>
              </a:spcAft>
              <a:buClr>
                <a:schemeClr val="tx2"/>
              </a:buClr>
              <a:buSzPct val="90000"/>
              <a:buFont typeface="Symbol" panose="05050102010706020507" pitchFamily="2" charset="2"/>
            </a:pPr>
            <a:r>
              <a:rPr lang="en-US" altLang="zh-CN" sz="2800" dirty="0">
                <a:latin typeface="Times New Roman" panose="02020603050405020304" pitchFamily="2" charset="0"/>
                <a:ea typeface="宋体" panose="02010600030101010101" pitchFamily="2" charset="-122"/>
              </a:rPr>
              <a:t>    </a:t>
            </a:r>
            <a:r>
              <a:rPr lang="zh-CN" altLang="en-US" sz="2400" dirty="0">
                <a:latin typeface="Times New Roman" panose="02020603050405020304" pitchFamily="2" charset="0"/>
                <a:ea typeface="宋体" panose="02010600030101010101" pitchFamily="2" charset="-122"/>
              </a:rPr>
              <a:t>若序列的</a:t>
            </a:r>
            <a:r>
              <a:rPr lang="en-US" altLang="zh-CN" sz="2400" dirty="0">
                <a:latin typeface="Times New Roman" panose="02020603050405020304" pitchFamily="2" charset="0"/>
                <a:ea typeface="宋体" panose="02010600030101010101" pitchFamily="2" charset="-122"/>
              </a:rPr>
              <a:t>Fourier</a:t>
            </a:r>
            <a:r>
              <a:rPr lang="zh-CN" altLang="en-US" sz="2400" dirty="0">
                <a:latin typeface="Times New Roman" panose="02020603050405020304" pitchFamily="2" charset="0"/>
                <a:ea typeface="宋体" panose="02010600030101010101" pitchFamily="2" charset="-122"/>
              </a:rPr>
              <a:t>变换           存在且连续，且是其</a:t>
            </a:r>
            <a:r>
              <a:rPr lang="en-US" altLang="zh-CN" sz="2400" dirty="0">
                <a:latin typeface="Times New Roman" panose="02020603050405020304" pitchFamily="2" charset="0"/>
                <a:ea typeface="宋体" panose="02010600030101010101" pitchFamily="2" charset="-122"/>
              </a:rPr>
              <a:t>z</a:t>
            </a:r>
            <a:r>
              <a:rPr lang="zh-CN" altLang="en-US" sz="2400" dirty="0">
                <a:latin typeface="Times New Roman" panose="02020603050405020304" pitchFamily="2" charset="0"/>
                <a:ea typeface="宋体" panose="02010600030101010101" pitchFamily="2" charset="-122"/>
              </a:rPr>
              <a:t>变</a:t>
            </a:r>
          </a:p>
          <a:p>
            <a:pPr>
              <a:lnSpc>
                <a:spcPct val="30000"/>
              </a:lnSpc>
              <a:spcBef>
                <a:spcPct val="20000"/>
              </a:spcBef>
              <a:spcAft>
                <a:spcPct val="50000"/>
              </a:spcAft>
              <a:buClr>
                <a:schemeClr val="tx2"/>
              </a:buClr>
              <a:buSzPct val="90000"/>
              <a:buFont typeface="Symbol" panose="05050102010706020507" pitchFamily="2" charset="2"/>
            </a:pPr>
            <a:r>
              <a:rPr lang="zh-CN" altLang="en-US" sz="2400" dirty="0">
                <a:latin typeface="Times New Roman" panose="02020603050405020304" pitchFamily="2" charset="0"/>
                <a:ea typeface="宋体" panose="02010600030101010101" pitchFamily="2" charset="-122"/>
              </a:rPr>
              <a:t>换在单位圆上的值，则序列 </a:t>
            </a:r>
            <a:r>
              <a:rPr lang="en-US" altLang="zh-CN" sz="2400" dirty="0">
                <a:latin typeface="Times New Roman" panose="02020603050405020304" pitchFamily="2" charset="0"/>
                <a:ea typeface="宋体" panose="02010600030101010101" pitchFamily="2" charset="-122"/>
              </a:rPr>
              <a:t>x(n)</a:t>
            </a:r>
            <a:r>
              <a:rPr lang="zh-CN" altLang="en-US" sz="2400" dirty="0">
                <a:latin typeface="Times New Roman" panose="02020603050405020304" pitchFamily="2" charset="0"/>
                <a:ea typeface="宋体" panose="02010600030101010101" pitchFamily="2" charset="-122"/>
              </a:rPr>
              <a:t>一定绝对可和，将  </a:t>
            </a:r>
          </a:p>
          <a:p>
            <a:pPr>
              <a:lnSpc>
                <a:spcPct val="30000"/>
              </a:lnSpc>
              <a:spcBef>
                <a:spcPct val="20000"/>
              </a:spcBef>
              <a:spcAft>
                <a:spcPct val="50000"/>
              </a:spcAft>
              <a:buClr>
                <a:schemeClr val="tx2"/>
              </a:buClr>
              <a:buSzPct val="90000"/>
              <a:buFont typeface="Symbol" panose="05050102010706020507" pitchFamily="2" charset="2"/>
            </a:pPr>
            <a:r>
              <a:rPr lang="zh-CN" altLang="en-US" sz="2400" dirty="0">
                <a:latin typeface="Times New Roman" panose="02020603050405020304" pitchFamily="2" charset="0"/>
                <a:ea typeface="宋体" panose="02010600030101010101" pitchFamily="2" charset="-122"/>
              </a:rPr>
              <a:t>         　展成</a:t>
            </a:r>
            <a:r>
              <a:rPr lang="en-US" altLang="zh-CN" sz="2400" dirty="0">
                <a:latin typeface="Times New Roman" panose="02020603050405020304" pitchFamily="2" charset="0"/>
                <a:ea typeface="宋体" panose="02010600030101010101" pitchFamily="2" charset="-122"/>
              </a:rPr>
              <a:t>Fourier</a:t>
            </a:r>
            <a:r>
              <a:rPr lang="zh-CN" altLang="en-US" sz="2400" dirty="0">
                <a:latin typeface="Times New Roman" panose="02020603050405020304" pitchFamily="2" charset="0"/>
                <a:ea typeface="宋体" panose="02010600030101010101" pitchFamily="2" charset="-122"/>
              </a:rPr>
              <a:t>级数，其系数即为</a:t>
            </a:r>
            <a:r>
              <a:rPr lang="en-US" altLang="zh-CN" sz="2400">
                <a:latin typeface="Times New Roman" panose="02020603050405020304" pitchFamily="2" charset="0"/>
                <a:ea typeface="宋体" panose="02010600030101010101" pitchFamily="2" charset="-122"/>
              </a:rPr>
              <a:t>x(n)</a:t>
            </a:r>
            <a:r>
              <a:rPr lang="zh-CN" altLang="en-US" sz="2400">
                <a:latin typeface="Times New Roman" panose="02020603050405020304" pitchFamily="2" charset="0"/>
                <a:ea typeface="宋体" panose="02010600030101010101" pitchFamily="2" charset="-122"/>
              </a:rPr>
              <a:t>：</a:t>
            </a:r>
            <a:endParaRPr lang="zh-CN" altLang="en-US" sz="2400">
              <a:solidFill>
                <a:srgbClr val="FFFFFF"/>
              </a:solidFill>
              <a:latin typeface="Times New Roman" panose="02020603050405020304" pitchFamily="2" charset="0"/>
              <a:ea typeface="宋体" panose="02010600030101010101" pitchFamily="2" charset="-122"/>
            </a:endParaRPr>
          </a:p>
        </p:txBody>
      </p:sp>
      <p:graphicFrame>
        <p:nvGraphicFramePr>
          <p:cNvPr id="125954" name="对象 614403"/>
          <p:cNvGraphicFramePr/>
          <p:nvPr/>
        </p:nvGraphicFramePr>
        <p:xfrm>
          <a:off x="3924300" y="2992438"/>
          <a:ext cx="865188" cy="365125"/>
        </p:xfrm>
        <a:graphic>
          <a:graphicData uri="http://schemas.openxmlformats.org/presentationml/2006/ole">
            <mc:AlternateContent xmlns:mc="http://schemas.openxmlformats.org/markup-compatibility/2006">
              <mc:Choice xmlns:v="urn:schemas-microsoft-com:vml" Requires="v">
                <p:oleObj r:id="rId2" imgW="1053465" imgH="444500" progId="Equation.DSMT4">
                  <p:embed/>
                </p:oleObj>
              </mc:Choice>
              <mc:Fallback>
                <p:oleObj r:id="rId2" imgW="1053465" imgH="444500" progId="Equation.DSMT4">
                  <p:embed/>
                  <p:pic>
                    <p:nvPicPr>
                      <p:cNvPr id="0" name="图片 3543"/>
                      <p:cNvPicPr/>
                      <p:nvPr/>
                    </p:nvPicPr>
                    <p:blipFill>
                      <a:blip r:embed="rId3">
                        <a:lum bright="-100000"/>
                      </a:blip>
                      <a:stretch>
                        <a:fillRect/>
                      </a:stretch>
                    </p:blipFill>
                    <p:spPr>
                      <a:xfrm>
                        <a:off x="3924300" y="2992438"/>
                        <a:ext cx="865188" cy="365125"/>
                      </a:xfrm>
                      <a:prstGeom prst="rect">
                        <a:avLst/>
                      </a:prstGeom>
                      <a:noFill/>
                      <a:ln w="38100">
                        <a:noFill/>
                        <a:miter/>
                      </a:ln>
                    </p:spPr>
                  </p:pic>
                </p:oleObj>
              </mc:Fallback>
            </mc:AlternateContent>
          </a:graphicData>
        </a:graphic>
      </p:graphicFrame>
      <p:graphicFrame>
        <p:nvGraphicFramePr>
          <p:cNvPr id="125955" name="对象 614404"/>
          <p:cNvGraphicFramePr/>
          <p:nvPr/>
        </p:nvGraphicFramePr>
        <p:xfrm>
          <a:off x="881063" y="3751263"/>
          <a:ext cx="935037" cy="395287"/>
        </p:xfrm>
        <a:graphic>
          <a:graphicData uri="http://schemas.openxmlformats.org/presentationml/2006/ole">
            <mc:AlternateContent xmlns:mc="http://schemas.openxmlformats.org/markup-compatibility/2006">
              <mc:Choice xmlns:v="urn:schemas-microsoft-com:vml" Requires="v">
                <p:oleObj r:id="rId2" imgW="1053465" imgH="444500" progId="Equation.DSMT4">
                  <p:embed/>
                </p:oleObj>
              </mc:Choice>
              <mc:Fallback>
                <p:oleObj r:id="rId2" imgW="1053465" imgH="444500" progId="Equation.DSMT4">
                  <p:embed/>
                  <p:pic>
                    <p:nvPicPr>
                      <p:cNvPr id="0" name="图片 3544"/>
                      <p:cNvPicPr/>
                      <p:nvPr/>
                    </p:nvPicPr>
                    <p:blipFill>
                      <a:blip r:embed="rId3">
                        <a:lum bright="-100000"/>
                      </a:blip>
                      <a:stretch>
                        <a:fillRect/>
                      </a:stretch>
                    </p:blipFill>
                    <p:spPr>
                      <a:xfrm>
                        <a:off x="881063" y="3751263"/>
                        <a:ext cx="935037" cy="395287"/>
                      </a:xfrm>
                      <a:prstGeom prst="rect">
                        <a:avLst/>
                      </a:prstGeom>
                      <a:noFill/>
                      <a:ln w="38100">
                        <a:noFill/>
                        <a:miter/>
                      </a:ln>
                    </p:spPr>
                  </p:pic>
                </p:oleObj>
              </mc:Fallback>
            </mc:AlternateContent>
          </a:graphicData>
        </a:graphic>
      </p:graphicFrame>
      <p:graphicFrame>
        <p:nvGraphicFramePr>
          <p:cNvPr id="125956" name="对象 614405"/>
          <p:cNvGraphicFramePr/>
          <p:nvPr/>
        </p:nvGraphicFramePr>
        <p:xfrm>
          <a:off x="1128713" y="4213225"/>
          <a:ext cx="3336925" cy="703263"/>
        </p:xfrm>
        <a:graphic>
          <a:graphicData uri="http://schemas.openxmlformats.org/presentationml/2006/ole">
            <mc:AlternateContent xmlns:mc="http://schemas.openxmlformats.org/markup-compatibility/2006">
              <mc:Choice xmlns:v="urn:schemas-microsoft-com:vml" Requires="v">
                <p:oleObj r:id="rId4" imgW="3924300" imgH="901700" progId="Equation.DSMT4">
                  <p:embed/>
                </p:oleObj>
              </mc:Choice>
              <mc:Fallback>
                <p:oleObj r:id="rId4" imgW="3924300" imgH="901700" progId="Equation.DSMT4">
                  <p:embed/>
                  <p:pic>
                    <p:nvPicPr>
                      <p:cNvPr id="0" name="图片 3550"/>
                      <p:cNvPicPr/>
                      <p:nvPr/>
                    </p:nvPicPr>
                    <p:blipFill>
                      <a:blip r:embed="rId5">
                        <a:lum bright="-100000"/>
                      </a:blip>
                      <a:stretch>
                        <a:fillRect/>
                      </a:stretch>
                    </p:blipFill>
                    <p:spPr>
                      <a:xfrm>
                        <a:off x="1128713" y="4213225"/>
                        <a:ext cx="3336925" cy="703263"/>
                      </a:xfrm>
                      <a:prstGeom prst="rect">
                        <a:avLst/>
                      </a:prstGeom>
                      <a:noFill/>
                      <a:ln w="38100">
                        <a:noFill/>
                        <a:miter/>
                      </a:ln>
                    </p:spPr>
                  </p:pic>
                </p:oleObj>
              </mc:Fallback>
            </mc:AlternateContent>
          </a:graphicData>
        </a:graphic>
      </p:graphicFrame>
      <p:graphicFrame>
        <p:nvGraphicFramePr>
          <p:cNvPr id="125957" name="对象 614406"/>
          <p:cNvGraphicFramePr/>
          <p:nvPr/>
        </p:nvGraphicFramePr>
        <p:xfrm>
          <a:off x="4502150" y="4146550"/>
          <a:ext cx="3255963" cy="768350"/>
        </p:xfrm>
        <a:graphic>
          <a:graphicData uri="http://schemas.openxmlformats.org/presentationml/2006/ole">
            <mc:AlternateContent xmlns:mc="http://schemas.openxmlformats.org/markup-compatibility/2006">
              <mc:Choice xmlns:v="urn:schemas-microsoft-com:vml" Requires="v">
                <p:oleObj r:id="rId6" imgW="3973195" imgH="901065" progId="Equation.DSMT4">
                  <p:embed/>
                </p:oleObj>
              </mc:Choice>
              <mc:Fallback>
                <p:oleObj r:id="rId6" imgW="3973195" imgH="901065" progId="Equation.DSMT4">
                  <p:embed/>
                  <p:pic>
                    <p:nvPicPr>
                      <p:cNvPr id="0" name="图片 3545"/>
                      <p:cNvPicPr/>
                      <p:nvPr/>
                    </p:nvPicPr>
                    <p:blipFill>
                      <a:blip r:embed="rId7">
                        <a:lum bright="-100000"/>
                      </a:blip>
                      <a:stretch>
                        <a:fillRect/>
                      </a:stretch>
                    </p:blipFill>
                    <p:spPr>
                      <a:xfrm>
                        <a:off x="4502150" y="4146550"/>
                        <a:ext cx="3255963" cy="768350"/>
                      </a:xfrm>
                      <a:prstGeom prst="rect">
                        <a:avLst/>
                      </a:prstGeom>
                      <a:noFill/>
                      <a:ln w="38100">
                        <a:noFill/>
                        <a:miter/>
                      </a:ln>
                    </p:spPr>
                  </p:pic>
                </p:oleObj>
              </mc:Fallback>
            </mc:AlternateContent>
          </a:graphicData>
        </a:graphic>
      </p:graphicFrame>
      <p:graphicFrame>
        <p:nvGraphicFramePr>
          <p:cNvPr id="125958" name="对象 614407"/>
          <p:cNvGraphicFramePr/>
          <p:nvPr/>
        </p:nvGraphicFramePr>
        <p:xfrm>
          <a:off x="1714500" y="5111750"/>
          <a:ext cx="3898900" cy="684213"/>
        </p:xfrm>
        <a:graphic>
          <a:graphicData uri="http://schemas.openxmlformats.org/presentationml/2006/ole">
            <mc:AlternateContent xmlns:mc="http://schemas.openxmlformats.org/markup-compatibility/2006">
              <mc:Choice xmlns:v="urn:schemas-microsoft-com:vml" Requires="v">
                <p:oleObj r:id="rId8" imgW="4392295" imgH="901065" progId="Equation.DSMT4">
                  <p:embed/>
                </p:oleObj>
              </mc:Choice>
              <mc:Fallback>
                <p:oleObj r:id="rId8" imgW="4392295" imgH="901065" progId="Equation.DSMT4">
                  <p:embed/>
                  <p:pic>
                    <p:nvPicPr>
                      <p:cNvPr id="0" name="图片 3551"/>
                      <p:cNvPicPr/>
                      <p:nvPr/>
                    </p:nvPicPr>
                    <p:blipFill>
                      <a:blip r:embed="rId9">
                        <a:lum bright="-100000"/>
                      </a:blip>
                      <a:stretch>
                        <a:fillRect/>
                      </a:stretch>
                    </p:blipFill>
                    <p:spPr>
                      <a:xfrm>
                        <a:off x="1714500" y="5111750"/>
                        <a:ext cx="3898900" cy="684213"/>
                      </a:xfrm>
                      <a:prstGeom prst="rect">
                        <a:avLst/>
                      </a:prstGeom>
                      <a:noFill/>
                      <a:ln w="38100">
                        <a:noFill/>
                        <a:miter/>
                      </a:ln>
                    </p:spPr>
                  </p:pic>
                </p:oleObj>
              </mc:Fallback>
            </mc:AlternateContent>
          </a:graphicData>
        </a:graphic>
      </p:graphicFrame>
      <p:graphicFrame>
        <p:nvGraphicFramePr>
          <p:cNvPr id="125959" name="对象 614408"/>
          <p:cNvGraphicFramePr/>
          <p:nvPr/>
        </p:nvGraphicFramePr>
        <p:xfrm>
          <a:off x="1744663" y="5991225"/>
          <a:ext cx="2381250" cy="665163"/>
        </p:xfrm>
        <a:graphic>
          <a:graphicData uri="http://schemas.openxmlformats.org/presentationml/2006/ole">
            <mc:AlternateContent xmlns:mc="http://schemas.openxmlformats.org/markup-compatibility/2006">
              <mc:Choice xmlns:v="urn:schemas-microsoft-com:vml" Requires="v">
                <p:oleObj r:id="rId10" imgW="3251200" imgH="838200" progId="Equation.DSMT4">
                  <p:embed/>
                </p:oleObj>
              </mc:Choice>
              <mc:Fallback>
                <p:oleObj r:id="rId10" imgW="3251200" imgH="838200" progId="Equation.DSMT4">
                  <p:embed/>
                  <p:pic>
                    <p:nvPicPr>
                      <p:cNvPr id="0" name="图片 3546"/>
                      <p:cNvPicPr/>
                      <p:nvPr/>
                    </p:nvPicPr>
                    <p:blipFill>
                      <a:blip r:embed="rId11">
                        <a:lum bright="-100000"/>
                      </a:blip>
                      <a:stretch>
                        <a:fillRect/>
                      </a:stretch>
                    </p:blipFill>
                    <p:spPr>
                      <a:xfrm>
                        <a:off x="1744663" y="5991225"/>
                        <a:ext cx="2381250" cy="665163"/>
                      </a:xfrm>
                      <a:prstGeom prst="rect">
                        <a:avLst/>
                      </a:prstGeom>
                      <a:noFill/>
                      <a:ln w="38100">
                        <a:noFill/>
                        <a:miter/>
                      </a:ln>
                    </p:spPr>
                  </p:pic>
                </p:oleObj>
              </mc:Fallback>
            </mc:AlternateContent>
          </a:graphicData>
        </a:graphic>
      </p:graphicFrame>
      <p:sp>
        <p:nvSpPr>
          <p:cNvPr id="125960" name="文本框 3"/>
          <p:cNvSpPr txBox="1"/>
          <p:nvPr/>
        </p:nvSpPr>
        <p:spPr>
          <a:xfrm>
            <a:off x="809625" y="342900"/>
            <a:ext cx="7381875" cy="1938338"/>
          </a:xfrm>
          <a:prstGeom prst="rect">
            <a:avLst/>
          </a:prstGeom>
          <a:noFill/>
          <a:ln w="9525">
            <a:noFill/>
          </a:ln>
        </p:spPr>
        <p:txBody>
          <a:bodyPr wrap="square" anchor="t" anchorCtr="0">
            <a:spAutoFit/>
          </a:bodyPr>
          <a:lstStyle/>
          <a:p>
            <a:r>
              <a:rPr lang="zh-CN" altLang="en-US" sz="2400" dirty="0">
                <a:latin typeface="Times New Roman" panose="02020603050405020304" pitchFamily="2" charset="0"/>
                <a:ea typeface="宋体" panose="02010600030101010101" pitchFamily="2" charset="-122"/>
              </a:rPr>
              <a:t>序列x(n)绝对可和，即</a:t>
            </a:r>
          </a:p>
          <a:p>
            <a:endParaRPr lang="zh-CN" altLang="en-US" sz="2400" dirty="0">
              <a:latin typeface="Times New Roman" panose="02020603050405020304" pitchFamily="2" charset="0"/>
              <a:ea typeface="宋体" panose="02010600030101010101" pitchFamily="2" charset="-122"/>
            </a:endParaRPr>
          </a:p>
          <a:p>
            <a:endParaRPr lang="zh-CN" altLang="en-US" sz="2400" dirty="0">
              <a:latin typeface="Times New Roman" panose="02020603050405020304" pitchFamily="2" charset="0"/>
              <a:ea typeface="宋体" panose="02010600030101010101" pitchFamily="2" charset="-122"/>
            </a:endParaRPr>
          </a:p>
          <a:p>
            <a:r>
              <a:rPr lang="zh-CN" altLang="en-US" sz="2400" dirty="0">
                <a:latin typeface="Times New Roman" panose="02020603050405020304" pitchFamily="2" charset="0"/>
                <a:ea typeface="宋体" panose="02010600030101010101" pitchFamily="2" charset="-122"/>
              </a:rPr>
              <a:t>则其</a:t>
            </a:r>
            <a:r>
              <a:rPr lang="en-US" altLang="zh-CN" sz="2400">
                <a:latin typeface="Times New Roman" panose="02020603050405020304" pitchFamily="2" charset="0"/>
                <a:ea typeface="宋体" panose="02010600030101010101" pitchFamily="2" charset="-122"/>
              </a:rPr>
              <a:t>Fourier</a:t>
            </a:r>
            <a:r>
              <a:rPr lang="zh-CN" altLang="en-US" sz="2400" dirty="0">
                <a:latin typeface="Times New Roman" panose="02020603050405020304" pitchFamily="2" charset="0"/>
                <a:ea typeface="宋体" panose="02010600030101010101" pitchFamily="2" charset="-122"/>
              </a:rPr>
              <a:t>变换           存在且连续，是序列的</a:t>
            </a:r>
            <a:r>
              <a:rPr lang="en-US" altLang="zh-CN" sz="2400">
                <a:latin typeface="Times New Roman" panose="02020603050405020304" pitchFamily="2" charset="0"/>
                <a:ea typeface="宋体" panose="02010600030101010101" pitchFamily="2" charset="-122"/>
              </a:rPr>
              <a:t>z</a:t>
            </a:r>
            <a:r>
              <a:rPr lang="zh-CN" altLang="en-US" sz="2400" dirty="0">
                <a:latin typeface="Times New Roman" panose="02020603050405020304" pitchFamily="2" charset="0"/>
                <a:ea typeface="宋体" panose="02010600030101010101" pitchFamily="2" charset="-122"/>
              </a:rPr>
              <a:t>变换在单位圆上的值：</a:t>
            </a:r>
          </a:p>
        </p:txBody>
      </p:sp>
      <p:graphicFrame>
        <p:nvGraphicFramePr>
          <p:cNvPr id="125961" name="对象 614403"/>
          <p:cNvGraphicFramePr/>
          <p:nvPr/>
        </p:nvGraphicFramePr>
        <p:xfrm>
          <a:off x="2973388" y="1473200"/>
          <a:ext cx="865187" cy="365125"/>
        </p:xfrm>
        <a:graphic>
          <a:graphicData uri="http://schemas.openxmlformats.org/presentationml/2006/ole">
            <mc:AlternateContent xmlns:mc="http://schemas.openxmlformats.org/markup-compatibility/2006">
              <mc:Choice xmlns:v="urn:schemas-microsoft-com:vml" Requires="v">
                <p:oleObj r:id="rId2" imgW="1053465" imgH="444500" progId="Equation.DSMT4">
                  <p:embed/>
                </p:oleObj>
              </mc:Choice>
              <mc:Fallback>
                <p:oleObj r:id="rId2" imgW="1053465" imgH="444500" progId="Equation.DSMT4">
                  <p:embed/>
                  <p:pic>
                    <p:nvPicPr>
                      <p:cNvPr id="0" name="图片 3553"/>
                      <p:cNvPicPr/>
                      <p:nvPr/>
                    </p:nvPicPr>
                    <p:blipFill>
                      <a:blip r:embed="rId3">
                        <a:lum bright="-100000"/>
                      </a:blip>
                      <a:stretch>
                        <a:fillRect/>
                      </a:stretch>
                    </p:blipFill>
                    <p:spPr>
                      <a:xfrm>
                        <a:off x="2973388" y="1473200"/>
                        <a:ext cx="865187" cy="365125"/>
                      </a:xfrm>
                      <a:prstGeom prst="rect">
                        <a:avLst/>
                      </a:prstGeom>
                      <a:noFill/>
                      <a:ln w="38100">
                        <a:noFill/>
                        <a:miter/>
                      </a:ln>
                    </p:spPr>
                  </p:pic>
                </p:oleObj>
              </mc:Fallback>
            </mc:AlternateContent>
          </a:graphicData>
        </a:graphic>
      </p:graphicFrame>
      <p:graphicFrame>
        <p:nvGraphicFramePr>
          <p:cNvPr id="125962" name="对象 47115"/>
          <p:cNvGraphicFramePr>
            <a:graphicFrameLocks noChangeAspect="1"/>
          </p:cNvGraphicFramePr>
          <p:nvPr/>
        </p:nvGraphicFramePr>
        <p:xfrm>
          <a:off x="2032000" y="2146300"/>
          <a:ext cx="5867400" cy="774700"/>
        </p:xfrm>
        <a:graphic>
          <a:graphicData uri="http://schemas.openxmlformats.org/presentationml/2006/ole">
            <mc:AlternateContent xmlns:mc="http://schemas.openxmlformats.org/markup-compatibility/2006">
              <mc:Choice xmlns:v="urn:schemas-microsoft-com:vml" Requires="v">
                <p:oleObj r:id="rId12" imgW="3276600" imgH="431800" progId="Equation.3">
                  <p:embed/>
                </p:oleObj>
              </mc:Choice>
              <mc:Fallback>
                <p:oleObj r:id="rId12" imgW="3276600" imgH="431800" progId="Equation.3">
                  <p:embed/>
                  <p:pic>
                    <p:nvPicPr>
                      <p:cNvPr id="0" name="图片 3542"/>
                      <p:cNvPicPr/>
                      <p:nvPr/>
                    </p:nvPicPr>
                    <p:blipFill>
                      <a:blip r:embed="rId13"/>
                      <a:stretch>
                        <a:fillRect/>
                      </a:stretch>
                    </p:blipFill>
                    <p:spPr>
                      <a:xfrm>
                        <a:off x="2032000" y="2146300"/>
                        <a:ext cx="5867400" cy="774700"/>
                      </a:xfrm>
                      <a:prstGeom prst="rect">
                        <a:avLst/>
                      </a:prstGeom>
                      <a:noFill/>
                      <a:ln w="38100">
                        <a:noFill/>
                        <a:miter/>
                      </a:ln>
                    </p:spPr>
                  </p:pic>
                </p:oleObj>
              </mc:Fallback>
            </mc:AlternateContent>
          </a:graphicData>
        </a:graphic>
      </p:graphicFrame>
      <p:graphicFrame>
        <p:nvGraphicFramePr>
          <p:cNvPr id="125963" name="内容占位符 613380"/>
          <p:cNvGraphicFramePr>
            <a:graphicFrameLocks noGrp="1"/>
          </p:cNvGraphicFramePr>
          <p:nvPr/>
        </p:nvGraphicFramePr>
        <p:xfrm>
          <a:off x="1641475" y="684213"/>
          <a:ext cx="2914650" cy="844550"/>
        </p:xfrm>
        <a:graphic>
          <a:graphicData uri="http://schemas.openxmlformats.org/presentationml/2006/ole">
            <mc:AlternateContent xmlns:mc="http://schemas.openxmlformats.org/markup-compatibility/2006">
              <mc:Choice xmlns:v="urn:schemas-microsoft-com:vml" Requires="v">
                <p:oleObj r:id="rId14" imgW="1612900" imgH="431800" progId="Equation.3">
                  <p:embed/>
                </p:oleObj>
              </mc:Choice>
              <mc:Fallback>
                <p:oleObj r:id="rId14" imgW="1612900" imgH="431800" progId="Equation.3">
                  <p:embed/>
                  <p:pic>
                    <p:nvPicPr>
                      <p:cNvPr id="0" name="图片 3547"/>
                      <p:cNvPicPr/>
                      <p:nvPr/>
                    </p:nvPicPr>
                    <p:blipFill>
                      <a:blip r:embed="rId15"/>
                      <a:stretch>
                        <a:fillRect/>
                      </a:stretch>
                    </p:blipFill>
                    <p:spPr>
                      <a:xfrm>
                        <a:off x="1641475" y="684213"/>
                        <a:ext cx="2914650" cy="844550"/>
                      </a:xfrm>
                      <a:prstGeom prst="rect">
                        <a:avLst/>
                      </a:prstGeom>
                      <a:noFill/>
                      <a:ln w="38100">
                        <a:noFill/>
                        <a:miter/>
                      </a:ln>
                    </p:spPr>
                  </p:pic>
                </p:oleObj>
              </mc:Fallback>
            </mc:AlternateContent>
          </a:graphicData>
        </a:graphic>
      </p:graphicFrame>
      <p:graphicFrame>
        <p:nvGraphicFramePr>
          <p:cNvPr id="125964" name="内容占位符 613379"/>
          <p:cNvGraphicFramePr>
            <a:graphicFrameLocks noGrp="1"/>
          </p:cNvGraphicFramePr>
          <p:nvPr/>
        </p:nvGraphicFramePr>
        <p:xfrm>
          <a:off x="4556125" y="684213"/>
          <a:ext cx="3614738" cy="695325"/>
        </p:xfrm>
        <a:graphic>
          <a:graphicData uri="http://schemas.openxmlformats.org/presentationml/2006/ole">
            <mc:AlternateContent xmlns:mc="http://schemas.openxmlformats.org/markup-compatibility/2006">
              <mc:Choice xmlns:v="urn:schemas-microsoft-com:vml" Requires="v">
                <p:oleObj r:id="rId16" imgW="4305300" imgH="914400" progId="Equation.DSMT4">
                  <p:embed/>
                </p:oleObj>
              </mc:Choice>
              <mc:Fallback>
                <p:oleObj r:id="rId16" imgW="4305300" imgH="914400" progId="Equation.DSMT4">
                  <p:embed/>
                  <p:pic>
                    <p:nvPicPr>
                      <p:cNvPr id="0" name="图片 3539"/>
                      <p:cNvPicPr/>
                      <p:nvPr/>
                    </p:nvPicPr>
                    <p:blipFill>
                      <a:blip r:embed="rId17">
                        <a:lum bright="-100000"/>
                      </a:blip>
                      <a:stretch>
                        <a:fillRect/>
                      </a:stretch>
                    </p:blipFill>
                    <p:spPr>
                      <a:xfrm>
                        <a:off x="4556125" y="684213"/>
                        <a:ext cx="3614738" cy="695325"/>
                      </a:xfrm>
                      <a:prstGeom prst="rect">
                        <a:avLst/>
                      </a:prstGeom>
                      <a:noFill/>
                      <a:ln w="38100">
                        <a:noFill/>
                        <a:miter/>
                      </a:ln>
                    </p:spPr>
                  </p:pic>
                </p:oleObj>
              </mc:Fallback>
            </mc:AlternateContent>
          </a:graphicData>
        </a:graphic>
      </p:graphicFrame>
    </p:spTree>
  </p:cSld>
  <p:clrMapOvr>
    <a:masterClrMapping/>
  </p:clrMapOvr>
  <p:transition spd="med">
    <p:blinds dir="vert"/>
  </p:transition>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6977" name="对象 59393"/>
          <p:cNvGraphicFramePr>
            <a:graphicFrameLocks noChangeAspect="1"/>
          </p:cNvGraphicFramePr>
          <p:nvPr/>
        </p:nvGraphicFramePr>
        <p:xfrm>
          <a:off x="1066800" y="846138"/>
          <a:ext cx="4978400" cy="1106487"/>
        </p:xfrm>
        <a:graphic>
          <a:graphicData uri="http://schemas.openxmlformats.org/presentationml/2006/ole">
            <mc:AlternateContent xmlns:mc="http://schemas.openxmlformats.org/markup-compatibility/2006">
              <mc:Choice xmlns:v="urn:schemas-microsoft-com:vml" Requires="v">
                <p:oleObj r:id="rId2" imgW="2070100" imgH="457200" progId="Equation.3">
                  <p:embed/>
                </p:oleObj>
              </mc:Choice>
              <mc:Fallback>
                <p:oleObj r:id="rId2" imgW="2070100" imgH="457200" progId="Equation.3">
                  <p:embed/>
                  <p:pic>
                    <p:nvPicPr>
                      <p:cNvPr id="0" name="图片 3548"/>
                      <p:cNvPicPr/>
                      <p:nvPr/>
                    </p:nvPicPr>
                    <p:blipFill>
                      <a:blip r:embed="rId3"/>
                      <a:stretch>
                        <a:fillRect/>
                      </a:stretch>
                    </p:blipFill>
                    <p:spPr>
                      <a:xfrm>
                        <a:off x="1066800" y="846138"/>
                        <a:ext cx="4978400" cy="1106487"/>
                      </a:xfrm>
                      <a:prstGeom prst="rect">
                        <a:avLst/>
                      </a:prstGeom>
                      <a:noFill/>
                      <a:ln w="38100">
                        <a:noFill/>
                        <a:miter/>
                      </a:ln>
                    </p:spPr>
                  </p:pic>
                </p:oleObj>
              </mc:Fallback>
            </mc:AlternateContent>
          </a:graphicData>
        </a:graphic>
      </p:graphicFrame>
      <p:graphicFrame>
        <p:nvGraphicFramePr>
          <p:cNvPr id="126978" name="对象 59394"/>
          <p:cNvGraphicFramePr>
            <a:graphicFrameLocks noChangeAspect="1"/>
          </p:cNvGraphicFramePr>
          <p:nvPr/>
        </p:nvGraphicFramePr>
        <p:xfrm>
          <a:off x="304800" y="2117725"/>
          <a:ext cx="3649663" cy="1089025"/>
        </p:xfrm>
        <a:graphic>
          <a:graphicData uri="http://schemas.openxmlformats.org/presentationml/2006/ole">
            <mc:AlternateContent xmlns:mc="http://schemas.openxmlformats.org/markup-compatibility/2006">
              <mc:Choice xmlns:v="urn:schemas-microsoft-com:vml" Requires="v">
                <p:oleObj r:id="rId4" imgW="1422400" imgH="444500" progId="Equation.3">
                  <p:embed/>
                </p:oleObj>
              </mc:Choice>
              <mc:Fallback>
                <p:oleObj r:id="rId4" imgW="1422400" imgH="444500" progId="Equation.3">
                  <p:embed/>
                  <p:pic>
                    <p:nvPicPr>
                      <p:cNvPr id="0" name="图片 3541"/>
                      <p:cNvPicPr/>
                      <p:nvPr/>
                    </p:nvPicPr>
                    <p:blipFill>
                      <a:blip r:embed="rId5"/>
                      <a:stretch>
                        <a:fillRect/>
                      </a:stretch>
                    </p:blipFill>
                    <p:spPr>
                      <a:xfrm>
                        <a:off x="304800" y="2117725"/>
                        <a:ext cx="3649663" cy="1089025"/>
                      </a:xfrm>
                      <a:prstGeom prst="rect">
                        <a:avLst/>
                      </a:prstGeom>
                      <a:noFill/>
                      <a:ln w="38100">
                        <a:noFill/>
                        <a:miter/>
                      </a:ln>
                    </p:spPr>
                  </p:pic>
                </p:oleObj>
              </mc:Fallback>
            </mc:AlternateContent>
          </a:graphicData>
        </a:graphic>
      </p:graphicFrame>
      <p:sp>
        <p:nvSpPr>
          <p:cNvPr id="126979" name="左右箭头 59395"/>
          <p:cNvSpPr/>
          <p:nvPr/>
        </p:nvSpPr>
        <p:spPr>
          <a:xfrm>
            <a:off x="4267200" y="2438400"/>
            <a:ext cx="1524000" cy="381000"/>
          </a:xfrm>
          <a:prstGeom prst="leftRightArrow">
            <a:avLst>
              <a:gd name="adj1" fmla="val 50000"/>
              <a:gd name="adj2" fmla="val 80000"/>
            </a:avLst>
          </a:prstGeom>
          <a:solidFill>
            <a:srgbClr val="00B0F0"/>
          </a:solidFill>
          <a:ln w="12700">
            <a:noFill/>
          </a:ln>
        </p:spPr>
        <p:txBody>
          <a:bodyPr anchor="t" anchorCtr="0"/>
          <a:lstStyle/>
          <a:p>
            <a:endParaRPr lang="zh-CN" altLang="en-US">
              <a:latin typeface="Times New Roman" panose="02020603050405020304" pitchFamily="2" charset="0"/>
              <a:ea typeface="宋体" panose="02010600030101010101" pitchFamily="2" charset="-122"/>
            </a:endParaRPr>
          </a:p>
        </p:txBody>
      </p:sp>
      <p:graphicFrame>
        <p:nvGraphicFramePr>
          <p:cNvPr id="126980" name="对象 59396"/>
          <p:cNvGraphicFramePr>
            <a:graphicFrameLocks noChangeAspect="1"/>
          </p:cNvGraphicFramePr>
          <p:nvPr/>
        </p:nvGraphicFramePr>
        <p:xfrm>
          <a:off x="5943600" y="2017713"/>
          <a:ext cx="2854325" cy="1055687"/>
        </p:xfrm>
        <a:graphic>
          <a:graphicData uri="http://schemas.openxmlformats.org/presentationml/2006/ole">
            <mc:AlternateContent xmlns:mc="http://schemas.openxmlformats.org/markup-compatibility/2006">
              <mc:Choice xmlns:v="urn:schemas-microsoft-com:vml" Requires="v">
                <p:oleObj r:id="rId6" imgW="1143635" imgH="419100" progId="Equation.3">
                  <p:embed/>
                </p:oleObj>
              </mc:Choice>
              <mc:Fallback>
                <p:oleObj r:id="rId6" imgW="1143635" imgH="419100" progId="Equation.3">
                  <p:embed/>
                  <p:pic>
                    <p:nvPicPr>
                      <p:cNvPr id="0" name="图片 3554"/>
                      <p:cNvPicPr/>
                      <p:nvPr/>
                    </p:nvPicPr>
                    <p:blipFill>
                      <a:blip r:embed="rId7"/>
                      <a:stretch>
                        <a:fillRect/>
                      </a:stretch>
                    </p:blipFill>
                    <p:spPr>
                      <a:xfrm>
                        <a:off x="5943600" y="2017713"/>
                        <a:ext cx="2854325" cy="1055687"/>
                      </a:xfrm>
                      <a:prstGeom prst="rect">
                        <a:avLst/>
                      </a:prstGeom>
                      <a:noFill/>
                      <a:ln w="38100">
                        <a:noFill/>
                        <a:miter/>
                      </a:ln>
                    </p:spPr>
                  </p:pic>
                </p:oleObj>
              </mc:Fallback>
            </mc:AlternateContent>
          </a:graphicData>
        </a:graphic>
      </p:graphicFrame>
      <p:graphicFrame>
        <p:nvGraphicFramePr>
          <p:cNvPr id="126981" name="对象 59397"/>
          <p:cNvGraphicFramePr>
            <a:graphicFrameLocks noChangeAspect="1"/>
          </p:cNvGraphicFramePr>
          <p:nvPr/>
        </p:nvGraphicFramePr>
        <p:xfrm>
          <a:off x="304800" y="3255963"/>
          <a:ext cx="8145463" cy="1430337"/>
        </p:xfrm>
        <a:graphic>
          <a:graphicData uri="http://schemas.openxmlformats.org/presentationml/2006/ole">
            <mc:AlternateContent xmlns:mc="http://schemas.openxmlformats.org/markup-compatibility/2006">
              <mc:Choice xmlns:v="urn:schemas-microsoft-com:vml" Requires="v">
                <p:oleObj r:id="rId8" imgW="3276600" imgH="584200" progId="Equation.3">
                  <p:embed/>
                </p:oleObj>
              </mc:Choice>
              <mc:Fallback>
                <p:oleObj r:id="rId8" imgW="3276600" imgH="584200" progId="Equation.3">
                  <p:embed/>
                  <p:pic>
                    <p:nvPicPr>
                      <p:cNvPr id="0" name="图片 3555"/>
                      <p:cNvPicPr/>
                      <p:nvPr/>
                    </p:nvPicPr>
                    <p:blipFill>
                      <a:blip r:embed="rId9"/>
                      <a:stretch>
                        <a:fillRect/>
                      </a:stretch>
                    </p:blipFill>
                    <p:spPr>
                      <a:xfrm>
                        <a:off x="304800" y="3255963"/>
                        <a:ext cx="8145463" cy="1430337"/>
                      </a:xfrm>
                      <a:prstGeom prst="rect">
                        <a:avLst/>
                      </a:prstGeom>
                      <a:noFill/>
                      <a:ln w="38100">
                        <a:noFill/>
                        <a:miter/>
                      </a:ln>
                    </p:spPr>
                  </p:pic>
                </p:oleObj>
              </mc:Fallback>
            </mc:AlternateContent>
          </a:graphicData>
        </a:graphic>
      </p:graphicFrame>
      <p:sp>
        <p:nvSpPr>
          <p:cNvPr id="126982" name="文本占位符 59398"/>
          <p:cNvSpPr>
            <a:spLocks noGrp="1"/>
          </p:cNvSpPr>
          <p:nvPr>
            <p:ph idx="1"/>
          </p:nvPr>
        </p:nvSpPr>
        <p:spPr>
          <a:xfrm>
            <a:off x="152400" y="152400"/>
            <a:ext cx="6781800" cy="685800"/>
          </a:xfrm>
          <a:ln/>
        </p:spPr>
        <p:txBody>
          <a:bodyPr anchor="t" anchorCtr="0"/>
          <a:lstStyle/>
          <a:p>
            <a:pPr>
              <a:buNone/>
            </a:pPr>
            <a:r>
              <a:rPr lang="zh-CN" altLang="en-US" sz="3600">
                <a:latin typeface="Times New Roman" panose="02020603050405020304" pitchFamily="2" charset="0"/>
                <a:ea typeface="宋体" panose="02010600030101010101" pitchFamily="2" charset="-122"/>
              </a:rPr>
              <a:t>例</a:t>
            </a:r>
            <a:r>
              <a:rPr lang="en-US" altLang="zh-CN" sz="3600">
                <a:latin typeface="Times New Roman" panose="02020603050405020304" pitchFamily="2" charset="0"/>
                <a:ea typeface="宋体" panose="02010600030101010101" pitchFamily="2" charset="-122"/>
              </a:rPr>
              <a:t>1</a:t>
            </a:r>
            <a:r>
              <a:rPr lang="zh-CN" altLang="en-US" sz="3600">
                <a:latin typeface="Times New Roman" panose="02020603050405020304" pitchFamily="2" charset="0"/>
                <a:ea typeface="宋体" panose="02010600030101010101" pitchFamily="2" charset="-122"/>
              </a:rPr>
              <a:t>、计算门序列的</a:t>
            </a:r>
            <a:r>
              <a:rPr lang="en-US" altLang="zh-CN" sz="3600">
                <a:latin typeface="Times New Roman" panose="02020603050405020304" pitchFamily="2" charset="0"/>
                <a:ea typeface="宋体" panose="02010600030101010101" pitchFamily="2" charset="-122"/>
              </a:rPr>
              <a:t>DTFT</a:t>
            </a:r>
            <a:endParaRPr lang="en-US" altLang="zh-CN">
              <a:latin typeface="Times New Roman" panose="02020603050405020304" pitchFamily="2" charset="0"/>
              <a:ea typeface="宋体" panose="02010600030101010101" pitchFamily="2" charset="-122"/>
            </a:endParaRPr>
          </a:p>
        </p:txBody>
      </p:sp>
      <p:graphicFrame>
        <p:nvGraphicFramePr>
          <p:cNvPr id="126983" name="对象 59399"/>
          <p:cNvGraphicFramePr>
            <a:graphicFrameLocks noChangeAspect="1"/>
          </p:cNvGraphicFramePr>
          <p:nvPr/>
        </p:nvGraphicFramePr>
        <p:xfrm>
          <a:off x="2286000" y="4686300"/>
          <a:ext cx="2819400" cy="1244600"/>
        </p:xfrm>
        <a:graphic>
          <a:graphicData uri="http://schemas.openxmlformats.org/presentationml/2006/ole">
            <mc:AlternateContent xmlns:mc="http://schemas.openxmlformats.org/markup-compatibility/2006">
              <mc:Choice xmlns:v="urn:schemas-microsoft-com:vml" Requires="v">
                <p:oleObj r:id="rId10" imgW="1359535" imgH="609600" progId="Equation.3">
                  <p:embed/>
                </p:oleObj>
              </mc:Choice>
              <mc:Fallback>
                <p:oleObj r:id="rId10" imgW="1359535" imgH="609600" progId="Equation.3">
                  <p:embed/>
                  <p:pic>
                    <p:nvPicPr>
                      <p:cNvPr id="0" name="图片 3556"/>
                      <p:cNvPicPr/>
                      <p:nvPr/>
                    </p:nvPicPr>
                    <p:blipFill>
                      <a:blip r:embed="rId11"/>
                      <a:stretch>
                        <a:fillRect/>
                      </a:stretch>
                    </p:blipFill>
                    <p:spPr>
                      <a:xfrm>
                        <a:off x="2286000" y="4686300"/>
                        <a:ext cx="2819400" cy="1244600"/>
                      </a:xfrm>
                      <a:prstGeom prst="rect">
                        <a:avLst/>
                      </a:prstGeom>
                      <a:noFill/>
                      <a:ln w="38100">
                        <a:noFill/>
                        <a:miter/>
                      </a:ln>
                    </p:spPr>
                  </p:pic>
                </p:oleObj>
              </mc:Fallback>
            </mc:AlternateContent>
          </a:graphicData>
        </a:graphic>
      </p:graphicFrame>
      <p:graphicFrame>
        <p:nvGraphicFramePr>
          <p:cNvPr id="126984" name="对象 59400"/>
          <p:cNvGraphicFramePr>
            <a:graphicFrameLocks noChangeAspect="1"/>
          </p:cNvGraphicFramePr>
          <p:nvPr/>
        </p:nvGraphicFramePr>
        <p:xfrm>
          <a:off x="2597150" y="6019800"/>
          <a:ext cx="2203450" cy="865188"/>
        </p:xfrm>
        <a:graphic>
          <a:graphicData uri="http://schemas.openxmlformats.org/presentationml/2006/ole">
            <mc:AlternateContent xmlns:mc="http://schemas.openxmlformats.org/markup-compatibility/2006">
              <mc:Choice xmlns:v="urn:schemas-microsoft-com:vml" Requires="v">
                <p:oleObj r:id="rId12" imgW="1409700" imgH="444500" progId="Equation.3">
                  <p:embed/>
                </p:oleObj>
              </mc:Choice>
              <mc:Fallback>
                <p:oleObj r:id="rId12" imgW="1409700" imgH="444500" progId="Equation.3">
                  <p:embed/>
                  <p:pic>
                    <p:nvPicPr>
                      <p:cNvPr id="0" name="图片 3540"/>
                      <p:cNvPicPr/>
                      <p:nvPr/>
                    </p:nvPicPr>
                    <p:blipFill>
                      <a:blip r:embed="rId13"/>
                      <a:stretch>
                        <a:fillRect/>
                      </a:stretch>
                    </p:blipFill>
                    <p:spPr>
                      <a:xfrm>
                        <a:off x="2597150" y="6019800"/>
                        <a:ext cx="2203450" cy="865188"/>
                      </a:xfrm>
                      <a:prstGeom prst="rect">
                        <a:avLst/>
                      </a:prstGeom>
                      <a:noFill/>
                      <a:ln w="38100">
                        <a:noFill/>
                        <a:miter/>
                      </a:ln>
                    </p:spPr>
                  </p:pic>
                </p:oleObj>
              </mc:Fallback>
            </mc:AlternateContent>
          </a:graphicData>
        </a:graphic>
      </p:graphicFrame>
      <p:sp>
        <p:nvSpPr>
          <p:cNvPr id="126985" name="文本框 59401"/>
          <p:cNvSpPr txBox="1"/>
          <p:nvPr/>
        </p:nvSpPr>
        <p:spPr>
          <a:xfrm>
            <a:off x="5638800" y="5043488"/>
            <a:ext cx="3276600" cy="519112"/>
          </a:xfrm>
          <a:prstGeom prst="rect">
            <a:avLst/>
          </a:prstGeom>
          <a:noFill/>
          <a:ln w="9525">
            <a:noFill/>
          </a:ln>
        </p:spPr>
        <p:txBody>
          <a:bodyPr anchor="t" anchorCtr="0">
            <a:spAutoFit/>
          </a:bodyPr>
          <a:lstStyle/>
          <a:p>
            <a:pPr>
              <a:spcBef>
                <a:spcPct val="50000"/>
              </a:spcBef>
            </a:pPr>
            <a:r>
              <a:rPr lang="en-US" altLang="zh-CN" sz="2400" b="1">
                <a:latin typeface="Times New Roman" panose="02020603050405020304" pitchFamily="2" charset="0"/>
                <a:ea typeface="宋体" panose="02010600030101010101" pitchFamily="2" charset="-122"/>
              </a:rPr>
              <a:t> </a:t>
            </a:r>
            <a:r>
              <a:rPr lang="en-US" altLang="zh-CN" sz="2800" b="1">
                <a:latin typeface="Times New Roman" panose="02020603050405020304" pitchFamily="2" charset="0"/>
                <a:ea typeface="宋体" panose="02010600030101010101" pitchFamily="2" charset="-122"/>
              </a:rPr>
              <a:t>(</a:t>
            </a:r>
            <a:r>
              <a:rPr lang="zh-CN" altLang="en-US" sz="2800" b="1">
                <a:latin typeface="Times New Roman" panose="02020603050405020304" pitchFamily="2" charset="0"/>
                <a:ea typeface="宋体" panose="02010600030101010101" pitchFamily="2" charset="-122"/>
              </a:rPr>
              <a:t>类似</a:t>
            </a:r>
            <a:r>
              <a:rPr lang="en-US" altLang="zh-CN" sz="2800" b="1">
                <a:latin typeface="Times New Roman" panose="02020603050405020304" pitchFamily="2" charset="0"/>
                <a:ea typeface="宋体" panose="02010600030101010101" pitchFamily="2" charset="-122"/>
              </a:rPr>
              <a:t>Sa(.)</a:t>
            </a:r>
            <a:r>
              <a:rPr lang="zh-CN" altLang="en-US" sz="2800" b="1">
                <a:latin typeface="Times New Roman" panose="02020603050405020304" pitchFamily="2" charset="0"/>
                <a:ea typeface="宋体" panose="02010600030101010101" pitchFamily="2" charset="-122"/>
              </a:rPr>
              <a:t>函数 </a:t>
            </a:r>
            <a:r>
              <a:rPr lang="en-US" altLang="zh-CN" sz="2800" b="1">
                <a:latin typeface="Times New Roman" panose="02020603050405020304" pitchFamily="2" charset="0"/>
                <a:ea typeface="宋体" panose="02010600030101010101" pitchFamily="2" charset="-122"/>
              </a:rPr>
              <a:t>)</a:t>
            </a:r>
            <a:endParaRPr lang="en-US" altLang="zh-CN" sz="2400" b="1">
              <a:latin typeface="Times New Roman" panose="02020603050405020304" pitchFamily="2" charset="0"/>
              <a:ea typeface="宋体" panose="02010600030101010101" pitchFamily="2" charset="-122"/>
            </a:endParaRPr>
          </a:p>
        </p:txBody>
      </p:sp>
      <p:sp>
        <p:nvSpPr>
          <p:cNvPr id="126986" name="文本框 59402"/>
          <p:cNvSpPr txBox="1"/>
          <p:nvPr/>
        </p:nvSpPr>
        <p:spPr>
          <a:xfrm>
            <a:off x="5638800" y="6118225"/>
            <a:ext cx="2209800" cy="519113"/>
          </a:xfrm>
          <a:prstGeom prst="rect">
            <a:avLst/>
          </a:prstGeom>
          <a:noFill/>
          <a:ln w="9525">
            <a:noFill/>
          </a:ln>
        </p:spPr>
        <p:txBody>
          <a:bodyPr anchor="t" anchorCtr="0">
            <a:spAutoFit/>
          </a:bodyPr>
          <a:lstStyle/>
          <a:p>
            <a:pPr>
              <a:spcBef>
                <a:spcPct val="50000"/>
              </a:spcBef>
            </a:pPr>
            <a:r>
              <a:rPr lang="en-US" altLang="zh-CN" sz="2800" b="1">
                <a:latin typeface="Times New Roman" panose="02020603050405020304" pitchFamily="2" charset="0"/>
                <a:ea typeface="宋体" panose="02010600030101010101" pitchFamily="2" charset="-122"/>
              </a:rPr>
              <a:t>(</a:t>
            </a:r>
            <a:r>
              <a:rPr lang="zh-CN" altLang="en-US" sz="2800" b="1">
                <a:latin typeface="Times New Roman" panose="02020603050405020304" pitchFamily="2" charset="0"/>
                <a:ea typeface="宋体" panose="02010600030101010101" pitchFamily="2" charset="-122"/>
              </a:rPr>
              <a:t>线性相位</a:t>
            </a:r>
            <a:r>
              <a:rPr lang="en-US" altLang="zh-CN" sz="2800" b="1">
                <a:latin typeface="Times New Roman" panose="02020603050405020304" pitchFamily="2" charset="0"/>
                <a:ea typeface="宋体" panose="02010600030101010101" pitchFamily="2" charset="-122"/>
              </a:rPr>
              <a:t>) </a:t>
            </a:r>
          </a:p>
        </p:txBody>
      </p:sp>
      <p:sp>
        <p:nvSpPr>
          <p:cNvPr id="126987" name="矩形 59403"/>
          <p:cNvSpPr/>
          <p:nvPr/>
        </p:nvSpPr>
        <p:spPr>
          <a:xfrm>
            <a:off x="152400" y="1090613"/>
            <a:ext cx="1000125" cy="579437"/>
          </a:xfrm>
          <a:prstGeom prst="rect">
            <a:avLst/>
          </a:prstGeom>
          <a:noFill/>
          <a:ln w="9525">
            <a:noFill/>
          </a:ln>
        </p:spPr>
        <p:txBody>
          <a:bodyPr wrap="none" anchor="t" anchorCtr="0">
            <a:spAutoFit/>
          </a:bodyPr>
          <a:lstStyle/>
          <a:p>
            <a:r>
              <a:rPr lang="zh-CN" altLang="en-US" sz="3200" b="1">
                <a:latin typeface="Times New Roman" panose="02020603050405020304" pitchFamily="2" charset="0"/>
                <a:ea typeface="宋体" panose="02010600030101010101" pitchFamily="2" charset="-122"/>
              </a:rPr>
              <a:t>解：</a:t>
            </a:r>
          </a:p>
        </p:txBody>
      </p:sp>
      <p:sp>
        <p:nvSpPr>
          <p:cNvPr id="126988" name="矩形 59404"/>
          <p:cNvSpPr/>
          <p:nvPr/>
        </p:nvSpPr>
        <p:spPr>
          <a:xfrm>
            <a:off x="4467225" y="2057400"/>
            <a:ext cx="1095375" cy="519113"/>
          </a:xfrm>
          <a:prstGeom prst="rect">
            <a:avLst/>
          </a:prstGeom>
          <a:noFill/>
          <a:ln w="9525">
            <a:noFill/>
          </a:ln>
        </p:spPr>
        <p:txBody>
          <a:bodyPr wrap="none" anchor="t" anchorCtr="0">
            <a:spAutoFit/>
          </a:bodyPr>
          <a:lstStyle/>
          <a:p>
            <a:r>
              <a:rPr lang="en-US" altLang="zh-CN" sz="2800" b="1">
                <a:latin typeface="Times New Roman" panose="02020603050405020304" pitchFamily="2" charset="0"/>
                <a:ea typeface="宋体" panose="02010600030101010101" pitchFamily="2" charset="-122"/>
              </a:rPr>
              <a:t>DTFT</a:t>
            </a:r>
          </a:p>
        </p:txBody>
      </p:sp>
      <p:sp>
        <p:nvSpPr>
          <p:cNvPr id="126989" name="矩形 59405"/>
          <p:cNvSpPr/>
          <p:nvPr/>
        </p:nvSpPr>
        <p:spPr>
          <a:xfrm>
            <a:off x="381000" y="5086350"/>
            <a:ext cx="1970088" cy="476250"/>
          </a:xfrm>
          <a:prstGeom prst="rect">
            <a:avLst/>
          </a:prstGeom>
          <a:noFill/>
          <a:ln w="9525">
            <a:noFill/>
          </a:ln>
        </p:spPr>
        <p:txBody>
          <a:bodyPr wrap="none" anchor="t" anchorCtr="0">
            <a:spAutoFit/>
          </a:bodyPr>
          <a:lstStyle/>
          <a:p>
            <a:pPr>
              <a:lnSpc>
                <a:spcPct val="90000"/>
              </a:lnSpc>
              <a:spcBef>
                <a:spcPct val="20000"/>
              </a:spcBef>
              <a:buClr>
                <a:schemeClr val="tx2"/>
              </a:buClr>
            </a:pPr>
            <a:r>
              <a:rPr lang="zh-CN" altLang="en-US" sz="2800" b="1">
                <a:latin typeface="Times New Roman" panose="02020603050405020304" pitchFamily="2" charset="0"/>
                <a:ea typeface="宋体" panose="02010600030101010101" pitchFamily="2" charset="-122"/>
              </a:rPr>
              <a:t>幅频特性：</a:t>
            </a:r>
          </a:p>
        </p:txBody>
      </p:sp>
      <p:sp>
        <p:nvSpPr>
          <p:cNvPr id="126990" name="矩形 59406"/>
          <p:cNvSpPr/>
          <p:nvPr/>
        </p:nvSpPr>
        <p:spPr>
          <a:xfrm>
            <a:off x="381000" y="6194425"/>
            <a:ext cx="1970088" cy="519113"/>
          </a:xfrm>
          <a:prstGeom prst="rect">
            <a:avLst/>
          </a:prstGeom>
          <a:noFill/>
          <a:ln w="9525">
            <a:noFill/>
          </a:ln>
        </p:spPr>
        <p:txBody>
          <a:bodyPr wrap="none" anchor="t" anchorCtr="0">
            <a:spAutoFit/>
          </a:bodyPr>
          <a:lstStyle/>
          <a:p>
            <a:r>
              <a:rPr lang="zh-CN" altLang="en-US" sz="2800" b="1">
                <a:latin typeface="Times New Roman" panose="02020603050405020304" pitchFamily="2" charset="0"/>
                <a:ea typeface="宋体" panose="02010600030101010101" pitchFamily="2" charset="-122"/>
              </a:rPr>
              <a:t>相频特性：</a:t>
            </a:r>
          </a:p>
        </p:txBody>
      </p:sp>
      <p:sp>
        <p:nvSpPr>
          <p:cNvPr id="126991" name="文本框 1"/>
          <p:cNvSpPr txBox="1"/>
          <p:nvPr/>
        </p:nvSpPr>
        <p:spPr>
          <a:xfrm>
            <a:off x="6788150" y="201613"/>
            <a:ext cx="2127250" cy="706437"/>
          </a:xfrm>
          <a:prstGeom prst="rect">
            <a:avLst/>
          </a:prstGeom>
          <a:noFill/>
          <a:ln w="9525">
            <a:noFill/>
          </a:ln>
        </p:spPr>
        <p:txBody>
          <a:bodyPr wrap="square" anchor="t" anchorCtr="0">
            <a:spAutoFit/>
          </a:bodyPr>
          <a:lstStyle/>
          <a:p>
            <a:r>
              <a:rPr lang="en-US" altLang="zh-CN" sz="2000" b="1">
                <a:solidFill>
                  <a:srgbClr val="FF0000"/>
                </a:solidFill>
                <a:latin typeface="Times New Roman" panose="02020603050405020304" pitchFamily="2" charset="0"/>
                <a:ea typeface="宋体" panose="02010600030101010101" pitchFamily="2" charset="-122"/>
              </a:rPr>
              <a:t>R</a:t>
            </a:r>
            <a:r>
              <a:rPr lang="en-US" altLang="zh-CN" sz="2000" b="1" baseline="-25000">
                <a:solidFill>
                  <a:srgbClr val="FF0000"/>
                </a:solidFill>
                <a:latin typeface="Times New Roman" panose="02020603050405020304" pitchFamily="2" charset="0"/>
                <a:ea typeface="宋体" panose="02010600030101010101" pitchFamily="2" charset="-122"/>
              </a:rPr>
              <a:t>5</a:t>
            </a:r>
            <a:r>
              <a:rPr lang="en-US" altLang="zh-CN" sz="2000" b="1">
                <a:solidFill>
                  <a:srgbClr val="FF0000"/>
                </a:solidFill>
                <a:latin typeface="Times New Roman" panose="02020603050405020304" pitchFamily="2" charset="0"/>
                <a:ea typeface="宋体" panose="02010600030101010101" pitchFamily="2" charset="-122"/>
              </a:rPr>
              <a:t>(N)</a:t>
            </a:r>
            <a:r>
              <a:rPr lang="zh-CN" altLang="en-US" sz="2000" b="1">
                <a:solidFill>
                  <a:srgbClr val="FF0000"/>
                </a:solidFill>
                <a:latin typeface="Times New Roman" panose="02020603050405020304" pitchFamily="2" charset="0"/>
                <a:ea typeface="宋体" panose="02010600030101010101" pitchFamily="2" charset="-122"/>
              </a:rPr>
              <a:t>绝对可和，</a:t>
            </a:r>
            <a:r>
              <a:rPr lang="en-US" altLang="zh-CN" sz="2000" b="1">
                <a:solidFill>
                  <a:srgbClr val="FF0000"/>
                </a:solidFill>
                <a:latin typeface="Times New Roman" panose="02020603050405020304" pitchFamily="2" charset="0"/>
                <a:ea typeface="宋体" panose="02010600030101010101" pitchFamily="2" charset="-122"/>
              </a:rPr>
              <a:t>DTFT</a:t>
            </a:r>
            <a:r>
              <a:rPr lang="zh-CN" altLang="en-US" sz="2000" b="1">
                <a:solidFill>
                  <a:srgbClr val="FF0000"/>
                </a:solidFill>
                <a:latin typeface="Times New Roman" panose="02020603050405020304" pitchFamily="2" charset="0"/>
                <a:ea typeface="宋体" panose="02010600030101010101" pitchFamily="2" charset="-122"/>
              </a:rPr>
              <a:t>肯定存在。</a:t>
            </a:r>
          </a:p>
        </p:txBody>
      </p:sp>
      <p:grpSp>
        <p:nvGrpSpPr>
          <p:cNvPr id="6" name="组合 5">
            <a:extLst>
              <a:ext uri="{FF2B5EF4-FFF2-40B4-BE49-F238E27FC236}">
                <a16:creationId xmlns:a16="http://schemas.microsoft.com/office/drawing/2014/main" id="{0CAC7DAE-53BD-48CB-DEB3-34D8D2DF8554}"/>
              </a:ext>
            </a:extLst>
          </p:cNvPr>
          <p:cNvGrpSpPr/>
          <p:nvPr/>
        </p:nvGrpSpPr>
        <p:grpSpPr>
          <a:xfrm>
            <a:off x="5061265" y="2936945"/>
            <a:ext cx="180720" cy="177840"/>
            <a:chOff x="5061265" y="2936945"/>
            <a:chExt cx="180720" cy="177840"/>
          </a:xfrm>
        </p:grpSpPr>
        <mc:AlternateContent xmlns:mc="http://schemas.openxmlformats.org/markup-compatibility/2006" xmlns:p14="http://schemas.microsoft.com/office/powerpoint/2010/main">
          <mc:Choice Requires="p14">
            <p:contentPart p14:bwMode="auto" r:id="rId14">
              <p14:nvContentPartPr>
                <p14:cNvPr id="2" name="墨迹 1">
                  <a:extLst>
                    <a:ext uri="{FF2B5EF4-FFF2-40B4-BE49-F238E27FC236}">
                      <a16:creationId xmlns:a16="http://schemas.microsoft.com/office/drawing/2014/main" id="{6204140F-8D51-9FA1-AB00-51527D3D907B}"/>
                    </a:ext>
                  </a:extLst>
                </p14:cNvPr>
                <p14:cNvContentPartPr/>
                <p14:nvPr/>
              </p14:nvContentPartPr>
              <p14:xfrm>
                <a:off x="5061265" y="2936945"/>
                <a:ext cx="110880" cy="138240"/>
              </p14:xfrm>
            </p:contentPart>
          </mc:Choice>
          <mc:Fallback xmlns="">
            <p:pic>
              <p:nvPicPr>
                <p:cNvPr id="2" name="墨迹 1">
                  <a:extLst>
                    <a:ext uri="{FF2B5EF4-FFF2-40B4-BE49-F238E27FC236}">
                      <a16:creationId xmlns:a16="http://schemas.microsoft.com/office/drawing/2014/main" id="{6204140F-8D51-9FA1-AB00-51527D3D907B}"/>
                    </a:ext>
                  </a:extLst>
                </p:cNvPr>
                <p:cNvPicPr/>
                <p:nvPr/>
              </p:nvPicPr>
              <p:blipFill>
                <a:blip r:embed="rId15"/>
                <a:stretch>
                  <a:fillRect/>
                </a:stretch>
              </p:blipFill>
              <p:spPr>
                <a:xfrm>
                  <a:off x="5043625" y="2918945"/>
                  <a:ext cx="146520" cy="17388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3" name="墨迹 2">
                  <a:extLst>
                    <a:ext uri="{FF2B5EF4-FFF2-40B4-BE49-F238E27FC236}">
                      <a16:creationId xmlns:a16="http://schemas.microsoft.com/office/drawing/2014/main" id="{356833DE-EFC3-BB01-3EF2-F5ECA5B68758}"/>
                    </a:ext>
                  </a:extLst>
                </p14:cNvPr>
                <p14:cNvContentPartPr/>
                <p14:nvPr/>
              </p14:nvContentPartPr>
              <p14:xfrm>
                <a:off x="5092585" y="2983385"/>
                <a:ext cx="89280" cy="119520"/>
              </p14:xfrm>
            </p:contentPart>
          </mc:Choice>
          <mc:Fallback xmlns="">
            <p:pic>
              <p:nvPicPr>
                <p:cNvPr id="3" name="墨迹 2">
                  <a:extLst>
                    <a:ext uri="{FF2B5EF4-FFF2-40B4-BE49-F238E27FC236}">
                      <a16:creationId xmlns:a16="http://schemas.microsoft.com/office/drawing/2014/main" id="{356833DE-EFC3-BB01-3EF2-F5ECA5B68758}"/>
                    </a:ext>
                  </a:extLst>
                </p:cNvPr>
                <p:cNvPicPr/>
                <p:nvPr/>
              </p:nvPicPr>
              <p:blipFill>
                <a:blip r:embed="rId17"/>
                <a:stretch>
                  <a:fillRect/>
                </a:stretch>
              </p:blipFill>
              <p:spPr>
                <a:xfrm>
                  <a:off x="5074945" y="2965385"/>
                  <a:ext cx="124920" cy="15516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5" name="墨迹 4">
                  <a:extLst>
                    <a:ext uri="{FF2B5EF4-FFF2-40B4-BE49-F238E27FC236}">
                      <a16:creationId xmlns:a16="http://schemas.microsoft.com/office/drawing/2014/main" id="{6C9B4F43-7758-574B-39FD-3CF42A637766}"/>
                    </a:ext>
                  </a:extLst>
                </p14:cNvPr>
                <p14:cNvContentPartPr/>
                <p14:nvPr/>
              </p14:nvContentPartPr>
              <p14:xfrm>
                <a:off x="5172145" y="3056825"/>
                <a:ext cx="69840" cy="57960"/>
              </p14:xfrm>
            </p:contentPart>
          </mc:Choice>
          <mc:Fallback xmlns="">
            <p:pic>
              <p:nvPicPr>
                <p:cNvPr id="5" name="墨迹 4">
                  <a:extLst>
                    <a:ext uri="{FF2B5EF4-FFF2-40B4-BE49-F238E27FC236}">
                      <a16:creationId xmlns:a16="http://schemas.microsoft.com/office/drawing/2014/main" id="{6C9B4F43-7758-574B-39FD-3CF42A637766}"/>
                    </a:ext>
                  </a:extLst>
                </p:cNvPr>
                <p:cNvPicPr/>
                <p:nvPr/>
              </p:nvPicPr>
              <p:blipFill>
                <a:blip r:embed="rId19"/>
                <a:stretch>
                  <a:fillRect/>
                </a:stretch>
              </p:blipFill>
              <p:spPr>
                <a:xfrm>
                  <a:off x="5154505" y="3039185"/>
                  <a:ext cx="105480" cy="93600"/>
                </a:xfrm>
                <a:prstGeom prst="rect">
                  <a:avLst/>
                </a:prstGeom>
              </p:spPr>
            </p:pic>
          </mc:Fallback>
        </mc:AlternateContent>
      </p:grpSp>
    </p:spTree>
  </p:cSld>
  <p:clrMapOvr>
    <a:masterClrMapping/>
  </p:clrMapOvr>
  <p:transition/>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8001" name="对象 60418" descr="蓝色砂纸"/>
          <p:cNvGraphicFramePr>
            <a:graphicFrameLocks noChangeAspect="1"/>
          </p:cNvGraphicFramePr>
          <p:nvPr/>
        </p:nvGraphicFramePr>
        <p:xfrm>
          <a:off x="4267200" y="304800"/>
          <a:ext cx="3581400" cy="3286125"/>
        </p:xfrm>
        <a:graphic>
          <a:graphicData uri="http://schemas.openxmlformats.org/presentationml/2006/ole">
            <mc:AlternateContent xmlns:mc="http://schemas.openxmlformats.org/markup-compatibility/2006">
              <mc:Choice xmlns:v="urn:schemas-microsoft-com:vml" Requires="v">
                <p:oleObj r:id="rId2" imgW="2096770" imgH="1923415" progId="Visio.Drawing.5">
                  <p:embed/>
                </p:oleObj>
              </mc:Choice>
              <mc:Fallback>
                <p:oleObj r:id="rId2" imgW="2096770" imgH="1923415" progId="Visio.Drawing.5">
                  <p:embed/>
                  <p:pic>
                    <p:nvPicPr>
                      <p:cNvPr id="0" name="图片 3557"/>
                      <p:cNvPicPr/>
                      <p:nvPr/>
                    </p:nvPicPr>
                    <p:blipFill>
                      <a:blip r:embed="rId3"/>
                      <a:stretch>
                        <a:fillRect/>
                      </a:stretch>
                    </p:blipFill>
                    <p:spPr>
                      <a:xfrm>
                        <a:off x="4267200" y="304800"/>
                        <a:ext cx="3581400" cy="3286125"/>
                      </a:xfrm>
                      <a:prstGeom prst="rect">
                        <a:avLst/>
                      </a:prstGeom>
                      <a:blipFill rotWithShape="0">
                        <a:blip r:embed="rId4"/>
                      </a:blipFill>
                      <a:ln w="38100">
                        <a:noFill/>
                        <a:miter/>
                      </a:ln>
                    </p:spPr>
                  </p:pic>
                </p:oleObj>
              </mc:Fallback>
            </mc:AlternateContent>
          </a:graphicData>
        </a:graphic>
      </p:graphicFrame>
      <p:graphicFrame>
        <p:nvGraphicFramePr>
          <p:cNvPr id="128002" name="对象 60419" descr="蓝色砂纸"/>
          <p:cNvGraphicFramePr>
            <a:graphicFrameLocks noChangeAspect="1"/>
          </p:cNvGraphicFramePr>
          <p:nvPr/>
        </p:nvGraphicFramePr>
        <p:xfrm>
          <a:off x="609600" y="1371600"/>
          <a:ext cx="3200400" cy="2127250"/>
        </p:xfrm>
        <a:graphic>
          <a:graphicData uri="http://schemas.openxmlformats.org/presentationml/2006/ole">
            <mc:AlternateContent xmlns:mc="http://schemas.openxmlformats.org/markup-compatibility/2006">
              <mc:Choice xmlns:v="urn:schemas-microsoft-com:vml" Requires="v">
                <p:oleObj r:id="rId5" imgW="1207135" imgH="1036320" progId="Visio.Drawing.5">
                  <p:embed/>
                </p:oleObj>
              </mc:Choice>
              <mc:Fallback>
                <p:oleObj r:id="rId5" imgW="1207135" imgH="1036320" progId="Visio.Drawing.5">
                  <p:embed/>
                  <p:pic>
                    <p:nvPicPr>
                      <p:cNvPr id="0" name="图片 3558"/>
                      <p:cNvPicPr/>
                      <p:nvPr/>
                    </p:nvPicPr>
                    <p:blipFill>
                      <a:blip r:embed="rId6"/>
                      <a:stretch>
                        <a:fillRect/>
                      </a:stretch>
                    </p:blipFill>
                    <p:spPr>
                      <a:xfrm>
                        <a:off x="609600" y="1371600"/>
                        <a:ext cx="3200400" cy="2127250"/>
                      </a:xfrm>
                      <a:prstGeom prst="rect">
                        <a:avLst/>
                      </a:prstGeom>
                      <a:blipFill rotWithShape="0">
                        <a:blip r:embed="rId4"/>
                      </a:blipFill>
                      <a:ln w="38100">
                        <a:noFill/>
                        <a:miter/>
                      </a:ln>
                    </p:spPr>
                  </p:pic>
                </p:oleObj>
              </mc:Fallback>
            </mc:AlternateContent>
          </a:graphicData>
        </a:graphic>
      </p:graphicFrame>
      <p:grpSp>
        <p:nvGrpSpPr>
          <p:cNvPr id="128003" name="组合 60420"/>
          <p:cNvGrpSpPr/>
          <p:nvPr/>
        </p:nvGrpSpPr>
        <p:grpSpPr>
          <a:xfrm>
            <a:off x="152400" y="3657600"/>
            <a:ext cx="8763000" cy="2898775"/>
            <a:chOff x="0" y="0"/>
            <a:chExt cx="5520" cy="1826"/>
          </a:xfrm>
        </p:grpSpPr>
        <p:sp>
          <p:nvSpPr>
            <p:cNvPr id="128004" name="矩形 60421" descr="蓝色砂纸"/>
            <p:cNvSpPr/>
            <p:nvPr/>
          </p:nvSpPr>
          <p:spPr>
            <a:xfrm>
              <a:off x="0" y="0"/>
              <a:ext cx="5520" cy="1826"/>
            </a:xfrm>
            <a:prstGeom prst="rect">
              <a:avLst/>
            </a:prstGeom>
            <a:blipFill rotWithShape="0">
              <a:blip r:embed="rId4"/>
            </a:blipFill>
            <a:ln w="9525">
              <a:noFill/>
            </a:ln>
          </p:spPr>
          <p:txBody>
            <a:bodyPr anchor="t" anchorCtr="0"/>
            <a:lstStyle/>
            <a:p>
              <a:endParaRPr lang="zh-CN" altLang="en-US">
                <a:latin typeface="Times New Roman" panose="02020603050405020304" pitchFamily="2" charset="0"/>
                <a:ea typeface="宋体" panose="02010600030101010101" pitchFamily="2" charset="-122"/>
              </a:endParaRPr>
            </a:p>
          </p:txBody>
        </p:sp>
        <p:grpSp>
          <p:nvGrpSpPr>
            <p:cNvPr id="128005" name="组合 60422"/>
            <p:cNvGrpSpPr/>
            <p:nvPr/>
          </p:nvGrpSpPr>
          <p:grpSpPr>
            <a:xfrm>
              <a:off x="144" y="192"/>
              <a:ext cx="5232" cy="1630"/>
              <a:chOff x="0" y="0"/>
              <a:chExt cx="5088" cy="1481"/>
            </a:xfrm>
          </p:grpSpPr>
          <p:sp>
            <p:nvSpPr>
              <p:cNvPr id="128006" name="矩形 60475" descr="蓝色砂纸"/>
              <p:cNvSpPr/>
              <p:nvPr/>
            </p:nvSpPr>
            <p:spPr>
              <a:xfrm>
                <a:off x="4656" y="1104"/>
                <a:ext cx="144" cy="236"/>
              </a:xfrm>
              <a:prstGeom prst="rect">
                <a:avLst/>
              </a:prstGeom>
              <a:blipFill rotWithShape="0">
                <a:blip r:embed="rId4"/>
              </a:blipFill>
              <a:ln w="9525">
                <a:noFill/>
              </a:ln>
            </p:spPr>
            <p:txBody>
              <a:bodyPr wrap="none" lIns="0" tIns="0" rIns="0" bIns="0" anchor="t" anchorCtr="0">
                <a:spAutoFit/>
              </a:bodyPr>
              <a:lstStyle/>
              <a:p>
                <a:r>
                  <a:rPr lang="en-US" altLang="zh-CN" sz="2700" i="1">
                    <a:solidFill>
                      <a:srgbClr val="000000"/>
                    </a:solidFill>
                    <a:latin typeface="Symbol" panose="05050102010706020507" pitchFamily="2" charset="2"/>
                    <a:ea typeface="宋体" panose="02010600030101010101" pitchFamily="2" charset="-122"/>
                  </a:rPr>
                  <a:t>w</a:t>
                </a:r>
                <a:endParaRPr lang="en-US" altLang="zh-CN" sz="2400">
                  <a:latin typeface="Times New Roman" panose="02020603050405020304" pitchFamily="2" charset="0"/>
                  <a:ea typeface="宋体" panose="02010600030101010101" pitchFamily="2" charset="-122"/>
                </a:endParaRPr>
              </a:p>
            </p:txBody>
          </p:sp>
          <p:grpSp>
            <p:nvGrpSpPr>
              <p:cNvPr id="128007" name="组合 60423"/>
              <p:cNvGrpSpPr/>
              <p:nvPr/>
            </p:nvGrpSpPr>
            <p:grpSpPr>
              <a:xfrm>
                <a:off x="2400" y="0"/>
                <a:ext cx="529" cy="292"/>
                <a:chOff x="0" y="0"/>
                <a:chExt cx="529" cy="292"/>
              </a:xfrm>
            </p:grpSpPr>
            <p:sp>
              <p:nvSpPr>
                <p:cNvPr id="128008" name="直接连接符 60424"/>
                <p:cNvSpPr/>
                <p:nvPr/>
              </p:nvSpPr>
              <p:spPr>
                <a:xfrm>
                  <a:off x="0" y="35"/>
                  <a:ext cx="1" cy="257"/>
                </a:xfrm>
                <a:prstGeom prst="line">
                  <a:avLst/>
                </a:prstGeom>
                <a:ln w="14288" cap="flat" cmpd="sng">
                  <a:solidFill>
                    <a:srgbClr val="000000"/>
                  </a:solidFill>
                  <a:prstDash val="solid"/>
                  <a:round/>
                  <a:headEnd type="none" w="med" len="med"/>
                  <a:tailEnd type="none" w="med" len="med"/>
                </a:ln>
              </p:spPr>
            </p:sp>
            <p:sp>
              <p:nvSpPr>
                <p:cNvPr id="128009" name="直接连接符 60425"/>
                <p:cNvSpPr/>
                <p:nvPr/>
              </p:nvSpPr>
              <p:spPr>
                <a:xfrm>
                  <a:off x="528" y="35"/>
                  <a:ext cx="1" cy="257"/>
                </a:xfrm>
                <a:prstGeom prst="line">
                  <a:avLst/>
                </a:prstGeom>
                <a:ln w="14288" cap="flat" cmpd="sng">
                  <a:solidFill>
                    <a:srgbClr val="000000"/>
                  </a:solidFill>
                  <a:prstDash val="solid"/>
                  <a:round/>
                  <a:headEnd type="none" w="med" len="med"/>
                  <a:tailEnd type="none" w="med" len="med"/>
                </a:ln>
              </p:spPr>
            </p:sp>
            <p:sp>
              <p:nvSpPr>
                <p:cNvPr id="128010" name="矩形 60426" descr="蓝色砂纸"/>
                <p:cNvSpPr/>
                <p:nvPr/>
              </p:nvSpPr>
              <p:spPr>
                <a:xfrm>
                  <a:off x="444" y="25"/>
                  <a:ext cx="70" cy="235"/>
                </a:xfrm>
                <a:prstGeom prst="rect">
                  <a:avLst/>
                </a:prstGeom>
                <a:blipFill rotWithShape="0">
                  <a:blip r:embed="rId4"/>
                </a:blipFill>
                <a:ln w="9525">
                  <a:noFill/>
                </a:ln>
              </p:spPr>
              <p:txBody>
                <a:bodyPr wrap="none" lIns="0" tIns="0" rIns="0" bIns="0" anchor="t" anchorCtr="0">
                  <a:spAutoFit/>
                </a:bodyPr>
                <a:lstStyle/>
                <a:p>
                  <a:r>
                    <a:rPr lang="en-US" altLang="zh-CN" sz="2700">
                      <a:solidFill>
                        <a:srgbClr val="000000"/>
                      </a:solidFill>
                      <a:latin typeface="Times New Roman" panose="02020603050405020304" pitchFamily="2" charset="0"/>
                      <a:ea typeface="宋体" panose="02010600030101010101" pitchFamily="2" charset="-122"/>
                    </a:rPr>
                    <a:t>)</a:t>
                  </a:r>
                  <a:endParaRPr lang="en-US" altLang="zh-CN" sz="2400">
                    <a:latin typeface="Times New Roman" panose="02020603050405020304" pitchFamily="2" charset="0"/>
                    <a:ea typeface="宋体" panose="02010600030101010101" pitchFamily="2" charset="-122"/>
                  </a:endParaRPr>
                </a:p>
              </p:txBody>
            </p:sp>
            <p:sp>
              <p:nvSpPr>
                <p:cNvPr id="128011" name="矩形 60427" descr="蓝色砂纸"/>
                <p:cNvSpPr/>
                <p:nvPr/>
              </p:nvSpPr>
              <p:spPr>
                <a:xfrm>
                  <a:off x="208" y="25"/>
                  <a:ext cx="70" cy="235"/>
                </a:xfrm>
                <a:prstGeom prst="rect">
                  <a:avLst/>
                </a:prstGeom>
                <a:blipFill rotWithShape="0">
                  <a:blip r:embed="rId4"/>
                </a:blipFill>
                <a:ln w="9525">
                  <a:noFill/>
                </a:ln>
              </p:spPr>
              <p:txBody>
                <a:bodyPr wrap="none" lIns="0" tIns="0" rIns="0" bIns="0" anchor="t" anchorCtr="0">
                  <a:spAutoFit/>
                </a:bodyPr>
                <a:lstStyle/>
                <a:p>
                  <a:r>
                    <a:rPr lang="en-US" altLang="zh-CN" sz="2700">
                      <a:solidFill>
                        <a:srgbClr val="000000"/>
                      </a:solidFill>
                      <a:latin typeface="Times New Roman" panose="02020603050405020304" pitchFamily="2" charset="0"/>
                      <a:ea typeface="宋体" panose="02010600030101010101" pitchFamily="2" charset="-122"/>
                    </a:rPr>
                    <a:t>(</a:t>
                  </a:r>
                  <a:endParaRPr lang="en-US" altLang="zh-CN" sz="2400">
                    <a:latin typeface="Times New Roman" panose="02020603050405020304" pitchFamily="2" charset="0"/>
                    <a:ea typeface="宋体" panose="02010600030101010101" pitchFamily="2" charset="-122"/>
                  </a:endParaRPr>
                </a:p>
              </p:txBody>
            </p:sp>
            <p:sp>
              <p:nvSpPr>
                <p:cNvPr id="128012" name="矩形 60428" descr="蓝色砂纸"/>
                <p:cNvSpPr/>
                <p:nvPr/>
              </p:nvSpPr>
              <p:spPr>
                <a:xfrm>
                  <a:off x="273" y="0"/>
                  <a:ext cx="144" cy="235"/>
                </a:xfrm>
                <a:prstGeom prst="rect">
                  <a:avLst/>
                </a:prstGeom>
                <a:blipFill rotWithShape="0">
                  <a:blip r:embed="rId4"/>
                </a:blipFill>
                <a:ln w="9525">
                  <a:noFill/>
                </a:ln>
              </p:spPr>
              <p:txBody>
                <a:bodyPr wrap="none" lIns="0" tIns="0" rIns="0" bIns="0" anchor="t" anchorCtr="0">
                  <a:spAutoFit/>
                </a:bodyPr>
                <a:lstStyle/>
                <a:p>
                  <a:r>
                    <a:rPr lang="en-US" altLang="zh-CN" sz="2700" i="1">
                      <a:solidFill>
                        <a:srgbClr val="000000"/>
                      </a:solidFill>
                      <a:latin typeface="Symbol" panose="05050102010706020507" pitchFamily="2" charset="2"/>
                      <a:ea typeface="宋体" panose="02010600030101010101" pitchFamily="2" charset="-122"/>
                    </a:rPr>
                    <a:t>w</a:t>
                  </a:r>
                  <a:endParaRPr lang="en-US" altLang="zh-CN" sz="2400">
                    <a:latin typeface="Times New Roman" panose="02020603050405020304" pitchFamily="2" charset="0"/>
                    <a:ea typeface="宋体" panose="02010600030101010101" pitchFamily="2" charset="-122"/>
                  </a:endParaRPr>
                </a:p>
              </p:txBody>
            </p:sp>
            <p:sp>
              <p:nvSpPr>
                <p:cNvPr id="128013" name="矩形 60429" descr="蓝色砂纸"/>
                <p:cNvSpPr/>
                <p:nvPr/>
              </p:nvSpPr>
              <p:spPr>
                <a:xfrm>
                  <a:off x="41" y="25"/>
                  <a:ext cx="128" cy="235"/>
                </a:xfrm>
                <a:prstGeom prst="rect">
                  <a:avLst/>
                </a:prstGeom>
                <a:blipFill rotWithShape="0">
                  <a:blip r:embed="rId4"/>
                </a:blipFill>
                <a:ln w="9525">
                  <a:noFill/>
                </a:ln>
              </p:spPr>
              <p:txBody>
                <a:bodyPr wrap="none" lIns="0" tIns="0" rIns="0" bIns="0" anchor="t" anchorCtr="0">
                  <a:spAutoFit/>
                </a:bodyPr>
                <a:lstStyle/>
                <a:p>
                  <a:r>
                    <a:rPr lang="en-US" altLang="zh-CN" sz="2700" i="1">
                      <a:solidFill>
                        <a:srgbClr val="000000"/>
                      </a:solidFill>
                      <a:latin typeface="Times New Roman" panose="02020603050405020304" pitchFamily="2" charset="0"/>
                      <a:ea typeface="宋体" panose="02010600030101010101" pitchFamily="2" charset="-122"/>
                    </a:rPr>
                    <a:t>X</a:t>
                  </a:r>
                  <a:endParaRPr lang="en-US" altLang="zh-CN" sz="2400">
                    <a:latin typeface="Times New Roman" panose="02020603050405020304" pitchFamily="2" charset="0"/>
                    <a:ea typeface="宋体" panose="02010600030101010101" pitchFamily="2" charset="-122"/>
                  </a:endParaRPr>
                </a:p>
              </p:txBody>
            </p:sp>
          </p:grpSp>
          <p:sp>
            <p:nvSpPr>
              <p:cNvPr id="128014" name="矩形 60430" descr="蓝色砂纸"/>
              <p:cNvSpPr/>
              <p:nvPr/>
            </p:nvSpPr>
            <p:spPr>
              <a:xfrm>
                <a:off x="2264" y="1193"/>
                <a:ext cx="105" cy="235"/>
              </a:xfrm>
              <a:prstGeom prst="rect">
                <a:avLst/>
              </a:prstGeom>
              <a:blipFill rotWithShape="0">
                <a:blip r:embed="rId4"/>
              </a:blipFill>
              <a:ln w="9525">
                <a:noFill/>
              </a:ln>
            </p:spPr>
            <p:txBody>
              <a:bodyPr wrap="none" lIns="0" tIns="0" rIns="0" bIns="0" anchor="t" anchorCtr="0">
                <a:spAutoFit/>
              </a:bodyPr>
              <a:lstStyle/>
              <a:p>
                <a:r>
                  <a:rPr lang="en-US" altLang="zh-CN" sz="2700">
                    <a:solidFill>
                      <a:srgbClr val="000000"/>
                    </a:solidFill>
                    <a:latin typeface="宋体" panose="02010600030101010101" pitchFamily="2" charset="-122"/>
                    <a:ea typeface="宋体" panose="02010600030101010101" pitchFamily="2" charset="-122"/>
                  </a:rPr>
                  <a:t>0</a:t>
                </a:r>
                <a:endParaRPr lang="en-US" altLang="zh-CN" sz="2400">
                  <a:latin typeface="Times New Roman" panose="02020603050405020304" pitchFamily="2" charset="0"/>
                  <a:ea typeface="宋体" panose="02010600030101010101" pitchFamily="2" charset="-122"/>
                </a:endParaRPr>
              </a:p>
            </p:txBody>
          </p:sp>
          <p:grpSp>
            <p:nvGrpSpPr>
              <p:cNvPr id="128015" name="组合 60431"/>
              <p:cNvGrpSpPr/>
              <p:nvPr/>
            </p:nvGrpSpPr>
            <p:grpSpPr>
              <a:xfrm>
                <a:off x="3984" y="1104"/>
                <a:ext cx="213" cy="261"/>
                <a:chOff x="0" y="0"/>
                <a:chExt cx="213" cy="261"/>
              </a:xfrm>
            </p:grpSpPr>
            <p:sp>
              <p:nvSpPr>
                <p:cNvPr id="128016" name="矩形 60432" descr="蓝色砂纸"/>
                <p:cNvSpPr/>
                <p:nvPr/>
              </p:nvSpPr>
              <p:spPr>
                <a:xfrm>
                  <a:off x="97" y="0"/>
                  <a:ext cx="116" cy="235"/>
                </a:xfrm>
                <a:prstGeom prst="rect">
                  <a:avLst/>
                </a:prstGeom>
                <a:blipFill rotWithShape="0">
                  <a:blip r:embed="rId4"/>
                </a:blipFill>
                <a:ln w="9525">
                  <a:noFill/>
                </a:ln>
              </p:spPr>
              <p:txBody>
                <a:bodyPr wrap="none" lIns="0" tIns="0" rIns="0" bIns="0" anchor="t" anchorCtr="0">
                  <a:spAutoFit/>
                </a:bodyPr>
                <a:lstStyle/>
                <a:p>
                  <a:r>
                    <a:rPr lang="en-US" altLang="zh-CN" sz="2700" i="1">
                      <a:solidFill>
                        <a:srgbClr val="000000"/>
                      </a:solidFill>
                      <a:latin typeface="Symbol" panose="05050102010706020507" pitchFamily="2" charset="2"/>
                      <a:ea typeface="宋体" panose="02010600030101010101" pitchFamily="2" charset="-122"/>
                    </a:rPr>
                    <a:t>p</a:t>
                  </a:r>
                  <a:endParaRPr lang="en-US" altLang="zh-CN" sz="2400">
                    <a:latin typeface="Times New Roman" panose="02020603050405020304" pitchFamily="2" charset="0"/>
                    <a:ea typeface="宋体" panose="02010600030101010101" pitchFamily="2" charset="-122"/>
                  </a:endParaRPr>
                </a:p>
              </p:txBody>
            </p:sp>
            <p:sp>
              <p:nvSpPr>
                <p:cNvPr id="128017" name="矩形 60433" descr="蓝色砂纸"/>
                <p:cNvSpPr/>
                <p:nvPr/>
              </p:nvSpPr>
              <p:spPr>
                <a:xfrm>
                  <a:off x="0" y="25"/>
                  <a:ext cx="105" cy="236"/>
                </a:xfrm>
                <a:prstGeom prst="rect">
                  <a:avLst/>
                </a:prstGeom>
                <a:blipFill rotWithShape="0">
                  <a:blip r:embed="rId4"/>
                </a:blipFill>
                <a:ln w="9525">
                  <a:noFill/>
                </a:ln>
              </p:spPr>
              <p:txBody>
                <a:bodyPr wrap="none" lIns="0" tIns="0" rIns="0" bIns="0" anchor="t" anchorCtr="0">
                  <a:spAutoFit/>
                </a:bodyPr>
                <a:lstStyle/>
                <a:p>
                  <a:r>
                    <a:rPr lang="en-US" altLang="zh-CN" sz="2700">
                      <a:solidFill>
                        <a:srgbClr val="000000"/>
                      </a:solidFill>
                      <a:latin typeface="Times New Roman" panose="02020603050405020304" pitchFamily="2" charset="0"/>
                      <a:ea typeface="宋体" panose="02010600030101010101" pitchFamily="2" charset="-122"/>
                    </a:rPr>
                    <a:t>2</a:t>
                  </a:r>
                  <a:endParaRPr lang="en-US" altLang="zh-CN" sz="2400">
                    <a:latin typeface="Times New Roman" panose="02020603050405020304" pitchFamily="2" charset="0"/>
                    <a:ea typeface="宋体" panose="02010600030101010101" pitchFamily="2" charset="-122"/>
                  </a:endParaRPr>
                </a:p>
              </p:txBody>
            </p:sp>
          </p:grpSp>
          <p:grpSp>
            <p:nvGrpSpPr>
              <p:cNvPr id="128018" name="组合 60434"/>
              <p:cNvGrpSpPr/>
              <p:nvPr/>
            </p:nvGrpSpPr>
            <p:grpSpPr>
              <a:xfrm>
                <a:off x="336" y="1152"/>
                <a:ext cx="311" cy="329"/>
                <a:chOff x="0" y="0"/>
                <a:chExt cx="311" cy="329"/>
              </a:xfrm>
            </p:grpSpPr>
            <p:sp>
              <p:nvSpPr>
                <p:cNvPr id="128019" name="矩形 60435" descr="蓝色砂纸"/>
                <p:cNvSpPr/>
                <p:nvPr/>
              </p:nvSpPr>
              <p:spPr>
                <a:xfrm>
                  <a:off x="210" y="118"/>
                  <a:ext cx="78" cy="211"/>
                </a:xfrm>
                <a:prstGeom prst="rect">
                  <a:avLst/>
                </a:prstGeom>
                <a:blipFill rotWithShape="0">
                  <a:blip r:embed="rId4"/>
                </a:blipFill>
                <a:ln w="9525">
                  <a:noFill/>
                </a:ln>
              </p:spPr>
              <p:txBody>
                <a:bodyPr wrap="none" lIns="0" tIns="0" rIns="0" bIns="0" anchor="t" anchorCtr="0">
                  <a:spAutoFit/>
                </a:bodyPr>
                <a:lstStyle/>
                <a:p>
                  <a:endParaRPr lang="en-US" altLang="zh-CN" sz="2400">
                    <a:latin typeface="Times New Roman" panose="02020603050405020304" pitchFamily="2" charset="0"/>
                    <a:ea typeface="宋体" panose="02010600030101010101" pitchFamily="2" charset="-122"/>
                  </a:endParaRPr>
                </a:p>
              </p:txBody>
            </p:sp>
            <p:sp>
              <p:nvSpPr>
                <p:cNvPr id="128020" name="矩形 60436" descr="蓝色砂纸"/>
                <p:cNvSpPr/>
                <p:nvPr/>
              </p:nvSpPr>
              <p:spPr>
                <a:xfrm>
                  <a:off x="101" y="24"/>
                  <a:ext cx="78" cy="211"/>
                </a:xfrm>
                <a:prstGeom prst="rect">
                  <a:avLst/>
                </a:prstGeom>
                <a:blipFill rotWithShape="0">
                  <a:blip r:embed="rId4"/>
                </a:blipFill>
                <a:ln w="9525">
                  <a:noFill/>
                </a:ln>
              </p:spPr>
              <p:txBody>
                <a:bodyPr wrap="none" lIns="0" tIns="0" rIns="0" bIns="0" anchor="t" anchorCtr="0">
                  <a:spAutoFit/>
                </a:bodyPr>
                <a:lstStyle/>
                <a:p>
                  <a:endParaRPr lang="en-US" altLang="zh-CN" sz="2400">
                    <a:latin typeface="Times New Roman" panose="02020603050405020304" pitchFamily="2" charset="0"/>
                    <a:ea typeface="宋体" panose="02010600030101010101" pitchFamily="2" charset="-122"/>
                  </a:endParaRPr>
                </a:p>
              </p:txBody>
            </p:sp>
            <p:sp>
              <p:nvSpPr>
                <p:cNvPr id="128021" name="矩形 60437" descr="蓝色砂纸"/>
                <p:cNvSpPr/>
                <p:nvPr/>
              </p:nvSpPr>
              <p:spPr>
                <a:xfrm>
                  <a:off x="0" y="0"/>
                  <a:ext cx="311" cy="238"/>
                </a:xfrm>
                <a:prstGeom prst="rect">
                  <a:avLst/>
                </a:prstGeom>
                <a:blipFill rotWithShape="0">
                  <a:blip r:embed="rId4"/>
                </a:blipFill>
                <a:ln w="9525">
                  <a:noFill/>
                </a:ln>
              </p:spPr>
              <p:txBody>
                <a:bodyPr wrap="none" lIns="0" tIns="0" rIns="0" bIns="0" anchor="t" anchorCtr="0">
                  <a:spAutoFit/>
                </a:bodyPr>
                <a:lstStyle/>
                <a:p>
                  <a:r>
                    <a:rPr lang="en-US" altLang="zh-CN" sz="2700">
                      <a:solidFill>
                        <a:srgbClr val="000000"/>
                      </a:solidFill>
                      <a:latin typeface="Symbol" panose="05050102010706020507" pitchFamily="2" charset="2"/>
                      <a:ea typeface="宋体" panose="02010600030101010101" pitchFamily="2" charset="-122"/>
                    </a:rPr>
                    <a:t>-</a:t>
                  </a:r>
                  <a:r>
                    <a:rPr lang="en-US" altLang="zh-CN" sz="2400">
                      <a:solidFill>
                        <a:srgbClr val="000000"/>
                      </a:solidFill>
                      <a:latin typeface="Times New Roman" panose="02020603050405020304" pitchFamily="2" charset="0"/>
                      <a:ea typeface="宋体" panose="02010600030101010101" pitchFamily="2" charset="-122"/>
                    </a:rPr>
                    <a:t>2</a:t>
                  </a:r>
                  <a:r>
                    <a:rPr lang="en-US" altLang="zh-CN" sz="2400" i="1">
                      <a:solidFill>
                        <a:srgbClr val="000000"/>
                      </a:solidFill>
                      <a:latin typeface="Symbol" panose="05050102010706020507" pitchFamily="2" charset="2"/>
                      <a:ea typeface="宋体" panose="02010600030101010101" pitchFamily="2" charset="-122"/>
                    </a:rPr>
                    <a:t>p</a:t>
                  </a:r>
                  <a:endParaRPr lang="en-US" altLang="zh-CN" sz="2400">
                    <a:latin typeface="Times New Roman" panose="02020603050405020304" pitchFamily="2" charset="0"/>
                    <a:ea typeface="宋体" panose="02010600030101010101" pitchFamily="2" charset="-122"/>
                  </a:endParaRPr>
                </a:p>
              </p:txBody>
            </p:sp>
          </p:grpSp>
          <p:sp>
            <p:nvSpPr>
              <p:cNvPr id="128022" name="矩形 60438" descr="蓝色砂纸"/>
              <p:cNvSpPr/>
              <p:nvPr/>
            </p:nvSpPr>
            <p:spPr>
              <a:xfrm>
                <a:off x="3168" y="1152"/>
                <a:ext cx="111" cy="228"/>
              </a:xfrm>
              <a:prstGeom prst="rect">
                <a:avLst/>
              </a:prstGeom>
              <a:blipFill rotWithShape="0">
                <a:blip r:embed="rId4"/>
              </a:blipFill>
              <a:ln w="9525">
                <a:noFill/>
              </a:ln>
            </p:spPr>
            <p:txBody>
              <a:bodyPr wrap="none" lIns="0" tIns="0" rIns="0" bIns="0" anchor="t" anchorCtr="0">
                <a:spAutoFit/>
              </a:bodyPr>
              <a:lstStyle/>
              <a:p>
                <a:r>
                  <a:rPr lang="en-US" altLang="zh-CN" sz="2600" i="1">
                    <a:solidFill>
                      <a:srgbClr val="000000"/>
                    </a:solidFill>
                    <a:latin typeface="Symbol" panose="05050102010706020507" pitchFamily="2" charset="2"/>
                    <a:ea typeface="宋体" panose="02010600030101010101" pitchFamily="2" charset="-122"/>
                  </a:rPr>
                  <a:t>p</a:t>
                </a:r>
                <a:endParaRPr lang="en-US" altLang="zh-CN" sz="2400">
                  <a:latin typeface="Times New Roman" panose="02020603050405020304" pitchFamily="2" charset="0"/>
                  <a:ea typeface="宋体" panose="02010600030101010101" pitchFamily="2" charset="-122"/>
                </a:endParaRPr>
              </a:p>
            </p:txBody>
          </p:sp>
          <p:grpSp>
            <p:nvGrpSpPr>
              <p:cNvPr id="128023" name="组合 60439"/>
              <p:cNvGrpSpPr/>
              <p:nvPr/>
            </p:nvGrpSpPr>
            <p:grpSpPr>
              <a:xfrm>
                <a:off x="1248" y="1104"/>
                <a:ext cx="261" cy="236"/>
                <a:chOff x="0" y="0"/>
                <a:chExt cx="261" cy="236"/>
              </a:xfrm>
            </p:grpSpPr>
            <p:sp>
              <p:nvSpPr>
                <p:cNvPr id="128024" name="矩形 60440" descr="蓝色砂纸"/>
                <p:cNvSpPr/>
                <p:nvPr/>
              </p:nvSpPr>
              <p:spPr>
                <a:xfrm>
                  <a:off x="146" y="0"/>
                  <a:ext cx="115" cy="236"/>
                </a:xfrm>
                <a:prstGeom prst="rect">
                  <a:avLst/>
                </a:prstGeom>
                <a:blipFill rotWithShape="0">
                  <a:blip r:embed="rId4"/>
                </a:blipFill>
                <a:ln w="9525">
                  <a:noFill/>
                </a:ln>
              </p:spPr>
              <p:txBody>
                <a:bodyPr wrap="none" lIns="0" tIns="0" rIns="0" bIns="0" anchor="t" anchorCtr="0">
                  <a:spAutoFit/>
                </a:bodyPr>
                <a:lstStyle/>
                <a:p>
                  <a:r>
                    <a:rPr lang="en-US" altLang="zh-CN" sz="2700" i="1">
                      <a:solidFill>
                        <a:srgbClr val="000000"/>
                      </a:solidFill>
                      <a:latin typeface="Symbol" panose="05050102010706020507" pitchFamily="2" charset="2"/>
                      <a:ea typeface="宋体" panose="02010600030101010101" pitchFamily="2" charset="-122"/>
                    </a:rPr>
                    <a:t>p</a:t>
                  </a:r>
                  <a:endParaRPr lang="en-US" altLang="zh-CN" sz="2400">
                    <a:latin typeface="Times New Roman" panose="02020603050405020304" pitchFamily="2" charset="0"/>
                    <a:ea typeface="宋体" panose="02010600030101010101" pitchFamily="2" charset="-122"/>
                  </a:endParaRPr>
                </a:p>
              </p:txBody>
            </p:sp>
            <p:sp>
              <p:nvSpPr>
                <p:cNvPr id="128025" name="矩形 60441" descr="蓝色砂纸"/>
                <p:cNvSpPr/>
                <p:nvPr/>
              </p:nvSpPr>
              <p:spPr>
                <a:xfrm>
                  <a:off x="0" y="0"/>
                  <a:ext cx="115" cy="236"/>
                </a:xfrm>
                <a:prstGeom prst="rect">
                  <a:avLst/>
                </a:prstGeom>
                <a:blipFill rotWithShape="0">
                  <a:blip r:embed="rId4"/>
                </a:blipFill>
                <a:ln w="9525">
                  <a:noFill/>
                </a:ln>
              </p:spPr>
              <p:txBody>
                <a:bodyPr wrap="none" lIns="0" tIns="0" rIns="0" bIns="0" anchor="t" anchorCtr="0">
                  <a:spAutoFit/>
                </a:bodyPr>
                <a:lstStyle/>
                <a:p>
                  <a:r>
                    <a:rPr lang="en-US" altLang="zh-CN" sz="2700">
                      <a:solidFill>
                        <a:srgbClr val="000000"/>
                      </a:solidFill>
                      <a:latin typeface="Symbol" panose="05050102010706020507" pitchFamily="2" charset="2"/>
                      <a:ea typeface="宋体" panose="02010600030101010101" pitchFamily="2" charset="-122"/>
                    </a:rPr>
                    <a:t>-</a:t>
                  </a:r>
                  <a:endParaRPr lang="en-US" altLang="zh-CN" sz="2400">
                    <a:latin typeface="Times New Roman" panose="02020603050405020304" pitchFamily="2" charset="0"/>
                    <a:ea typeface="宋体" panose="02010600030101010101" pitchFamily="2" charset="-122"/>
                  </a:endParaRPr>
                </a:p>
              </p:txBody>
            </p:sp>
          </p:grpSp>
          <p:sp>
            <p:nvSpPr>
              <p:cNvPr id="128026" name="矩形 60442" descr="蓝色砂纸"/>
              <p:cNvSpPr/>
              <p:nvPr/>
            </p:nvSpPr>
            <p:spPr>
              <a:xfrm>
                <a:off x="4368" y="288"/>
                <a:ext cx="315" cy="235"/>
              </a:xfrm>
              <a:prstGeom prst="rect">
                <a:avLst/>
              </a:prstGeom>
              <a:blipFill rotWithShape="0">
                <a:blip r:embed="rId4"/>
              </a:blipFill>
              <a:ln w="9525">
                <a:noFill/>
              </a:ln>
            </p:spPr>
            <p:txBody>
              <a:bodyPr wrap="none" lIns="0" tIns="0" rIns="0" bIns="0" anchor="t" anchorCtr="0">
                <a:spAutoFit/>
              </a:bodyPr>
              <a:lstStyle/>
              <a:p>
                <a:r>
                  <a:rPr lang="en-US" altLang="zh-CN" sz="2700">
                    <a:solidFill>
                      <a:srgbClr val="000000"/>
                    </a:solidFill>
                    <a:latin typeface="宋体" panose="02010600030101010101" pitchFamily="2" charset="-122"/>
                    <a:ea typeface="宋体" panose="02010600030101010101" pitchFamily="2" charset="-122"/>
                  </a:rPr>
                  <a:t>N=8</a:t>
                </a:r>
                <a:endParaRPr lang="en-US" altLang="zh-CN" sz="2400">
                  <a:latin typeface="Times New Roman" panose="02020603050405020304" pitchFamily="2" charset="0"/>
                  <a:ea typeface="宋体" panose="02010600030101010101" pitchFamily="2" charset="-122"/>
                </a:endParaRPr>
              </a:p>
            </p:txBody>
          </p:sp>
          <p:sp>
            <p:nvSpPr>
              <p:cNvPr id="128027" name="矩形 60443" descr="蓝色砂纸"/>
              <p:cNvSpPr/>
              <p:nvPr/>
            </p:nvSpPr>
            <p:spPr>
              <a:xfrm>
                <a:off x="2118" y="173"/>
                <a:ext cx="234" cy="235"/>
              </a:xfrm>
              <a:prstGeom prst="rect">
                <a:avLst/>
              </a:prstGeom>
              <a:blipFill rotWithShape="0">
                <a:blip r:embed="rId4"/>
              </a:blipFill>
              <a:ln w="9525">
                <a:noFill/>
              </a:ln>
            </p:spPr>
            <p:txBody>
              <a:bodyPr lIns="0" tIns="0" rIns="0" bIns="0" anchor="t" anchorCtr="0">
                <a:spAutoFit/>
              </a:bodyPr>
              <a:lstStyle/>
              <a:p>
                <a:r>
                  <a:rPr lang="en-US" altLang="zh-CN" sz="2700">
                    <a:solidFill>
                      <a:srgbClr val="000000"/>
                    </a:solidFill>
                    <a:latin typeface="宋体" panose="02010600030101010101" pitchFamily="2" charset="-122"/>
                    <a:ea typeface="宋体" panose="02010600030101010101" pitchFamily="2" charset="-122"/>
                  </a:rPr>
                  <a:t>N</a:t>
                </a:r>
                <a:endParaRPr lang="en-US" altLang="zh-CN" sz="2400">
                  <a:latin typeface="Times New Roman" panose="02020603050405020304" pitchFamily="2" charset="0"/>
                  <a:ea typeface="宋体" panose="02010600030101010101" pitchFamily="2" charset="-122"/>
                </a:endParaRPr>
              </a:p>
            </p:txBody>
          </p:sp>
          <p:sp>
            <p:nvSpPr>
              <p:cNvPr id="128028" name="直接连接符 60444"/>
              <p:cNvSpPr/>
              <p:nvPr/>
            </p:nvSpPr>
            <p:spPr>
              <a:xfrm flipV="1">
                <a:off x="0" y="1123"/>
                <a:ext cx="5011" cy="0"/>
              </a:xfrm>
              <a:prstGeom prst="line">
                <a:avLst/>
              </a:prstGeom>
              <a:ln w="20638" cap="flat" cmpd="sng">
                <a:solidFill>
                  <a:srgbClr val="000000"/>
                </a:solidFill>
                <a:prstDash val="solid"/>
                <a:round/>
                <a:headEnd type="none" w="med" len="med"/>
                <a:tailEnd type="none" w="med" len="med"/>
              </a:ln>
            </p:spPr>
          </p:sp>
          <p:sp>
            <p:nvSpPr>
              <p:cNvPr id="128029" name="未知" descr="蓝色砂纸"/>
              <p:cNvSpPr/>
              <p:nvPr/>
            </p:nvSpPr>
            <p:spPr>
              <a:xfrm>
                <a:off x="4995" y="1067"/>
                <a:ext cx="93" cy="95"/>
              </a:xfrm>
              <a:custGeom>
                <a:avLst/>
                <a:gdLst/>
                <a:ahLst/>
                <a:cxnLst/>
                <a:rect l="0" t="0" r="0" b="0"/>
                <a:pathLst>
                  <a:path w="116" h="115">
                    <a:moveTo>
                      <a:pt x="116" y="59"/>
                    </a:moveTo>
                    <a:lnTo>
                      <a:pt x="0" y="115"/>
                    </a:lnTo>
                    <a:lnTo>
                      <a:pt x="13" y="81"/>
                    </a:lnTo>
                    <a:lnTo>
                      <a:pt x="13" y="38"/>
                    </a:lnTo>
                    <a:lnTo>
                      <a:pt x="0" y="0"/>
                    </a:lnTo>
                    <a:lnTo>
                      <a:pt x="116" y="59"/>
                    </a:lnTo>
                    <a:close/>
                  </a:path>
                </a:pathLst>
              </a:custGeom>
              <a:blipFill rotWithShape="0">
                <a:blip r:embed="rId4"/>
              </a:blipFill>
              <a:ln w="9525">
                <a:noFill/>
              </a:ln>
            </p:spPr>
            <p:txBody>
              <a:bodyPr/>
              <a:lstStyle/>
              <a:p>
                <a:endParaRPr lang="zh-CN" altLang="en-US"/>
              </a:p>
            </p:txBody>
          </p:sp>
          <p:sp>
            <p:nvSpPr>
              <p:cNvPr id="128030" name="直接连接符 60446"/>
              <p:cNvSpPr/>
              <p:nvPr/>
            </p:nvSpPr>
            <p:spPr>
              <a:xfrm flipV="1">
                <a:off x="2319" y="74"/>
                <a:ext cx="1" cy="1138"/>
              </a:xfrm>
              <a:prstGeom prst="line">
                <a:avLst/>
              </a:prstGeom>
              <a:ln w="20638" cap="flat" cmpd="sng">
                <a:solidFill>
                  <a:srgbClr val="000000"/>
                </a:solidFill>
                <a:prstDash val="solid"/>
                <a:round/>
                <a:headEnd type="none" w="med" len="med"/>
                <a:tailEnd type="none" w="med" len="med"/>
              </a:ln>
            </p:spPr>
          </p:sp>
          <p:sp>
            <p:nvSpPr>
              <p:cNvPr id="128031" name="未知" descr="蓝色砂纸"/>
              <p:cNvSpPr/>
              <p:nvPr/>
            </p:nvSpPr>
            <p:spPr>
              <a:xfrm>
                <a:off x="2271" y="0"/>
                <a:ext cx="93" cy="96"/>
              </a:xfrm>
              <a:custGeom>
                <a:avLst/>
                <a:gdLst/>
                <a:ahLst/>
                <a:cxnLst/>
                <a:rect l="0" t="0" r="0" b="0"/>
                <a:pathLst>
                  <a:path w="116" h="116">
                    <a:moveTo>
                      <a:pt x="60" y="0"/>
                    </a:moveTo>
                    <a:lnTo>
                      <a:pt x="116" y="116"/>
                    </a:lnTo>
                    <a:lnTo>
                      <a:pt x="77" y="103"/>
                    </a:lnTo>
                    <a:lnTo>
                      <a:pt x="39" y="103"/>
                    </a:lnTo>
                    <a:lnTo>
                      <a:pt x="0" y="116"/>
                    </a:lnTo>
                    <a:lnTo>
                      <a:pt x="60" y="0"/>
                    </a:lnTo>
                    <a:close/>
                  </a:path>
                </a:pathLst>
              </a:custGeom>
              <a:blipFill rotWithShape="0">
                <a:blip r:embed="rId4"/>
              </a:blipFill>
              <a:ln w="9525">
                <a:noFill/>
              </a:ln>
            </p:spPr>
            <p:txBody>
              <a:bodyPr/>
              <a:lstStyle/>
              <a:p>
                <a:endParaRPr lang="zh-CN" altLang="en-US"/>
              </a:p>
            </p:txBody>
          </p:sp>
          <p:sp>
            <p:nvSpPr>
              <p:cNvPr id="128032" name="未知" descr="蓝色砂纸"/>
              <p:cNvSpPr/>
              <p:nvPr/>
            </p:nvSpPr>
            <p:spPr>
              <a:xfrm>
                <a:off x="2116" y="375"/>
                <a:ext cx="203" cy="752"/>
              </a:xfrm>
              <a:custGeom>
                <a:avLst/>
                <a:gdLst/>
                <a:ahLst/>
                <a:cxnLst/>
                <a:rect l="0" t="0" r="0" b="0"/>
                <a:pathLst>
                  <a:path w="253" h="910">
                    <a:moveTo>
                      <a:pt x="0" y="910"/>
                    </a:moveTo>
                    <a:lnTo>
                      <a:pt x="0" y="791"/>
                    </a:lnTo>
                    <a:lnTo>
                      <a:pt x="9" y="675"/>
                    </a:lnTo>
                    <a:lnTo>
                      <a:pt x="18" y="564"/>
                    </a:lnTo>
                    <a:lnTo>
                      <a:pt x="30" y="457"/>
                    </a:lnTo>
                    <a:lnTo>
                      <a:pt x="52" y="359"/>
                    </a:lnTo>
                    <a:lnTo>
                      <a:pt x="73" y="269"/>
                    </a:lnTo>
                    <a:lnTo>
                      <a:pt x="99" y="188"/>
                    </a:lnTo>
                    <a:lnTo>
                      <a:pt x="125" y="124"/>
                    </a:lnTo>
                    <a:lnTo>
                      <a:pt x="155" y="72"/>
                    </a:lnTo>
                    <a:lnTo>
                      <a:pt x="185" y="34"/>
                    </a:lnTo>
                    <a:lnTo>
                      <a:pt x="219" y="8"/>
                    </a:lnTo>
                    <a:lnTo>
                      <a:pt x="253" y="0"/>
                    </a:lnTo>
                  </a:path>
                </a:pathLst>
              </a:custGeom>
              <a:blipFill rotWithShape="0">
                <a:blip r:embed="rId4"/>
              </a:blipFill>
              <a:ln w="20638" cap="flat" cmpd="sng">
                <a:solidFill>
                  <a:srgbClr val="000000"/>
                </a:solidFill>
                <a:prstDash val="solid"/>
                <a:round/>
                <a:headEnd type="none" w="med" len="med"/>
                <a:tailEnd type="none" w="med" len="med"/>
              </a:ln>
            </p:spPr>
            <p:txBody>
              <a:bodyPr/>
              <a:lstStyle/>
              <a:p>
                <a:endParaRPr lang="zh-CN" altLang="en-US"/>
              </a:p>
            </p:txBody>
          </p:sp>
          <p:sp>
            <p:nvSpPr>
              <p:cNvPr id="128033" name="未知" descr="蓝色砂纸"/>
              <p:cNvSpPr/>
              <p:nvPr/>
            </p:nvSpPr>
            <p:spPr>
              <a:xfrm>
                <a:off x="2319" y="375"/>
                <a:ext cx="203" cy="752"/>
              </a:xfrm>
              <a:custGeom>
                <a:avLst/>
                <a:gdLst/>
                <a:ahLst/>
                <a:cxnLst/>
                <a:rect l="0" t="0" r="0" b="0"/>
                <a:pathLst>
                  <a:path w="253" h="910">
                    <a:moveTo>
                      <a:pt x="0" y="0"/>
                    </a:moveTo>
                    <a:lnTo>
                      <a:pt x="30" y="8"/>
                    </a:lnTo>
                    <a:lnTo>
                      <a:pt x="64" y="34"/>
                    </a:lnTo>
                    <a:lnTo>
                      <a:pt x="94" y="72"/>
                    </a:lnTo>
                    <a:lnTo>
                      <a:pt x="124" y="124"/>
                    </a:lnTo>
                    <a:lnTo>
                      <a:pt x="154" y="188"/>
                    </a:lnTo>
                    <a:lnTo>
                      <a:pt x="176" y="269"/>
                    </a:lnTo>
                    <a:lnTo>
                      <a:pt x="197" y="359"/>
                    </a:lnTo>
                    <a:lnTo>
                      <a:pt x="219" y="457"/>
                    </a:lnTo>
                    <a:lnTo>
                      <a:pt x="231" y="564"/>
                    </a:lnTo>
                    <a:lnTo>
                      <a:pt x="244" y="675"/>
                    </a:lnTo>
                    <a:lnTo>
                      <a:pt x="249" y="791"/>
                    </a:lnTo>
                    <a:lnTo>
                      <a:pt x="253" y="910"/>
                    </a:lnTo>
                  </a:path>
                </a:pathLst>
              </a:custGeom>
              <a:blipFill rotWithShape="0">
                <a:blip r:embed="rId4"/>
              </a:blipFill>
              <a:ln w="20638" cap="flat" cmpd="sng">
                <a:solidFill>
                  <a:srgbClr val="000000"/>
                </a:solidFill>
                <a:prstDash val="solid"/>
                <a:round/>
                <a:headEnd type="none" w="med" len="med"/>
                <a:tailEnd type="none" w="med" len="med"/>
              </a:ln>
            </p:spPr>
            <p:txBody>
              <a:bodyPr/>
              <a:lstStyle/>
              <a:p>
                <a:endParaRPr lang="zh-CN" altLang="en-US"/>
              </a:p>
            </p:txBody>
          </p:sp>
          <p:sp>
            <p:nvSpPr>
              <p:cNvPr id="128034" name="未知" descr="蓝色砂纸"/>
              <p:cNvSpPr/>
              <p:nvPr/>
            </p:nvSpPr>
            <p:spPr>
              <a:xfrm>
                <a:off x="2522" y="915"/>
                <a:ext cx="103" cy="212"/>
              </a:xfrm>
              <a:custGeom>
                <a:avLst/>
                <a:gdLst/>
                <a:ahLst/>
                <a:cxnLst/>
                <a:rect l="0" t="0" r="0" b="0"/>
                <a:pathLst>
                  <a:path w="128" h="256">
                    <a:moveTo>
                      <a:pt x="0" y="256"/>
                    </a:moveTo>
                    <a:lnTo>
                      <a:pt x="4" y="201"/>
                    </a:lnTo>
                    <a:lnTo>
                      <a:pt x="13" y="145"/>
                    </a:lnTo>
                    <a:lnTo>
                      <a:pt x="30" y="98"/>
                    </a:lnTo>
                    <a:lnTo>
                      <a:pt x="47" y="55"/>
                    </a:lnTo>
                    <a:lnTo>
                      <a:pt x="73" y="25"/>
                    </a:lnTo>
                    <a:lnTo>
                      <a:pt x="98" y="4"/>
                    </a:lnTo>
                    <a:lnTo>
                      <a:pt x="98" y="4"/>
                    </a:lnTo>
                    <a:lnTo>
                      <a:pt x="116" y="0"/>
                    </a:lnTo>
                    <a:lnTo>
                      <a:pt x="128" y="4"/>
                    </a:lnTo>
                    <a:lnTo>
                      <a:pt x="128" y="4"/>
                    </a:lnTo>
                  </a:path>
                </a:pathLst>
              </a:custGeom>
              <a:blipFill rotWithShape="0">
                <a:blip r:embed="rId4"/>
              </a:blipFill>
              <a:ln w="20638" cap="flat" cmpd="sng">
                <a:solidFill>
                  <a:srgbClr val="000000"/>
                </a:solidFill>
                <a:prstDash val="solid"/>
                <a:round/>
                <a:headEnd type="none" w="med" len="med"/>
                <a:tailEnd type="none" w="med" len="med"/>
              </a:ln>
            </p:spPr>
            <p:txBody>
              <a:bodyPr/>
              <a:lstStyle/>
              <a:p>
                <a:endParaRPr lang="zh-CN" altLang="en-US"/>
              </a:p>
            </p:txBody>
          </p:sp>
          <p:sp>
            <p:nvSpPr>
              <p:cNvPr id="128035" name="未知" descr="蓝色砂纸"/>
              <p:cNvSpPr/>
              <p:nvPr/>
            </p:nvSpPr>
            <p:spPr>
              <a:xfrm>
                <a:off x="2625" y="919"/>
                <a:ext cx="100" cy="208"/>
              </a:xfrm>
              <a:custGeom>
                <a:avLst/>
                <a:gdLst/>
                <a:ahLst/>
                <a:cxnLst/>
                <a:rect l="0" t="0" r="0" b="0"/>
                <a:pathLst>
                  <a:path w="125" h="252">
                    <a:moveTo>
                      <a:pt x="0" y="0"/>
                    </a:moveTo>
                    <a:lnTo>
                      <a:pt x="30" y="4"/>
                    </a:lnTo>
                    <a:lnTo>
                      <a:pt x="56" y="26"/>
                    </a:lnTo>
                    <a:lnTo>
                      <a:pt x="78" y="56"/>
                    </a:lnTo>
                    <a:lnTo>
                      <a:pt x="99" y="94"/>
                    </a:lnTo>
                    <a:lnTo>
                      <a:pt x="112" y="141"/>
                    </a:lnTo>
                    <a:lnTo>
                      <a:pt x="120" y="197"/>
                    </a:lnTo>
                    <a:lnTo>
                      <a:pt x="125" y="252"/>
                    </a:lnTo>
                  </a:path>
                </a:pathLst>
              </a:custGeom>
              <a:blipFill rotWithShape="0">
                <a:blip r:embed="rId4"/>
              </a:blipFill>
              <a:ln w="20638" cap="flat" cmpd="sng">
                <a:solidFill>
                  <a:srgbClr val="000000"/>
                </a:solidFill>
                <a:prstDash val="solid"/>
                <a:round/>
                <a:headEnd type="none" w="med" len="med"/>
                <a:tailEnd type="none" w="med" len="med"/>
              </a:ln>
            </p:spPr>
            <p:txBody>
              <a:bodyPr/>
              <a:lstStyle/>
              <a:p>
                <a:endParaRPr lang="zh-CN" altLang="en-US"/>
              </a:p>
            </p:txBody>
          </p:sp>
          <p:sp>
            <p:nvSpPr>
              <p:cNvPr id="128036" name="未知" descr="蓝色砂纸"/>
              <p:cNvSpPr/>
              <p:nvPr/>
            </p:nvSpPr>
            <p:spPr>
              <a:xfrm>
                <a:off x="1910" y="915"/>
                <a:ext cx="106" cy="212"/>
              </a:xfrm>
              <a:custGeom>
                <a:avLst/>
                <a:gdLst/>
                <a:ahLst/>
                <a:cxnLst/>
                <a:rect l="0" t="0" r="0" b="0"/>
                <a:pathLst>
                  <a:path w="133" h="256">
                    <a:moveTo>
                      <a:pt x="0" y="256"/>
                    </a:moveTo>
                    <a:lnTo>
                      <a:pt x="9" y="201"/>
                    </a:lnTo>
                    <a:lnTo>
                      <a:pt x="18" y="145"/>
                    </a:lnTo>
                    <a:lnTo>
                      <a:pt x="35" y="98"/>
                    </a:lnTo>
                    <a:lnTo>
                      <a:pt x="52" y="55"/>
                    </a:lnTo>
                    <a:lnTo>
                      <a:pt x="78" y="25"/>
                    </a:lnTo>
                    <a:lnTo>
                      <a:pt x="103" y="4"/>
                    </a:lnTo>
                    <a:lnTo>
                      <a:pt x="103" y="4"/>
                    </a:lnTo>
                    <a:lnTo>
                      <a:pt x="120" y="0"/>
                    </a:lnTo>
                    <a:lnTo>
                      <a:pt x="133" y="4"/>
                    </a:lnTo>
                    <a:lnTo>
                      <a:pt x="133" y="4"/>
                    </a:lnTo>
                  </a:path>
                </a:pathLst>
              </a:custGeom>
              <a:blipFill rotWithShape="0">
                <a:blip r:embed="rId4"/>
              </a:blipFill>
              <a:ln w="20638" cap="flat" cmpd="sng">
                <a:solidFill>
                  <a:srgbClr val="000000"/>
                </a:solidFill>
                <a:prstDash val="solid"/>
                <a:round/>
                <a:headEnd type="none" w="med" len="med"/>
                <a:tailEnd type="none" w="med" len="med"/>
              </a:ln>
            </p:spPr>
            <p:txBody>
              <a:bodyPr/>
              <a:lstStyle/>
              <a:p>
                <a:endParaRPr lang="zh-CN" altLang="en-US"/>
              </a:p>
            </p:txBody>
          </p:sp>
          <p:sp>
            <p:nvSpPr>
              <p:cNvPr id="128037" name="未知" descr="蓝色砂纸"/>
              <p:cNvSpPr/>
              <p:nvPr/>
            </p:nvSpPr>
            <p:spPr>
              <a:xfrm>
                <a:off x="2016" y="919"/>
                <a:ext cx="100" cy="208"/>
              </a:xfrm>
              <a:custGeom>
                <a:avLst/>
                <a:gdLst/>
                <a:ahLst/>
                <a:cxnLst/>
                <a:rect l="0" t="0" r="0" b="0"/>
                <a:pathLst>
                  <a:path w="124" h="252">
                    <a:moveTo>
                      <a:pt x="0" y="0"/>
                    </a:moveTo>
                    <a:lnTo>
                      <a:pt x="26" y="4"/>
                    </a:lnTo>
                    <a:lnTo>
                      <a:pt x="52" y="26"/>
                    </a:lnTo>
                    <a:lnTo>
                      <a:pt x="77" y="56"/>
                    </a:lnTo>
                    <a:lnTo>
                      <a:pt x="94" y="94"/>
                    </a:lnTo>
                    <a:lnTo>
                      <a:pt x="112" y="141"/>
                    </a:lnTo>
                    <a:lnTo>
                      <a:pt x="120" y="197"/>
                    </a:lnTo>
                    <a:lnTo>
                      <a:pt x="124" y="252"/>
                    </a:lnTo>
                  </a:path>
                </a:pathLst>
              </a:custGeom>
              <a:blipFill rotWithShape="0">
                <a:blip r:embed="rId4"/>
              </a:blipFill>
              <a:ln w="20638" cap="flat" cmpd="sng">
                <a:solidFill>
                  <a:srgbClr val="000000"/>
                </a:solidFill>
                <a:prstDash val="solid"/>
                <a:round/>
                <a:headEnd type="none" w="med" len="med"/>
                <a:tailEnd type="none" w="med" len="med"/>
              </a:ln>
            </p:spPr>
            <p:txBody>
              <a:bodyPr/>
              <a:lstStyle/>
              <a:p>
                <a:endParaRPr lang="zh-CN" altLang="en-US"/>
              </a:p>
            </p:txBody>
          </p:sp>
          <p:grpSp>
            <p:nvGrpSpPr>
              <p:cNvPr id="128038" name="组合 60454"/>
              <p:cNvGrpSpPr/>
              <p:nvPr/>
            </p:nvGrpSpPr>
            <p:grpSpPr>
              <a:xfrm>
                <a:off x="2725" y="961"/>
                <a:ext cx="203" cy="166"/>
                <a:chOff x="0" y="0"/>
                <a:chExt cx="252" cy="201"/>
              </a:xfrm>
            </p:grpSpPr>
            <p:sp>
              <p:nvSpPr>
                <p:cNvPr id="128039" name="未知" descr="蓝色砂纸"/>
                <p:cNvSpPr/>
                <p:nvPr/>
              </p:nvSpPr>
              <p:spPr>
                <a:xfrm>
                  <a:off x="0" y="0"/>
                  <a:ext cx="128" cy="201"/>
                </a:xfrm>
                <a:custGeom>
                  <a:avLst/>
                  <a:gdLst/>
                  <a:ahLst/>
                  <a:cxnLst/>
                  <a:rect l="0" t="0" r="0" b="0"/>
                  <a:pathLst>
                    <a:path w="128" h="201">
                      <a:moveTo>
                        <a:pt x="0" y="201"/>
                      </a:moveTo>
                      <a:lnTo>
                        <a:pt x="4" y="146"/>
                      </a:lnTo>
                      <a:lnTo>
                        <a:pt x="17" y="99"/>
                      </a:lnTo>
                      <a:lnTo>
                        <a:pt x="38" y="56"/>
                      </a:lnTo>
                      <a:lnTo>
                        <a:pt x="68" y="22"/>
                      </a:lnTo>
                      <a:lnTo>
                        <a:pt x="98" y="0"/>
                      </a:lnTo>
                      <a:lnTo>
                        <a:pt x="102" y="0"/>
                      </a:lnTo>
                      <a:lnTo>
                        <a:pt x="115" y="0"/>
                      </a:lnTo>
                      <a:lnTo>
                        <a:pt x="128" y="0"/>
                      </a:lnTo>
                      <a:lnTo>
                        <a:pt x="128" y="0"/>
                      </a:lnTo>
                    </a:path>
                  </a:pathLst>
                </a:custGeom>
                <a:blipFill rotWithShape="0">
                  <a:blip r:embed="rId4"/>
                </a:blipFill>
                <a:ln w="20638" cap="flat" cmpd="sng">
                  <a:solidFill>
                    <a:srgbClr val="000000"/>
                  </a:solidFill>
                  <a:prstDash val="solid"/>
                  <a:round/>
                  <a:headEnd type="none" w="med" len="med"/>
                  <a:tailEnd type="none" w="med" len="med"/>
                </a:ln>
              </p:spPr>
              <p:txBody>
                <a:bodyPr/>
                <a:lstStyle/>
                <a:p>
                  <a:endParaRPr lang="zh-CN" altLang="en-US"/>
                </a:p>
              </p:txBody>
            </p:sp>
            <p:sp>
              <p:nvSpPr>
                <p:cNvPr id="128040" name="未知" descr="蓝色砂纸"/>
                <p:cNvSpPr/>
                <p:nvPr/>
              </p:nvSpPr>
              <p:spPr>
                <a:xfrm>
                  <a:off x="128" y="0"/>
                  <a:ext cx="124" cy="201"/>
                </a:xfrm>
                <a:custGeom>
                  <a:avLst/>
                  <a:gdLst/>
                  <a:ahLst/>
                  <a:cxnLst/>
                  <a:rect l="0" t="0" r="0" b="0"/>
                  <a:pathLst>
                    <a:path w="124" h="201">
                      <a:moveTo>
                        <a:pt x="0" y="0"/>
                      </a:moveTo>
                      <a:lnTo>
                        <a:pt x="30" y="0"/>
                      </a:lnTo>
                      <a:lnTo>
                        <a:pt x="60" y="22"/>
                      </a:lnTo>
                      <a:lnTo>
                        <a:pt x="86" y="52"/>
                      </a:lnTo>
                      <a:lnTo>
                        <a:pt x="107" y="94"/>
                      </a:lnTo>
                      <a:lnTo>
                        <a:pt x="120" y="146"/>
                      </a:lnTo>
                      <a:lnTo>
                        <a:pt x="124" y="201"/>
                      </a:lnTo>
                    </a:path>
                  </a:pathLst>
                </a:custGeom>
                <a:blipFill rotWithShape="0">
                  <a:blip r:embed="rId4"/>
                </a:blipFill>
                <a:ln w="20638" cap="flat" cmpd="sng">
                  <a:solidFill>
                    <a:srgbClr val="000000"/>
                  </a:solidFill>
                  <a:prstDash val="solid"/>
                  <a:round/>
                  <a:headEnd type="none" w="med" len="med"/>
                  <a:tailEnd type="none" w="med" len="med"/>
                </a:ln>
              </p:spPr>
              <p:txBody>
                <a:bodyPr/>
                <a:lstStyle/>
                <a:p>
                  <a:endParaRPr lang="zh-CN" altLang="en-US"/>
                </a:p>
              </p:txBody>
            </p:sp>
          </p:grpSp>
          <p:sp>
            <p:nvSpPr>
              <p:cNvPr id="128041" name="未知" descr="蓝色砂纸"/>
              <p:cNvSpPr/>
              <p:nvPr/>
            </p:nvSpPr>
            <p:spPr>
              <a:xfrm>
                <a:off x="1707" y="961"/>
                <a:ext cx="107" cy="166"/>
              </a:xfrm>
              <a:custGeom>
                <a:avLst/>
                <a:gdLst/>
                <a:ahLst/>
                <a:cxnLst/>
                <a:rect l="0" t="0" r="0" b="0"/>
                <a:pathLst>
                  <a:path w="133" h="201">
                    <a:moveTo>
                      <a:pt x="0" y="201"/>
                    </a:moveTo>
                    <a:lnTo>
                      <a:pt x="8" y="146"/>
                    </a:lnTo>
                    <a:lnTo>
                      <a:pt x="21" y="99"/>
                    </a:lnTo>
                    <a:lnTo>
                      <a:pt x="43" y="56"/>
                    </a:lnTo>
                    <a:lnTo>
                      <a:pt x="73" y="22"/>
                    </a:lnTo>
                    <a:lnTo>
                      <a:pt x="103" y="0"/>
                    </a:lnTo>
                    <a:lnTo>
                      <a:pt x="103" y="0"/>
                    </a:lnTo>
                    <a:lnTo>
                      <a:pt x="120" y="0"/>
                    </a:lnTo>
                    <a:lnTo>
                      <a:pt x="133" y="0"/>
                    </a:lnTo>
                    <a:lnTo>
                      <a:pt x="133" y="0"/>
                    </a:lnTo>
                  </a:path>
                </a:pathLst>
              </a:custGeom>
              <a:blipFill rotWithShape="0">
                <a:blip r:embed="rId4"/>
              </a:blipFill>
              <a:ln w="20638" cap="flat" cmpd="sng">
                <a:solidFill>
                  <a:srgbClr val="000000"/>
                </a:solidFill>
                <a:prstDash val="solid"/>
                <a:round/>
                <a:headEnd type="none" w="med" len="med"/>
                <a:tailEnd type="none" w="med" len="med"/>
              </a:ln>
            </p:spPr>
            <p:txBody>
              <a:bodyPr/>
              <a:lstStyle/>
              <a:p>
                <a:endParaRPr lang="zh-CN" altLang="en-US"/>
              </a:p>
            </p:txBody>
          </p:sp>
          <p:sp>
            <p:nvSpPr>
              <p:cNvPr id="128042" name="未知" descr="蓝色砂纸"/>
              <p:cNvSpPr/>
              <p:nvPr/>
            </p:nvSpPr>
            <p:spPr>
              <a:xfrm>
                <a:off x="1814" y="961"/>
                <a:ext cx="96" cy="166"/>
              </a:xfrm>
              <a:custGeom>
                <a:avLst/>
                <a:gdLst/>
                <a:ahLst/>
                <a:cxnLst/>
                <a:rect l="0" t="0" r="0" b="0"/>
                <a:pathLst>
                  <a:path w="119" h="201">
                    <a:moveTo>
                      <a:pt x="0" y="0"/>
                    </a:moveTo>
                    <a:lnTo>
                      <a:pt x="30" y="0"/>
                    </a:lnTo>
                    <a:lnTo>
                      <a:pt x="59" y="22"/>
                    </a:lnTo>
                    <a:lnTo>
                      <a:pt x="85" y="52"/>
                    </a:lnTo>
                    <a:lnTo>
                      <a:pt x="102" y="94"/>
                    </a:lnTo>
                    <a:lnTo>
                      <a:pt x="115" y="146"/>
                    </a:lnTo>
                    <a:lnTo>
                      <a:pt x="119" y="201"/>
                    </a:lnTo>
                  </a:path>
                </a:pathLst>
              </a:custGeom>
              <a:blipFill rotWithShape="0">
                <a:blip r:embed="rId4"/>
              </a:blipFill>
              <a:ln w="20638" cap="flat" cmpd="sng">
                <a:solidFill>
                  <a:srgbClr val="000000"/>
                </a:solidFill>
                <a:prstDash val="solid"/>
                <a:round/>
                <a:headEnd type="none" w="med" len="med"/>
                <a:tailEnd type="none" w="med" len="med"/>
              </a:ln>
            </p:spPr>
            <p:txBody>
              <a:bodyPr/>
              <a:lstStyle/>
              <a:p>
                <a:endParaRPr lang="zh-CN" altLang="en-US"/>
              </a:p>
            </p:txBody>
          </p:sp>
          <p:sp>
            <p:nvSpPr>
              <p:cNvPr id="128043" name="未知" descr="蓝色砂纸"/>
              <p:cNvSpPr/>
              <p:nvPr/>
            </p:nvSpPr>
            <p:spPr>
              <a:xfrm>
                <a:off x="3508" y="961"/>
                <a:ext cx="103" cy="166"/>
              </a:xfrm>
              <a:custGeom>
                <a:avLst/>
                <a:gdLst/>
                <a:ahLst/>
                <a:cxnLst/>
                <a:rect l="0" t="0" r="0" b="0"/>
                <a:pathLst>
                  <a:path w="129" h="201">
                    <a:moveTo>
                      <a:pt x="0" y="201"/>
                    </a:moveTo>
                    <a:lnTo>
                      <a:pt x="5" y="146"/>
                    </a:lnTo>
                    <a:lnTo>
                      <a:pt x="17" y="99"/>
                    </a:lnTo>
                    <a:lnTo>
                      <a:pt x="43" y="56"/>
                    </a:lnTo>
                    <a:lnTo>
                      <a:pt x="69" y="22"/>
                    </a:lnTo>
                    <a:lnTo>
                      <a:pt x="99" y="0"/>
                    </a:lnTo>
                    <a:lnTo>
                      <a:pt x="103" y="0"/>
                    </a:lnTo>
                    <a:lnTo>
                      <a:pt x="116" y="0"/>
                    </a:lnTo>
                    <a:lnTo>
                      <a:pt x="129" y="0"/>
                    </a:lnTo>
                    <a:lnTo>
                      <a:pt x="129" y="0"/>
                    </a:lnTo>
                  </a:path>
                </a:pathLst>
              </a:custGeom>
              <a:blipFill rotWithShape="0">
                <a:blip r:embed="rId4"/>
              </a:blipFill>
              <a:ln w="20638" cap="flat" cmpd="sng">
                <a:solidFill>
                  <a:srgbClr val="000000"/>
                </a:solidFill>
                <a:prstDash val="solid"/>
                <a:round/>
                <a:headEnd type="none" w="med" len="med"/>
                <a:tailEnd type="none" w="med" len="med"/>
              </a:ln>
            </p:spPr>
            <p:txBody>
              <a:bodyPr/>
              <a:lstStyle/>
              <a:p>
                <a:endParaRPr lang="zh-CN" altLang="en-US"/>
              </a:p>
            </p:txBody>
          </p:sp>
          <p:sp>
            <p:nvSpPr>
              <p:cNvPr id="128044" name="未知" descr="蓝色砂纸"/>
              <p:cNvSpPr/>
              <p:nvPr/>
            </p:nvSpPr>
            <p:spPr>
              <a:xfrm>
                <a:off x="3611" y="961"/>
                <a:ext cx="100" cy="166"/>
              </a:xfrm>
              <a:custGeom>
                <a:avLst/>
                <a:gdLst/>
                <a:ahLst/>
                <a:cxnLst/>
                <a:rect l="0" t="0" r="0" b="0"/>
                <a:pathLst>
                  <a:path w="124" h="201">
                    <a:moveTo>
                      <a:pt x="0" y="0"/>
                    </a:moveTo>
                    <a:lnTo>
                      <a:pt x="34" y="0"/>
                    </a:lnTo>
                    <a:lnTo>
                      <a:pt x="60" y="22"/>
                    </a:lnTo>
                    <a:lnTo>
                      <a:pt x="86" y="52"/>
                    </a:lnTo>
                    <a:lnTo>
                      <a:pt x="107" y="94"/>
                    </a:lnTo>
                    <a:lnTo>
                      <a:pt x="120" y="146"/>
                    </a:lnTo>
                    <a:lnTo>
                      <a:pt x="124" y="201"/>
                    </a:lnTo>
                  </a:path>
                </a:pathLst>
              </a:custGeom>
              <a:blipFill rotWithShape="0">
                <a:blip r:embed="rId4"/>
              </a:blipFill>
              <a:ln w="20638" cap="flat" cmpd="sng">
                <a:solidFill>
                  <a:srgbClr val="000000"/>
                </a:solidFill>
                <a:prstDash val="solid"/>
                <a:round/>
                <a:headEnd type="none" w="med" len="med"/>
                <a:tailEnd type="none" w="med" len="med"/>
              </a:ln>
            </p:spPr>
            <p:txBody>
              <a:bodyPr/>
              <a:lstStyle/>
              <a:p>
                <a:endParaRPr lang="zh-CN" altLang="en-US"/>
              </a:p>
            </p:txBody>
          </p:sp>
          <p:sp>
            <p:nvSpPr>
              <p:cNvPr id="128045" name="未知" descr="蓝色砂纸"/>
              <p:cNvSpPr/>
              <p:nvPr/>
            </p:nvSpPr>
            <p:spPr>
              <a:xfrm>
                <a:off x="915" y="961"/>
                <a:ext cx="106" cy="166"/>
              </a:xfrm>
              <a:custGeom>
                <a:avLst/>
                <a:gdLst/>
                <a:ahLst/>
                <a:cxnLst/>
                <a:rect l="0" t="0" r="0" b="0"/>
                <a:pathLst>
                  <a:path w="133" h="201">
                    <a:moveTo>
                      <a:pt x="0" y="201"/>
                    </a:moveTo>
                    <a:lnTo>
                      <a:pt x="9" y="146"/>
                    </a:lnTo>
                    <a:lnTo>
                      <a:pt x="21" y="99"/>
                    </a:lnTo>
                    <a:lnTo>
                      <a:pt x="43" y="56"/>
                    </a:lnTo>
                    <a:lnTo>
                      <a:pt x="73" y="22"/>
                    </a:lnTo>
                    <a:lnTo>
                      <a:pt x="103" y="0"/>
                    </a:lnTo>
                    <a:lnTo>
                      <a:pt x="103" y="0"/>
                    </a:lnTo>
                    <a:lnTo>
                      <a:pt x="120" y="0"/>
                    </a:lnTo>
                    <a:lnTo>
                      <a:pt x="133" y="0"/>
                    </a:lnTo>
                    <a:lnTo>
                      <a:pt x="133" y="0"/>
                    </a:lnTo>
                  </a:path>
                </a:pathLst>
              </a:custGeom>
              <a:blipFill rotWithShape="0">
                <a:blip r:embed="rId4"/>
              </a:blipFill>
              <a:ln w="20638" cap="flat" cmpd="sng">
                <a:solidFill>
                  <a:srgbClr val="000000"/>
                </a:solidFill>
                <a:prstDash val="solid"/>
                <a:round/>
                <a:headEnd type="none" w="med" len="med"/>
                <a:tailEnd type="none" w="med" len="med"/>
              </a:ln>
            </p:spPr>
            <p:txBody>
              <a:bodyPr/>
              <a:lstStyle/>
              <a:p>
                <a:endParaRPr lang="zh-CN" altLang="en-US"/>
              </a:p>
            </p:txBody>
          </p:sp>
          <p:sp>
            <p:nvSpPr>
              <p:cNvPr id="128046" name="未知" descr="蓝色砂纸"/>
              <p:cNvSpPr/>
              <p:nvPr/>
            </p:nvSpPr>
            <p:spPr>
              <a:xfrm>
                <a:off x="1021" y="961"/>
                <a:ext cx="97" cy="166"/>
              </a:xfrm>
              <a:custGeom>
                <a:avLst/>
                <a:gdLst/>
                <a:ahLst/>
                <a:cxnLst/>
                <a:rect l="0" t="0" r="0" b="0"/>
                <a:pathLst>
                  <a:path w="120" h="201">
                    <a:moveTo>
                      <a:pt x="0" y="0"/>
                    </a:moveTo>
                    <a:lnTo>
                      <a:pt x="30" y="0"/>
                    </a:lnTo>
                    <a:lnTo>
                      <a:pt x="60" y="22"/>
                    </a:lnTo>
                    <a:lnTo>
                      <a:pt x="85" y="52"/>
                    </a:lnTo>
                    <a:lnTo>
                      <a:pt x="103" y="94"/>
                    </a:lnTo>
                    <a:lnTo>
                      <a:pt x="115" y="146"/>
                    </a:lnTo>
                    <a:lnTo>
                      <a:pt x="120" y="201"/>
                    </a:lnTo>
                  </a:path>
                </a:pathLst>
              </a:custGeom>
              <a:blipFill rotWithShape="0">
                <a:blip r:embed="rId4"/>
              </a:blipFill>
              <a:ln w="20638" cap="flat" cmpd="sng">
                <a:solidFill>
                  <a:srgbClr val="000000"/>
                </a:solidFill>
                <a:prstDash val="solid"/>
                <a:round/>
                <a:headEnd type="none" w="med" len="med"/>
                <a:tailEnd type="none" w="med" len="med"/>
              </a:ln>
            </p:spPr>
            <p:txBody>
              <a:bodyPr/>
              <a:lstStyle/>
              <a:p>
                <a:endParaRPr lang="zh-CN" altLang="en-US"/>
              </a:p>
            </p:txBody>
          </p:sp>
          <p:sp>
            <p:nvSpPr>
              <p:cNvPr id="128047" name="未知" descr="蓝色砂纸"/>
              <p:cNvSpPr/>
              <p:nvPr/>
            </p:nvSpPr>
            <p:spPr>
              <a:xfrm>
                <a:off x="711" y="919"/>
                <a:ext cx="107" cy="208"/>
              </a:xfrm>
              <a:custGeom>
                <a:avLst/>
                <a:gdLst/>
                <a:ahLst/>
                <a:cxnLst/>
                <a:rect l="0" t="0" r="0" b="0"/>
                <a:pathLst>
                  <a:path w="133" h="252">
                    <a:moveTo>
                      <a:pt x="0" y="252"/>
                    </a:moveTo>
                    <a:lnTo>
                      <a:pt x="5" y="197"/>
                    </a:lnTo>
                    <a:lnTo>
                      <a:pt x="17" y="145"/>
                    </a:lnTo>
                    <a:lnTo>
                      <a:pt x="30" y="94"/>
                    </a:lnTo>
                    <a:lnTo>
                      <a:pt x="52" y="56"/>
                    </a:lnTo>
                    <a:lnTo>
                      <a:pt x="77" y="21"/>
                    </a:lnTo>
                    <a:lnTo>
                      <a:pt x="103" y="0"/>
                    </a:lnTo>
                    <a:lnTo>
                      <a:pt x="103" y="0"/>
                    </a:lnTo>
                    <a:lnTo>
                      <a:pt x="116" y="0"/>
                    </a:lnTo>
                    <a:lnTo>
                      <a:pt x="133" y="0"/>
                    </a:lnTo>
                    <a:lnTo>
                      <a:pt x="133" y="0"/>
                    </a:lnTo>
                  </a:path>
                </a:pathLst>
              </a:custGeom>
              <a:blipFill rotWithShape="0">
                <a:blip r:embed="rId4"/>
              </a:blipFill>
              <a:ln w="20638" cap="flat" cmpd="sng">
                <a:solidFill>
                  <a:srgbClr val="000000"/>
                </a:solidFill>
                <a:prstDash val="solid"/>
                <a:round/>
                <a:headEnd type="none" w="med" len="med"/>
                <a:tailEnd type="none" w="med" len="med"/>
              </a:ln>
            </p:spPr>
            <p:txBody>
              <a:bodyPr/>
              <a:lstStyle/>
              <a:p>
                <a:endParaRPr lang="zh-CN" altLang="en-US"/>
              </a:p>
            </p:txBody>
          </p:sp>
          <p:sp>
            <p:nvSpPr>
              <p:cNvPr id="128048" name="未知" descr="蓝色砂纸"/>
              <p:cNvSpPr/>
              <p:nvPr/>
            </p:nvSpPr>
            <p:spPr>
              <a:xfrm>
                <a:off x="818" y="919"/>
                <a:ext cx="97" cy="208"/>
              </a:xfrm>
              <a:custGeom>
                <a:avLst/>
                <a:gdLst/>
                <a:ahLst/>
                <a:cxnLst/>
                <a:rect l="0" t="0" r="0" b="0"/>
                <a:pathLst>
                  <a:path w="120" h="252">
                    <a:moveTo>
                      <a:pt x="0" y="0"/>
                    </a:moveTo>
                    <a:lnTo>
                      <a:pt x="26" y="9"/>
                    </a:lnTo>
                    <a:lnTo>
                      <a:pt x="51" y="26"/>
                    </a:lnTo>
                    <a:lnTo>
                      <a:pt x="77" y="56"/>
                    </a:lnTo>
                    <a:lnTo>
                      <a:pt x="94" y="98"/>
                    </a:lnTo>
                    <a:lnTo>
                      <a:pt x="111" y="145"/>
                    </a:lnTo>
                    <a:lnTo>
                      <a:pt x="120" y="197"/>
                    </a:lnTo>
                    <a:lnTo>
                      <a:pt x="120" y="252"/>
                    </a:lnTo>
                  </a:path>
                </a:pathLst>
              </a:custGeom>
              <a:blipFill rotWithShape="0">
                <a:blip r:embed="rId4"/>
              </a:blipFill>
              <a:ln w="20638" cap="flat" cmpd="sng">
                <a:solidFill>
                  <a:srgbClr val="000000"/>
                </a:solidFill>
                <a:prstDash val="solid"/>
                <a:round/>
                <a:headEnd type="none" w="med" len="med"/>
                <a:tailEnd type="none" w="med" len="med"/>
              </a:ln>
            </p:spPr>
            <p:txBody>
              <a:bodyPr/>
              <a:lstStyle/>
              <a:p>
                <a:endParaRPr lang="zh-CN" altLang="en-US"/>
              </a:p>
            </p:txBody>
          </p:sp>
          <p:sp>
            <p:nvSpPr>
              <p:cNvPr id="128049" name="未知" descr="蓝色砂纸"/>
              <p:cNvSpPr/>
              <p:nvPr/>
            </p:nvSpPr>
            <p:spPr>
              <a:xfrm>
                <a:off x="3711" y="919"/>
                <a:ext cx="107" cy="208"/>
              </a:xfrm>
              <a:custGeom>
                <a:avLst/>
                <a:gdLst/>
                <a:ahLst/>
                <a:cxnLst/>
                <a:rect l="0" t="0" r="0" b="0"/>
                <a:pathLst>
                  <a:path w="133" h="252">
                    <a:moveTo>
                      <a:pt x="0" y="252"/>
                    </a:moveTo>
                    <a:lnTo>
                      <a:pt x="4" y="197"/>
                    </a:lnTo>
                    <a:lnTo>
                      <a:pt x="13" y="145"/>
                    </a:lnTo>
                    <a:lnTo>
                      <a:pt x="30" y="94"/>
                    </a:lnTo>
                    <a:lnTo>
                      <a:pt x="51" y="56"/>
                    </a:lnTo>
                    <a:lnTo>
                      <a:pt x="73" y="21"/>
                    </a:lnTo>
                    <a:lnTo>
                      <a:pt x="99" y="0"/>
                    </a:lnTo>
                    <a:lnTo>
                      <a:pt x="103" y="0"/>
                    </a:lnTo>
                    <a:lnTo>
                      <a:pt x="116" y="0"/>
                    </a:lnTo>
                    <a:lnTo>
                      <a:pt x="129" y="0"/>
                    </a:lnTo>
                    <a:lnTo>
                      <a:pt x="133" y="0"/>
                    </a:lnTo>
                  </a:path>
                </a:pathLst>
              </a:custGeom>
              <a:blipFill rotWithShape="0">
                <a:blip r:embed="rId4"/>
              </a:blipFill>
              <a:ln w="20638" cap="flat" cmpd="sng">
                <a:solidFill>
                  <a:srgbClr val="000000"/>
                </a:solidFill>
                <a:prstDash val="solid"/>
                <a:round/>
                <a:headEnd type="none" w="med" len="med"/>
                <a:tailEnd type="none" w="med" len="med"/>
              </a:ln>
            </p:spPr>
            <p:txBody>
              <a:bodyPr/>
              <a:lstStyle/>
              <a:p>
                <a:endParaRPr lang="zh-CN" altLang="en-US"/>
              </a:p>
            </p:txBody>
          </p:sp>
          <p:sp>
            <p:nvSpPr>
              <p:cNvPr id="128050" name="未知" descr="蓝色砂纸"/>
              <p:cNvSpPr/>
              <p:nvPr/>
            </p:nvSpPr>
            <p:spPr>
              <a:xfrm>
                <a:off x="3818" y="919"/>
                <a:ext cx="96" cy="208"/>
              </a:xfrm>
              <a:custGeom>
                <a:avLst/>
                <a:gdLst/>
                <a:ahLst/>
                <a:cxnLst/>
                <a:rect l="0" t="0" r="0" b="0"/>
                <a:pathLst>
                  <a:path w="120" h="252">
                    <a:moveTo>
                      <a:pt x="0" y="0"/>
                    </a:moveTo>
                    <a:lnTo>
                      <a:pt x="26" y="9"/>
                    </a:lnTo>
                    <a:lnTo>
                      <a:pt x="51" y="26"/>
                    </a:lnTo>
                    <a:lnTo>
                      <a:pt x="73" y="56"/>
                    </a:lnTo>
                    <a:lnTo>
                      <a:pt x="94" y="98"/>
                    </a:lnTo>
                    <a:lnTo>
                      <a:pt x="107" y="145"/>
                    </a:lnTo>
                    <a:lnTo>
                      <a:pt x="116" y="197"/>
                    </a:lnTo>
                    <a:lnTo>
                      <a:pt x="120" y="252"/>
                    </a:lnTo>
                  </a:path>
                </a:pathLst>
              </a:custGeom>
              <a:blipFill rotWithShape="0">
                <a:blip r:embed="rId4"/>
              </a:blipFill>
              <a:ln w="20638" cap="flat" cmpd="sng">
                <a:solidFill>
                  <a:srgbClr val="000000"/>
                </a:solidFill>
                <a:prstDash val="solid"/>
                <a:round/>
                <a:headEnd type="none" w="med" len="med"/>
                <a:tailEnd type="none" w="med" len="med"/>
              </a:ln>
            </p:spPr>
            <p:txBody>
              <a:bodyPr/>
              <a:lstStyle/>
              <a:p>
                <a:endParaRPr lang="zh-CN" altLang="en-US"/>
              </a:p>
            </p:txBody>
          </p:sp>
          <p:sp>
            <p:nvSpPr>
              <p:cNvPr id="128051" name="未知" descr="蓝色砂纸"/>
              <p:cNvSpPr/>
              <p:nvPr/>
            </p:nvSpPr>
            <p:spPr>
              <a:xfrm>
                <a:off x="4110" y="375"/>
                <a:ext cx="203" cy="752"/>
              </a:xfrm>
              <a:custGeom>
                <a:avLst/>
                <a:gdLst/>
                <a:ahLst/>
                <a:cxnLst/>
                <a:rect l="0" t="0" r="0" b="0"/>
                <a:pathLst>
                  <a:path w="253" h="910">
                    <a:moveTo>
                      <a:pt x="0" y="0"/>
                    </a:moveTo>
                    <a:lnTo>
                      <a:pt x="30" y="8"/>
                    </a:lnTo>
                    <a:lnTo>
                      <a:pt x="64" y="34"/>
                    </a:lnTo>
                    <a:lnTo>
                      <a:pt x="94" y="72"/>
                    </a:lnTo>
                    <a:lnTo>
                      <a:pt x="124" y="124"/>
                    </a:lnTo>
                    <a:lnTo>
                      <a:pt x="154" y="188"/>
                    </a:lnTo>
                    <a:lnTo>
                      <a:pt x="176" y="269"/>
                    </a:lnTo>
                    <a:lnTo>
                      <a:pt x="197" y="359"/>
                    </a:lnTo>
                    <a:lnTo>
                      <a:pt x="218" y="457"/>
                    </a:lnTo>
                    <a:lnTo>
                      <a:pt x="231" y="564"/>
                    </a:lnTo>
                    <a:lnTo>
                      <a:pt x="244" y="675"/>
                    </a:lnTo>
                    <a:lnTo>
                      <a:pt x="248" y="791"/>
                    </a:lnTo>
                    <a:lnTo>
                      <a:pt x="253" y="910"/>
                    </a:lnTo>
                  </a:path>
                </a:pathLst>
              </a:custGeom>
              <a:blipFill rotWithShape="0">
                <a:blip r:embed="rId4"/>
              </a:blipFill>
              <a:ln w="20638" cap="flat" cmpd="sng">
                <a:solidFill>
                  <a:srgbClr val="000000"/>
                </a:solidFill>
                <a:prstDash val="solid"/>
                <a:round/>
                <a:headEnd type="none" w="med" len="med"/>
                <a:tailEnd type="none" w="med" len="med"/>
              </a:ln>
            </p:spPr>
            <p:txBody>
              <a:bodyPr/>
              <a:lstStyle/>
              <a:p>
                <a:endParaRPr lang="zh-CN" altLang="en-US"/>
              </a:p>
            </p:txBody>
          </p:sp>
          <p:sp>
            <p:nvSpPr>
              <p:cNvPr id="128052" name="未知" descr="蓝色砂纸"/>
              <p:cNvSpPr/>
              <p:nvPr/>
            </p:nvSpPr>
            <p:spPr>
              <a:xfrm>
                <a:off x="502" y="375"/>
                <a:ext cx="203" cy="752"/>
              </a:xfrm>
              <a:custGeom>
                <a:avLst/>
                <a:gdLst/>
                <a:ahLst/>
                <a:cxnLst/>
                <a:rect l="0" t="0" r="0" b="0"/>
                <a:pathLst>
                  <a:path w="253" h="910">
                    <a:moveTo>
                      <a:pt x="0" y="0"/>
                    </a:moveTo>
                    <a:lnTo>
                      <a:pt x="34" y="8"/>
                    </a:lnTo>
                    <a:lnTo>
                      <a:pt x="64" y="34"/>
                    </a:lnTo>
                    <a:lnTo>
                      <a:pt x="94" y="72"/>
                    </a:lnTo>
                    <a:lnTo>
                      <a:pt x="124" y="124"/>
                    </a:lnTo>
                    <a:lnTo>
                      <a:pt x="154" y="188"/>
                    </a:lnTo>
                    <a:lnTo>
                      <a:pt x="180" y="269"/>
                    </a:lnTo>
                    <a:lnTo>
                      <a:pt x="201" y="359"/>
                    </a:lnTo>
                    <a:lnTo>
                      <a:pt x="218" y="457"/>
                    </a:lnTo>
                    <a:lnTo>
                      <a:pt x="231" y="564"/>
                    </a:lnTo>
                    <a:lnTo>
                      <a:pt x="244" y="675"/>
                    </a:lnTo>
                    <a:lnTo>
                      <a:pt x="248" y="791"/>
                    </a:lnTo>
                    <a:lnTo>
                      <a:pt x="253" y="910"/>
                    </a:lnTo>
                  </a:path>
                </a:pathLst>
              </a:custGeom>
              <a:blipFill rotWithShape="0">
                <a:blip r:embed="rId4"/>
              </a:blipFill>
              <a:ln w="20638" cap="flat" cmpd="sng">
                <a:solidFill>
                  <a:srgbClr val="000000"/>
                </a:solidFill>
                <a:prstDash val="solid"/>
                <a:round/>
                <a:headEnd type="none" w="med" len="med"/>
                <a:tailEnd type="none" w="med" len="med"/>
              </a:ln>
            </p:spPr>
            <p:txBody>
              <a:bodyPr/>
              <a:lstStyle/>
              <a:p>
                <a:endParaRPr lang="zh-CN" altLang="en-US"/>
              </a:p>
            </p:txBody>
          </p:sp>
          <p:sp>
            <p:nvSpPr>
              <p:cNvPr id="128053" name="未知" descr="蓝色砂纸"/>
              <p:cNvSpPr/>
              <p:nvPr/>
            </p:nvSpPr>
            <p:spPr>
              <a:xfrm>
                <a:off x="3914" y="375"/>
                <a:ext cx="203" cy="752"/>
              </a:xfrm>
              <a:custGeom>
                <a:avLst/>
                <a:gdLst/>
                <a:ahLst/>
                <a:cxnLst/>
                <a:rect l="0" t="0" r="0" b="0"/>
                <a:pathLst>
                  <a:path w="253" h="910">
                    <a:moveTo>
                      <a:pt x="0" y="910"/>
                    </a:moveTo>
                    <a:lnTo>
                      <a:pt x="0" y="791"/>
                    </a:lnTo>
                    <a:lnTo>
                      <a:pt x="8" y="675"/>
                    </a:lnTo>
                    <a:lnTo>
                      <a:pt x="17" y="564"/>
                    </a:lnTo>
                    <a:lnTo>
                      <a:pt x="34" y="457"/>
                    </a:lnTo>
                    <a:lnTo>
                      <a:pt x="51" y="359"/>
                    </a:lnTo>
                    <a:lnTo>
                      <a:pt x="73" y="269"/>
                    </a:lnTo>
                    <a:lnTo>
                      <a:pt x="98" y="188"/>
                    </a:lnTo>
                    <a:lnTo>
                      <a:pt x="124" y="124"/>
                    </a:lnTo>
                    <a:lnTo>
                      <a:pt x="154" y="72"/>
                    </a:lnTo>
                    <a:lnTo>
                      <a:pt x="188" y="34"/>
                    </a:lnTo>
                    <a:lnTo>
                      <a:pt x="218" y="8"/>
                    </a:lnTo>
                    <a:lnTo>
                      <a:pt x="253" y="0"/>
                    </a:lnTo>
                  </a:path>
                </a:pathLst>
              </a:custGeom>
              <a:blipFill rotWithShape="0">
                <a:blip r:embed="rId4"/>
              </a:blipFill>
              <a:ln w="20638" cap="flat" cmpd="sng">
                <a:solidFill>
                  <a:srgbClr val="000000"/>
                </a:solidFill>
                <a:prstDash val="solid"/>
                <a:round/>
                <a:headEnd type="none" w="med" len="med"/>
                <a:tailEnd type="none" w="med" len="med"/>
              </a:ln>
            </p:spPr>
            <p:txBody>
              <a:bodyPr/>
              <a:lstStyle/>
              <a:p>
                <a:endParaRPr lang="zh-CN" altLang="en-US"/>
              </a:p>
            </p:txBody>
          </p:sp>
          <p:sp>
            <p:nvSpPr>
              <p:cNvPr id="128054" name="未知" descr="蓝色砂纸"/>
              <p:cNvSpPr/>
              <p:nvPr/>
            </p:nvSpPr>
            <p:spPr>
              <a:xfrm>
                <a:off x="306" y="375"/>
                <a:ext cx="203" cy="752"/>
              </a:xfrm>
              <a:custGeom>
                <a:avLst/>
                <a:gdLst/>
                <a:ahLst/>
                <a:cxnLst/>
                <a:rect l="0" t="0" r="0" b="0"/>
                <a:pathLst>
                  <a:path w="253" h="910">
                    <a:moveTo>
                      <a:pt x="0" y="910"/>
                    </a:moveTo>
                    <a:lnTo>
                      <a:pt x="4" y="791"/>
                    </a:lnTo>
                    <a:lnTo>
                      <a:pt x="8" y="675"/>
                    </a:lnTo>
                    <a:lnTo>
                      <a:pt x="21" y="564"/>
                    </a:lnTo>
                    <a:lnTo>
                      <a:pt x="34" y="457"/>
                    </a:lnTo>
                    <a:lnTo>
                      <a:pt x="51" y="359"/>
                    </a:lnTo>
                    <a:lnTo>
                      <a:pt x="73" y="269"/>
                    </a:lnTo>
                    <a:lnTo>
                      <a:pt x="98" y="188"/>
                    </a:lnTo>
                    <a:lnTo>
                      <a:pt x="128" y="124"/>
                    </a:lnTo>
                    <a:lnTo>
                      <a:pt x="158" y="72"/>
                    </a:lnTo>
                    <a:lnTo>
                      <a:pt x="188" y="34"/>
                    </a:lnTo>
                    <a:lnTo>
                      <a:pt x="223" y="8"/>
                    </a:lnTo>
                    <a:lnTo>
                      <a:pt x="253" y="0"/>
                    </a:lnTo>
                  </a:path>
                </a:pathLst>
              </a:custGeom>
              <a:blipFill rotWithShape="0">
                <a:blip r:embed="rId4"/>
              </a:blipFill>
              <a:ln w="20638" cap="flat" cmpd="sng">
                <a:solidFill>
                  <a:srgbClr val="000000"/>
                </a:solidFill>
                <a:prstDash val="solid"/>
                <a:round/>
                <a:headEnd type="none" w="med" len="med"/>
                <a:tailEnd type="none" w="med" len="med"/>
              </a:ln>
            </p:spPr>
            <p:txBody>
              <a:bodyPr/>
              <a:lstStyle/>
              <a:p>
                <a:endParaRPr lang="zh-CN" altLang="en-US"/>
              </a:p>
            </p:txBody>
          </p:sp>
          <p:sp>
            <p:nvSpPr>
              <p:cNvPr id="128055" name="未知" descr="蓝色砂纸"/>
              <p:cNvSpPr/>
              <p:nvPr/>
            </p:nvSpPr>
            <p:spPr>
              <a:xfrm>
                <a:off x="103" y="915"/>
                <a:ext cx="107" cy="212"/>
              </a:xfrm>
              <a:custGeom>
                <a:avLst/>
                <a:gdLst/>
                <a:ahLst/>
                <a:cxnLst/>
                <a:rect l="0" t="0" r="0" b="0"/>
                <a:pathLst>
                  <a:path w="133" h="256">
                    <a:moveTo>
                      <a:pt x="0" y="256"/>
                    </a:moveTo>
                    <a:lnTo>
                      <a:pt x="4" y="201"/>
                    </a:lnTo>
                    <a:lnTo>
                      <a:pt x="17" y="145"/>
                    </a:lnTo>
                    <a:lnTo>
                      <a:pt x="30" y="98"/>
                    </a:lnTo>
                    <a:lnTo>
                      <a:pt x="52" y="55"/>
                    </a:lnTo>
                    <a:lnTo>
                      <a:pt x="77" y="25"/>
                    </a:lnTo>
                    <a:lnTo>
                      <a:pt x="103" y="4"/>
                    </a:lnTo>
                    <a:lnTo>
                      <a:pt x="103" y="4"/>
                    </a:lnTo>
                    <a:lnTo>
                      <a:pt x="116" y="0"/>
                    </a:lnTo>
                    <a:lnTo>
                      <a:pt x="133" y="4"/>
                    </a:lnTo>
                    <a:lnTo>
                      <a:pt x="133" y="4"/>
                    </a:lnTo>
                  </a:path>
                </a:pathLst>
              </a:custGeom>
              <a:blipFill rotWithShape="0">
                <a:blip r:embed="rId4"/>
              </a:blipFill>
              <a:ln w="20638" cap="flat" cmpd="sng">
                <a:solidFill>
                  <a:srgbClr val="000000"/>
                </a:solidFill>
                <a:prstDash val="solid"/>
                <a:round/>
                <a:headEnd type="none" w="med" len="med"/>
                <a:tailEnd type="none" w="med" len="med"/>
              </a:ln>
            </p:spPr>
            <p:txBody>
              <a:bodyPr/>
              <a:lstStyle/>
              <a:p>
                <a:endParaRPr lang="zh-CN" altLang="en-US"/>
              </a:p>
            </p:txBody>
          </p:sp>
          <p:sp>
            <p:nvSpPr>
              <p:cNvPr id="128056" name="未知" descr="蓝色砂纸"/>
              <p:cNvSpPr/>
              <p:nvPr/>
            </p:nvSpPr>
            <p:spPr>
              <a:xfrm>
                <a:off x="210" y="919"/>
                <a:ext cx="96" cy="208"/>
              </a:xfrm>
              <a:custGeom>
                <a:avLst/>
                <a:gdLst/>
                <a:ahLst/>
                <a:cxnLst/>
                <a:rect l="0" t="0" r="0" b="0"/>
                <a:pathLst>
                  <a:path w="120" h="252">
                    <a:moveTo>
                      <a:pt x="0" y="0"/>
                    </a:moveTo>
                    <a:lnTo>
                      <a:pt x="26" y="4"/>
                    </a:lnTo>
                    <a:lnTo>
                      <a:pt x="51" y="26"/>
                    </a:lnTo>
                    <a:lnTo>
                      <a:pt x="77" y="56"/>
                    </a:lnTo>
                    <a:lnTo>
                      <a:pt x="94" y="94"/>
                    </a:lnTo>
                    <a:lnTo>
                      <a:pt x="107" y="141"/>
                    </a:lnTo>
                    <a:lnTo>
                      <a:pt x="116" y="197"/>
                    </a:lnTo>
                    <a:lnTo>
                      <a:pt x="120" y="252"/>
                    </a:lnTo>
                  </a:path>
                </a:pathLst>
              </a:custGeom>
              <a:blipFill rotWithShape="0">
                <a:blip r:embed="rId4"/>
              </a:blipFill>
              <a:ln w="20638" cap="flat" cmpd="sng">
                <a:solidFill>
                  <a:srgbClr val="000000"/>
                </a:solidFill>
                <a:prstDash val="solid"/>
                <a:round/>
                <a:headEnd type="none" w="med" len="med"/>
                <a:tailEnd type="none" w="med" len="med"/>
              </a:ln>
            </p:spPr>
            <p:txBody>
              <a:bodyPr/>
              <a:lstStyle/>
              <a:p>
                <a:endParaRPr lang="zh-CN" altLang="en-US"/>
              </a:p>
            </p:txBody>
          </p:sp>
          <p:sp>
            <p:nvSpPr>
              <p:cNvPr id="128057" name="未知" descr="蓝色砂纸"/>
              <p:cNvSpPr/>
              <p:nvPr/>
            </p:nvSpPr>
            <p:spPr>
              <a:xfrm>
                <a:off x="4320" y="915"/>
                <a:ext cx="106" cy="212"/>
              </a:xfrm>
              <a:custGeom>
                <a:avLst/>
                <a:gdLst/>
                <a:ahLst/>
                <a:cxnLst/>
                <a:rect l="0" t="0" r="0" b="0"/>
                <a:pathLst>
                  <a:path w="133" h="256">
                    <a:moveTo>
                      <a:pt x="0" y="256"/>
                    </a:moveTo>
                    <a:lnTo>
                      <a:pt x="5" y="201"/>
                    </a:lnTo>
                    <a:lnTo>
                      <a:pt x="13" y="145"/>
                    </a:lnTo>
                    <a:lnTo>
                      <a:pt x="30" y="98"/>
                    </a:lnTo>
                    <a:lnTo>
                      <a:pt x="52" y="55"/>
                    </a:lnTo>
                    <a:lnTo>
                      <a:pt x="73" y="25"/>
                    </a:lnTo>
                    <a:lnTo>
                      <a:pt x="103" y="4"/>
                    </a:lnTo>
                    <a:lnTo>
                      <a:pt x="103" y="4"/>
                    </a:lnTo>
                    <a:lnTo>
                      <a:pt x="116" y="0"/>
                    </a:lnTo>
                    <a:lnTo>
                      <a:pt x="129" y="4"/>
                    </a:lnTo>
                    <a:lnTo>
                      <a:pt x="133" y="4"/>
                    </a:lnTo>
                  </a:path>
                </a:pathLst>
              </a:custGeom>
              <a:blipFill rotWithShape="0">
                <a:blip r:embed="rId4"/>
              </a:blipFill>
              <a:ln w="20638" cap="flat" cmpd="sng">
                <a:solidFill>
                  <a:srgbClr val="000000"/>
                </a:solidFill>
                <a:prstDash val="solid"/>
                <a:round/>
                <a:headEnd type="none" w="med" len="med"/>
                <a:tailEnd type="none" w="med" len="med"/>
              </a:ln>
            </p:spPr>
            <p:txBody>
              <a:bodyPr/>
              <a:lstStyle/>
              <a:p>
                <a:endParaRPr lang="zh-CN" altLang="en-US"/>
              </a:p>
            </p:txBody>
          </p:sp>
          <p:sp>
            <p:nvSpPr>
              <p:cNvPr id="128058" name="未知" descr="蓝色砂纸"/>
              <p:cNvSpPr/>
              <p:nvPr/>
            </p:nvSpPr>
            <p:spPr>
              <a:xfrm>
                <a:off x="4426" y="919"/>
                <a:ext cx="97" cy="208"/>
              </a:xfrm>
              <a:custGeom>
                <a:avLst/>
                <a:gdLst/>
                <a:ahLst/>
                <a:cxnLst/>
                <a:rect l="0" t="0" r="0" b="0"/>
                <a:pathLst>
                  <a:path w="120" h="252">
                    <a:moveTo>
                      <a:pt x="0" y="0"/>
                    </a:moveTo>
                    <a:lnTo>
                      <a:pt x="26" y="4"/>
                    </a:lnTo>
                    <a:lnTo>
                      <a:pt x="51" y="26"/>
                    </a:lnTo>
                    <a:lnTo>
                      <a:pt x="73" y="56"/>
                    </a:lnTo>
                    <a:lnTo>
                      <a:pt x="94" y="94"/>
                    </a:lnTo>
                    <a:lnTo>
                      <a:pt x="107" y="141"/>
                    </a:lnTo>
                    <a:lnTo>
                      <a:pt x="116" y="197"/>
                    </a:lnTo>
                    <a:lnTo>
                      <a:pt x="120" y="252"/>
                    </a:lnTo>
                  </a:path>
                </a:pathLst>
              </a:custGeom>
              <a:blipFill rotWithShape="0">
                <a:blip r:embed="rId4"/>
              </a:blipFill>
              <a:ln w="20638" cap="flat" cmpd="sng">
                <a:solidFill>
                  <a:srgbClr val="000000"/>
                </a:solidFill>
                <a:prstDash val="solid"/>
                <a:round/>
                <a:headEnd type="none" w="med" len="med"/>
                <a:tailEnd type="none" w="med" len="med"/>
              </a:ln>
            </p:spPr>
            <p:txBody>
              <a:bodyPr/>
              <a:lstStyle/>
              <a:p>
                <a:endParaRPr lang="zh-CN" altLang="en-US"/>
              </a:p>
            </p:txBody>
          </p:sp>
          <p:grpSp>
            <p:nvGrpSpPr>
              <p:cNvPr id="128059" name="组合 60476"/>
              <p:cNvGrpSpPr/>
              <p:nvPr/>
            </p:nvGrpSpPr>
            <p:grpSpPr>
              <a:xfrm>
                <a:off x="2929" y="1004"/>
                <a:ext cx="203" cy="126"/>
                <a:chOff x="0" y="0"/>
                <a:chExt cx="252" cy="201"/>
              </a:xfrm>
            </p:grpSpPr>
            <p:sp>
              <p:nvSpPr>
                <p:cNvPr id="128060" name="未知" descr="蓝色砂纸"/>
                <p:cNvSpPr/>
                <p:nvPr/>
              </p:nvSpPr>
              <p:spPr>
                <a:xfrm>
                  <a:off x="0" y="0"/>
                  <a:ext cx="128" cy="201"/>
                </a:xfrm>
                <a:custGeom>
                  <a:avLst/>
                  <a:gdLst/>
                  <a:ahLst/>
                  <a:cxnLst/>
                  <a:rect l="0" t="0" r="0" b="0"/>
                  <a:pathLst>
                    <a:path w="128" h="201">
                      <a:moveTo>
                        <a:pt x="0" y="201"/>
                      </a:moveTo>
                      <a:lnTo>
                        <a:pt x="4" y="146"/>
                      </a:lnTo>
                      <a:lnTo>
                        <a:pt x="17" y="99"/>
                      </a:lnTo>
                      <a:lnTo>
                        <a:pt x="38" y="56"/>
                      </a:lnTo>
                      <a:lnTo>
                        <a:pt x="68" y="22"/>
                      </a:lnTo>
                      <a:lnTo>
                        <a:pt x="98" y="0"/>
                      </a:lnTo>
                      <a:lnTo>
                        <a:pt x="102" y="0"/>
                      </a:lnTo>
                      <a:lnTo>
                        <a:pt x="115" y="0"/>
                      </a:lnTo>
                      <a:lnTo>
                        <a:pt x="128" y="0"/>
                      </a:lnTo>
                      <a:lnTo>
                        <a:pt x="128" y="0"/>
                      </a:lnTo>
                    </a:path>
                  </a:pathLst>
                </a:custGeom>
                <a:blipFill rotWithShape="0">
                  <a:blip r:embed="rId4"/>
                </a:blipFill>
                <a:ln w="20638" cap="flat" cmpd="sng">
                  <a:solidFill>
                    <a:srgbClr val="000000"/>
                  </a:solidFill>
                  <a:prstDash val="solid"/>
                  <a:round/>
                  <a:headEnd type="none" w="med" len="med"/>
                  <a:tailEnd type="none" w="med" len="med"/>
                </a:ln>
              </p:spPr>
              <p:txBody>
                <a:bodyPr/>
                <a:lstStyle/>
                <a:p>
                  <a:endParaRPr lang="zh-CN" altLang="en-US"/>
                </a:p>
              </p:txBody>
            </p:sp>
            <p:sp>
              <p:nvSpPr>
                <p:cNvPr id="128061" name="未知" descr="蓝色砂纸"/>
                <p:cNvSpPr/>
                <p:nvPr/>
              </p:nvSpPr>
              <p:spPr>
                <a:xfrm>
                  <a:off x="128" y="0"/>
                  <a:ext cx="124" cy="201"/>
                </a:xfrm>
                <a:custGeom>
                  <a:avLst/>
                  <a:gdLst/>
                  <a:ahLst/>
                  <a:cxnLst/>
                  <a:rect l="0" t="0" r="0" b="0"/>
                  <a:pathLst>
                    <a:path w="124" h="201">
                      <a:moveTo>
                        <a:pt x="0" y="0"/>
                      </a:moveTo>
                      <a:lnTo>
                        <a:pt x="30" y="0"/>
                      </a:lnTo>
                      <a:lnTo>
                        <a:pt x="60" y="22"/>
                      </a:lnTo>
                      <a:lnTo>
                        <a:pt x="86" y="52"/>
                      </a:lnTo>
                      <a:lnTo>
                        <a:pt x="107" y="94"/>
                      </a:lnTo>
                      <a:lnTo>
                        <a:pt x="120" y="146"/>
                      </a:lnTo>
                      <a:lnTo>
                        <a:pt x="124" y="201"/>
                      </a:lnTo>
                    </a:path>
                  </a:pathLst>
                </a:custGeom>
                <a:blipFill rotWithShape="0">
                  <a:blip r:embed="rId4"/>
                </a:blipFill>
                <a:ln w="20638" cap="flat" cmpd="sng">
                  <a:solidFill>
                    <a:srgbClr val="000000"/>
                  </a:solidFill>
                  <a:prstDash val="solid"/>
                  <a:round/>
                  <a:headEnd type="none" w="med" len="med"/>
                  <a:tailEnd type="none" w="med" len="med"/>
                </a:ln>
              </p:spPr>
              <p:txBody>
                <a:bodyPr/>
                <a:lstStyle/>
                <a:p>
                  <a:endParaRPr lang="zh-CN" altLang="en-US"/>
                </a:p>
              </p:txBody>
            </p:sp>
          </p:grpSp>
          <p:grpSp>
            <p:nvGrpSpPr>
              <p:cNvPr id="128062" name="组合 60479"/>
              <p:cNvGrpSpPr/>
              <p:nvPr/>
            </p:nvGrpSpPr>
            <p:grpSpPr>
              <a:xfrm>
                <a:off x="3122" y="1043"/>
                <a:ext cx="203" cy="80"/>
                <a:chOff x="0" y="0"/>
                <a:chExt cx="252" cy="201"/>
              </a:xfrm>
            </p:grpSpPr>
            <p:sp>
              <p:nvSpPr>
                <p:cNvPr id="128063" name="未知" descr="蓝色砂纸"/>
                <p:cNvSpPr/>
                <p:nvPr/>
              </p:nvSpPr>
              <p:spPr>
                <a:xfrm>
                  <a:off x="0" y="0"/>
                  <a:ext cx="128" cy="201"/>
                </a:xfrm>
                <a:custGeom>
                  <a:avLst/>
                  <a:gdLst/>
                  <a:ahLst/>
                  <a:cxnLst/>
                  <a:rect l="0" t="0" r="0" b="0"/>
                  <a:pathLst>
                    <a:path w="128" h="201">
                      <a:moveTo>
                        <a:pt x="0" y="201"/>
                      </a:moveTo>
                      <a:lnTo>
                        <a:pt x="4" y="146"/>
                      </a:lnTo>
                      <a:lnTo>
                        <a:pt x="17" y="99"/>
                      </a:lnTo>
                      <a:lnTo>
                        <a:pt x="38" y="56"/>
                      </a:lnTo>
                      <a:lnTo>
                        <a:pt x="68" y="22"/>
                      </a:lnTo>
                      <a:lnTo>
                        <a:pt x="98" y="0"/>
                      </a:lnTo>
                      <a:lnTo>
                        <a:pt x="102" y="0"/>
                      </a:lnTo>
                      <a:lnTo>
                        <a:pt x="115" y="0"/>
                      </a:lnTo>
                      <a:lnTo>
                        <a:pt x="128" y="0"/>
                      </a:lnTo>
                      <a:lnTo>
                        <a:pt x="128" y="0"/>
                      </a:lnTo>
                    </a:path>
                  </a:pathLst>
                </a:custGeom>
                <a:blipFill rotWithShape="0">
                  <a:blip r:embed="rId4"/>
                </a:blipFill>
                <a:ln w="20638" cap="flat" cmpd="sng">
                  <a:solidFill>
                    <a:srgbClr val="000000"/>
                  </a:solidFill>
                  <a:prstDash val="solid"/>
                  <a:round/>
                  <a:headEnd type="none" w="med" len="med"/>
                  <a:tailEnd type="none" w="med" len="med"/>
                </a:ln>
              </p:spPr>
              <p:txBody>
                <a:bodyPr/>
                <a:lstStyle/>
                <a:p>
                  <a:endParaRPr lang="zh-CN" altLang="en-US"/>
                </a:p>
              </p:txBody>
            </p:sp>
            <p:sp>
              <p:nvSpPr>
                <p:cNvPr id="128064" name="未知" descr="蓝色砂纸"/>
                <p:cNvSpPr/>
                <p:nvPr/>
              </p:nvSpPr>
              <p:spPr>
                <a:xfrm>
                  <a:off x="128" y="0"/>
                  <a:ext cx="124" cy="201"/>
                </a:xfrm>
                <a:custGeom>
                  <a:avLst/>
                  <a:gdLst/>
                  <a:ahLst/>
                  <a:cxnLst/>
                  <a:rect l="0" t="0" r="0" b="0"/>
                  <a:pathLst>
                    <a:path w="124" h="201">
                      <a:moveTo>
                        <a:pt x="0" y="0"/>
                      </a:moveTo>
                      <a:lnTo>
                        <a:pt x="30" y="0"/>
                      </a:lnTo>
                      <a:lnTo>
                        <a:pt x="60" y="22"/>
                      </a:lnTo>
                      <a:lnTo>
                        <a:pt x="86" y="52"/>
                      </a:lnTo>
                      <a:lnTo>
                        <a:pt x="107" y="94"/>
                      </a:lnTo>
                      <a:lnTo>
                        <a:pt x="120" y="146"/>
                      </a:lnTo>
                      <a:lnTo>
                        <a:pt x="124" y="201"/>
                      </a:lnTo>
                    </a:path>
                  </a:pathLst>
                </a:custGeom>
                <a:blipFill rotWithShape="0">
                  <a:blip r:embed="rId4"/>
                </a:blipFill>
                <a:ln w="20638" cap="flat" cmpd="sng">
                  <a:solidFill>
                    <a:srgbClr val="000000"/>
                  </a:solidFill>
                  <a:prstDash val="solid"/>
                  <a:round/>
                  <a:headEnd type="none" w="med" len="med"/>
                  <a:tailEnd type="none" w="med" len="med"/>
                </a:ln>
              </p:spPr>
              <p:txBody>
                <a:bodyPr/>
                <a:lstStyle/>
                <a:p>
                  <a:endParaRPr lang="zh-CN" altLang="en-US"/>
                </a:p>
              </p:txBody>
            </p:sp>
          </p:grpSp>
          <p:grpSp>
            <p:nvGrpSpPr>
              <p:cNvPr id="128065" name="组合 60482"/>
              <p:cNvGrpSpPr/>
              <p:nvPr/>
            </p:nvGrpSpPr>
            <p:grpSpPr>
              <a:xfrm>
                <a:off x="3315" y="1004"/>
                <a:ext cx="202" cy="119"/>
                <a:chOff x="0" y="0"/>
                <a:chExt cx="252" cy="201"/>
              </a:xfrm>
            </p:grpSpPr>
            <p:sp>
              <p:nvSpPr>
                <p:cNvPr id="128066" name="未知" descr="蓝色砂纸"/>
                <p:cNvSpPr/>
                <p:nvPr/>
              </p:nvSpPr>
              <p:spPr>
                <a:xfrm>
                  <a:off x="0" y="0"/>
                  <a:ext cx="128" cy="201"/>
                </a:xfrm>
                <a:custGeom>
                  <a:avLst/>
                  <a:gdLst/>
                  <a:ahLst/>
                  <a:cxnLst/>
                  <a:rect l="0" t="0" r="0" b="0"/>
                  <a:pathLst>
                    <a:path w="128" h="201">
                      <a:moveTo>
                        <a:pt x="0" y="201"/>
                      </a:moveTo>
                      <a:lnTo>
                        <a:pt x="4" y="146"/>
                      </a:lnTo>
                      <a:lnTo>
                        <a:pt x="17" y="99"/>
                      </a:lnTo>
                      <a:lnTo>
                        <a:pt x="38" y="56"/>
                      </a:lnTo>
                      <a:lnTo>
                        <a:pt x="68" y="22"/>
                      </a:lnTo>
                      <a:lnTo>
                        <a:pt x="98" y="0"/>
                      </a:lnTo>
                      <a:lnTo>
                        <a:pt x="102" y="0"/>
                      </a:lnTo>
                      <a:lnTo>
                        <a:pt x="115" y="0"/>
                      </a:lnTo>
                      <a:lnTo>
                        <a:pt x="128" y="0"/>
                      </a:lnTo>
                      <a:lnTo>
                        <a:pt x="128" y="0"/>
                      </a:lnTo>
                    </a:path>
                  </a:pathLst>
                </a:custGeom>
                <a:blipFill rotWithShape="0">
                  <a:blip r:embed="rId4"/>
                </a:blipFill>
                <a:ln w="20638" cap="flat" cmpd="sng">
                  <a:solidFill>
                    <a:srgbClr val="000000"/>
                  </a:solidFill>
                  <a:prstDash val="solid"/>
                  <a:round/>
                  <a:headEnd type="none" w="med" len="med"/>
                  <a:tailEnd type="none" w="med" len="med"/>
                </a:ln>
              </p:spPr>
              <p:txBody>
                <a:bodyPr/>
                <a:lstStyle/>
                <a:p>
                  <a:endParaRPr lang="zh-CN" altLang="en-US"/>
                </a:p>
              </p:txBody>
            </p:sp>
            <p:sp>
              <p:nvSpPr>
                <p:cNvPr id="128067" name="未知" descr="蓝色砂纸"/>
                <p:cNvSpPr/>
                <p:nvPr/>
              </p:nvSpPr>
              <p:spPr>
                <a:xfrm>
                  <a:off x="128" y="0"/>
                  <a:ext cx="124" cy="201"/>
                </a:xfrm>
                <a:custGeom>
                  <a:avLst/>
                  <a:gdLst/>
                  <a:ahLst/>
                  <a:cxnLst/>
                  <a:rect l="0" t="0" r="0" b="0"/>
                  <a:pathLst>
                    <a:path w="124" h="201">
                      <a:moveTo>
                        <a:pt x="0" y="0"/>
                      </a:moveTo>
                      <a:lnTo>
                        <a:pt x="30" y="0"/>
                      </a:lnTo>
                      <a:lnTo>
                        <a:pt x="60" y="22"/>
                      </a:lnTo>
                      <a:lnTo>
                        <a:pt x="86" y="52"/>
                      </a:lnTo>
                      <a:lnTo>
                        <a:pt x="107" y="94"/>
                      </a:lnTo>
                      <a:lnTo>
                        <a:pt x="120" y="146"/>
                      </a:lnTo>
                      <a:lnTo>
                        <a:pt x="124" y="201"/>
                      </a:lnTo>
                    </a:path>
                  </a:pathLst>
                </a:custGeom>
                <a:blipFill rotWithShape="0">
                  <a:blip r:embed="rId4"/>
                </a:blipFill>
                <a:ln w="20638" cap="flat" cmpd="sng">
                  <a:solidFill>
                    <a:srgbClr val="000000"/>
                  </a:solidFill>
                  <a:prstDash val="solid"/>
                  <a:round/>
                  <a:headEnd type="none" w="med" len="med"/>
                  <a:tailEnd type="none" w="med" len="med"/>
                </a:ln>
              </p:spPr>
              <p:txBody>
                <a:bodyPr/>
                <a:lstStyle/>
                <a:p>
                  <a:endParaRPr lang="zh-CN" altLang="en-US"/>
                </a:p>
              </p:txBody>
            </p:sp>
          </p:grpSp>
          <p:grpSp>
            <p:nvGrpSpPr>
              <p:cNvPr id="128068" name="组合 60485"/>
              <p:cNvGrpSpPr/>
              <p:nvPr/>
            </p:nvGrpSpPr>
            <p:grpSpPr>
              <a:xfrm>
                <a:off x="1118" y="996"/>
                <a:ext cx="202" cy="127"/>
                <a:chOff x="0" y="0"/>
                <a:chExt cx="252" cy="201"/>
              </a:xfrm>
            </p:grpSpPr>
            <p:sp>
              <p:nvSpPr>
                <p:cNvPr id="128069" name="未知" descr="蓝色砂纸"/>
                <p:cNvSpPr/>
                <p:nvPr/>
              </p:nvSpPr>
              <p:spPr>
                <a:xfrm>
                  <a:off x="0" y="0"/>
                  <a:ext cx="128" cy="201"/>
                </a:xfrm>
                <a:custGeom>
                  <a:avLst/>
                  <a:gdLst/>
                  <a:ahLst/>
                  <a:cxnLst/>
                  <a:rect l="0" t="0" r="0" b="0"/>
                  <a:pathLst>
                    <a:path w="128" h="201">
                      <a:moveTo>
                        <a:pt x="0" y="201"/>
                      </a:moveTo>
                      <a:lnTo>
                        <a:pt x="4" y="146"/>
                      </a:lnTo>
                      <a:lnTo>
                        <a:pt x="17" y="99"/>
                      </a:lnTo>
                      <a:lnTo>
                        <a:pt x="38" y="56"/>
                      </a:lnTo>
                      <a:lnTo>
                        <a:pt x="68" y="22"/>
                      </a:lnTo>
                      <a:lnTo>
                        <a:pt x="98" y="0"/>
                      </a:lnTo>
                      <a:lnTo>
                        <a:pt x="102" y="0"/>
                      </a:lnTo>
                      <a:lnTo>
                        <a:pt x="115" y="0"/>
                      </a:lnTo>
                      <a:lnTo>
                        <a:pt x="128" y="0"/>
                      </a:lnTo>
                      <a:lnTo>
                        <a:pt x="128" y="0"/>
                      </a:lnTo>
                    </a:path>
                  </a:pathLst>
                </a:custGeom>
                <a:blipFill rotWithShape="0">
                  <a:blip r:embed="rId4"/>
                </a:blipFill>
                <a:ln w="20638" cap="flat" cmpd="sng">
                  <a:solidFill>
                    <a:srgbClr val="000000"/>
                  </a:solidFill>
                  <a:prstDash val="solid"/>
                  <a:round/>
                  <a:headEnd type="none" w="med" len="med"/>
                  <a:tailEnd type="none" w="med" len="med"/>
                </a:ln>
              </p:spPr>
              <p:txBody>
                <a:bodyPr/>
                <a:lstStyle/>
                <a:p>
                  <a:endParaRPr lang="zh-CN" altLang="en-US"/>
                </a:p>
              </p:txBody>
            </p:sp>
            <p:sp>
              <p:nvSpPr>
                <p:cNvPr id="128070" name="未知" descr="蓝色砂纸"/>
                <p:cNvSpPr/>
                <p:nvPr/>
              </p:nvSpPr>
              <p:spPr>
                <a:xfrm>
                  <a:off x="128" y="0"/>
                  <a:ext cx="124" cy="201"/>
                </a:xfrm>
                <a:custGeom>
                  <a:avLst/>
                  <a:gdLst/>
                  <a:ahLst/>
                  <a:cxnLst/>
                  <a:rect l="0" t="0" r="0" b="0"/>
                  <a:pathLst>
                    <a:path w="124" h="201">
                      <a:moveTo>
                        <a:pt x="0" y="0"/>
                      </a:moveTo>
                      <a:lnTo>
                        <a:pt x="30" y="0"/>
                      </a:lnTo>
                      <a:lnTo>
                        <a:pt x="60" y="22"/>
                      </a:lnTo>
                      <a:lnTo>
                        <a:pt x="86" y="52"/>
                      </a:lnTo>
                      <a:lnTo>
                        <a:pt x="107" y="94"/>
                      </a:lnTo>
                      <a:lnTo>
                        <a:pt x="120" y="146"/>
                      </a:lnTo>
                      <a:lnTo>
                        <a:pt x="124" y="201"/>
                      </a:lnTo>
                    </a:path>
                  </a:pathLst>
                </a:custGeom>
                <a:blipFill rotWithShape="0">
                  <a:blip r:embed="rId4"/>
                </a:blipFill>
                <a:ln w="20638" cap="flat" cmpd="sng">
                  <a:solidFill>
                    <a:srgbClr val="000000"/>
                  </a:solidFill>
                  <a:prstDash val="solid"/>
                  <a:round/>
                  <a:headEnd type="none" w="med" len="med"/>
                  <a:tailEnd type="none" w="med" len="med"/>
                </a:ln>
              </p:spPr>
              <p:txBody>
                <a:bodyPr/>
                <a:lstStyle/>
                <a:p>
                  <a:endParaRPr lang="zh-CN" altLang="en-US"/>
                </a:p>
              </p:txBody>
            </p:sp>
          </p:grpSp>
          <p:grpSp>
            <p:nvGrpSpPr>
              <p:cNvPr id="128071" name="组合 60488"/>
              <p:cNvGrpSpPr/>
              <p:nvPr/>
            </p:nvGrpSpPr>
            <p:grpSpPr>
              <a:xfrm>
                <a:off x="1311" y="1036"/>
                <a:ext cx="202" cy="79"/>
                <a:chOff x="0" y="0"/>
                <a:chExt cx="252" cy="201"/>
              </a:xfrm>
            </p:grpSpPr>
            <p:sp>
              <p:nvSpPr>
                <p:cNvPr id="128072" name="未知" descr="蓝色砂纸"/>
                <p:cNvSpPr/>
                <p:nvPr/>
              </p:nvSpPr>
              <p:spPr>
                <a:xfrm>
                  <a:off x="0" y="0"/>
                  <a:ext cx="128" cy="201"/>
                </a:xfrm>
                <a:custGeom>
                  <a:avLst/>
                  <a:gdLst/>
                  <a:ahLst/>
                  <a:cxnLst/>
                  <a:rect l="0" t="0" r="0" b="0"/>
                  <a:pathLst>
                    <a:path w="128" h="201">
                      <a:moveTo>
                        <a:pt x="0" y="201"/>
                      </a:moveTo>
                      <a:lnTo>
                        <a:pt x="4" y="146"/>
                      </a:lnTo>
                      <a:lnTo>
                        <a:pt x="17" y="99"/>
                      </a:lnTo>
                      <a:lnTo>
                        <a:pt x="38" y="56"/>
                      </a:lnTo>
                      <a:lnTo>
                        <a:pt x="68" y="22"/>
                      </a:lnTo>
                      <a:lnTo>
                        <a:pt x="98" y="0"/>
                      </a:lnTo>
                      <a:lnTo>
                        <a:pt x="102" y="0"/>
                      </a:lnTo>
                      <a:lnTo>
                        <a:pt x="115" y="0"/>
                      </a:lnTo>
                      <a:lnTo>
                        <a:pt x="128" y="0"/>
                      </a:lnTo>
                      <a:lnTo>
                        <a:pt x="128" y="0"/>
                      </a:lnTo>
                    </a:path>
                  </a:pathLst>
                </a:custGeom>
                <a:blipFill rotWithShape="0">
                  <a:blip r:embed="rId4"/>
                </a:blipFill>
                <a:ln w="20638" cap="flat" cmpd="sng">
                  <a:solidFill>
                    <a:srgbClr val="000000"/>
                  </a:solidFill>
                  <a:prstDash val="solid"/>
                  <a:round/>
                  <a:headEnd type="none" w="med" len="med"/>
                  <a:tailEnd type="none" w="med" len="med"/>
                </a:ln>
              </p:spPr>
              <p:txBody>
                <a:bodyPr/>
                <a:lstStyle/>
                <a:p>
                  <a:endParaRPr lang="zh-CN" altLang="en-US"/>
                </a:p>
              </p:txBody>
            </p:sp>
            <p:sp>
              <p:nvSpPr>
                <p:cNvPr id="128073" name="未知" descr="蓝色砂纸"/>
                <p:cNvSpPr/>
                <p:nvPr/>
              </p:nvSpPr>
              <p:spPr>
                <a:xfrm>
                  <a:off x="128" y="0"/>
                  <a:ext cx="124" cy="201"/>
                </a:xfrm>
                <a:custGeom>
                  <a:avLst/>
                  <a:gdLst/>
                  <a:ahLst/>
                  <a:cxnLst/>
                  <a:rect l="0" t="0" r="0" b="0"/>
                  <a:pathLst>
                    <a:path w="124" h="201">
                      <a:moveTo>
                        <a:pt x="0" y="0"/>
                      </a:moveTo>
                      <a:lnTo>
                        <a:pt x="30" y="0"/>
                      </a:lnTo>
                      <a:lnTo>
                        <a:pt x="60" y="22"/>
                      </a:lnTo>
                      <a:lnTo>
                        <a:pt x="86" y="52"/>
                      </a:lnTo>
                      <a:lnTo>
                        <a:pt x="107" y="94"/>
                      </a:lnTo>
                      <a:lnTo>
                        <a:pt x="120" y="146"/>
                      </a:lnTo>
                      <a:lnTo>
                        <a:pt x="124" y="201"/>
                      </a:lnTo>
                    </a:path>
                  </a:pathLst>
                </a:custGeom>
                <a:blipFill rotWithShape="0">
                  <a:blip r:embed="rId4"/>
                </a:blipFill>
                <a:ln w="20638" cap="flat" cmpd="sng">
                  <a:solidFill>
                    <a:srgbClr val="000000"/>
                  </a:solidFill>
                  <a:prstDash val="solid"/>
                  <a:round/>
                  <a:headEnd type="none" w="med" len="med"/>
                  <a:tailEnd type="none" w="med" len="med"/>
                </a:ln>
              </p:spPr>
              <p:txBody>
                <a:bodyPr/>
                <a:lstStyle/>
                <a:p>
                  <a:endParaRPr lang="zh-CN" altLang="en-US"/>
                </a:p>
              </p:txBody>
            </p:sp>
          </p:grpSp>
          <p:grpSp>
            <p:nvGrpSpPr>
              <p:cNvPr id="128074" name="组合 60491"/>
              <p:cNvGrpSpPr/>
              <p:nvPr/>
            </p:nvGrpSpPr>
            <p:grpSpPr>
              <a:xfrm>
                <a:off x="1503" y="996"/>
                <a:ext cx="203" cy="119"/>
                <a:chOff x="0" y="0"/>
                <a:chExt cx="252" cy="201"/>
              </a:xfrm>
            </p:grpSpPr>
            <p:sp>
              <p:nvSpPr>
                <p:cNvPr id="128075" name="未知" descr="蓝色砂纸"/>
                <p:cNvSpPr/>
                <p:nvPr/>
              </p:nvSpPr>
              <p:spPr>
                <a:xfrm>
                  <a:off x="0" y="0"/>
                  <a:ext cx="128" cy="201"/>
                </a:xfrm>
                <a:custGeom>
                  <a:avLst/>
                  <a:gdLst/>
                  <a:ahLst/>
                  <a:cxnLst/>
                  <a:rect l="0" t="0" r="0" b="0"/>
                  <a:pathLst>
                    <a:path w="128" h="201">
                      <a:moveTo>
                        <a:pt x="0" y="201"/>
                      </a:moveTo>
                      <a:lnTo>
                        <a:pt x="4" y="146"/>
                      </a:lnTo>
                      <a:lnTo>
                        <a:pt x="17" y="99"/>
                      </a:lnTo>
                      <a:lnTo>
                        <a:pt x="38" y="56"/>
                      </a:lnTo>
                      <a:lnTo>
                        <a:pt x="68" y="22"/>
                      </a:lnTo>
                      <a:lnTo>
                        <a:pt x="98" y="0"/>
                      </a:lnTo>
                      <a:lnTo>
                        <a:pt x="102" y="0"/>
                      </a:lnTo>
                      <a:lnTo>
                        <a:pt x="115" y="0"/>
                      </a:lnTo>
                      <a:lnTo>
                        <a:pt x="128" y="0"/>
                      </a:lnTo>
                      <a:lnTo>
                        <a:pt x="128" y="0"/>
                      </a:lnTo>
                    </a:path>
                  </a:pathLst>
                </a:custGeom>
                <a:blipFill rotWithShape="0">
                  <a:blip r:embed="rId4"/>
                </a:blipFill>
                <a:ln w="20638" cap="flat" cmpd="sng">
                  <a:solidFill>
                    <a:srgbClr val="000000"/>
                  </a:solidFill>
                  <a:prstDash val="solid"/>
                  <a:round/>
                  <a:headEnd type="none" w="med" len="med"/>
                  <a:tailEnd type="none" w="med" len="med"/>
                </a:ln>
              </p:spPr>
              <p:txBody>
                <a:bodyPr/>
                <a:lstStyle/>
                <a:p>
                  <a:endParaRPr lang="zh-CN" altLang="en-US"/>
                </a:p>
              </p:txBody>
            </p:sp>
            <p:sp>
              <p:nvSpPr>
                <p:cNvPr id="128076" name="未知" descr="蓝色砂纸"/>
                <p:cNvSpPr/>
                <p:nvPr/>
              </p:nvSpPr>
              <p:spPr>
                <a:xfrm>
                  <a:off x="128" y="0"/>
                  <a:ext cx="124" cy="201"/>
                </a:xfrm>
                <a:custGeom>
                  <a:avLst/>
                  <a:gdLst/>
                  <a:ahLst/>
                  <a:cxnLst/>
                  <a:rect l="0" t="0" r="0" b="0"/>
                  <a:pathLst>
                    <a:path w="124" h="201">
                      <a:moveTo>
                        <a:pt x="0" y="0"/>
                      </a:moveTo>
                      <a:lnTo>
                        <a:pt x="30" y="0"/>
                      </a:lnTo>
                      <a:lnTo>
                        <a:pt x="60" y="22"/>
                      </a:lnTo>
                      <a:lnTo>
                        <a:pt x="86" y="52"/>
                      </a:lnTo>
                      <a:lnTo>
                        <a:pt x="107" y="94"/>
                      </a:lnTo>
                      <a:lnTo>
                        <a:pt x="120" y="146"/>
                      </a:lnTo>
                      <a:lnTo>
                        <a:pt x="124" y="201"/>
                      </a:lnTo>
                    </a:path>
                  </a:pathLst>
                </a:custGeom>
                <a:blipFill rotWithShape="0">
                  <a:blip r:embed="rId4"/>
                </a:blipFill>
                <a:ln w="20638" cap="flat" cmpd="sng">
                  <a:solidFill>
                    <a:srgbClr val="000000"/>
                  </a:solidFill>
                  <a:prstDash val="solid"/>
                  <a:round/>
                  <a:headEnd type="none" w="med" len="med"/>
                  <a:tailEnd type="none" w="med" len="med"/>
                </a:ln>
              </p:spPr>
              <p:txBody>
                <a:bodyPr/>
                <a:lstStyle/>
                <a:p>
                  <a:endParaRPr lang="zh-CN" altLang="en-US"/>
                </a:p>
              </p:txBody>
            </p:sp>
          </p:grpSp>
        </p:grpSp>
      </p:grpSp>
      <p:sp>
        <p:nvSpPr>
          <p:cNvPr id="128077" name="标题 60417"/>
          <p:cNvSpPr>
            <a:spLocks noGrp="1"/>
          </p:cNvSpPr>
          <p:nvPr/>
        </p:nvSpPr>
        <p:spPr>
          <a:xfrm>
            <a:off x="647700" y="215900"/>
            <a:ext cx="3051175" cy="990600"/>
          </a:xfrm>
          <a:prstGeom prst="rect">
            <a:avLst/>
          </a:prstGeom>
          <a:noFill/>
          <a:ln w="9525">
            <a:noFill/>
          </a:ln>
        </p:spPr>
        <p:txBody>
          <a:bodyPr anchor="ctr" anchorCtr="0"/>
          <a:lstStyle/>
          <a:p>
            <a:r>
              <a:rPr lang="zh-CN" altLang="en-US" sz="3200">
                <a:latin typeface="宋体" panose="02010600030101010101" pitchFamily="2" charset="-122"/>
                <a:ea typeface="宋体" panose="02010600030101010101" pitchFamily="2" charset="-122"/>
              </a:rPr>
              <a:t>图示说明：</a:t>
            </a:r>
          </a:p>
        </p:txBody>
      </p:sp>
      <p:sp>
        <p:nvSpPr>
          <p:cNvPr id="128078" name="矩形 60433" descr="蓝色砂纸"/>
          <p:cNvSpPr/>
          <p:nvPr/>
        </p:nvSpPr>
        <p:spPr>
          <a:xfrm>
            <a:off x="4356100" y="5989638"/>
            <a:ext cx="127000" cy="369887"/>
          </a:xfrm>
          <a:prstGeom prst="rect">
            <a:avLst/>
          </a:prstGeom>
          <a:blipFill rotWithShape="0">
            <a:blip r:embed="rId4"/>
          </a:blipFill>
          <a:ln w="9525">
            <a:noFill/>
          </a:ln>
        </p:spPr>
        <p:txBody>
          <a:bodyPr wrap="none" lIns="0" tIns="0" rIns="0" bIns="0" anchor="t" anchorCtr="0">
            <a:spAutoFit/>
          </a:bodyPr>
          <a:lstStyle/>
          <a:p>
            <a:endParaRPr lang="en-US" altLang="zh-CN" sz="2400">
              <a:latin typeface="Times New Roman" panose="02020603050405020304" pitchFamily="2" charset="0"/>
              <a:ea typeface="宋体" panose="02010600030101010101" pitchFamily="2" charset="-122"/>
            </a:endParaRPr>
          </a:p>
        </p:txBody>
      </p:sp>
      <p:sp>
        <p:nvSpPr>
          <p:cNvPr id="128079" name="矩形 60432" descr="蓝色砂纸"/>
          <p:cNvSpPr/>
          <p:nvPr/>
        </p:nvSpPr>
        <p:spPr>
          <a:xfrm>
            <a:off x="4356100" y="5946775"/>
            <a:ext cx="482600" cy="646113"/>
          </a:xfrm>
          <a:prstGeom prst="rect">
            <a:avLst/>
          </a:prstGeom>
          <a:blipFill rotWithShape="0">
            <a:blip r:embed="rId4"/>
          </a:blipFill>
          <a:ln w="9525">
            <a:noFill/>
          </a:ln>
        </p:spPr>
        <p:txBody>
          <a:bodyPr wrap="square" lIns="0" tIns="0" rIns="0" bIns="0" anchor="t" anchorCtr="0">
            <a:spAutoFit/>
          </a:bodyPr>
          <a:lstStyle/>
          <a:p>
            <a:r>
              <a:rPr lang="en-US" altLang="zh-CN" sz="2400" u="sng">
                <a:solidFill>
                  <a:srgbClr val="000000"/>
                </a:solidFill>
                <a:latin typeface="Times New Roman" panose="02020603050405020304" pitchFamily="2" charset="0"/>
                <a:ea typeface="宋体" panose="02010600030101010101" pitchFamily="2" charset="-122"/>
              </a:rPr>
              <a:t>2</a:t>
            </a:r>
            <a:r>
              <a:rPr lang="en-US" altLang="zh-CN" sz="2400" i="1" u="sng">
                <a:solidFill>
                  <a:srgbClr val="000000"/>
                </a:solidFill>
                <a:latin typeface="Symbol" panose="05050102010706020507" pitchFamily="2" charset="2"/>
                <a:ea typeface="宋体" panose="02010600030101010101" pitchFamily="2" charset="-122"/>
              </a:rPr>
              <a:t>p</a:t>
            </a:r>
            <a:r>
              <a:rPr lang="en-US" altLang="zh-CN" i="1">
                <a:solidFill>
                  <a:srgbClr val="000000"/>
                </a:solidFill>
                <a:latin typeface="Symbol" panose="05050102010706020507" pitchFamily="2" charset="2"/>
                <a:ea typeface="宋体" panose="02010600030101010101" pitchFamily="2" charset="-122"/>
              </a:rPr>
              <a:t>N</a:t>
            </a:r>
          </a:p>
        </p:txBody>
      </p:sp>
    </p:spTree>
  </p:cSld>
  <p:clrMapOvr>
    <a:masterClrMapping/>
  </p:clrMapOvr>
  <p:transition/>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5" name="文本框 615425"/>
          <p:cNvSpPr txBox="1"/>
          <p:nvPr/>
        </p:nvSpPr>
        <p:spPr>
          <a:xfrm>
            <a:off x="900113" y="461963"/>
            <a:ext cx="7632700" cy="457200"/>
          </a:xfrm>
          <a:prstGeom prst="rect">
            <a:avLst/>
          </a:prstGeom>
          <a:noFill/>
          <a:ln w="12700">
            <a:noFill/>
          </a:ln>
        </p:spPr>
        <p:txBody>
          <a:bodyPr anchor="t" anchorCtr="0">
            <a:spAutoFit/>
          </a:bodyPr>
          <a:lstStyle/>
          <a:p>
            <a:pPr>
              <a:spcBef>
                <a:spcPct val="50000"/>
              </a:spcBef>
            </a:pPr>
            <a:r>
              <a:rPr lang="zh-CN" altLang="en-US" sz="2400" dirty="0">
                <a:latin typeface="Times New Roman" panose="02020603050405020304" pitchFamily="2" charset="0"/>
                <a:ea typeface="宋体" panose="02010600030101010101" pitchFamily="2" charset="-122"/>
              </a:rPr>
              <a:t>例</a:t>
            </a:r>
            <a:r>
              <a:rPr lang="en-US" altLang="zh-CN" sz="2400" dirty="0">
                <a:latin typeface="Times New Roman" panose="02020603050405020304" pitchFamily="2" charset="0"/>
                <a:ea typeface="宋体" panose="02010600030101010101" pitchFamily="2" charset="-122"/>
              </a:rPr>
              <a:t>1:  </a:t>
            </a:r>
            <a:r>
              <a:rPr lang="zh-CN" altLang="en-US" sz="2400" dirty="0">
                <a:latin typeface="Times New Roman" panose="02020603050405020304" pitchFamily="2" charset="0"/>
                <a:ea typeface="宋体" panose="02010600030101010101" pitchFamily="2" charset="-122"/>
              </a:rPr>
              <a:t>求                        的傅里叶变换</a:t>
            </a:r>
          </a:p>
        </p:txBody>
      </p:sp>
      <p:graphicFrame>
        <p:nvGraphicFramePr>
          <p:cNvPr id="129026" name="对象 615426"/>
          <p:cNvGraphicFramePr/>
          <p:nvPr/>
        </p:nvGraphicFramePr>
        <p:xfrm>
          <a:off x="1979613" y="476250"/>
          <a:ext cx="1800225" cy="433388"/>
        </p:xfrm>
        <a:graphic>
          <a:graphicData uri="http://schemas.openxmlformats.org/presentationml/2006/ole">
            <mc:AlternateContent xmlns:mc="http://schemas.openxmlformats.org/markup-compatibility/2006">
              <mc:Choice xmlns:v="urn:schemas-microsoft-com:vml" Requires="v">
                <p:oleObj r:id="rId2" imgW="1802765" imgH="431800" progId="Equation.DSMT4">
                  <p:embed/>
                </p:oleObj>
              </mc:Choice>
              <mc:Fallback>
                <p:oleObj r:id="rId2" imgW="1802765" imgH="431800" progId="Equation.DSMT4">
                  <p:embed/>
                  <p:pic>
                    <p:nvPicPr>
                      <p:cNvPr id="0" name="图片 3592"/>
                      <p:cNvPicPr/>
                      <p:nvPr/>
                    </p:nvPicPr>
                    <p:blipFill>
                      <a:blip r:embed="rId3">
                        <a:lum bright="-100000"/>
                      </a:blip>
                      <a:stretch>
                        <a:fillRect/>
                      </a:stretch>
                    </p:blipFill>
                    <p:spPr>
                      <a:xfrm>
                        <a:off x="1979613" y="476250"/>
                        <a:ext cx="1800225" cy="433388"/>
                      </a:xfrm>
                      <a:prstGeom prst="rect">
                        <a:avLst/>
                      </a:prstGeom>
                      <a:noFill/>
                      <a:ln w="38100">
                        <a:noFill/>
                        <a:miter/>
                      </a:ln>
                    </p:spPr>
                  </p:pic>
                </p:oleObj>
              </mc:Fallback>
            </mc:AlternateContent>
          </a:graphicData>
        </a:graphic>
      </p:graphicFrame>
      <p:sp>
        <p:nvSpPr>
          <p:cNvPr id="129027" name="文本框 615427"/>
          <p:cNvSpPr txBox="1"/>
          <p:nvPr/>
        </p:nvSpPr>
        <p:spPr>
          <a:xfrm>
            <a:off x="838200" y="1254125"/>
            <a:ext cx="1008063" cy="519113"/>
          </a:xfrm>
          <a:prstGeom prst="rect">
            <a:avLst/>
          </a:prstGeom>
          <a:noFill/>
          <a:ln w="12700">
            <a:noFill/>
          </a:ln>
        </p:spPr>
        <p:txBody>
          <a:bodyPr anchor="t" anchorCtr="0">
            <a:spAutoFit/>
          </a:bodyPr>
          <a:lstStyle/>
          <a:p>
            <a:pPr algn="ctr">
              <a:spcBef>
                <a:spcPct val="50000"/>
              </a:spcBef>
            </a:pPr>
            <a:r>
              <a:rPr lang="zh-CN" altLang="en-US" sz="2400" dirty="0">
                <a:latin typeface="Times New Roman" panose="02020603050405020304" pitchFamily="2" charset="0"/>
                <a:ea typeface="宋体" panose="02010600030101010101" pitchFamily="2" charset="-122"/>
              </a:rPr>
              <a:t>解</a:t>
            </a:r>
            <a:r>
              <a:rPr lang="zh-CN" altLang="en-US" sz="2800" dirty="0">
                <a:latin typeface="Times New Roman" panose="02020603050405020304" pitchFamily="2" charset="0"/>
                <a:ea typeface="宋体" panose="02010600030101010101" pitchFamily="2" charset="-122"/>
              </a:rPr>
              <a:t>： </a:t>
            </a:r>
          </a:p>
        </p:txBody>
      </p:sp>
      <p:grpSp>
        <p:nvGrpSpPr>
          <p:cNvPr id="129028" name="组合 615428"/>
          <p:cNvGrpSpPr/>
          <p:nvPr/>
        </p:nvGrpSpPr>
        <p:grpSpPr>
          <a:xfrm>
            <a:off x="1547813" y="1143000"/>
            <a:ext cx="6372225" cy="917575"/>
            <a:chOff x="1074" y="670"/>
            <a:chExt cx="4014" cy="578"/>
          </a:xfrm>
        </p:grpSpPr>
        <p:graphicFrame>
          <p:nvGraphicFramePr>
            <p:cNvPr id="129029" name="对象 615429"/>
            <p:cNvGraphicFramePr/>
            <p:nvPr/>
          </p:nvGraphicFramePr>
          <p:xfrm>
            <a:off x="1074" y="670"/>
            <a:ext cx="3004" cy="578"/>
          </p:xfrm>
          <a:graphic>
            <a:graphicData uri="http://schemas.openxmlformats.org/presentationml/2006/ole">
              <mc:AlternateContent xmlns:mc="http://schemas.openxmlformats.org/markup-compatibility/2006">
                <mc:Choice xmlns:v="urn:schemas-microsoft-com:vml" Requires="v">
                  <p:oleObj r:id="rId4" imgW="4775200" imgH="914400" progId="Equation.DSMT4">
                    <p:embed/>
                  </p:oleObj>
                </mc:Choice>
                <mc:Fallback>
                  <p:oleObj r:id="rId4" imgW="4775200" imgH="914400" progId="Equation.DSMT4">
                    <p:embed/>
                    <p:pic>
                      <p:nvPicPr>
                        <p:cNvPr id="0" name="图片 3585"/>
                        <p:cNvPicPr/>
                        <p:nvPr/>
                      </p:nvPicPr>
                      <p:blipFill>
                        <a:blip r:embed="rId5">
                          <a:lum bright="-100000"/>
                        </a:blip>
                        <a:stretch>
                          <a:fillRect/>
                        </a:stretch>
                      </p:blipFill>
                      <p:spPr>
                        <a:xfrm>
                          <a:off x="1074" y="670"/>
                          <a:ext cx="3004" cy="578"/>
                        </a:xfrm>
                        <a:prstGeom prst="rect">
                          <a:avLst/>
                        </a:prstGeom>
                        <a:noFill/>
                        <a:ln w="38100">
                          <a:noFill/>
                          <a:miter/>
                        </a:ln>
                      </p:spPr>
                    </p:pic>
                  </p:oleObj>
                </mc:Fallback>
              </mc:AlternateContent>
            </a:graphicData>
          </a:graphic>
        </p:graphicFrame>
        <p:graphicFrame>
          <p:nvGraphicFramePr>
            <p:cNvPr id="129030" name="对象 615430"/>
            <p:cNvGraphicFramePr/>
            <p:nvPr/>
          </p:nvGraphicFramePr>
          <p:xfrm>
            <a:off x="4146" y="670"/>
            <a:ext cx="942" cy="562"/>
          </p:xfrm>
          <a:graphic>
            <a:graphicData uri="http://schemas.openxmlformats.org/presentationml/2006/ole">
              <mc:AlternateContent xmlns:mc="http://schemas.openxmlformats.org/markup-compatibility/2006">
                <mc:Choice xmlns:v="urn:schemas-microsoft-com:vml" Requires="v">
                  <p:oleObj r:id="rId6" imgW="1498600" imgH="889000" progId="Equation.DSMT4">
                    <p:embed/>
                  </p:oleObj>
                </mc:Choice>
                <mc:Fallback>
                  <p:oleObj r:id="rId6" imgW="1498600" imgH="889000" progId="Equation.DSMT4">
                    <p:embed/>
                    <p:pic>
                      <p:nvPicPr>
                        <p:cNvPr id="0" name="图片 3586"/>
                        <p:cNvPicPr/>
                        <p:nvPr/>
                      </p:nvPicPr>
                      <p:blipFill>
                        <a:blip r:embed="rId7">
                          <a:lum bright="-100000"/>
                        </a:blip>
                        <a:stretch>
                          <a:fillRect/>
                        </a:stretch>
                      </p:blipFill>
                      <p:spPr>
                        <a:xfrm>
                          <a:off x="4146" y="670"/>
                          <a:ext cx="942" cy="562"/>
                        </a:xfrm>
                        <a:prstGeom prst="rect">
                          <a:avLst/>
                        </a:prstGeom>
                        <a:noFill/>
                        <a:ln w="38100">
                          <a:noFill/>
                          <a:miter/>
                        </a:ln>
                      </p:spPr>
                    </p:pic>
                  </p:oleObj>
                </mc:Fallback>
              </mc:AlternateContent>
            </a:graphicData>
          </a:graphic>
        </p:graphicFrame>
      </p:grpSp>
      <p:graphicFrame>
        <p:nvGraphicFramePr>
          <p:cNvPr id="129031" name="对象 615431"/>
          <p:cNvGraphicFramePr/>
          <p:nvPr/>
        </p:nvGraphicFramePr>
        <p:xfrm>
          <a:off x="1905000" y="2276475"/>
          <a:ext cx="2990850" cy="1427163"/>
        </p:xfrm>
        <a:graphic>
          <a:graphicData uri="http://schemas.openxmlformats.org/presentationml/2006/ole">
            <mc:AlternateContent xmlns:mc="http://schemas.openxmlformats.org/markup-compatibility/2006">
              <mc:Choice xmlns:v="urn:schemas-microsoft-com:vml" Requires="v">
                <p:oleObj r:id="rId8" imgW="2997200" imgH="1422400" progId="Equation.DSMT4">
                  <p:embed/>
                </p:oleObj>
              </mc:Choice>
              <mc:Fallback>
                <p:oleObj r:id="rId8" imgW="2997200" imgH="1422400" progId="Equation.DSMT4">
                  <p:embed/>
                  <p:pic>
                    <p:nvPicPr>
                      <p:cNvPr id="0" name="图片 3581"/>
                      <p:cNvPicPr/>
                      <p:nvPr/>
                    </p:nvPicPr>
                    <p:blipFill>
                      <a:blip r:embed="rId9">
                        <a:lum bright="-100000"/>
                      </a:blip>
                      <a:stretch>
                        <a:fillRect/>
                      </a:stretch>
                    </p:blipFill>
                    <p:spPr>
                      <a:xfrm>
                        <a:off x="1905000" y="2276475"/>
                        <a:ext cx="2990850" cy="1427163"/>
                      </a:xfrm>
                      <a:prstGeom prst="rect">
                        <a:avLst/>
                      </a:prstGeom>
                      <a:noFill/>
                      <a:ln w="38100">
                        <a:noFill/>
                        <a:miter/>
                      </a:ln>
                    </p:spPr>
                  </p:pic>
                </p:oleObj>
              </mc:Fallback>
            </mc:AlternateContent>
          </a:graphicData>
        </a:graphic>
      </p:graphicFrame>
      <p:grpSp>
        <p:nvGrpSpPr>
          <p:cNvPr id="129032" name="组合 615432"/>
          <p:cNvGrpSpPr/>
          <p:nvPr/>
        </p:nvGrpSpPr>
        <p:grpSpPr>
          <a:xfrm>
            <a:off x="1889125" y="3860800"/>
            <a:ext cx="5426075" cy="2298700"/>
            <a:chOff x="1190" y="2640"/>
            <a:chExt cx="3418" cy="1448"/>
          </a:xfrm>
        </p:grpSpPr>
        <p:graphicFrame>
          <p:nvGraphicFramePr>
            <p:cNvPr id="129033" name="对象 615433"/>
            <p:cNvGraphicFramePr/>
            <p:nvPr/>
          </p:nvGraphicFramePr>
          <p:xfrm>
            <a:off x="1190" y="2640"/>
            <a:ext cx="1450" cy="1429"/>
          </p:xfrm>
          <a:graphic>
            <a:graphicData uri="http://schemas.openxmlformats.org/presentationml/2006/ole">
              <mc:AlternateContent xmlns:mc="http://schemas.openxmlformats.org/markup-compatibility/2006">
                <mc:Choice xmlns:v="urn:schemas-microsoft-com:vml" Requires="v">
                  <p:oleObj r:id="rId10" imgW="2311400" imgH="2260600" progId="Equation.DSMT4">
                    <p:embed/>
                  </p:oleObj>
                </mc:Choice>
                <mc:Fallback>
                  <p:oleObj r:id="rId10" imgW="2311400" imgH="2260600" progId="Equation.DSMT4">
                    <p:embed/>
                    <p:pic>
                      <p:nvPicPr>
                        <p:cNvPr id="0" name="图片 3588"/>
                        <p:cNvPicPr/>
                        <p:nvPr/>
                      </p:nvPicPr>
                      <p:blipFill>
                        <a:blip r:embed="rId11">
                          <a:lum bright="-100000"/>
                        </a:blip>
                        <a:stretch>
                          <a:fillRect/>
                        </a:stretch>
                      </p:blipFill>
                      <p:spPr>
                        <a:xfrm>
                          <a:off x="1190" y="2640"/>
                          <a:ext cx="1450" cy="1429"/>
                        </a:xfrm>
                        <a:prstGeom prst="rect">
                          <a:avLst/>
                        </a:prstGeom>
                        <a:noFill/>
                        <a:ln w="38100">
                          <a:noFill/>
                          <a:miter/>
                        </a:ln>
                      </p:spPr>
                    </p:pic>
                  </p:oleObj>
                </mc:Fallback>
              </mc:AlternateContent>
            </a:graphicData>
          </a:graphic>
        </p:graphicFrame>
        <p:graphicFrame>
          <p:nvGraphicFramePr>
            <p:cNvPr id="129034" name="对象 615434"/>
            <p:cNvGraphicFramePr/>
            <p:nvPr/>
          </p:nvGraphicFramePr>
          <p:xfrm>
            <a:off x="2880" y="3888"/>
            <a:ext cx="776" cy="200"/>
          </p:xfrm>
          <a:graphic>
            <a:graphicData uri="http://schemas.openxmlformats.org/presentationml/2006/ole">
              <mc:AlternateContent xmlns:mc="http://schemas.openxmlformats.org/markup-compatibility/2006">
                <mc:Choice xmlns:v="urn:schemas-microsoft-com:vml" Requires="v">
                  <p:oleObj r:id="rId12" imgW="1230630" imgH="317500" progId="Equation.DSMT4">
                    <p:embed/>
                  </p:oleObj>
                </mc:Choice>
                <mc:Fallback>
                  <p:oleObj r:id="rId12" imgW="1230630" imgH="317500" progId="Equation.DSMT4">
                    <p:embed/>
                    <p:pic>
                      <p:nvPicPr>
                        <p:cNvPr id="0" name="图片 3577"/>
                        <p:cNvPicPr/>
                        <p:nvPr/>
                      </p:nvPicPr>
                      <p:blipFill>
                        <a:blip r:embed="rId13">
                          <a:lum bright="-100000"/>
                        </a:blip>
                        <a:stretch>
                          <a:fillRect/>
                        </a:stretch>
                      </p:blipFill>
                      <p:spPr>
                        <a:xfrm>
                          <a:off x="2880" y="3888"/>
                          <a:ext cx="776" cy="200"/>
                        </a:xfrm>
                        <a:prstGeom prst="rect">
                          <a:avLst/>
                        </a:prstGeom>
                        <a:noFill/>
                        <a:ln w="38100">
                          <a:noFill/>
                          <a:miter/>
                        </a:ln>
                      </p:spPr>
                    </p:pic>
                  </p:oleObj>
                </mc:Fallback>
              </mc:AlternateContent>
            </a:graphicData>
          </a:graphic>
        </p:graphicFrame>
        <p:graphicFrame>
          <p:nvGraphicFramePr>
            <p:cNvPr id="129035" name="对象 615435"/>
            <p:cNvGraphicFramePr/>
            <p:nvPr/>
          </p:nvGraphicFramePr>
          <p:xfrm>
            <a:off x="2928" y="3072"/>
            <a:ext cx="776" cy="200"/>
          </p:xfrm>
          <a:graphic>
            <a:graphicData uri="http://schemas.openxmlformats.org/presentationml/2006/ole">
              <mc:AlternateContent xmlns:mc="http://schemas.openxmlformats.org/markup-compatibility/2006">
                <mc:Choice xmlns:v="urn:schemas-microsoft-com:vml" Requires="v">
                  <p:oleObj r:id="rId14" imgW="1230630" imgH="317500" progId="Equation.DSMT4">
                    <p:embed/>
                  </p:oleObj>
                </mc:Choice>
                <mc:Fallback>
                  <p:oleObj r:id="rId14" imgW="1230630" imgH="317500" progId="Equation.DSMT4">
                    <p:embed/>
                    <p:pic>
                      <p:nvPicPr>
                        <p:cNvPr id="0" name="图片 3579"/>
                        <p:cNvPicPr/>
                        <p:nvPr/>
                      </p:nvPicPr>
                      <p:blipFill>
                        <a:blip r:embed="rId15">
                          <a:lum bright="-100000"/>
                        </a:blip>
                        <a:stretch>
                          <a:fillRect/>
                        </a:stretch>
                      </p:blipFill>
                      <p:spPr>
                        <a:xfrm>
                          <a:off x="2928" y="3072"/>
                          <a:ext cx="776" cy="200"/>
                        </a:xfrm>
                        <a:prstGeom prst="rect">
                          <a:avLst/>
                        </a:prstGeom>
                        <a:noFill/>
                        <a:ln w="38100">
                          <a:noFill/>
                          <a:miter/>
                        </a:ln>
                      </p:spPr>
                    </p:pic>
                  </p:oleObj>
                </mc:Fallback>
              </mc:AlternateContent>
            </a:graphicData>
          </a:graphic>
        </p:graphicFrame>
        <p:graphicFrame>
          <p:nvGraphicFramePr>
            <p:cNvPr id="129036" name="对象 615436"/>
            <p:cNvGraphicFramePr/>
            <p:nvPr/>
          </p:nvGraphicFramePr>
          <p:xfrm>
            <a:off x="3816" y="3456"/>
            <a:ext cx="792" cy="240"/>
          </p:xfrm>
          <a:graphic>
            <a:graphicData uri="http://schemas.openxmlformats.org/presentationml/2006/ole">
              <mc:AlternateContent xmlns:mc="http://schemas.openxmlformats.org/markup-compatibility/2006">
                <mc:Choice xmlns:v="urn:schemas-microsoft-com:vml" Requires="v">
                  <p:oleObj r:id="rId16" imgW="1256665" imgH="381000" progId="Equation.DSMT4">
                    <p:embed/>
                  </p:oleObj>
                </mc:Choice>
                <mc:Fallback>
                  <p:oleObj r:id="rId16" imgW="1256665" imgH="381000" progId="Equation.DSMT4">
                    <p:embed/>
                    <p:pic>
                      <p:nvPicPr>
                        <p:cNvPr id="0" name="图片 3582"/>
                        <p:cNvPicPr/>
                        <p:nvPr/>
                      </p:nvPicPr>
                      <p:blipFill>
                        <a:blip r:embed="rId17">
                          <a:lum bright="-100000"/>
                        </a:blip>
                        <a:stretch>
                          <a:fillRect/>
                        </a:stretch>
                      </p:blipFill>
                      <p:spPr>
                        <a:xfrm>
                          <a:off x="3816" y="3456"/>
                          <a:ext cx="792" cy="240"/>
                        </a:xfrm>
                        <a:prstGeom prst="rect">
                          <a:avLst/>
                        </a:prstGeom>
                        <a:noFill/>
                        <a:ln w="38100">
                          <a:noFill/>
                          <a:miter/>
                        </a:ln>
                      </p:spPr>
                    </p:pic>
                  </p:oleObj>
                </mc:Fallback>
              </mc:AlternateContent>
            </a:graphicData>
          </a:graphic>
        </p:graphicFrame>
      </p:grpSp>
      <p:pic>
        <p:nvPicPr>
          <p:cNvPr id="129037" name="图片 615437"/>
          <p:cNvPicPr>
            <a:picLocks noChangeAspect="1"/>
          </p:cNvPicPr>
          <p:nvPr/>
        </p:nvPicPr>
        <p:blipFill>
          <a:blip r:embed="rId18"/>
          <a:stretch>
            <a:fillRect/>
          </a:stretch>
        </p:blipFill>
        <p:spPr>
          <a:xfrm>
            <a:off x="5003800" y="2133600"/>
            <a:ext cx="3851275" cy="2232025"/>
          </a:xfrm>
          <a:prstGeom prst="rect">
            <a:avLst/>
          </a:prstGeom>
          <a:noFill/>
          <a:ln w="12700">
            <a:noFill/>
          </a:ln>
        </p:spPr>
      </p:pic>
      <mc:AlternateContent xmlns:mc="http://schemas.openxmlformats.org/markup-compatibility/2006" xmlns:p14="http://schemas.microsoft.com/office/powerpoint/2010/main">
        <mc:Choice Requires="p14">
          <p:contentPart p14:bwMode="auto" r:id="rId19">
            <p14:nvContentPartPr>
              <p14:cNvPr id="2" name="墨迹 1">
                <a:extLst>
                  <a:ext uri="{FF2B5EF4-FFF2-40B4-BE49-F238E27FC236}">
                    <a16:creationId xmlns:a16="http://schemas.microsoft.com/office/drawing/2014/main" id="{69723F3F-90BB-304F-C833-A4C4E16E1B82}"/>
                  </a:ext>
                </a:extLst>
              </p14:cNvPr>
              <p14:cNvContentPartPr/>
              <p14:nvPr/>
            </p14:nvContentPartPr>
            <p14:xfrm>
              <a:off x="4174585" y="4793465"/>
              <a:ext cx="106200" cy="126720"/>
            </p14:xfrm>
          </p:contentPart>
        </mc:Choice>
        <mc:Fallback xmlns="">
          <p:pic>
            <p:nvPicPr>
              <p:cNvPr id="2" name="墨迹 1">
                <a:extLst>
                  <a:ext uri="{FF2B5EF4-FFF2-40B4-BE49-F238E27FC236}">
                    <a16:creationId xmlns:a16="http://schemas.microsoft.com/office/drawing/2014/main" id="{69723F3F-90BB-304F-C833-A4C4E16E1B82}"/>
                  </a:ext>
                </a:extLst>
              </p:cNvPr>
              <p:cNvPicPr/>
              <p:nvPr/>
            </p:nvPicPr>
            <p:blipFill>
              <a:blip r:embed="rId20"/>
              <a:stretch>
                <a:fillRect/>
              </a:stretch>
            </p:blipFill>
            <p:spPr>
              <a:xfrm>
                <a:off x="4156945" y="4775465"/>
                <a:ext cx="141840" cy="162360"/>
              </a:xfrm>
              <a:prstGeom prst="rect">
                <a:avLst/>
              </a:prstGeom>
            </p:spPr>
          </p:pic>
        </mc:Fallback>
      </mc:AlternateContent>
    </p:spTree>
  </p:cSld>
  <p:clrMapOvr>
    <a:masterClrMapping/>
  </p:clrMapOvr>
  <p:transition spd="med">
    <p:cover/>
  </p:transition>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49" name="文本框 61441"/>
          <p:cNvSpPr txBox="1"/>
          <p:nvPr/>
        </p:nvSpPr>
        <p:spPr>
          <a:xfrm>
            <a:off x="152400" y="649288"/>
            <a:ext cx="8763000" cy="584200"/>
          </a:xfrm>
          <a:prstGeom prst="rect">
            <a:avLst/>
          </a:prstGeom>
          <a:noFill/>
          <a:ln w="9525">
            <a:noFill/>
          </a:ln>
        </p:spPr>
        <p:txBody>
          <a:bodyPr anchor="t" anchorCtr="0">
            <a:spAutoFit/>
          </a:bodyPr>
          <a:lstStyle/>
          <a:p>
            <a:pPr>
              <a:spcBef>
                <a:spcPct val="50000"/>
              </a:spcBef>
            </a:pPr>
            <a:r>
              <a:rPr lang="zh-CN" altLang="en-US" sz="3200">
                <a:latin typeface="Times New Roman" panose="02020603050405020304" pitchFamily="2" charset="0"/>
                <a:ea typeface="宋体" panose="02010600030101010101" pitchFamily="2" charset="-122"/>
              </a:rPr>
              <a:t>例2、已知　　　　    ,计算其DTFT。</a:t>
            </a:r>
            <a:endParaRPr lang="zh-CN" altLang="en-US" sz="3200" b="1">
              <a:latin typeface="Times New Roman" panose="02020603050405020304" pitchFamily="2" charset="0"/>
              <a:ea typeface="宋体" panose="02010600030101010101" pitchFamily="2" charset="-122"/>
            </a:endParaRPr>
          </a:p>
        </p:txBody>
      </p:sp>
      <p:graphicFrame>
        <p:nvGraphicFramePr>
          <p:cNvPr id="130050" name="对象 61442"/>
          <p:cNvGraphicFramePr>
            <a:graphicFrameLocks noChangeAspect="1"/>
          </p:cNvGraphicFramePr>
          <p:nvPr/>
        </p:nvGraphicFramePr>
        <p:xfrm>
          <a:off x="5486400" y="3886200"/>
          <a:ext cx="1508125" cy="492125"/>
        </p:xfrm>
        <a:graphic>
          <a:graphicData uri="http://schemas.openxmlformats.org/presentationml/2006/ole">
            <mc:AlternateContent xmlns:mc="http://schemas.openxmlformats.org/markup-compatibility/2006">
              <mc:Choice xmlns:v="urn:schemas-microsoft-com:vml" Requires="v">
                <p:oleObj r:id="rId2" imgW="660400" imgH="203200" progId="Equation.3">
                  <p:embed/>
                </p:oleObj>
              </mc:Choice>
              <mc:Fallback>
                <p:oleObj r:id="rId2" imgW="660400" imgH="203200" progId="Equation.3">
                  <p:embed/>
                  <p:pic>
                    <p:nvPicPr>
                      <p:cNvPr id="0" name="图片 3578"/>
                      <p:cNvPicPr/>
                      <p:nvPr/>
                    </p:nvPicPr>
                    <p:blipFill>
                      <a:blip r:embed="rId3"/>
                      <a:stretch>
                        <a:fillRect/>
                      </a:stretch>
                    </p:blipFill>
                    <p:spPr>
                      <a:xfrm>
                        <a:off x="5486400" y="3886200"/>
                        <a:ext cx="1508125" cy="492125"/>
                      </a:xfrm>
                      <a:prstGeom prst="rect">
                        <a:avLst/>
                      </a:prstGeom>
                      <a:noFill/>
                      <a:ln w="38100">
                        <a:noFill/>
                        <a:miter/>
                      </a:ln>
                    </p:spPr>
                  </p:pic>
                </p:oleObj>
              </mc:Fallback>
            </mc:AlternateContent>
          </a:graphicData>
        </a:graphic>
      </p:graphicFrame>
      <p:graphicFrame>
        <p:nvGraphicFramePr>
          <p:cNvPr id="130051" name="对象 61443"/>
          <p:cNvGraphicFramePr>
            <a:graphicFrameLocks noChangeAspect="1"/>
          </p:cNvGraphicFramePr>
          <p:nvPr/>
        </p:nvGraphicFramePr>
        <p:xfrm>
          <a:off x="2017713" y="649288"/>
          <a:ext cx="2190750" cy="547687"/>
        </p:xfrm>
        <a:graphic>
          <a:graphicData uri="http://schemas.openxmlformats.org/presentationml/2006/ole">
            <mc:AlternateContent xmlns:mc="http://schemas.openxmlformats.org/markup-compatibility/2006">
              <mc:Choice xmlns:v="urn:schemas-microsoft-com:vml" Requires="v">
                <p:oleObj r:id="rId4" imgW="901700" imgH="228600" progId="Equation.3">
                  <p:embed/>
                </p:oleObj>
              </mc:Choice>
              <mc:Fallback>
                <p:oleObj r:id="rId4" imgW="901700" imgH="228600" progId="Equation.3">
                  <p:embed/>
                  <p:pic>
                    <p:nvPicPr>
                      <p:cNvPr id="0" name="图片 3591"/>
                      <p:cNvPicPr/>
                      <p:nvPr/>
                    </p:nvPicPr>
                    <p:blipFill>
                      <a:blip r:embed="rId5"/>
                      <a:stretch>
                        <a:fillRect/>
                      </a:stretch>
                    </p:blipFill>
                    <p:spPr>
                      <a:xfrm>
                        <a:off x="2017713" y="649288"/>
                        <a:ext cx="2190750" cy="547687"/>
                      </a:xfrm>
                      <a:prstGeom prst="rect">
                        <a:avLst/>
                      </a:prstGeom>
                      <a:noFill/>
                      <a:ln w="38100">
                        <a:noFill/>
                        <a:miter/>
                      </a:ln>
                    </p:spPr>
                  </p:pic>
                </p:oleObj>
              </mc:Fallback>
            </mc:AlternateContent>
          </a:graphicData>
        </a:graphic>
      </p:graphicFrame>
      <p:graphicFrame>
        <p:nvGraphicFramePr>
          <p:cNvPr id="130052" name="对象 61444"/>
          <p:cNvGraphicFramePr>
            <a:graphicFrameLocks noChangeAspect="1"/>
          </p:cNvGraphicFramePr>
          <p:nvPr/>
        </p:nvGraphicFramePr>
        <p:xfrm>
          <a:off x="6540500" y="649288"/>
          <a:ext cx="973138" cy="569912"/>
        </p:xfrm>
        <a:graphic>
          <a:graphicData uri="http://schemas.openxmlformats.org/presentationml/2006/ole">
            <mc:AlternateContent xmlns:mc="http://schemas.openxmlformats.org/markup-compatibility/2006">
              <mc:Choice xmlns:v="urn:schemas-microsoft-com:vml" Requires="v">
                <p:oleObj r:id="rId6" imgW="381000" imgH="254000" progId="Equation.3">
                  <p:embed/>
                </p:oleObj>
              </mc:Choice>
              <mc:Fallback>
                <p:oleObj r:id="rId6" imgW="381000" imgH="254000" progId="Equation.3">
                  <p:embed/>
                  <p:pic>
                    <p:nvPicPr>
                      <p:cNvPr id="0" name="图片 3587"/>
                      <p:cNvPicPr/>
                      <p:nvPr/>
                    </p:nvPicPr>
                    <p:blipFill>
                      <a:blip r:embed="rId7"/>
                      <a:stretch>
                        <a:fillRect/>
                      </a:stretch>
                    </p:blipFill>
                    <p:spPr>
                      <a:xfrm>
                        <a:off x="6540500" y="649288"/>
                        <a:ext cx="973138" cy="569912"/>
                      </a:xfrm>
                      <a:prstGeom prst="rect">
                        <a:avLst/>
                      </a:prstGeom>
                      <a:noFill/>
                      <a:ln w="38100">
                        <a:noFill/>
                        <a:miter/>
                      </a:ln>
                    </p:spPr>
                  </p:pic>
                </p:oleObj>
              </mc:Fallback>
            </mc:AlternateContent>
          </a:graphicData>
        </a:graphic>
      </p:graphicFrame>
      <p:graphicFrame>
        <p:nvGraphicFramePr>
          <p:cNvPr id="130053" name="对象 61445"/>
          <p:cNvGraphicFramePr>
            <a:graphicFrameLocks noChangeAspect="1"/>
          </p:cNvGraphicFramePr>
          <p:nvPr/>
        </p:nvGraphicFramePr>
        <p:xfrm>
          <a:off x="658813" y="2686050"/>
          <a:ext cx="4751387" cy="1849438"/>
        </p:xfrm>
        <a:graphic>
          <a:graphicData uri="http://schemas.openxmlformats.org/presentationml/2006/ole">
            <mc:AlternateContent xmlns:mc="http://schemas.openxmlformats.org/markup-compatibility/2006">
              <mc:Choice xmlns:v="urn:schemas-microsoft-com:vml" Requires="v">
                <p:oleObj r:id="rId8" imgW="2057400" imgH="862965" progId="Equation.3">
                  <p:embed/>
                </p:oleObj>
              </mc:Choice>
              <mc:Fallback>
                <p:oleObj r:id="rId8" imgW="2057400" imgH="862965" progId="Equation.3">
                  <p:embed/>
                  <p:pic>
                    <p:nvPicPr>
                      <p:cNvPr id="0" name="图片 3589"/>
                      <p:cNvPicPr/>
                      <p:nvPr/>
                    </p:nvPicPr>
                    <p:blipFill>
                      <a:blip r:embed="rId9"/>
                      <a:stretch>
                        <a:fillRect/>
                      </a:stretch>
                    </p:blipFill>
                    <p:spPr>
                      <a:xfrm>
                        <a:off x="658813" y="2686050"/>
                        <a:ext cx="4751387" cy="1849438"/>
                      </a:xfrm>
                      <a:prstGeom prst="rect">
                        <a:avLst/>
                      </a:prstGeom>
                      <a:noFill/>
                      <a:ln w="38100">
                        <a:noFill/>
                        <a:miter/>
                      </a:ln>
                    </p:spPr>
                  </p:pic>
                </p:oleObj>
              </mc:Fallback>
            </mc:AlternateContent>
          </a:graphicData>
        </a:graphic>
      </p:graphicFrame>
      <p:graphicFrame>
        <p:nvGraphicFramePr>
          <p:cNvPr id="130054" name="对象 61446"/>
          <p:cNvGraphicFramePr>
            <a:graphicFrameLocks noChangeAspect="1"/>
          </p:cNvGraphicFramePr>
          <p:nvPr/>
        </p:nvGraphicFramePr>
        <p:xfrm>
          <a:off x="685800" y="1447800"/>
          <a:ext cx="7772400" cy="1069975"/>
        </p:xfrm>
        <a:graphic>
          <a:graphicData uri="http://schemas.openxmlformats.org/presentationml/2006/ole">
            <mc:AlternateContent xmlns:mc="http://schemas.openxmlformats.org/markup-compatibility/2006">
              <mc:Choice xmlns:v="urn:schemas-microsoft-com:vml" Requires="v">
                <p:oleObj r:id="rId10" imgW="3211830" imgH="444500" progId="Equation.3">
                  <p:embed/>
                </p:oleObj>
              </mc:Choice>
              <mc:Fallback>
                <p:oleObj r:id="rId10" imgW="3211830" imgH="444500" progId="Equation.3">
                  <p:embed/>
                  <p:pic>
                    <p:nvPicPr>
                      <p:cNvPr id="0" name="图片 3584"/>
                      <p:cNvPicPr/>
                      <p:nvPr/>
                    </p:nvPicPr>
                    <p:blipFill>
                      <a:blip r:embed="rId11"/>
                      <a:stretch>
                        <a:fillRect/>
                      </a:stretch>
                    </p:blipFill>
                    <p:spPr>
                      <a:xfrm>
                        <a:off x="685800" y="1447800"/>
                        <a:ext cx="7772400" cy="1069975"/>
                      </a:xfrm>
                      <a:prstGeom prst="rect">
                        <a:avLst/>
                      </a:prstGeom>
                      <a:noFill/>
                      <a:ln w="38100">
                        <a:noFill/>
                        <a:miter/>
                      </a:ln>
                    </p:spPr>
                  </p:pic>
                </p:oleObj>
              </mc:Fallback>
            </mc:AlternateContent>
          </a:graphicData>
        </a:graphic>
      </p:graphicFrame>
      <p:sp>
        <p:nvSpPr>
          <p:cNvPr id="130055" name="矩形 61447"/>
          <p:cNvSpPr/>
          <p:nvPr/>
        </p:nvSpPr>
        <p:spPr>
          <a:xfrm>
            <a:off x="228600" y="4721225"/>
            <a:ext cx="7543800" cy="609600"/>
          </a:xfrm>
          <a:prstGeom prst="rect">
            <a:avLst/>
          </a:prstGeom>
          <a:noFill/>
          <a:ln w="9525">
            <a:noFill/>
          </a:ln>
        </p:spPr>
        <p:txBody>
          <a:bodyPr lIns="92075" tIns="46038" rIns="92075" bIns="46038" anchor="ctr" anchorCtr="0"/>
          <a:lstStyle/>
          <a:p>
            <a:r>
              <a:rPr lang="zh-CN" altLang="en-US" sz="2800" b="1">
                <a:latin typeface="Times New Roman" panose="02020603050405020304" pitchFamily="2" charset="0"/>
                <a:ea typeface="宋体" panose="02010600030101010101" pitchFamily="2" charset="-122"/>
              </a:rPr>
              <a:t>由此可以得到</a:t>
            </a:r>
            <a:r>
              <a:rPr lang="en-US" altLang="zh-CN" sz="2800" b="1">
                <a:latin typeface="Times New Roman" panose="02020603050405020304" pitchFamily="2" charset="0"/>
                <a:ea typeface="宋体" panose="02010600030101010101" pitchFamily="2" charset="-122"/>
              </a:rPr>
              <a:t>FT</a:t>
            </a:r>
            <a:r>
              <a:rPr lang="zh-CN" altLang="en-US" sz="2800" b="1">
                <a:latin typeface="Times New Roman" panose="02020603050405020304" pitchFamily="2" charset="0"/>
                <a:ea typeface="宋体" panose="02010600030101010101" pitchFamily="2" charset="-122"/>
              </a:rPr>
              <a:t>的幅频特性和相频特性</a:t>
            </a:r>
          </a:p>
        </p:txBody>
      </p:sp>
      <p:graphicFrame>
        <p:nvGraphicFramePr>
          <p:cNvPr id="130056" name="对象 61448"/>
          <p:cNvGraphicFramePr>
            <a:graphicFrameLocks noChangeAspect="1"/>
          </p:cNvGraphicFramePr>
          <p:nvPr/>
        </p:nvGraphicFramePr>
        <p:xfrm>
          <a:off x="228600" y="5514975"/>
          <a:ext cx="4495800" cy="962025"/>
        </p:xfrm>
        <a:graphic>
          <a:graphicData uri="http://schemas.openxmlformats.org/presentationml/2006/ole">
            <mc:AlternateContent xmlns:mc="http://schemas.openxmlformats.org/markup-compatibility/2006">
              <mc:Choice xmlns:v="urn:schemas-microsoft-com:vml" Requires="v">
                <p:oleObj r:id="rId12" imgW="1751965" imgH="431800" progId="Equation.3">
                  <p:embed/>
                </p:oleObj>
              </mc:Choice>
              <mc:Fallback>
                <p:oleObj r:id="rId12" imgW="1751965" imgH="431800" progId="Equation.3">
                  <p:embed/>
                  <p:pic>
                    <p:nvPicPr>
                      <p:cNvPr id="0" name="图片 3580"/>
                      <p:cNvPicPr/>
                      <p:nvPr/>
                    </p:nvPicPr>
                    <p:blipFill>
                      <a:blip r:embed="rId13"/>
                      <a:stretch>
                        <a:fillRect/>
                      </a:stretch>
                    </p:blipFill>
                    <p:spPr>
                      <a:xfrm>
                        <a:off x="228600" y="5514975"/>
                        <a:ext cx="4495800" cy="962025"/>
                      </a:xfrm>
                      <a:prstGeom prst="rect">
                        <a:avLst/>
                      </a:prstGeom>
                      <a:noFill/>
                      <a:ln w="38100">
                        <a:noFill/>
                        <a:miter/>
                      </a:ln>
                    </p:spPr>
                  </p:pic>
                </p:oleObj>
              </mc:Fallback>
            </mc:AlternateContent>
          </a:graphicData>
        </a:graphic>
      </p:graphicFrame>
      <p:graphicFrame>
        <p:nvGraphicFramePr>
          <p:cNvPr id="130057" name="对象 61449"/>
          <p:cNvGraphicFramePr>
            <a:graphicFrameLocks noChangeAspect="1"/>
          </p:cNvGraphicFramePr>
          <p:nvPr/>
        </p:nvGraphicFramePr>
        <p:xfrm>
          <a:off x="5008563" y="5514975"/>
          <a:ext cx="4038600" cy="838200"/>
        </p:xfrm>
        <a:graphic>
          <a:graphicData uri="http://schemas.openxmlformats.org/presentationml/2006/ole">
            <mc:AlternateContent xmlns:mc="http://schemas.openxmlformats.org/markup-compatibility/2006">
              <mc:Choice xmlns:v="urn:schemas-microsoft-com:vml" Requires="v">
                <p:oleObj r:id="rId14" imgW="1561465" imgH="393700" progId="Equation.3">
                  <p:embed/>
                </p:oleObj>
              </mc:Choice>
              <mc:Fallback>
                <p:oleObj r:id="rId14" imgW="1561465" imgH="393700" progId="Equation.3">
                  <p:embed/>
                  <p:pic>
                    <p:nvPicPr>
                      <p:cNvPr id="0" name="图片 3590"/>
                      <p:cNvPicPr/>
                      <p:nvPr/>
                    </p:nvPicPr>
                    <p:blipFill>
                      <a:blip r:embed="rId15"/>
                      <a:stretch>
                        <a:fillRect/>
                      </a:stretch>
                    </p:blipFill>
                    <p:spPr>
                      <a:xfrm>
                        <a:off x="5008563" y="5514975"/>
                        <a:ext cx="4038600" cy="838200"/>
                      </a:xfrm>
                      <a:prstGeom prst="rect">
                        <a:avLst/>
                      </a:prstGeom>
                      <a:noFill/>
                      <a:ln w="38100">
                        <a:noFill/>
                        <a:miter/>
                      </a:ln>
                    </p:spPr>
                  </p:pic>
                </p:oleObj>
              </mc:Fallback>
            </mc:AlternateContent>
          </a:graphicData>
        </a:graphic>
      </p:graphicFrame>
      <p:graphicFrame>
        <p:nvGraphicFramePr>
          <p:cNvPr id="130058" name="内容占位符 616466"/>
          <p:cNvGraphicFramePr>
            <a:graphicFrameLocks noGrp="1"/>
          </p:cNvGraphicFramePr>
          <p:nvPr>
            <p:ph sz="quarter" idx="4294967295"/>
          </p:nvPr>
        </p:nvGraphicFramePr>
        <p:xfrm>
          <a:off x="7140575" y="2614613"/>
          <a:ext cx="1785938" cy="558800"/>
        </p:xfrm>
        <a:graphic>
          <a:graphicData uri="http://schemas.openxmlformats.org/presentationml/2006/ole">
            <mc:AlternateContent xmlns:mc="http://schemas.openxmlformats.org/markup-compatibility/2006">
              <mc:Choice xmlns:v="urn:schemas-microsoft-com:vml" Requires="v">
                <p:oleObj r:id="rId16" imgW="647700" imgH="228600" progId="Equation.3">
                  <p:embed/>
                </p:oleObj>
              </mc:Choice>
              <mc:Fallback>
                <p:oleObj r:id="rId16" imgW="647700" imgH="228600" progId="Equation.3">
                  <p:embed/>
                  <p:pic>
                    <p:nvPicPr>
                      <p:cNvPr id="0" name="图片 3583"/>
                      <p:cNvPicPr/>
                      <p:nvPr/>
                    </p:nvPicPr>
                    <p:blipFill>
                      <a:blip r:embed="rId17"/>
                      <a:stretch>
                        <a:fillRect/>
                      </a:stretch>
                    </p:blipFill>
                    <p:spPr>
                      <a:xfrm>
                        <a:off x="7140575" y="2614613"/>
                        <a:ext cx="1785938" cy="558800"/>
                      </a:xfrm>
                      <a:prstGeom prst="rect">
                        <a:avLst/>
                      </a:prstGeom>
                      <a:noFill/>
                      <a:ln w="38100">
                        <a:miter/>
                      </a:ln>
                    </p:spPr>
                  </p:pic>
                </p:oleObj>
              </mc:Fallback>
            </mc:AlternateContent>
          </a:graphicData>
        </a:graphic>
      </p:graphicFrame>
      <p:sp>
        <p:nvSpPr>
          <p:cNvPr id="130059" name="文本框 616451"/>
          <p:cNvSpPr txBox="1"/>
          <p:nvPr/>
        </p:nvSpPr>
        <p:spPr>
          <a:xfrm>
            <a:off x="7131050" y="3179763"/>
            <a:ext cx="581025" cy="460375"/>
          </a:xfrm>
          <a:prstGeom prst="rect">
            <a:avLst/>
          </a:prstGeom>
          <a:noFill/>
          <a:ln w="12700">
            <a:noFill/>
          </a:ln>
        </p:spPr>
        <p:txBody>
          <a:bodyPr wrap="square" anchor="t" anchorCtr="0">
            <a:spAutoFit/>
          </a:bodyPr>
          <a:lstStyle/>
          <a:p>
            <a:pPr>
              <a:spcBef>
                <a:spcPct val="50000"/>
              </a:spcBef>
            </a:pPr>
            <a:r>
              <a:rPr lang="zh-CN" altLang="en-US" sz="2400" dirty="0">
                <a:latin typeface="Tahoma" panose="020B0604030504040204" pitchFamily="2" charset="0"/>
                <a:ea typeface="宋体" panose="02010600030101010101" pitchFamily="2" charset="-122"/>
              </a:rPr>
              <a:t>即</a:t>
            </a:r>
            <a:r>
              <a:rPr lang="en-US" altLang="zh-CN" sz="2400">
                <a:latin typeface="Tahoma" panose="020B0604030504040204" pitchFamily="2" charset="0"/>
                <a:ea typeface="宋体" panose="02010600030101010101" pitchFamily="2" charset="-122"/>
              </a:rPr>
              <a:t>:</a:t>
            </a:r>
          </a:p>
        </p:txBody>
      </p:sp>
      <p:graphicFrame>
        <p:nvGraphicFramePr>
          <p:cNvPr id="130060" name="内容占位符 616467"/>
          <p:cNvGraphicFramePr>
            <a:graphicFrameLocks noGrp="1"/>
          </p:cNvGraphicFramePr>
          <p:nvPr>
            <p:ph sz="quarter" idx="4294967295"/>
          </p:nvPr>
        </p:nvGraphicFramePr>
        <p:xfrm>
          <a:off x="7712075" y="3214688"/>
          <a:ext cx="917575" cy="446087"/>
        </p:xfrm>
        <a:graphic>
          <a:graphicData uri="http://schemas.openxmlformats.org/presentationml/2006/ole">
            <mc:AlternateContent xmlns:mc="http://schemas.openxmlformats.org/markup-compatibility/2006">
              <mc:Choice xmlns:v="urn:schemas-microsoft-com:vml" Requires="v">
                <p:oleObj r:id="rId18" imgW="393065" imgH="203200" progId="Equation.3">
                  <p:embed/>
                </p:oleObj>
              </mc:Choice>
              <mc:Fallback>
                <p:oleObj r:id="rId18" imgW="393065" imgH="203200" progId="Equation.3">
                  <p:embed/>
                  <p:pic>
                    <p:nvPicPr>
                      <p:cNvPr id="0" name="图片 3602"/>
                      <p:cNvPicPr/>
                      <p:nvPr/>
                    </p:nvPicPr>
                    <p:blipFill>
                      <a:blip r:embed="rId19"/>
                      <a:stretch>
                        <a:fillRect/>
                      </a:stretch>
                    </p:blipFill>
                    <p:spPr>
                      <a:xfrm>
                        <a:off x="7712075" y="3214688"/>
                        <a:ext cx="917575" cy="446087"/>
                      </a:xfrm>
                      <a:prstGeom prst="rect">
                        <a:avLst/>
                      </a:prstGeom>
                      <a:noFill/>
                      <a:ln w="38100">
                        <a:miter/>
                      </a:ln>
                    </p:spPr>
                  </p:pic>
                </p:oleObj>
              </mc:Fallback>
            </mc:AlternateContent>
          </a:graphicData>
        </a:graphic>
      </p:graphicFrame>
      <p:sp>
        <p:nvSpPr>
          <p:cNvPr id="2" name="矩形 1"/>
          <p:cNvSpPr/>
          <p:nvPr/>
        </p:nvSpPr>
        <p:spPr>
          <a:xfrm>
            <a:off x="7058025" y="2614613"/>
            <a:ext cx="1905000" cy="1044575"/>
          </a:xfrm>
          <a:prstGeom prst="rect">
            <a:avLst/>
          </a:prstGeom>
          <a:noFill/>
          <a:ln>
            <a:solidFill>
              <a:srgbClr val="C00000"/>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endParaRPr lang="zh-CN" altLang="en-US" strike="noStrike" noProof="1"/>
          </a:p>
        </p:txBody>
      </p:sp>
      <mc:AlternateContent xmlns:mc="http://schemas.openxmlformats.org/markup-compatibility/2006" xmlns:p14="http://schemas.microsoft.com/office/powerpoint/2010/main">
        <mc:Choice Requires="p14">
          <p:contentPart p14:bwMode="auto" r:id="rId20">
            <p14:nvContentPartPr>
              <p14:cNvPr id="3" name="墨迹 2">
                <a:extLst>
                  <a:ext uri="{FF2B5EF4-FFF2-40B4-BE49-F238E27FC236}">
                    <a16:creationId xmlns:a16="http://schemas.microsoft.com/office/drawing/2014/main" id="{82794271-78CE-5A4C-0393-89BA38EBD8A3}"/>
                  </a:ext>
                </a:extLst>
              </p14:cNvPr>
              <p14:cNvContentPartPr/>
              <p14:nvPr/>
            </p14:nvContentPartPr>
            <p14:xfrm>
              <a:off x="6585505" y="1191305"/>
              <a:ext cx="702720" cy="18720"/>
            </p14:xfrm>
          </p:contentPart>
        </mc:Choice>
        <mc:Fallback xmlns="">
          <p:pic>
            <p:nvPicPr>
              <p:cNvPr id="3" name="墨迹 2">
                <a:extLst>
                  <a:ext uri="{FF2B5EF4-FFF2-40B4-BE49-F238E27FC236}">
                    <a16:creationId xmlns:a16="http://schemas.microsoft.com/office/drawing/2014/main" id="{82794271-78CE-5A4C-0393-89BA38EBD8A3}"/>
                  </a:ext>
                </a:extLst>
              </p:cNvPr>
              <p:cNvPicPr/>
              <p:nvPr/>
            </p:nvPicPr>
            <p:blipFill>
              <a:blip r:embed="rId21"/>
              <a:stretch>
                <a:fillRect/>
              </a:stretch>
            </p:blipFill>
            <p:spPr>
              <a:xfrm>
                <a:off x="6567505" y="1173305"/>
                <a:ext cx="738360" cy="5436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4" name="墨迹 3">
                <a:extLst>
                  <a:ext uri="{FF2B5EF4-FFF2-40B4-BE49-F238E27FC236}">
                    <a16:creationId xmlns:a16="http://schemas.microsoft.com/office/drawing/2014/main" id="{CFE91866-24AF-E38E-3335-95AB466F0AEE}"/>
                  </a:ext>
                </a:extLst>
              </p14:cNvPr>
              <p14:cNvContentPartPr/>
              <p14:nvPr/>
            </p14:nvContentPartPr>
            <p14:xfrm>
              <a:off x="2992345" y="4747385"/>
              <a:ext cx="360" cy="360"/>
            </p14:xfrm>
          </p:contentPart>
        </mc:Choice>
        <mc:Fallback xmlns="">
          <p:pic>
            <p:nvPicPr>
              <p:cNvPr id="4" name="墨迹 3">
                <a:extLst>
                  <a:ext uri="{FF2B5EF4-FFF2-40B4-BE49-F238E27FC236}">
                    <a16:creationId xmlns:a16="http://schemas.microsoft.com/office/drawing/2014/main" id="{CFE91866-24AF-E38E-3335-95AB466F0AEE}"/>
                  </a:ext>
                </a:extLst>
              </p:cNvPr>
              <p:cNvPicPr/>
              <p:nvPr/>
            </p:nvPicPr>
            <p:blipFill>
              <a:blip r:embed="rId23"/>
              <a:stretch>
                <a:fillRect/>
              </a:stretch>
            </p:blipFill>
            <p:spPr>
              <a:xfrm>
                <a:off x="2974345" y="4729385"/>
                <a:ext cx="36000" cy="3600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5" name="墨迹 4">
                <a:extLst>
                  <a:ext uri="{FF2B5EF4-FFF2-40B4-BE49-F238E27FC236}">
                    <a16:creationId xmlns:a16="http://schemas.microsoft.com/office/drawing/2014/main" id="{4B15D4CF-9AA1-180E-DBE4-01CC3FB16C60}"/>
                  </a:ext>
                </a:extLst>
              </p14:cNvPr>
              <p14:cNvContentPartPr/>
              <p14:nvPr/>
            </p14:nvContentPartPr>
            <p14:xfrm>
              <a:off x="7360945" y="6356225"/>
              <a:ext cx="238680" cy="192960"/>
            </p14:xfrm>
          </p:contentPart>
        </mc:Choice>
        <mc:Fallback xmlns="">
          <p:pic>
            <p:nvPicPr>
              <p:cNvPr id="5" name="墨迹 4">
                <a:extLst>
                  <a:ext uri="{FF2B5EF4-FFF2-40B4-BE49-F238E27FC236}">
                    <a16:creationId xmlns:a16="http://schemas.microsoft.com/office/drawing/2014/main" id="{4B15D4CF-9AA1-180E-DBE4-01CC3FB16C60}"/>
                  </a:ext>
                </a:extLst>
              </p:cNvPr>
              <p:cNvPicPr/>
              <p:nvPr/>
            </p:nvPicPr>
            <p:blipFill>
              <a:blip r:embed="rId25"/>
              <a:stretch>
                <a:fillRect/>
              </a:stretch>
            </p:blipFill>
            <p:spPr>
              <a:xfrm>
                <a:off x="7343305" y="6338225"/>
                <a:ext cx="274320" cy="22860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6" name="墨迹 5">
                <a:extLst>
                  <a:ext uri="{FF2B5EF4-FFF2-40B4-BE49-F238E27FC236}">
                    <a16:creationId xmlns:a16="http://schemas.microsoft.com/office/drawing/2014/main" id="{7BA162D6-986F-E55E-F525-18D04D77A96A}"/>
                  </a:ext>
                </a:extLst>
              </p14:cNvPr>
              <p14:cNvContentPartPr/>
              <p14:nvPr/>
            </p14:nvContentPartPr>
            <p14:xfrm>
              <a:off x="3842305" y="4581065"/>
              <a:ext cx="154080" cy="144000"/>
            </p14:xfrm>
          </p:contentPart>
        </mc:Choice>
        <mc:Fallback xmlns="">
          <p:pic>
            <p:nvPicPr>
              <p:cNvPr id="6" name="墨迹 5">
                <a:extLst>
                  <a:ext uri="{FF2B5EF4-FFF2-40B4-BE49-F238E27FC236}">
                    <a16:creationId xmlns:a16="http://schemas.microsoft.com/office/drawing/2014/main" id="{7BA162D6-986F-E55E-F525-18D04D77A96A}"/>
                  </a:ext>
                </a:extLst>
              </p:cNvPr>
              <p:cNvPicPr/>
              <p:nvPr/>
            </p:nvPicPr>
            <p:blipFill>
              <a:blip r:embed="rId27"/>
              <a:stretch>
                <a:fillRect/>
              </a:stretch>
            </p:blipFill>
            <p:spPr>
              <a:xfrm>
                <a:off x="3824305" y="4563065"/>
                <a:ext cx="189720" cy="179640"/>
              </a:xfrm>
              <a:prstGeom prst="rect">
                <a:avLst/>
              </a:prstGeom>
            </p:spPr>
          </p:pic>
        </mc:Fallback>
      </mc:AlternateContent>
    </p:spTree>
  </p:cSld>
  <p:clrMapOvr>
    <a:masterClrMapping/>
  </p:clrMapOvr>
  <p:transition/>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3" name="文本框 62465"/>
          <p:cNvSpPr txBox="1"/>
          <p:nvPr/>
        </p:nvSpPr>
        <p:spPr>
          <a:xfrm>
            <a:off x="304800" y="685800"/>
            <a:ext cx="8382000" cy="4668838"/>
          </a:xfrm>
          <a:prstGeom prst="rect">
            <a:avLst/>
          </a:prstGeom>
          <a:noFill/>
          <a:ln w="9525">
            <a:noFill/>
          </a:ln>
        </p:spPr>
        <p:txBody>
          <a:bodyPr anchor="t" anchorCtr="0">
            <a:spAutoFit/>
          </a:bodyPr>
          <a:lstStyle/>
          <a:p>
            <a:pPr>
              <a:spcBef>
                <a:spcPct val="20000"/>
              </a:spcBef>
            </a:pPr>
            <a:r>
              <a:rPr lang="zh-CN" altLang="en-US" sz="2400" b="1">
                <a:latin typeface="宋体" panose="02010600030101010101" pitchFamily="2" charset="-122"/>
                <a:ea typeface="宋体" panose="02010600030101010101" pitchFamily="2" charset="-122"/>
              </a:rPr>
              <a:t>物理说明</a:t>
            </a:r>
            <a:r>
              <a:rPr lang="en-US" altLang="zh-CN" sz="2400" b="1">
                <a:latin typeface="宋体" panose="02010600030101010101" pitchFamily="2" charset="-122"/>
                <a:ea typeface="宋体" panose="02010600030101010101" pitchFamily="2" charset="-122"/>
              </a:rPr>
              <a:t>: </a:t>
            </a:r>
            <a:r>
              <a:rPr lang="zh-CN" altLang="en-US" sz="2400" b="1">
                <a:latin typeface="宋体" panose="02010600030101010101" pitchFamily="2" charset="-122"/>
                <a:ea typeface="宋体" panose="02010600030101010101" pitchFamily="2" charset="-122"/>
              </a:rPr>
              <a:t>若                </a:t>
            </a:r>
            <a:r>
              <a:rPr lang="en-US" altLang="zh-CN" sz="2400" b="1">
                <a:latin typeface="宋体" panose="02010600030101010101" pitchFamily="2" charset="-122"/>
                <a:ea typeface="宋体" panose="02010600030101010101" pitchFamily="2" charset="-122"/>
              </a:rPr>
              <a:t>(</a:t>
            </a:r>
            <a:r>
              <a:rPr lang="zh-CN" altLang="en-US" sz="2400" b="1">
                <a:latin typeface="宋体" panose="02010600030101010101" pitchFamily="2" charset="-122"/>
                <a:ea typeface="宋体" panose="02010600030101010101" pitchFamily="2" charset="-122"/>
              </a:rPr>
              <a:t>语音信号处理中常用该指数   </a:t>
            </a:r>
          </a:p>
          <a:p>
            <a:pPr>
              <a:spcBef>
                <a:spcPct val="20000"/>
              </a:spcBef>
            </a:pPr>
            <a:r>
              <a:rPr lang="zh-CN" altLang="en-US" sz="2400" b="1">
                <a:latin typeface="宋体" panose="02010600030101010101" pitchFamily="2" charset="-122"/>
                <a:ea typeface="宋体" panose="02010600030101010101" pitchFamily="2" charset="-122"/>
              </a:rPr>
              <a:t>          函数展宽单音信号的频谱</a:t>
            </a:r>
            <a:r>
              <a:rPr lang="en-US" altLang="zh-CN" sz="2400" b="1">
                <a:latin typeface="宋体" panose="02010600030101010101" pitchFamily="2" charset="-122"/>
                <a:ea typeface="宋体" panose="02010600030101010101" pitchFamily="2" charset="-122"/>
              </a:rPr>
              <a:t>) ,</a:t>
            </a:r>
            <a:r>
              <a:rPr lang="zh-CN" altLang="en-US" sz="2400" b="1">
                <a:latin typeface="宋体" panose="02010600030101010101" pitchFamily="2" charset="-122"/>
                <a:ea typeface="宋体" panose="02010600030101010101" pitchFamily="2" charset="-122"/>
              </a:rPr>
              <a:t>该信号</a:t>
            </a:r>
            <a:r>
              <a:rPr lang="en-US" altLang="zh-CN" sz="2400" b="1">
                <a:latin typeface="Times New Roman" panose="02020603050405020304" pitchFamily="2" charset="0"/>
                <a:ea typeface="宋体" panose="02010600030101010101" pitchFamily="2" charset="-122"/>
              </a:rPr>
              <a:t>3db</a:t>
            </a:r>
            <a:r>
              <a:rPr lang="zh-CN" altLang="en-US" sz="2400" b="1">
                <a:latin typeface="宋体" panose="02010600030101010101" pitchFamily="2" charset="-122"/>
                <a:ea typeface="宋体" panose="02010600030101010101" pitchFamily="2" charset="-122"/>
              </a:rPr>
              <a:t>带宽</a:t>
            </a:r>
          </a:p>
          <a:p>
            <a:pPr>
              <a:spcBef>
                <a:spcPct val="20000"/>
              </a:spcBef>
            </a:pPr>
            <a:r>
              <a:rPr lang="zh-CN" altLang="en-US" sz="2400" b="1">
                <a:latin typeface="宋体" panose="02010600030101010101" pitchFamily="2" charset="-122"/>
                <a:ea typeface="宋体" panose="02010600030101010101" pitchFamily="2" charset="-122"/>
              </a:rPr>
              <a:t>                    </a:t>
            </a:r>
            <a:r>
              <a:rPr lang="en-US" altLang="zh-CN" sz="2400" b="1">
                <a:latin typeface="宋体" panose="02010600030101010101" pitchFamily="2" charset="-122"/>
                <a:ea typeface="宋体" panose="02010600030101010101" pitchFamily="2" charset="-122"/>
              </a:rPr>
              <a:t>(</a:t>
            </a:r>
            <a:r>
              <a:rPr lang="zh-CN" altLang="en-US" sz="2400" b="1">
                <a:latin typeface="宋体" panose="02010600030101010101" pitchFamily="2" charset="-122"/>
                <a:ea typeface="宋体" panose="02010600030101010101" pitchFamily="2" charset="-122"/>
              </a:rPr>
              <a:t>或                     </a:t>
            </a:r>
            <a:r>
              <a:rPr lang="en-US" altLang="zh-CN" sz="2400" b="1">
                <a:latin typeface="宋体" panose="02010600030101010101" pitchFamily="2" charset="-122"/>
                <a:ea typeface="宋体" panose="02010600030101010101" pitchFamily="2" charset="-122"/>
              </a:rPr>
              <a:t>)</a:t>
            </a:r>
            <a:r>
              <a:rPr lang="zh-CN" altLang="en-US" sz="2400" b="1">
                <a:latin typeface="宋体" panose="02010600030101010101" pitchFamily="2" charset="-122"/>
                <a:ea typeface="宋体" panose="02010600030101010101" pitchFamily="2" charset="-122"/>
              </a:rPr>
              <a:t>。具体求</a:t>
            </a:r>
          </a:p>
          <a:p>
            <a:pPr>
              <a:spcBef>
                <a:spcPct val="20000"/>
              </a:spcBef>
            </a:pPr>
            <a:r>
              <a:rPr lang="zh-CN" altLang="en-US" sz="2400" b="1">
                <a:latin typeface="宋体" panose="02010600030101010101" pitchFamily="2" charset="-122"/>
                <a:ea typeface="宋体" panose="02010600030101010101" pitchFamily="2" charset="-122"/>
              </a:rPr>
              <a:t>          解过程如下：</a:t>
            </a:r>
          </a:p>
          <a:p>
            <a:pPr>
              <a:spcBef>
                <a:spcPct val="80000"/>
              </a:spcBef>
            </a:pPr>
            <a:r>
              <a:rPr lang="zh-CN" altLang="en-US" sz="2400" b="1">
                <a:latin typeface="宋体" panose="02010600030101010101" pitchFamily="2" charset="-122"/>
                <a:ea typeface="宋体" panose="02010600030101010101" pitchFamily="2" charset="-122"/>
              </a:rPr>
              <a:t>             令                  </a:t>
            </a:r>
          </a:p>
          <a:p>
            <a:pPr>
              <a:spcBef>
                <a:spcPct val="20000"/>
              </a:spcBef>
            </a:pPr>
            <a:endParaRPr lang="zh-CN" altLang="en-US" sz="2400" b="1">
              <a:latin typeface="宋体" panose="02010600030101010101" pitchFamily="2" charset="-122"/>
              <a:ea typeface="宋体" panose="02010600030101010101" pitchFamily="2" charset="-122"/>
            </a:endParaRPr>
          </a:p>
          <a:p>
            <a:pPr>
              <a:spcBef>
                <a:spcPct val="20000"/>
              </a:spcBef>
            </a:pPr>
            <a:r>
              <a:rPr lang="zh-CN" altLang="en-US" sz="2400" b="1">
                <a:latin typeface="宋体" panose="02010600030101010101" pitchFamily="2" charset="-122"/>
                <a:ea typeface="宋体" panose="02010600030101010101" pitchFamily="2" charset="-122"/>
              </a:rPr>
              <a:t>             即</a:t>
            </a:r>
          </a:p>
          <a:p>
            <a:pPr>
              <a:spcBef>
                <a:spcPct val="20000"/>
              </a:spcBef>
            </a:pPr>
            <a:endParaRPr lang="zh-CN" altLang="en-US" sz="2400" b="1">
              <a:latin typeface="宋体" panose="02010600030101010101" pitchFamily="2" charset="-122"/>
              <a:ea typeface="宋体" panose="02010600030101010101" pitchFamily="2" charset="-122"/>
            </a:endParaRPr>
          </a:p>
          <a:p>
            <a:pPr>
              <a:spcBef>
                <a:spcPct val="20000"/>
              </a:spcBef>
            </a:pPr>
            <a:r>
              <a:rPr lang="zh-CN" altLang="en-US" sz="2400" b="1">
                <a:latin typeface="宋体" panose="02010600030101010101" pitchFamily="2" charset="-122"/>
                <a:ea typeface="宋体" panose="02010600030101010101" pitchFamily="2" charset="-122"/>
              </a:rPr>
              <a:t>             可解出</a:t>
            </a:r>
          </a:p>
          <a:p>
            <a:pPr>
              <a:spcBef>
                <a:spcPct val="20000"/>
              </a:spcBef>
            </a:pPr>
            <a:endParaRPr lang="zh-CN" altLang="en-US" sz="2400" b="1">
              <a:latin typeface="宋体" panose="02010600030101010101" pitchFamily="2" charset="-122"/>
              <a:ea typeface="宋体" panose="02010600030101010101" pitchFamily="2" charset="-122"/>
            </a:endParaRPr>
          </a:p>
        </p:txBody>
      </p:sp>
      <p:graphicFrame>
        <p:nvGraphicFramePr>
          <p:cNvPr id="131074" name="对象 62466"/>
          <p:cNvGraphicFramePr>
            <a:graphicFrameLocks noChangeAspect="1"/>
          </p:cNvGraphicFramePr>
          <p:nvPr/>
        </p:nvGraphicFramePr>
        <p:xfrm>
          <a:off x="2286000" y="735013"/>
          <a:ext cx="2362200" cy="428625"/>
        </p:xfrm>
        <a:graphic>
          <a:graphicData uri="http://schemas.openxmlformats.org/presentationml/2006/ole">
            <mc:AlternateContent xmlns:mc="http://schemas.openxmlformats.org/markup-compatibility/2006">
              <mc:Choice xmlns:v="urn:schemas-microsoft-com:vml" Requires="v">
                <p:oleObj r:id="rId2" imgW="1296035" imgH="228600" progId="Equation.3">
                  <p:embed/>
                </p:oleObj>
              </mc:Choice>
              <mc:Fallback>
                <p:oleObj r:id="rId2" imgW="1296035" imgH="228600" progId="Equation.3">
                  <p:embed/>
                  <p:pic>
                    <p:nvPicPr>
                      <p:cNvPr id="0" name="图片 3598"/>
                      <p:cNvPicPr/>
                      <p:nvPr/>
                    </p:nvPicPr>
                    <p:blipFill>
                      <a:blip r:embed="rId3"/>
                      <a:stretch>
                        <a:fillRect/>
                      </a:stretch>
                    </p:blipFill>
                    <p:spPr>
                      <a:xfrm>
                        <a:off x="2286000" y="735013"/>
                        <a:ext cx="2362200" cy="428625"/>
                      </a:xfrm>
                      <a:prstGeom prst="rect">
                        <a:avLst/>
                      </a:prstGeom>
                      <a:noFill/>
                      <a:ln w="38100">
                        <a:noFill/>
                        <a:miter/>
                      </a:ln>
                    </p:spPr>
                  </p:pic>
                </p:oleObj>
              </mc:Fallback>
            </mc:AlternateContent>
          </a:graphicData>
        </a:graphic>
      </p:graphicFrame>
      <p:graphicFrame>
        <p:nvGraphicFramePr>
          <p:cNvPr id="131075" name="对象 62467"/>
          <p:cNvGraphicFramePr>
            <a:graphicFrameLocks noChangeAspect="1"/>
          </p:cNvGraphicFramePr>
          <p:nvPr/>
        </p:nvGraphicFramePr>
        <p:xfrm>
          <a:off x="1981200" y="1676400"/>
          <a:ext cx="1371600" cy="392113"/>
        </p:xfrm>
        <a:graphic>
          <a:graphicData uri="http://schemas.openxmlformats.org/presentationml/2006/ole">
            <mc:AlternateContent xmlns:mc="http://schemas.openxmlformats.org/markup-compatibility/2006">
              <mc:Choice xmlns:v="urn:schemas-microsoft-com:vml" Requires="v">
                <p:oleObj r:id="rId4" imgW="748665" imgH="203200" progId="Equation.3">
                  <p:embed/>
                </p:oleObj>
              </mc:Choice>
              <mc:Fallback>
                <p:oleObj r:id="rId4" imgW="748665" imgH="203200" progId="Equation.3">
                  <p:embed/>
                  <p:pic>
                    <p:nvPicPr>
                      <p:cNvPr id="0" name="图片 3604"/>
                      <p:cNvPicPr/>
                      <p:nvPr/>
                    </p:nvPicPr>
                    <p:blipFill>
                      <a:blip r:embed="rId5"/>
                      <a:stretch>
                        <a:fillRect/>
                      </a:stretch>
                    </p:blipFill>
                    <p:spPr>
                      <a:xfrm>
                        <a:off x="1981200" y="1676400"/>
                        <a:ext cx="1371600" cy="392113"/>
                      </a:xfrm>
                      <a:prstGeom prst="rect">
                        <a:avLst/>
                      </a:prstGeom>
                      <a:noFill/>
                      <a:ln w="38100">
                        <a:noFill/>
                        <a:miter/>
                      </a:ln>
                    </p:spPr>
                  </p:pic>
                </p:oleObj>
              </mc:Fallback>
            </mc:AlternateContent>
          </a:graphicData>
        </a:graphic>
      </p:graphicFrame>
      <p:graphicFrame>
        <p:nvGraphicFramePr>
          <p:cNvPr id="131076" name="对象 62468"/>
          <p:cNvGraphicFramePr>
            <a:graphicFrameLocks noChangeAspect="1"/>
          </p:cNvGraphicFramePr>
          <p:nvPr/>
        </p:nvGraphicFramePr>
        <p:xfrm>
          <a:off x="3986213" y="1447800"/>
          <a:ext cx="3078162" cy="731838"/>
        </p:xfrm>
        <a:graphic>
          <a:graphicData uri="http://schemas.openxmlformats.org/presentationml/2006/ole">
            <mc:AlternateContent xmlns:mc="http://schemas.openxmlformats.org/markup-compatibility/2006">
              <mc:Choice xmlns:v="urn:schemas-microsoft-com:vml" Requires="v">
                <p:oleObj r:id="rId6" imgW="1472565" imgH="393700" progId="Equation.3">
                  <p:embed/>
                </p:oleObj>
              </mc:Choice>
              <mc:Fallback>
                <p:oleObj r:id="rId6" imgW="1472565" imgH="393700" progId="Equation.3">
                  <p:embed/>
                  <p:pic>
                    <p:nvPicPr>
                      <p:cNvPr id="0" name="图片 3595"/>
                      <p:cNvPicPr/>
                      <p:nvPr/>
                    </p:nvPicPr>
                    <p:blipFill>
                      <a:blip r:embed="rId7"/>
                      <a:stretch>
                        <a:fillRect/>
                      </a:stretch>
                    </p:blipFill>
                    <p:spPr>
                      <a:xfrm>
                        <a:off x="3986213" y="1447800"/>
                        <a:ext cx="3078162" cy="731838"/>
                      </a:xfrm>
                      <a:prstGeom prst="rect">
                        <a:avLst/>
                      </a:prstGeom>
                      <a:noFill/>
                      <a:ln w="38100">
                        <a:noFill/>
                        <a:miter/>
                      </a:ln>
                    </p:spPr>
                  </p:pic>
                </p:oleObj>
              </mc:Fallback>
            </mc:AlternateContent>
          </a:graphicData>
        </a:graphic>
      </p:graphicFrame>
      <p:graphicFrame>
        <p:nvGraphicFramePr>
          <p:cNvPr id="131077" name="对象 62469"/>
          <p:cNvGraphicFramePr>
            <a:graphicFrameLocks noChangeAspect="1"/>
          </p:cNvGraphicFramePr>
          <p:nvPr/>
        </p:nvGraphicFramePr>
        <p:xfrm>
          <a:off x="3124200" y="2466975"/>
          <a:ext cx="2819400" cy="869950"/>
        </p:xfrm>
        <a:graphic>
          <a:graphicData uri="http://schemas.openxmlformats.org/presentationml/2006/ole">
            <mc:AlternateContent xmlns:mc="http://schemas.openxmlformats.org/markup-compatibility/2006">
              <mc:Choice xmlns:v="urn:schemas-microsoft-com:vml" Requires="v">
                <p:oleObj r:id="rId8" imgW="1372235" imgH="419100" progId="Equation.3">
                  <p:embed/>
                </p:oleObj>
              </mc:Choice>
              <mc:Fallback>
                <p:oleObj r:id="rId8" imgW="1372235" imgH="419100" progId="Equation.3">
                  <p:embed/>
                  <p:pic>
                    <p:nvPicPr>
                      <p:cNvPr id="0" name="图片 3608"/>
                      <p:cNvPicPr/>
                      <p:nvPr/>
                    </p:nvPicPr>
                    <p:blipFill>
                      <a:blip r:embed="rId9"/>
                      <a:stretch>
                        <a:fillRect/>
                      </a:stretch>
                    </p:blipFill>
                    <p:spPr>
                      <a:xfrm>
                        <a:off x="3124200" y="2466975"/>
                        <a:ext cx="2819400" cy="869950"/>
                      </a:xfrm>
                      <a:prstGeom prst="rect">
                        <a:avLst/>
                      </a:prstGeom>
                      <a:noFill/>
                      <a:ln w="38100">
                        <a:noFill/>
                        <a:miter/>
                      </a:ln>
                    </p:spPr>
                  </p:pic>
                </p:oleObj>
              </mc:Fallback>
            </mc:AlternateContent>
          </a:graphicData>
        </a:graphic>
      </p:graphicFrame>
      <p:graphicFrame>
        <p:nvGraphicFramePr>
          <p:cNvPr id="131078" name="对象 62470"/>
          <p:cNvGraphicFramePr>
            <a:graphicFrameLocks noChangeAspect="1"/>
          </p:cNvGraphicFramePr>
          <p:nvPr/>
        </p:nvGraphicFramePr>
        <p:xfrm>
          <a:off x="3124200" y="3322638"/>
          <a:ext cx="4267200" cy="857250"/>
        </p:xfrm>
        <a:graphic>
          <a:graphicData uri="http://schemas.openxmlformats.org/presentationml/2006/ole">
            <mc:AlternateContent xmlns:mc="http://schemas.openxmlformats.org/markup-compatibility/2006">
              <mc:Choice xmlns:v="urn:schemas-microsoft-com:vml" Requires="v">
                <p:oleObj r:id="rId10" imgW="1943100" imgH="469900" progId="Equation.3">
                  <p:embed/>
                </p:oleObj>
              </mc:Choice>
              <mc:Fallback>
                <p:oleObj r:id="rId10" imgW="1943100" imgH="469900" progId="Equation.3">
                  <p:embed/>
                  <p:pic>
                    <p:nvPicPr>
                      <p:cNvPr id="0" name="图片 3600"/>
                      <p:cNvPicPr/>
                      <p:nvPr/>
                    </p:nvPicPr>
                    <p:blipFill>
                      <a:blip r:embed="rId11"/>
                      <a:stretch>
                        <a:fillRect/>
                      </a:stretch>
                    </p:blipFill>
                    <p:spPr>
                      <a:xfrm>
                        <a:off x="3124200" y="3322638"/>
                        <a:ext cx="4267200" cy="857250"/>
                      </a:xfrm>
                      <a:prstGeom prst="rect">
                        <a:avLst/>
                      </a:prstGeom>
                      <a:noFill/>
                      <a:ln w="38100">
                        <a:noFill/>
                        <a:miter/>
                      </a:ln>
                    </p:spPr>
                  </p:pic>
                </p:oleObj>
              </mc:Fallback>
            </mc:AlternateContent>
          </a:graphicData>
        </a:graphic>
      </p:graphicFrame>
      <p:graphicFrame>
        <p:nvGraphicFramePr>
          <p:cNvPr id="131079" name="对象 62471"/>
          <p:cNvGraphicFramePr>
            <a:graphicFrameLocks noChangeAspect="1"/>
          </p:cNvGraphicFramePr>
          <p:nvPr/>
        </p:nvGraphicFramePr>
        <p:xfrm>
          <a:off x="3452813" y="4402138"/>
          <a:ext cx="2236787" cy="487362"/>
        </p:xfrm>
        <a:graphic>
          <a:graphicData uri="http://schemas.openxmlformats.org/presentationml/2006/ole">
            <mc:AlternateContent xmlns:mc="http://schemas.openxmlformats.org/markup-compatibility/2006">
              <mc:Choice xmlns:v="urn:schemas-microsoft-com:vml" Requires="v">
                <p:oleObj r:id="rId12" imgW="1155700" imgH="241300" progId="Equation.3">
                  <p:embed/>
                </p:oleObj>
              </mc:Choice>
              <mc:Fallback>
                <p:oleObj r:id="rId12" imgW="1155700" imgH="241300" progId="Equation.3">
                  <p:embed/>
                  <p:pic>
                    <p:nvPicPr>
                      <p:cNvPr id="0" name="图片 3603"/>
                      <p:cNvPicPr/>
                      <p:nvPr/>
                    </p:nvPicPr>
                    <p:blipFill>
                      <a:blip r:embed="rId13"/>
                      <a:stretch>
                        <a:fillRect/>
                      </a:stretch>
                    </p:blipFill>
                    <p:spPr>
                      <a:xfrm>
                        <a:off x="3452813" y="4402138"/>
                        <a:ext cx="2236787" cy="487362"/>
                      </a:xfrm>
                      <a:prstGeom prst="rect">
                        <a:avLst/>
                      </a:prstGeom>
                      <a:noFill/>
                      <a:ln w="38100">
                        <a:noFill/>
                        <a:miter/>
                      </a:ln>
                    </p:spPr>
                  </p:pic>
                </p:oleObj>
              </mc:Fallback>
            </mc:AlternateContent>
          </a:graphicData>
        </a:graphic>
      </p:graphicFrame>
      <p:graphicFrame>
        <p:nvGraphicFramePr>
          <p:cNvPr id="131080" name="对象 62472"/>
          <p:cNvGraphicFramePr>
            <a:graphicFrameLocks noChangeAspect="1"/>
          </p:cNvGraphicFramePr>
          <p:nvPr/>
        </p:nvGraphicFramePr>
        <p:xfrm>
          <a:off x="5867400" y="4246563"/>
          <a:ext cx="2819400" cy="782637"/>
        </p:xfrm>
        <a:graphic>
          <a:graphicData uri="http://schemas.openxmlformats.org/presentationml/2006/ole">
            <mc:AlternateContent xmlns:mc="http://schemas.openxmlformats.org/markup-compatibility/2006">
              <mc:Choice xmlns:v="urn:schemas-microsoft-com:vml" Requires="v">
                <p:oleObj r:id="rId14" imgW="1435100" imgH="393700" progId="Equation.3">
                  <p:embed/>
                </p:oleObj>
              </mc:Choice>
              <mc:Fallback>
                <p:oleObj r:id="rId14" imgW="1435100" imgH="393700" progId="Equation.3">
                  <p:embed/>
                  <p:pic>
                    <p:nvPicPr>
                      <p:cNvPr id="0" name="图片 3596"/>
                      <p:cNvPicPr/>
                      <p:nvPr/>
                    </p:nvPicPr>
                    <p:blipFill>
                      <a:blip r:embed="rId15"/>
                      <a:stretch>
                        <a:fillRect/>
                      </a:stretch>
                    </p:blipFill>
                    <p:spPr>
                      <a:xfrm>
                        <a:off x="5867400" y="4246563"/>
                        <a:ext cx="2819400" cy="782637"/>
                      </a:xfrm>
                      <a:prstGeom prst="rect">
                        <a:avLst/>
                      </a:prstGeom>
                      <a:noFill/>
                      <a:ln w="38100">
                        <a:noFill/>
                        <a:miter/>
                      </a:ln>
                    </p:spPr>
                  </p:pic>
                </p:oleObj>
              </mc:Fallback>
            </mc:AlternateContent>
          </a:graphicData>
        </a:graphic>
      </p:graphicFrame>
      <p:graphicFrame>
        <p:nvGraphicFramePr>
          <p:cNvPr id="131081" name="文本占位符 62473" descr="蓝色砂纸"/>
          <p:cNvGraphicFramePr>
            <a:graphicFrameLocks noGrp="1" noChangeAspect="1"/>
          </p:cNvGraphicFramePr>
          <p:nvPr/>
        </p:nvGraphicFramePr>
        <p:xfrm>
          <a:off x="508000" y="5232400"/>
          <a:ext cx="8382000" cy="1517650"/>
        </p:xfrm>
        <a:graphic>
          <a:graphicData uri="http://schemas.openxmlformats.org/presentationml/2006/ole">
            <mc:AlternateContent xmlns:mc="http://schemas.openxmlformats.org/markup-compatibility/2006">
              <mc:Choice xmlns:v="urn:schemas-microsoft-com:vml" Requires="v">
                <p:oleObj r:id="rId16" imgW="6007735" imgH="1164590" progId="Visio.Drawing.5">
                  <p:embed/>
                </p:oleObj>
              </mc:Choice>
              <mc:Fallback>
                <p:oleObj r:id="rId16" imgW="6007735" imgH="1164590" progId="Visio.Drawing.5">
                  <p:embed/>
                  <p:pic>
                    <p:nvPicPr>
                      <p:cNvPr id="0" name="图片 3597"/>
                      <p:cNvPicPr/>
                      <p:nvPr/>
                    </p:nvPicPr>
                    <p:blipFill>
                      <a:blip r:embed="rId17"/>
                      <a:stretch>
                        <a:fillRect/>
                      </a:stretch>
                    </p:blipFill>
                    <p:spPr>
                      <a:xfrm>
                        <a:off x="508000" y="5232400"/>
                        <a:ext cx="8382000" cy="1517650"/>
                      </a:xfrm>
                      <a:prstGeom prst="rect">
                        <a:avLst/>
                      </a:prstGeom>
                      <a:blipFill rotWithShape="0">
                        <a:blip r:embed="rId18"/>
                      </a:blipFill>
                      <a:ln w="38100">
                        <a:noFill/>
                        <a:miter/>
                      </a:ln>
                    </p:spPr>
                  </p:pic>
                </p:oleObj>
              </mc:Fallback>
            </mc:AlternateContent>
          </a:graphicData>
        </a:graphic>
      </p:graphicFrame>
    </p:spTree>
  </p:cSld>
  <p:clrMapOvr>
    <a:masterClrMapping/>
  </p:clrMapOvr>
  <p:transition/>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7" name="Rectangle 2"/>
          <p:cNvSpPr/>
          <p:nvPr/>
        </p:nvSpPr>
        <p:spPr>
          <a:xfrm>
            <a:off x="311150" y="836712"/>
            <a:ext cx="7793038" cy="814288"/>
          </a:xfrm>
          <a:prstGeom prst="rect">
            <a:avLst/>
          </a:prstGeom>
          <a:noFill/>
          <a:ln w="9525">
            <a:noFill/>
          </a:ln>
        </p:spPr>
        <p:txBody>
          <a:bodyPr anchor="b" anchorCtr="0"/>
          <a:lstStyle/>
          <a:p>
            <a:br>
              <a:rPr lang="zh-CN" altLang="en-US" sz="4400" dirty="0">
                <a:solidFill>
                  <a:schemeClr val="tx2"/>
                </a:solidFill>
                <a:latin typeface="Times New Roman" panose="02020603050405020304" pitchFamily="2" charset="0"/>
                <a:ea typeface="宋体" panose="02010600030101010101" pitchFamily="2" charset="-122"/>
              </a:rPr>
            </a:br>
            <a:r>
              <a:rPr lang="zh-CN" altLang="en-US" sz="4400" dirty="0">
                <a:latin typeface="Times New Roman" panose="02020603050405020304" pitchFamily="2" charset="0"/>
                <a:ea typeface="宋体" panose="02010600030101010101" pitchFamily="2" charset="-122"/>
              </a:rPr>
              <a:t>例：</a:t>
            </a:r>
            <a:r>
              <a:rPr lang="zh-CN" altLang="en-US" sz="3200" dirty="0">
                <a:latin typeface="Times New Roman" panose="02020603050405020304" pitchFamily="2" charset="0"/>
                <a:ea typeface="宋体" panose="02010600030101010101" pitchFamily="2" charset="-122"/>
              </a:rPr>
              <a:t>求信号</a:t>
            </a:r>
            <a:r>
              <a:rPr lang="en-US" altLang="zh-CN" sz="3200" i="1" dirty="0">
                <a:latin typeface="Times New Roman" panose="02020603050405020304" pitchFamily="2" charset="0"/>
                <a:ea typeface="宋体" panose="02010600030101010101" pitchFamily="2" charset="-122"/>
              </a:rPr>
              <a:t>x(n)=4[u(n)-u(n-3)]</a:t>
            </a:r>
            <a:r>
              <a:rPr lang="zh-CN" altLang="en-US" sz="3200" dirty="0">
                <a:latin typeface="Times New Roman" panose="02020603050405020304" pitchFamily="2" charset="0"/>
                <a:ea typeface="宋体" panose="02010600030101010101" pitchFamily="2" charset="-122"/>
              </a:rPr>
              <a:t>的</a:t>
            </a:r>
            <a:r>
              <a:rPr lang="en-US" altLang="zh-CN" sz="3200" dirty="0">
                <a:latin typeface="Times New Roman" panose="02020603050405020304" pitchFamily="2" charset="0"/>
                <a:ea typeface="宋体" panose="02010600030101010101" pitchFamily="2" charset="-122"/>
              </a:rPr>
              <a:t>DTFT</a:t>
            </a:r>
            <a:endParaRPr lang="zh-CN" altLang="en-US" sz="3200" dirty="0">
              <a:latin typeface="Times New Roman" panose="02020603050405020304" pitchFamily="2" charset="0"/>
              <a:ea typeface="宋体" panose="02010600030101010101" pitchFamily="2" charset="-122"/>
            </a:endParaRPr>
          </a:p>
        </p:txBody>
      </p:sp>
      <p:sp>
        <p:nvSpPr>
          <p:cNvPr id="132098" name="Rectangle 3"/>
          <p:cNvSpPr/>
          <p:nvPr/>
        </p:nvSpPr>
        <p:spPr>
          <a:xfrm>
            <a:off x="611188" y="1651000"/>
            <a:ext cx="7793037" cy="4022725"/>
          </a:xfrm>
          <a:prstGeom prst="rect">
            <a:avLst/>
          </a:prstGeom>
          <a:noFill/>
          <a:ln w="9525">
            <a:noFill/>
          </a:ln>
        </p:spPr>
        <p:txBody>
          <a:bodyPr lIns="90000" tIns="46800" rIns="90000" bIns="46800" anchor="t" anchorCtr="0">
            <a:spAutoFit/>
          </a:bodyPr>
          <a:lstStyle/>
          <a:p>
            <a:endParaRPr lang="zh-CN" altLang="en-US" sz="2800" dirty="0">
              <a:latin typeface="Times New Roman" panose="02020603050405020304" pitchFamily="2" charset="0"/>
              <a:ea typeface="宋体" panose="02010600030101010101" pitchFamily="2" charset="-122"/>
            </a:endParaRPr>
          </a:p>
          <a:p>
            <a:pPr>
              <a:lnSpc>
                <a:spcPct val="130000"/>
              </a:lnSpc>
              <a:buClr>
                <a:schemeClr val="hlink"/>
              </a:buClr>
              <a:buSzPct val="120000"/>
              <a:buFont typeface="Wingdings" panose="05000000000000000000" pitchFamily="2" charset="2"/>
            </a:pPr>
            <a:r>
              <a:rPr lang="zh-CN" altLang="en-US" sz="2800" dirty="0">
                <a:latin typeface="Times New Roman" panose="02020603050405020304" pitchFamily="2" charset="0"/>
                <a:ea typeface="宋体" panose="02010600030101010101" pitchFamily="2" charset="-122"/>
              </a:rPr>
              <a:t>解：当</a:t>
            </a:r>
            <a:r>
              <a:rPr lang="en-US" altLang="zh-CN" sz="2800" i="1" dirty="0">
                <a:latin typeface="Times New Roman" panose="02020603050405020304" pitchFamily="2" charset="0"/>
                <a:ea typeface="宋体" panose="02010600030101010101" pitchFamily="2" charset="-122"/>
              </a:rPr>
              <a:t>n&lt;0</a:t>
            </a:r>
            <a:r>
              <a:rPr lang="zh-CN" altLang="en-US" sz="2800" dirty="0">
                <a:latin typeface="Times New Roman" panose="02020603050405020304" pitchFamily="2" charset="0"/>
                <a:ea typeface="宋体" panose="02010600030101010101" pitchFamily="2" charset="-122"/>
              </a:rPr>
              <a:t>和         时，信号值都是</a:t>
            </a:r>
            <a:r>
              <a:rPr lang="en-US" altLang="zh-CN" sz="2800" dirty="0">
                <a:latin typeface="Times New Roman" panose="02020603050405020304" pitchFamily="2" charset="0"/>
                <a:ea typeface="宋体" panose="02010600030101010101" pitchFamily="2" charset="-122"/>
              </a:rPr>
              <a:t>0</a:t>
            </a:r>
            <a:r>
              <a:rPr lang="zh-CN" altLang="en-US" sz="2800" dirty="0">
                <a:latin typeface="Times New Roman" panose="02020603050405020304" pitchFamily="2" charset="0"/>
                <a:ea typeface="宋体" panose="02010600030101010101" pitchFamily="2" charset="-122"/>
              </a:rPr>
              <a:t>，根据  </a:t>
            </a:r>
            <a:r>
              <a:rPr lang="en-US" altLang="zh-CN" sz="2800" dirty="0">
                <a:latin typeface="Times New Roman" panose="02020603050405020304" pitchFamily="2" charset="0"/>
                <a:ea typeface="宋体" panose="02010600030101010101" pitchFamily="2" charset="-122"/>
              </a:rPr>
              <a:t>DTFT</a:t>
            </a:r>
            <a:r>
              <a:rPr lang="zh-CN" altLang="en-US" sz="2800" dirty="0">
                <a:latin typeface="Times New Roman" panose="02020603050405020304" pitchFamily="2" charset="0"/>
                <a:ea typeface="宋体" panose="02010600030101010101" pitchFamily="2" charset="-122"/>
              </a:rPr>
              <a:t>的定义</a:t>
            </a:r>
          </a:p>
          <a:p>
            <a:pPr>
              <a:lnSpc>
                <a:spcPct val="130000"/>
              </a:lnSpc>
              <a:buClr>
                <a:schemeClr val="hlink"/>
              </a:buClr>
              <a:buSzPct val="120000"/>
              <a:buFont typeface="Wingdings" panose="05000000000000000000" pitchFamily="2" charset="2"/>
            </a:pPr>
            <a:r>
              <a:rPr lang="zh-CN" altLang="en-US" sz="2800" dirty="0">
                <a:latin typeface="Times New Roman" panose="02020603050405020304" pitchFamily="2" charset="0"/>
                <a:ea typeface="宋体" panose="02010600030101010101" pitchFamily="2" charset="-122"/>
              </a:rPr>
              <a:t>可得：</a:t>
            </a:r>
          </a:p>
          <a:p>
            <a:pPr>
              <a:lnSpc>
                <a:spcPct val="130000"/>
              </a:lnSpc>
              <a:buClr>
                <a:schemeClr val="hlink"/>
              </a:buClr>
              <a:buSzPct val="120000"/>
              <a:buFont typeface="Wingdings" panose="05000000000000000000" pitchFamily="2" charset="2"/>
              <a:buChar char="n"/>
            </a:pPr>
            <a:endParaRPr lang="zh-CN" altLang="en-US" sz="2800" dirty="0">
              <a:solidFill>
                <a:srgbClr val="3366FF"/>
              </a:solidFill>
              <a:latin typeface="Times New Roman" panose="02020603050405020304" pitchFamily="2" charset="0"/>
              <a:ea typeface="宋体" panose="02010600030101010101" pitchFamily="2" charset="-122"/>
            </a:endParaRPr>
          </a:p>
          <a:p>
            <a:pPr>
              <a:buClr>
                <a:schemeClr val="hlink"/>
              </a:buClr>
              <a:buSzPct val="120000"/>
              <a:buFont typeface="Wingdings" panose="05000000000000000000" pitchFamily="2" charset="2"/>
              <a:buChar char="n"/>
            </a:pPr>
            <a:endParaRPr lang="zh-CN" altLang="en-US" sz="2800" dirty="0">
              <a:solidFill>
                <a:srgbClr val="3366FF"/>
              </a:solidFill>
              <a:latin typeface="Times New Roman" panose="02020603050405020304" pitchFamily="2" charset="0"/>
              <a:ea typeface="宋体" panose="02010600030101010101" pitchFamily="2" charset="-122"/>
            </a:endParaRPr>
          </a:p>
          <a:p>
            <a:pPr>
              <a:buClr>
                <a:schemeClr val="hlink"/>
              </a:buClr>
              <a:buSzPct val="120000"/>
              <a:buFont typeface="Wingdings" panose="05000000000000000000" pitchFamily="2" charset="2"/>
              <a:buChar char="n"/>
            </a:pPr>
            <a:endParaRPr lang="zh-CN" altLang="en-US" sz="2800" dirty="0">
              <a:solidFill>
                <a:srgbClr val="3366FF"/>
              </a:solidFill>
              <a:latin typeface="Times New Roman" panose="02020603050405020304" pitchFamily="2" charset="0"/>
              <a:ea typeface="宋体" panose="02010600030101010101" pitchFamily="2" charset="-122"/>
            </a:endParaRPr>
          </a:p>
          <a:p>
            <a:pPr>
              <a:buClr>
                <a:schemeClr val="hlink"/>
              </a:buClr>
              <a:buSzPct val="120000"/>
              <a:buFont typeface="Wingdings" panose="05000000000000000000" pitchFamily="2" charset="2"/>
              <a:buChar char="n"/>
            </a:pPr>
            <a:endParaRPr lang="zh-CN" altLang="en-US" sz="2800" dirty="0">
              <a:solidFill>
                <a:srgbClr val="3366FF"/>
              </a:solidFill>
              <a:latin typeface="Times New Roman" panose="02020603050405020304" pitchFamily="2" charset="0"/>
              <a:ea typeface="宋体" panose="02010600030101010101" pitchFamily="2" charset="-122"/>
            </a:endParaRPr>
          </a:p>
        </p:txBody>
      </p:sp>
      <p:graphicFrame>
        <p:nvGraphicFramePr>
          <p:cNvPr id="132099" name="对象 50180"/>
          <p:cNvGraphicFramePr>
            <a:graphicFrameLocks noChangeAspect="1"/>
          </p:cNvGraphicFramePr>
          <p:nvPr/>
        </p:nvGraphicFramePr>
        <p:xfrm>
          <a:off x="2724150" y="2492375"/>
          <a:ext cx="3529013" cy="1079500"/>
        </p:xfrm>
        <a:graphic>
          <a:graphicData uri="http://schemas.openxmlformats.org/presentationml/2006/ole">
            <mc:AlternateContent xmlns:mc="http://schemas.openxmlformats.org/markup-compatibility/2006">
              <mc:Choice xmlns:v="urn:schemas-microsoft-com:vml" Requires="v">
                <p:oleObj r:id="rId2" imgW="1430020" imgH="438150" progId="Equation.3">
                  <p:embed/>
                </p:oleObj>
              </mc:Choice>
              <mc:Fallback>
                <p:oleObj r:id="rId2" imgW="1430020" imgH="438150" progId="Equation.3">
                  <p:embed/>
                  <p:pic>
                    <p:nvPicPr>
                      <p:cNvPr id="0" name="图片 3609"/>
                      <p:cNvPicPr/>
                      <p:nvPr/>
                    </p:nvPicPr>
                    <p:blipFill>
                      <a:blip r:embed="rId3"/>
                      <a:stretch>
                        <a:fillRect/>
                      </a:stretch>
                    </p:blipFill>
                    <p:spPr>
                      <a:xfrm>
                        <a:off x="2724150" y="2492375"/>
                        <a:ext cx="3529013" cy="1079500"/>
                      </a:xfrm>
                      <a:prstGeom prst="rect">
                        <a:avLst/>
                      </a:prstGeom>
                      <a:noFill/>
                      <a:ln w="38100">
                        <a:noFill/>
                        <a:miter/>
                      </a:ln>
                    </p:spPr>
                  </p:pic>
                </p:oleObj>
              </mc:Fallback>
            </mc:AlternateContent>
          </a:graphicData>
        </a:graphic>
      </p:graphicFrame>
      <p:graphicFrame>
        <p:nvGraphicFramePr>
          <p:cNvPr id="132100" name="对象 50181"/>
          <p:cNvGraphicFramePr>
            <a:graphicFrameLocks noChangeAspect="1"/>
          </p:cNvGraphicFramePr>
          <p:nvPr/>
        </p:nvGraphicFramePr>
        <p:xfrm>
          <a:off x="2627313" y="2205038"/>
          <a:ext cx="852487" cy="442912"/>
        </p:xfrm>
        <a:graphic>
          <a:graphicData uri="http://schemas.openxmlformats.org/presentationml/2006/ole">
            <mc:AlternateContent xmlns:mc="http://schemas.openxmlformats.org/markup-compatibility/2006">
              <mc:Choice xmlns:v="urn:schemas-microsoft-com:vml" Requires="v">
                <p:oleObj r:id="rId4" imgW="352425" imgH="182880" progId="Equation.3">
                  <p:embed/>
                </p:oleObj>
              </mc:Choice>
              <mc:Fallback>
                <p:oleObj r:id="rId4" imgW="352425" imgH="182880" progId="Equation.3">
                  <p:embed/>
                  <p:pic>
                    <p:nvPicPr>
                      <p:cNvPr id="0" name="图片 3593"/>
                      <p:cNvPicPr/>
                      <p:nvPr/>
                    </p:nvPicPr>
                    <p:blipFill>
                      <a:blip r:embed="rId5"/>
                      <a:stretch>
                        <a:fillRect/>
                      </a:stretch>
                    </p:blipFill>
                    <p:spPr>
                      <a:xfrm>
                        <a:off x="2627313" y="2205038"/>
                        <a:ext cx="852487" cy="442912"/>
                      </a:xfrm>
                      <a:prstGeom prst="rect">
                        <a:avLst/>
                      </a:prstGeom>
                      <a:noFill/>
                      <a:ln w="38100">
                        <a:noFill/>
                        <a:miter/>
                      </a:ln>
                    </p:spPr>
                  </p:pic>
                </p:oleObj>
              </mc:Fallback>
            </mc:AlternateContent>
          </a:graphicData>
        </a:graphic>
      </p:graphicFrame>
      <p:graphicFrame>
        <p:nvGraphicFramePr>
          <p:cNvPr id="132101" name="对象 50182"/>
          <p:cNvGraphicFramePr>
            <a:graphicFrameLocks noChangeAspect="1"/>
          </p:cNvGraphicFramePr>
          <p:nvPr/>
        </p:nvGraphicFramePr>
        <p:xfrm>
          <a:off x="311150" y="3930650"/>
          <a:ext cx="7851775" cy="1587500"/>
        </p:xfrm>
        <a:graphic>
          <a:graphicData uri="http://schemas.openxmlformats.org/presentationml/2006/ole">
            <mc:AlternateContent xmlns:mc="http://schemas.openxmlformats.org/markup-compatibility/2006">
              <mc:Choice xmlns:v="urn:schemas-microsoft-com:vml" Requires="v">
                <p:oleObj r:id="rId6" imgW="3135630" imgH="635000" progId="Equation.3">
                  <p:embed/>
                </p:oleObj>
              </mc:Choice>
              <mc:Fallback>
                <p:oleObj r:id="rId6" imgW="3135630" imgH="635000" progId="Equation.3">
                  <p:embed/>
                  <p:pic>
                    <p:nvPicPr>
                      <p:cNvPr id="0" name="图片 3594"/>
                      <p:cNvPicPr/>
                      <p:nvPr/>
                    </p:nvPicPr>
                    <p:blipFill>
                      <a:blip r:embed="rId7"/>
                      <a:stretch>
                        <a:fillRect/>
                      </a:stretch>
                    </p:blipFill>
                    <p:spPr>
                      <a:xfrm>
                        <a:off x="311150" y="3930650"/>
                        <a:ext cx="7851775" cy="1587500"/>
                      </a:xfrm>
                      <a:prstGeom prst="rect">
                        <a:avLst/>
                      </a:prstGeom>
                      <a:noFill/>
                      <a:ln w="38100">
                        <a:noFill/>
                        <a:miter/>
                      </a:ln>
                    </p:spPr>
                  </p:pic>
                </p:oleObj>
              </mc:Fallback>
            </mc:AlternateContent>
          </a:graphicData>
        </a:graphic>
      </p:graphicFrame>
      <p:pic>
        <p:nvPicPr>
          <p:cNvPr id="50184" name="Picture 10" descr="序列的频谱"/>
          <p:cNvPicPr>
            <a:picLocks noChangeAspect="1"/>
          </p:cNvPicPr>
          <p:nvPr/>
        </p:nvPicPr>
        <p:blipFill>
          <a:blip r:embed="rId8"/>
          <a:stretch>
            <a:fillRect/>
          </a:stretch>
        </p:blipFill>
        <p:spPr>
          <a:xfrm>
            <a:off x="6323012" y="4724400"/>
            <a:ext cx="2209800" cy="1890524"/>
          </a:xfrm>
          <a:prstGeom prst="rect">
            <a:avLst/>
          </a:prstGeom>
          <a:noFill/>
          <a:ln w="9525">
            <a:noFill/>
          </a:ln>
        </p:spPr>
      </p:pic>
      <p:graphicFrame>
        <p:nvGraphicFramePr>
          <p:cNvPr id="132103" name="对象 112645">
            <a:hlinkClick r:id="" action="ppaction://ole?verb=0"/>
          </p:cNvPr>
          <p:cNvGraphicFramePr>
            <a:graphicFrameLocks noChangeAspect="1"/>
          </p:cNvGraphicFramePr>
          <p:nvPr/>
        </p:nvGraphicFramePr>
        <p:xfrm>
          <a:off x="539750" y="6021388"/>
          <a:ext cx="4683125" cy="760412"/>
        </p:xfrm>
        <a:graphic>
          <a:graphicData uri="http://schemas.openxmlformats.org/presentationml/2006/ole">
            <mc:AlternateContent xmlns:mc="http://schemas.openxmlformats.org/markup-compatibility/2006">
              <mc:Choice xmlns:v="urn:schemas-microsoft-com:vml" Requires="v">
                <p:oleObj r:id="rId9" imgW="2578100" imgH="419100" progId="Equation.3">
                  <p:embed/>
                </p:oleObj>
              </mc:Choice>
              <mc:Fallback>
                <p:oleObj r:id="rId9" imgW="2578100" imgH="419100" progId="Equation.3">
                  <p:embed/>
                  <p:pic>
                    <p:nvPicPr>
                      <p:cNvPr id="0" name="图片 3601"/>
                      <p:cNvPicPr/>
                      <p:nvPr/>
                    </p:nvPicPr>
                    <p:blipFill>
                      <a:blip r:embed="rId10"/>
                      <a:stretch>
                        <a:fillRect/>
                      </a:stretch>
                    </p:blipFill>
                    <p:spPr>
                      <a:xfrm>
                        <a:off x="539750" y="6021388"/>
                        <a:ext cx="4683125" cy="760412"/>
                      </a:xfrm>
                      <a:prstGeom prst="rect">
                        <a:avLst/>
                      </a:prstGeom>
                      <a:noFill/>
                      <a:ln w="38100">
                        <a:noFill/>
                        <a:miter/>
                      </a:ln>
                    </p:spPr>
                  </p:pic>
                </p:oleObj>
              </mc:Fallback>
            </mc:AlternateContent>
          </a:graphicData>
        </a:graphic>
      </p:graphicFrame>
      <mc:AlternateContent xmlns:mc="http://schemas.openxmlformats.org/markup-compatibility/2006" xmlns:p14="http://schemas.microsoft.com/office/powerpoint/2010/main">
        <mc:Choice Requires="p14">
          <p:contentPart p14:bwMode="auto" r:id="rId11">
            <p14:nvContentPartPr>
              <p14:cNvPr id="11" name="墨迹 10">
                <a:extLst>
                  <a:ext uri="{FF2B5EF4-FFF2-40B4-BE49-F238E27FC236}">
                    <a16:creationId xmlns:a16="http://schemas.microsoft.com/office/drawing/2014/main" id="{4B56799C-4BA0-3269-3A3F-E2A1F9588580}"/>
                  </a:ext>
                </a:extLst>
              </p14:cNvPr>
              <p14:cNvContentPartPr/>
              <p14:nvPr/>
            </p14:nvContentPartPr>
            <p14:xfrm>
              <a:off x="-1792055" y="581825"/>
              <a:ext cx="360" cy="360"/>
            </p14:xfrm>
          </p:contentPart>
        </mc:Choice>
        <mc:Fallback xmlns="">
          <p:pic>
            <p:nvPicPr>
              <p:cNvPr id="11" name="墨迹 10">
                <a:extLst>
                  <a:ext uri="{FF2B5EF4-FFF2-40B4-BE49-F238E27FC236}">
                    <a16:creationId xmlns:a16="http://schemas.microsoft.com/office/drawing/2014/main" id="{4B56799C-4BA0-3269-3A3F-E2A1F9588580}"/>
                  </a:ext>
                </a:extLst>
              </p:cNvPr>
              <p:cNvPicPr/>
              <p:nvPr/>
            </p:nvPicPr>
            <p:blipFill>
              <a:blip r:embed="rId12"/>
              <a:stretch>
                <a:fillRect/>
              </a:stretch>
            </p:blipFill>
            <p:spPr>
              <a:xfrm>
                <a:off x="-1810055" y="564185"/>
                <a:ext cx="36000" cy="36000"/>
              </a:xfrm>
              <a:prstGeom prst="rect">
                <a:avLst/>
              </a:prstGeom>
            </p:spPr>
          </p:pic>
        </mc:Fallback>
      </mc:AlternateContent>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50184"/>
                                        </p:tgtEl>
                                        <p:attrNameLst>
                                          <p:attrName>style.visibility</p:attrName>
                                        </p:attrNameLst>
                                      </p:cBhvr>
                                      <p:to>
                                        <p:strVal val="visible"/>
                                      </p:to>
                                    </p:set>
                                    <p:animEffect transition="in" filter="blinds(horizontal)">
                                      <p:cBhvr>
                                        <p:cTn id="7" dur="500"/>
                                        <p:tgtEl>
                                          <p:spTgt spid="5018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1" name="Rectangle 3"/>
          <p:cNvSpPr/>
          <p:nvPr/>
        </p:nvSpPr>
        <p:spPr>
          <a:xfrm>
            <a:off x="1150938" y="1422400"/>
            <a:ext cx="2108200" cy="523875"/>
          </a:xfrm>
          <a:prstGeom prst="rect">
            <a:avLst/>
          </a:prstGeom>
          <a:noFill/>
          <a:ln w="9525">
            <a:noFill/>
          </a:ln>
        </p:spPr>
        <p:txBody>
          <a:bodyPr wrap="square" lIns="90000" tIns="46800" rIns="90000" bIns="46800" anchor="t" anchorCtr="0">
            <a:spAutoFit/>
          </a:bodyPr>
          <a:lstStyle/>
          <a:p>
            <a:pPr>
              <a:buClr>
                <a:schemeClr val="hlink"/>
              </a:buClr>
              <a:buSzPct val="120000"/>
              <a:buFont typeface="Wingdings" panose="05000000000000000000" pitchFamily="2" charset="2"/>
              <a:buChar char="n"/>
            </a:pPr>
            <a:r>
              <a:rPr lang="zh-CN" altLang="en-US" sz="2800" b="1">
                <a:latin typeface="Times New Roman" panose="02020603050405020304" pitchFamily="2" charset="0"/>
                <a:ea typeface="宋体" panose="02010600030101010101" pitchFamily="2" charset="-122"/>
              </a:rPr>
              <a:t>周期性</a:t>
            </a:r>
            <a:endParaRPr lang="en-US" altLang="zh-CN" sz="2800" dirty="0">
              <a:solidFill>
                <a:srgbClr val="3366FF"/>
              </a:solidFill>
              <a:latin typeface="Times New Roman" panose="02020603050405020304" pitchFamily="2" charset="0"/>
              <a:ea typeface="黑体" panose="02010609060101010101" pitchFamily="2" charset="-122"/>
            </a:endParaRPr>
          </a:p>
        </p:txBody>
      </p:sp>
      <p:graphicFrame>
        <p:nvGraphicFramePr>
          <p:cNvPr id="133122" name="对象 52227"/>
          <p:cNvGraphicFramePr>
            <a:graphicFrameLocks noChangeAspect="1"/>
          </p:cNvGraphicFramePr>
          <p:nvPr/>
        </p:nvGraphicFramePr>
        <p:xfrm>
          <a:off x="2444750" y="1843088"/>
          <a:ext cx="4137025" cy="2825750"/>
        </p:xfrm>
        <a:graphic>
          <a:graphicData uri="http://schemas.openxmlformats.org/presentationml/2006/ole">
            <mc:AlternateContent xmlns:mc="http://schemas.openxmlformats.org/markup-compatibility/2006">
              <mc:Choice xmlns:v="urn:schemas-microsoft-com:vml" Requires="v">
                <p:oleObj r:id="rId2" imgW="1651000" imgH="1130300" progId="Equation.3">
                  <p:embed/>
                </p:oleObj>
              </mc:Choice>
              <mc:Fallback>
                <p:oleObj r:id="rId2" imgW="1651000" imgH="1130300" progId="Equation.3">
                  <p:embed/>
                  <p:pic>
                    <p:nvPicPr>
                      <p:cNvPr id="0" name="图片 3599"/>
                      <p:cNvPicPr/>
                      <p:nvPr/>
                    </p:nvPicPr>
                    <p:blipFill>
                      <a:blip r:embed="rId3"/>
                      <a:stretch>
                        <a:fillRect/>
                      </a:stretch>
                    </p:blipFill>
                    <p:spPr>
                      <a:xfrm>
                        <a:off x="2444750" y="1843088"/>
                        <a:ext cx="4137025" cy="2825750"/>
                      </a:xfrm>
                      <a:prstGeom prst="rect">
                        <a:avLst/>
                      </a:prstGeom>
                      <a:noFill/>
                      <a:ln w="38100">
                        <a:noFill/>
                        <a:miter/>
                      </a:ln>
                    </p:spPr>
                  </p:pic>
                </p:oleObj>
              </mc:Fallback>
            </mc:AlternateContent>
          </a:graphicData>
        </a:graphic>
      </p:graphicFrame>
      <p:sp>
        <p:nvSpPr>
          <p:cNvPr id="133123" name="Rectangle 11"/>
          <p:cNvSpPr/>
          <p:nvPr/>
        </p:nvSpPr>
        <p:spPr>
          <a:xfrm>
            <a:off x="3114675" y="3584575"/>
            <a:ext cx="9144000" cy="0"/>
          </a:xfrm>
          <a:prstGeom prst="rect">
            <a:avLst/>
          </a:prstGeom>
          <a:noFill/>
          <a:ln w="9525">
            <a:noFill/>
          </a:ln>
        </p:spPr>
        <p:txBody>
          <a:bodyPr wrap="none" lIns="90000" tIns="46800" rIns="90000" bIns="46800" anchor="ctr" anchorCtr="0">
            <a:spAutoFit/>
          </a:bodyPr>
          <a:lstStyle/>
          <a:p>
            <a:endParaRPr lang="zh-CN" altLang="en-US" dirty="0">
              <a:latin typeface="Times New Roman" panose="02020603050405020304" pitchFamily="2" charset="0"/>
              <a:ea typeface="宋体" panose="02010600030101010101" pitchFamily="2" charset="-122"/>
            </a:endParaRPr>
          </a:p>
        </p:txBody>
      </p:sp>
      <p:sp>
        <p:nvSpPr>
          <p:cNvPr id="133124" name="文本框 52229"/>
          <p:cNvSpPr txBox="1"/>
          <p:nvPr/>
        </p:nvSpPr>
        <p:spPr>
          <a:xfrm>
            <a:off x="1400175" y="4716463"/>
            <a:ext cx="4279900" cy="1528762"/>
          </a:xfrm>
          <a:prstGeom prst="rect">
            <a:avLst/>
          </a:prstGeom>
          <a:noFill/>
          <a:ln w="9525">
            <a:noFill/>
          </a:ln>
        </p:spPr>
        <p:txBody>
          <a:bodyPr anchor="t" anchorCtr="0">
            <a:spAutoFit/>
          </a:bodyPr>
          <a:lstStyle/>
          <a:p>
            <a:pPr>
              <a:lnSpc>
                <a:spcPct val="130000"/>
              </a:lnSpc>
              <a:buClr>
                <a:schemeClr val="folHlink"/>
              </a:buClr>
              <a:buSzPct val="60000"/>
              <a:buFont typeface="Wingdings" panose="05000000000000000000" pitchFamily="2" charset="2"/>
              <a:buChar char="n"/>
            </a:pPr>
            <a:r>
              <a:rPr lang="zh-CN" altLang="en-US" sz="2400" dirty="0">
                <a:latin typeface="Times New Roman" panose="02020603050405020304" pitchFamily="2" charset="0"/>
                <a:ea typeface="宋体" panose="02010600030101010101" pitchFamily="2" charset="-122"/>
                <a:sym typeface="Arial" panose="020B0604020202020204" pitchFamily="34" charset="0"/>
              </a:rPr>
              <a:t>频率</a:t>
            </a:r>
            <a:r>
              <a:rPr lang="en-US" altLang="zh-CN" sz="2400" dirty="0">
                <a:latin typeface="Times New Roman" panose="02020603050405020304" pitchFamily="2" charset="0"/>
                <a:ea typeface="宋体" panose="02010600030101010101" pitchFamily="2" charset="-122"/>
                <a:sym typeface="Arial" panose="020B0604020202020204" pitchFamily="34" charset="0"/>
              </a:rPr>
              <a:t>w</a:t>
            </a:r>
            <a:r>
              <a:rPr lang="zh-CN" altLang="en-US" sz="2400" dirty="0">
                <a:latin typeface="Times New Roman" panose="02020603050405020304" pitchFamily="2" charset="0"/>
                <a:ea typeface="宋体" panose="02010600030101010101" pitchFamily="2" charset="-122"/>
                <a:sym typeface="Arial" panose="020B0604020202020204" pitchFamily="34" charset="0"/>
              </a:rPr>
              <a:t>的周期函数，周期为</a:t>
            </a:r>
          </a:p>
          <a:p>
            <a:pPr>
              <a:lnSpc>
                <a:spcPct val="130000"/>
              </a:lnSpc>
              <a:buClr>
                <a:schemeClr val="folHlink"/>
              </a:buClr>
              <a:buSzPct val="60000"/>
              <a:buFont typeface="Wingdings" panose="05000000000000000000" pitchFamily="2" charset="2"/>
              <a:buChar char="n"/>
            </a:pPr>
            <a:r>
              <a:rPr lang="zh-CN" altLang="en-US" sz="2400" dirty="0">
                <a:latin typeface="Times New Roman" panose="02020603050405020304" pitchFamily="2" charset="0"/>
                <a:ea typeface="宋体" panose="02010600030101010101" pitchFamily="2" charset="-122"/>
                <a:sym typeface="Arial" panose="020B0604020202020204" pitchFamily="34" charset="0"/>
              </a:rPr>
              <a:t>频率分布规律</a:t>
            </a:r>
          </a:p>
          <a:p>
            <a:pPr>
              <a:lnSpc>
                <a:spcPct val="130000"/>
              </a:lnSpc>
              <a:buClr>
                <a:schemeClr val="folHlink"/>
              </a:buClr>
              <a:buSzPct val="60000"/>
              <a:buFont typeface="Wingdings" panose="05000000000000000000" pitchFamily="2" charset="2"/>
              <a:buChar char="n"/>
            </a:pPr>
            <a:r>
              <a:rPr lang="zh-CN" altLang="en-US" sz="2400" dirty="0">
                <a:latin typeface="Times New Roman" panose="02020603050405020304" pitchFamily="2" charset="0"/>
                <a:ea typeface="宋体" panose="02010600030101010101" pitchFamily="2" charset="-122"/>
                <a:sym typeface="Arial" panose="020B0604020202020204" pitchFamily="34" charset="0"/>
              </a:rPr>
              <a:t>当                   ，</a:t>
            </a:r>
          </a:p>
        </p:txBody>
      </p:sp>
      <p:graphicFrame>
        <p:nvGraphicFramePr>
          <p:cNvPr id="133125" name="对象 52230">
            <a:hlinkClick r:id="" action="ppaction://ole?verb=0"/>
          </p:cNvPr>
          <p:cNvGraphicFramePr>
            <a:graphicFrameLocks noChangeAspect="1"/>
          </p:cNvGraphicFramePr>
          <p:nvPr/>
        </p:nvGraphicFramePr>
        <p:xfrm>
          <a:off x="5256213" y="4822825"/>
          <a:ext cx="596900" cy="463550"/>
        </p:xfrm>
        <a:graphic>
          <a:graphicData uri="http://schemas.openxmlformats.org/presentationml/2006/ole">
            <mc:AlternateContent xmlns:mc="http://schemas.openxmlformats.org/markup-compatibility/2006">
              <mc:Choice xmlns:v="urn:schemas-microsoft-com:vml" Requires="v">
                <p:oleObj r:id="rId4" imgW="236855" imgH="184150" progId="Equation.3">
                  <p:embed/>
                </p:oleObj>
              </mc:Choice>
              <mc:Fallback>
                <p:oleObj r:id="rId4" imgW="236855" imgH="184150" progId="Equation.3">
                  <p:embed/>
                  <p:pic>
                    <p:nvPicPr>
                      <p:cNvPr id="0" name="图片 3605"/>
                      <p:cNvPicPr/>
                      <p:nvPr/>
                    </p:nvPicPr>
                    <p:blipFill>
                      <a:blip r:embed="rId5"/>
                      <a:stretch>
                        <a:fillRect/>
                      </a:stretch>
                    </p:blipFill>
                    <p:spPr>
                      <a:xfrm>
                        <a:off x="5256213" y="4822825"/>
                        <a:ext cx="596900" cy="463550"/>
                      </a:xfrm>
                      <a:prstGeom prst="rect">
                        <a:avLst/>
                      </a:prstGeom>
                      <a:noFill/>
                      <a:ln w="38100">
                        <a:noFill/>
                        <a:miter/>
                      </a:ln>
                    </p:spPr>
                  </p:pic>
                </p:oleObj>
              </mc:Fallback>
            </mc:AlternateContent>
          </a:graphicData>
        </a:graphic>
      </p:graphicFrame>
      <p:graphicFrame>
        <p:nvGraphicFramePr>
          <p:cNvPr id="133126" name="对象 52231">
            <a:hlinkClick r:id="" action="ppaction://ole?verb=0"/>
          </p:cNvPr>
          <p:cNvGraphicFramePr>
            <a:graphicFrameLocks noChangeAspect="1"/>
          </p:cNvGraphicFramePr>
          <p:nvPr/>
        </p:nvGraphicFramePr>
        <p:xfrm>
          <a:off x="2020888" y="5768975"/>
          <a:ext cx="1458912" cy="460375"/>
        </p:xfrm>
        <a:graphic>
          <a:graphicData uri="http://schemas.openxmlformats.org/presentationml/2006/ole">
            <mc:AlternateContent xmlns:mc="http://schemas.openxmlformats.org/markup-compatibility/2006">
              <mc:Choice xmlns:v="urn:schemas-microsoft-com:vml" Requires="v">
                <p:oleObj r:id="rId6" imgW="558800" imgH="177165" progId="Equation.3">
                  <p:embed/>
                </p:oleObj>
              </mc:Choice>
              <mc:Fallback>
                <p:oleObj r:id="rId6" imgW="558800" imgH="177165" progId="Equation.3">
                  <p:embed/>
                  <p:pic>
                    <p:nvPicPr>
                      <p:cNvPr id="0" name="图片 3606"/>
                      <p:cNvPicPr/>
                      <p:nvPr/>
                    </p:nvPicPr>
                    <p:blipFill>
                      <a:blip r:embed="rId7"/>
                      <a:stretch>
                        <a:fillRect/>
                      </a:stretch>
                    </p:blipFill>
                    <p:spPr>
                      <a:xfrm>
                        <a:off x="2020888" y="5768975"/>
                        <a:ext cx="1458912" cy="460375"/>
                      </a:xfrm>
                      <a:prstGeom prst="rect">
                        <a:avLst/>
                      </a:prstGeom>
                      <a:noFill/>
                      <a:ln w="38100">
                        <a:noFill/>
                        <a:miter/>
                      </a:ln>
                    </p:spPr>
                  </p:pic>
                </p:oleObj>
              </mc:Fallback>
            </mc:AlternateContent>
          </a:graphicData>
        </a:graphic>
      </p:graphicFrame>
      <p:graphicFrame>
        <p:nvGraphicFramePr>
          <p:cNvPr id="133127" name="对象 52232">
            <a:hlinkClick r:id="" action="ppaction://ole?verb=0"/>
          </p:cNvPr>
          <p:cNvGraphicFramePr>
            <a:graphicFrameLocks noChangeAspect="1"/>
          </p:cNvGraphicFramePr>
          <p:nvPr/>
        </p:nvGraphicFramePr>
        <p:xfrm>
          <a:off x="3643313" y="5768975"/>
          <a:ext cx="2185987" cy="565150"/>
        </p:xfrm>
        <a:graphic>
          <a:graphicData uri="http://schemas.openxmlformats.org/presentationml/2006/ole">
            <mc:AlternateContent xmlns:mc="http://schemas.openxmlformats.org/markup-compatibility/2006">
              <mc:Choice xmlns:v="urn:schemas-microsoft-com:vml" Requires="v">
                <p:oleObj r:id="rId8" imgW="838200" imgH="215900" progId="Equation.3">
                  <p:embed/>
                </p:oleObj>
              </mc:Choice>
              <mc:Fallback>
                <p:oleObj r:id="rId8" imgW="838200" imgH="215900" progId="Equation.3">
                  <p:embed/>
                  <p:pic>
                    <p:nvPicPr>
                      <p:cNvPr id="0" name="图片 3607"/>
                      <p:cNvPicPr/>
                      <p:nvPr/>
                    </p:nvPicPr>
                    <p:blipFill>
                      <a:blip r:embed="rId9"/>
                      <a:stretch>
                        <a:fillRect/>
                      </a:stretch>
                    </p:blipFill>
                    <p:spPr>
                      <a:xfrm>
                        <a:off x="3643313" y="5768975"/>
                        <a:ext cx="2185987" cy="565150"/>
                      </a:xfrm>
                      <a:prstGeom prst="rect">
                        <a:avLst/>
                      </a:prstGeom>
                      <a:noFill/>
                      <a:ln w="38100">
                        <a:noFill/>
                        <a:miter/>
                      </a:ln>
                    </p:spPr>
                  </p:pic>
                </p:oleObj>
              </mc:Fallback>
            </mc:AlternateContent>
          </a:graphicData>
        </a:graphic>
      </p:graphicFrame>
      <p:sp>
        <p:nvSpPr>
          <p:cNvPr id="133128" name="标题 65537"/>
          <p:cNvSpPr>
            <a:spLocks noGrp="1"/>
          </p:cNvSpPr>
          <p:nvPr/>
        </p:nvSpPr>
        <p:spPr>
          <a:xfrm>
            <a:off x="657225" y="460375"/>
            <a:ext cx="6784975" cy="762000"/>
          </a:xfrm>
          <a:prstGeom prst="rect">
            <a:avLst/>
          </a:prstGeom>
          <a:noFill/>
          <a:ln w="9525">
            <a:noFill/>
          </a:ln>
        </p:spPr>
        <p:txBody>
          <a:bodyPr anchor="ctr" anchorCtr="0"/>
          <a:lstStyle/>
          <a:p>
            <a:r>
              <a:rPr lang="en-US" altLang="zh-CN" sz="3200" b="1">
                <a:latin typeface="Times New Roman" panose="02020603050405020304" pitchFamily="2" charset="0"/>
                <a:ea typeface="宋体" panose="02010600030101010101" pitchFamily="2" charset="-122"/>
              </a:rPr>
              <a:t>2.2.3   DTFT的</a:t>
            </a:r>
            <a:r>
              <a:rPr lang="zh-CN" altLang="en-US" sz="3200" b="1">
                <a:latin typeface="Times New Roman" panose="02020603050405020304" pitchFamily="2" charset="0"/>
                <a:ea typeface="宋体" panose="02010600030101010101" pitchFamily="2" charset="-122"/>
              </a:rPr>
              <a:t>主要</a:t>
            </a:r>
            <a:r>
              <a:rPr lang="en-US" altLang="zh-CN" sz="3200" b="1">
                <a:latin typeface="Times New Roman" panose="02020603050405020304" pitchFamily="2" charset="0"/>
                <a:ea typeface="宋体" panose="02010600030101010101" pitchFamily="2" charset="-122"/>
              </a:rPr>
              <a:t>性质</a:t>
            </a:r>
          </a:p>
        </p:txBody>
      </p:sp>
      <mc:AlternateContent xmlns:mc="http://schemas.openxmlformats.org/markup-compatibility/2006" xmlns:p14="http://schemas.microsoft.com/office/powerpoint/2010/main">
        <mc:Choice Requires="p14">
          <p:contentPart p14:bwMode="auto" r:id="rId10">
            <p14:nvContentPartPr>
              <p14:cNvPr id="2" name="墨迹 1">
                <a:extLst>
                  <a:ext uri="{FF2B5EF4-FFF2-40B4-BE49-F238E27FC236}">
                    <a16:creationId xmlns:a16="http://schemas.microsoft.com/office/drawing/2014/main" id="{94020769-2FAA-4125-0048-B3173733F010}"/>
                  </a:ext>
                </a:extLst>
              </p14:cNvPr>
              <p14:cNvContentPartPr/>
              <p14:nvPr/>
            </p14:nvContentPartPr>
            <p14:xfrm>
              <a:off x="2752585" y="5164625"/>
              <a:ext cx="189000" cy="77400"/>
            </p14:xfrm>
          </p:contentPart>
        </mc:Choice>
        <mc:Fallback xmlns="">
          <p:pic>
            <p:nvPicPr>
              <p:cNvPr id="2" name="墨迹 1">
                <a:extLst>
                  <a:ext uri="{FF2B5EF4-FFF2-40B4-BE49-F238E27FC236}">
                    <a16:creationId xmlns:a16="http://schemas.microsoft.com/office/drawing/2014/main" id="{94020769-2FAA-4125-0048-B3173733F010}"/>
                  </a:ext>
                </a:extLst>
              </p:cNvPr>
              <p:cNvPicPr/>
              <p:nvPr/>
            </p:nvPicPr>
            <p:blipFill>
              <a:blip r:embed="rId11"/>
              <a:stretch>
                <a:fillRect/>
              </a:stretch>
            </p:blipFill>
            <p:spPr>
              <a:xfrm>
                <a:off x="2734585" y="5146625"/>
                <a:ext cx="224640" cy="11304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3" name="墨迹 2">
                <a:extLst>
                  <a:ext uri="{FF2B5EF4-FFF2-40B4-BE49-F238E27FC236}">
                    <a16:creationId xmlns:a16="http://schemas.microsoft.com/office/drawing/2014/main" id="{6B8F2104-8206-3FA6-687E-D77272F36FA4}"/>
                  </a:ext>
                </a:extLst>
              </p14:cNvPr>
              <p14:cNvContentPartPr/>
              <p14:nvPr/>
            </p14:nvContentPartPr>
            <p14:xfrm>
              <a:off x="5079985" y="5283065"/>
              <a:ext cx="273240" cy="130320"/>
            </p14:xfrm>
          </p:contentPart>
        </mc:Choice>
        <mc:Fallback xmlns="">
          <p:pic>
            <p:nvPicPr>
              <p:cNvPr id="3" name="墨迹 2">
                <a:extLst>
                  <a:ext uri="{FF2B5EF4-FFF2-40B4-BE49-F238E27FC236}">
                    <a16:creationId xmlns:a16="http://schemas.microsoft.com/office/drawing/2014/main" id="{6B8F2104-8206-3FA6-687E-D77272F36FA4}"/>
                  </a:ext>
                </a:extLst>
              </p:cNvPr>
              <p:cNvPicPr/>
              <p:nvPr/>
            </p:nvPicPr>
            <p:blipFill>
              <a:blip r:embed="rId13"/>
              <a:stretch>
                <a:fillRect/>
              </a:stretch>
            </p:blipFill>
            <p:spPr>
              <a:xfrm>
                <a:off x="5061985" y="5265425"/>
                <a:ext cx="308880" cy="165960"/>
              </a:xfrm>
              <a:prstGeom prst="rect">
                <a:avLst/>
              </a:prstGeom>
            </p:spPr>
          </p:pic>
        </mc:Fallback>
      </mc:AlternateContent>
    </p:spTree>
  </p:cSld>
  <p:clrMapOvr>
    <a:masterClrMapping/>
  </p:clrMapOvr>
  <p:transition/>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4145" name="图片 4"/>
          <p:cNvPicPr>
            <a:picLocks noChangeAspect="1"/>
          </p:cNvPicPr>
          <p:nvPr/>
        </p:nvPicPr>
        <p:blipFill>
          <a:blip r:embed="rId2"/>
          <a:stretch>
            <a:fillRect/>
          </a:stretch>
        </p:blipFill>
        <p:spPr>
          <a:xfrm>
            <a:off x="636588" y="412750"/>
            <a:ext cx="4038600" cy="2859088"/>
          </a:xfrm>
          <a:prstGeom prst="rect">
            <a:avLst/>
          </a:prstGeom>
          <a:noFill/>
          <a:ln w="9525">
            <a:noFill/>
          </a:ln>
        </p:spPr>
      </p:pic>
      <p:pic>
        <p:nvPicPr>
          <p:cNvPr id="134146" name="图片 5"/>
          <p:cNvPicPr>
            <a:picLocks noChangeAspect="1"/>
          </p:cNvPicPr>
          <p:nvPr/>
        </p:nvPicPr>
        <p:blipFill>
          <a:blip r:embed="rId3"/>
          <a:stretch>
            <a:fillRect/>
          </a:stretch>
        </p:blipFill>
        <p:spPr>
          <a:xfrm>
            <a:off x="3700463" y="3546475"/>
            <a:ext cx="4794250" cy="2932113"/>
          </a:xfrm>
          <a:prstGeom prst="rect">
            <a:avLst/>
          </a:prstGeom>
          <a:noFill/>
          <a:ln w="9525">
            <a:noFill/>
          </a:ln>
        </p:spPr>
      </p:pic>
      <p:graphicFrame>
        <p:nvGraphicFramePr>
          <p:cNvPr id="134147" name="对象 52231">
            <a:hlinkClick r:id="" action="ppaction://ole?verb=0"/>
          </p:cNvPr>
          <p:cNvGraphicFramePr>
            <a:graphicFrameLocks noChangeAspect="1"/>
          </p:cNvGraphicFramePr>
          <p:nvPr/>
        </p:nvGraphicFramePr>
        <p:xfrm>
          <a:off x="2279650" y="782638"/>
          <a:ext cx="1169988" cy="368300"/>
        </p:xfrm>
        <a:graphic>
          <a:graphicData uri="http://schemas.openxmlformats.org/presentationml/2006/ole">
            <mc:AlternateContent xmlns:mc="http://schemas.openxmlformats.org/markup-compatibility/2006">
              <mc:Choice xmlns:v="urn:schemas-microsoft-com:vml" Requires="v">
                <p:oleObj r:id="rId4" imgW="558800" imgH="177165" progId="Equation.3">
                  <p:embed/>
                </p:oleObj>
              </mc:Choice>
              <mc:Fallback>
                <p:oleObj r:id="rId4" imgW="558800" imgH="177165" progId="Equation.3">
                  <p:embed/>
                  <p:pic>
                    <p:nvPicPr>
                      <p:cNvPr id="0" name="图片 3619"/>
                      <p:cNvPicPr/>
                      <p:nvPr/>
                    </p:nvPicPr>
                    <p:blipFill>
                      <a:blip r:embed="rId5"/>
                      <a:stretch>
                        <a:fillRect/>
                      </a:stretch>
                    </p:blipFill>
                    <p:spPr>
                      <a:xfrm>
                        <a:off x="2279650" y="782638"/>
                        <a:ext cx="1169988" cy="368300"/>
                      </a:xfrm>
                      <a:prstGeom prst="rect">
                        <a:avLst/>
                      </a:prstGeom>
                      <a:solidFill>
                        <a:srgbClr val="F2F2F2"/>
                      </a:solidFill>
                      <a:ln w="38100">
                        <a:noFill/>
                        <a:miter/>
                      </a:ln>
                    </p:spPr>
                  </p:pic>
                </p:oleObj>
              </mc:Fallback>
            </mc:AlternateContent>
          </a:graphicData>
        </a:graphic>
      </p:graphicFrame>
      <p:graphicFrame>
        <p:nvGraphicFramePr>
          <p:cNvPr id="134148" name="对象 52232">
            <a:hlinkClick r:id="" action="ppaction://ole?verb=0"/>
          </p:cNvPr>
          <p:cNvGraphicFramePr>
            <a:graphicFrameLocks noChangeAspect="1"/>
          </p:cNvGraphicFramePr>
          <p:nvPr/>
        </p:nvGraphicFramePr>
        <p:xfrm>
          <a:off x="5368925" y="4030663"/>
          <a:ext cx="1627188" cy="420687"/>
        </p:xfrm>
        <a:graphic>
          <a:graphicData uri="http://schemas.openxmlformats.org/presentationml/2006/ole">
            <mc:AlternateContent xmlns:mc="http://schemas.openxmlformats.org/markup-compatibility/2006">
              <mc:Choice xmlns:v="urn:schemas-microsoft-com:vml" Requires="v">
                <p:oleObj r:id="rId6" imgW="838200" imgH="215900" progId="Equation.3">
                  <p:embed/>
                </p:oleObj>
              </mc:Choice>
              <mc:Fallback>
                <p:oleObj r:id="rId6" imgW="838200" imgH="215900" progId="Equation.3">
                  <p:embed/>
                  <p:pic>
                    <p:nvPicPr>
                      <p:cNvPr id="0" name="图片 3621"/>
                      <p:cNvPicPr/>
                      <p:nvPr/>
                    </p:nvPicPr>
                    <p:blipFill>
                      <a:blip r:embed="rId7"/>
                      <a:stretch>
                        <a:fillRect/>
                      </a:stretch>
                    </p:blipFill>
                    <p:spPr>
                      <a:xfrm>
                        <a:off x="5368925" y="4030663"/>
                        <a:ext cx="1627188" cy="420687"/>
                      </a:xfrm>
                      <a:prstGeom prst="rect">
                        <a:avLst/>
                      </a:prstGeom>
                      <a:solidFill>
                        <a:srgbClr val="F2F2F2"/>
                      </a:solidFill>
                      <a:ln w="38100">
                        <a:noFill/>
                        <a:miter/>
                      </a:ln>
                    </p:spPr>
                  </p:pic>
                </p:oleObj>
              </mc:Fallback>
            </mc:AlternateContent>
          </a:graphicData>
        </a:graphic>
      </p:graphicFrame>
    </p:spTree>
  </p:cSld>
  <p:clrMapOvr>
    <a:masterClrMapping/>
  </p:clrMapOvr>
  <p:transition/>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69" name="文本框 1"/>
          <p:cNvSpPr txBox="1"/>
          <p:nvPr/>
        </p:nvSpPr>
        <p:spPr>
          <a:xfrm>
            <a:off x="1012825" y="3186113"/>
            <a:ext cx="2289175" cy="522287"/>
          </a:xfrm>
          <a:prstGeom prst="rect">
            <a:avLst/>
          </a:prstGeom>
          <a:noFill/>
          <a:ln w="9525">
            <a:noFill/>
          </a:ln>
        </p:spPr>
        <p:txBody>
          <a:bodyPr wrap="none" anchor="t" anchorCtr="0">
            <a:spAutoFit/>
          </a:bodyPr>
          <a:lstStyle/>
          <a:p>
            <a:pPr>
              <a:buClr>
                <a:schemeClr val="hlink"/>
              </a:buClr>
              <a:buSzPct val="120000"/>
              <a:buFont typeface="Wingdings" panose="05000000000000000000" pitchFamily="2" charset="2"/>
              <a:buChar char="n"/>
            </a:pPr>
            <a:r>
              <a:rPr lang="zh-CN" altLang="en-US" sz="2800" b="1">
                <a:latin typeface="Times New Roman" panose="02020603050405020304" pitchFamily="2" charset="0"/>
                <a:ea typeface="宋体" panose="02010600030101010101" pitchFamily="2" charset="-122"/>
              </a:rPr>
              <a:t>序列的翻褶</a:t>
            </a:r>
          </a:p>
        </p:txBody>
      </p:sp>
      <p:graphicFrame>
        <p:nvGraphicFramePr>
          <p:cNvPr id="135170" name="对象 53255">
            <a:hlinkClick r:id="" action="ppaction://ole?verb=0"/>
          </p:cNvPr>
          <p:cNvGraphicFramePr>
            <a:graphicFrameLocks noChangeAspect="1"/>
          </p:cNvGraphicFramePr>
          <p:nvPr/>
        </p:nvGraphicFramePr>
        <p:xfrm>
          <a:off x="1857375" y="3717925"/>
          <a:ext cx="3560763" cy="561975"/>
        </p:xfrm>
        <a:graphic>
          <a:graphicData uri="http://schemas.openxmlformats.org/presentationml/2006/ole">
            <mc:AlternateContent xmlns:mc="http://schemas.openxmlformats.org/markup-compatibility/2006">
              <mc:Choice xmlns:v="urn:schemas-microsoft-com:vml" Requires="v">
                <p:oleObj r:id="rId2" imgW="1459865" imgH="228600" progId="Equation.3">
                  <p:embed/>
                </p:oleObj>
              </mc:Choice>
              <mc:Fallback>
                <p:oleObj r:id="rId2" imgW="1459865" imgH="228600" progId="Equation.3">
                  <p:embed/>
                  <p:pic>
                    <p:nvPicPr>
                      <p:cNvPr id="0" name="图片 3612"/>
                      <p:cNvPicPr/>
                      <p:nvPr/>
                    </p:nvPicPr>
                    <p:blipFill>
                      <a:blip r:embed="rId3"/>
                      <a:stretch>
                        <a:fillRect/>
                      </a:stretch>
                    </p:blipFill>
                    <p:spPr>
                      <a:xfrm>
                        <a:off x="1857375" y="3717925"/>
                        <a:ext cx="3560763" cy="561975"/>
                      </a:xfrm>
                      <a:prstGeom prst="rect">
                        <a:avLst/>
                      </a:prstGeom>
                      <a:noFill/>
                      <a:ln w="38100">
                        <a:noFill/>
                        <a:miter/>
                      </a:ln>
                    </p:spPr>
                  </p:pic>
                </p:oleObj>
              </mc:Fallback>
            </mc:AlternateContent>
          </a:graphicData>
        </a:graphic>
      </p:graphicFrame>
      <p:sp>
        <p:nvSpPr>
          <p:cNvPr id="135171" name="文本框 2"/>
          <p:cNvSpPr txBox="1"/>
          <p:nvPr/>
        </p:nvSpPr>
        <p:spPr>
          <a:xfrm>
            <a:off x="1012825" y="4519613"/>
            <a:ext cx="2289175" cy="522287"/>
          </a:xfrm>
          <a:prstGeom prst="rect">
            <a:avLst/>
          </a:prstGeom>
          <a:noFill/>
          <a:ln w="9525">
            <a:noFill/>
          </a:ln>
        </p:spPr>
        <p:txBody>
          <a:bodyPr wrap="none" anchor="t" anchorCtr="0">
            <a:spAutoFit/>
          </a:bodyPr>
          <a:lstStyle/>
          <a:p>
            <a:pPr>
              <a:buClr>
                <a:schemeClr val="hlink"/>
              </a:buClr>
              <a:buSzPct val="120000"/>
              <a:buFont typeface="Wingdings" panose="05000000000000000000" pitchFamily="2" charset="2"/>
              <a:buChar char="n"/>
            </a:pPr>
            <a:r>
              <a:rPr lang="zh-CN" altLang="en-US" sz="2800" b="1">
                <a:latin typeface="Times New Roman" panose="02020603050405020304" pitchFamily="2" charset="0"/>
                <a:ea typeface="宋体" panose="02010600030101010101" pitchFamily="2" charset="-122"/>
              </a:rPr>
              <a:t>序列的共轭</a:t>
            </a:r>
          </a:p>
        </p:txBody>
      </p:sp>
      <p:graphicFrame>
        <p:nvGraphicFramePr>
          <p:cNvPr id="135172" name="对象 54276">
            <a:hlinkClick r:id="" action="ppaction://ole?verb=0"/>
          </p:cNvPr>
          <p:cNvGraphicFramePr>
            <a:graphicFrameLocks noChangeAspect="1"/>
          </p:cNvGraphicFramePr>
          <p:nvPr/>
        </p:nvGraphicFramePr>
        <p:xfrm>
          <a:off x="1811338" y="5133975"/>
          <a:ext cx="3646487" cy="554038"/>
        </p:xfrm>
        <a:graphic>
          <a:graphicData uri="http://schemas.openxmlformats.org/presentationml/2006/ole">
            <mc:AlternateContent xmlns:mc="http://schemas.openxmlformats.org/markup-compatibility/2006">
              <mc:Choice xmlns:v="urn:schemas-microsoft-com:vml" Requires="v">
                <p:oleObj r:id="rId4" imgW="1511300" imgH="228600" progId="Equation.3">
                  <p:embed/>
                </p:oleObj>
              </mc:Choice>
              <mc:Fallback>
                <p:oleObj r:id="rId4" imgW="1511300" imgH="228600" progId="Equation.3">
                  <p:embed/>
                  <p:pic>
                    <p:nvPicPr>
                      <p:cNvPr id="0" name="图片 3610"/>
                      <p:cNvPicPr/>
                      <p:nvPr/>
                    </p:nvPicPr>
                    <p:blipFill>
                      <a:blip r:embed="rId5"/>
                      <a:stretch>
                        <a:fillRect/>
                      </a:stretch>
                    </p:blipFill>
                    <p:spPr>
                      <a:xfrm>
                        <a:off x="1811338" y="5133975"/>
                        <a:ext cx="3646487" cy="554038"/>
                      </a:xfrm>
                      <a:prstGeom prst="rect">
                        <a:avLst/>
                      </a:prstGeom>
                      <a:noFill/>
                      <a:ln w="38100">
                        <a:noFill/>
                        <a:miter/>
                      </a:ln>
                    </p:spPr>
                  </p:pic>
                </p:oleObj>
              </mc:Fallback>
            </mc:AlternateContent>
          </a:graphicData>
        </a:graphic>
      </p:graphicFrame>
      <p:graphicFrame>
        <p:nvGraphicFramePr>
          <p:cNvPr id="135173" name="对象 54277">
            <a:hlinkClick r:id="" action="ppaction://ole?verb=0"/>
          </p:cNvPr>
          <p:cNvGraphicFramePr>
            <a:graphicFrameLocks noChangeAspect="1"/>
          </p:cNvGraphicFramePr>
          <p:nvPr/>
        </p:nvGraphicFramePr>
        <p:xfrm>
          <a:off x="1812925" y="5762625"/>
          <a:ext cx="3676650" cy="554038"/>
        </p:xfrm>
        <a:graphic>
          <a:graphicData uri="http://schemas.openxmlformats.org/presentationml/2006/ole">
            <mc:AlternateContent xmlns:mc="http://schemas.openxmlformats.org/markup-compatibility/2006">
              <mc:Choice xmlns:v="urn:schemas-microsoft-com:vml" Requires="v">
                <p:oleObj r:id="rId6" imgW="1524000" imgH="228600" progId="Equation.3">
                  <p:embed/>
                </p:oleObj>
              </mc:Choice>
              <mc:Fallback>
                <p:oleObj r:id="rId6" imgW="1524000" imgH="228600" progId="Equation.3">
                  <p:embed/>
                  <p:pic>
                    <p:nvPicPr>
                      <p:cNvPr id="0" name="图片 3611"/>
                      <p:cNvPicPr/>
                      <p:nvPr/>
                    </p:nvPicPr>
                    <p:blipFill>
                      <a:blip r:embed="rId7"/>
                      <a:stretch>
                        <a:fillRect/>
                      </a:stretch>
                    </p:blipFill>
                    <p:spPr>
                      <a:xfrm>
                        <a:off x="1812925" y="5762625"/>
                        <a:ext cx="3676650" cy="554038"/>
                      </a:xfrm>
                      <a:prstGeom prst="rect">
                        <a:avLst/>
                      </a:prstGeom>
                      <a:noFill/>
                      <a:ln w="38100">
                        <a:noFill/>
                        <a:miter/>
                      </a:ln>
                    </p:spPr>
                  </p:pic>
                </p:oleObj>
              </mc:Fallback>
            </mc:AlternateContent>
          </a:graphicData>
        </a:graphic>
      </p:graphicFrame>
      <p:sp>
        <p:nvSpPr>
          <p:cNvPr id="135174" name="文本框 54278"/>
          <p:cNvSpPr txBox="1"/>
          <p:nvPr/>
        </p:nvSpPr>
        <p:spPr>
          <a:xfrm>
            <a:off x="5753100" y="5268913"/>
            <a:ext cx="2722563" cy="830262"/>
          </a:xfrm>
          <a:prstGeom prst="rect">
            <a:avLst/>
          </a:prstGeom>
          <a:noFill/>
          <a:ln w="9525">
            <a:noFill/>
          </a:ln>
        </p:spPr>
        <p:txBody>
          <a:bodyPr wrap="square" anchor="t" anchorCtr="0">
            <a:spAutoFit/>
          </a:bodyPr>
          <a:lstStyle/>
          <a:p>
            <a:r>
              <a:rPr lang="zh-CN" altLang="en-US" sz="2400" b="1" dirty="0">
                <a:solidFill>
                  <a:srgbClr val="C00000"/>
                </a:solidFill>
                <a:latin typeface="宋体" panose="02010600030101010101" pitchFamily="2" charset="-122"/>
                <a:ea typeface="宋体" panose="02010600030101010101" pitchFamily="2" charset="-122"/>
                <a:sym typeface="Arial" panose="020B0604020202020204" pitchFamily="34" charset="0"/>
              </a:rPr>
              <a:t>时域的共轭对应于</a:t>
            </a:r>
          </a:p>
          <a:p>
            <a:r>
              <a:rPr lang="zh-CN" altLang="en-US" sz="2400" b="1" dirty="0">
                <a:solidFill>
                  <a:srgbClr val="C00000"/>
                </a:solidFill>
                <a:latin typeface="宋体" panose="02010600030101010101" pitchFamily="2" charset="-122"/>
                <a:ea typeface="宋体" panose="02010600030101010101" pitchFamily="2" charset="-122"/>
                <a:sym typeface="Arial" panose="020B0604020202020204" pitchFamily="34" charset="0"/>
              </a:rPr>
              <a:t>频域的共轭且翻褶</a:t>
            </a:r>
          </a:p>
        </p:txBody>
      </p:sp>
      <p:sp>
        <p:nvSpPr>
          <p:cNvPr id="135175" name="文本框 1"/>
          <p:cNvSpPr txBox="1"/>
          <p:nvPr/>
        </p:nvSpPr>
        <p:spPr>
          <a:xfrm>
            <a:off x="955675" y="550863"/>
            <a:ext cx="1217613" cy="522287"/>
          </a:xfrm>
          <a:prstGeom prst="rect">
            <a:avLst/>
          </a:prstGeom>
          <a:noFill/>
          <a:ln w="9525">
            <a:noFill/>
          </a:ln>
        </p:spPr>
        <p:txBody>
          <a:bodyPr wrap="none" anchor="t" anchorCtr="0">
            <a:spAutoFit/>
          </a:bodyPr>
          <a:lstStyle/>
          <a:p>
            <a:pPr>
              <a:buClr>
                <a:schemeClr val="hlink"/>
              </a:buClr>
              <a:buSzPct val="120000"/>
              <a:buFont typeface="Wingdings" panose="05000000000000000000" pitchFamily="2" charset="2"/>
              <a:buChar char="n"/>
            </a:pPr>
            <a:r>
              <a:rPr lang="zh-CN" altLang="en-US" sz="2800" b="1">
                <a:latin typeface="Times New Roman" panose="02020603050405020304" pitchFamily="2" charset="0"/>
                <a:ea typeface="宋体" panose="02010600030101010101" pitchFamily="2" charset="-122"/>
              </a:rPr>
              <a:t>线性</a:t>
            </a:r>
          </a:p>
        </p:txBody>
      </p:sp>
      <p:graphicFrame>
        <p:nvGraphicFramePr>
          <p:cNvPr id="135176" name="对象 53252">
            <a:hlinkClick r:id="" action="ppaction://ole?verb=0"/>
          </p:cNvPr>
          <p:cNvGraphicFramePr>
            <a:graphicFrameLocks noChangeAspect="1"/>
          </p:cNvGraphicFramePr>
          <p:nvPr/>
        </p:nvGraphicFramePr>
        <p:xfrm>
          <a:off x="1082675" y="1163638"/>
          <a:ext cx="4149725" cy="561975"/>
        </p:xfrm>
        <a:graphic>
          <a:graphicData uri="http://schemas.openxmlformats.org/presentationml/2006/ole">
            <mc:AlternateContent xmlns:mc="http://schemas.openxmlformats.org/markup-compatibility/2006">
              <mc:Choice xmlns:v="urn:schemas-microsoft-com:vml" Requires="v">
                <p:oleObj r:id="rId8" imgW="1701800" imgH="228600" progId="Equation.3">
                  <p:embed/>
                </p:oleObj>
              </mc:Choice>
              <mc:Fallback>
                <p:oleObj r:id="rId8" imgW="1701800" imgH="228600" progId="Equation.3">
                  <p:embed/>
                  <p:pic>
                    <p:nvPicPr>
                      <p:cNvPr id="0" name="图片 3618"/>
                      <p:cNvPicPr/>
                      <p:nvPr/>
                    </p:nvPicPr>
                    <p:blipFill>
                      <a:blip r:embed="rId9"/>
                      <a:stretch>
                        <a:fillRect/>
                      </a:stretch>
                    </p:blipFill>
                    <p:spPr>
                      <a:xfrm>
                        <a:off x="1082675" y="1163638"/>
                        <a:ext cx="4149725" cy="561975"/>
                      </a:xfrm>
                      <a:prstGeom prst="rect">
                        <a:avLst/>
                      </a:prstGeom>
                      <a:noFill/>
                      <a:ln w="38100">
                        <a:noFill/>
                        <a:miter/>
                      </a:ln>
                    </p:spPr>
                  </p:pic>
                </p:oleObj>
              </mc:Fallback>
            </mc:AlternateContent>
          </a:graphicData>
        </a:graphic>
      </p:graphicFrame>
      <p:graphicFrame>
        <p:nvGraphicFramePr>
          <p:cNvPr id="135177" name="对象 53253">
            <a:hlinkClick r:id="" action="ppaction://ole?verb=0"/>
          </p:cNvPr>
          <p:cNvGraphicFramePr>
            <a:graphicFrameLocks noChangeAspect="1"/>
          </p:cNvGraphicFramePr>
          <p:nvPr/>
        </p:nvGraphicFramePr>
        <p:xfrm>
          <a:off x="1644650" y="1716088"/>
          <a:ext cx="3582988" cy="555625"/>
        </p:xfrm>
        <a:graphic>
          <a:graphicData uri="http://schemas.openxmlformats.org/presentationml/2006/ole">
            <mc:AlternateContent xmlns:mc="http://schemas.openxmlformats.org/markup-compatibility/2006">
              <mc:Choice xmlns:v="urn:schemas-microsoft-com:vml" Requires="v">
                <p:oleObj r:id="rId10" imgW="1485900" imgH="228600" progId="Equation.3">
                  <p:embed/>
                </p:oleObj>
              </mc:Choice>
              <mc:Fallback>
                <p:oleObj r:id="rId10" imgW="1485900" imgH="228600" progId="Equation.3">
                  <p:embed/>
                  <p:pic>
                    <p:nvPicPr>
                      <p:cNvPr id="0" name="图片 3620"/>
                      <p:cNvPicPr/>
                      <p:nvPr/>
                    </p:nvPicPr>
                    <p:blipFill>
                      <a:blip r:embed="rId11"/>
                      <a:stretch>
                        <a:fillRect/>
                      </a:stretch>
                    </p:blipFill>
                    <p:spPr>
                      <a:xfrm>
                        <a:off x="1644650" y="1716088"/>
                        <a:ext cx="3582988" cy="555625"/>
                      </a:xfrm>
                      <a:prstGeom prst="rect">
                        <a:avLst/>
                      </a:prstGeom>
                      <a:noFill/>
                      <a:ln w="38100">
                        <a:noFill/>
                        <a:miter/>
                      </a:ln>
                    </p:spPr>
                  </p:pic>
                </p:oleObj>
              </mc:Fallback>
            </mc:AlternateContent>
          </a:graphicData>
        </a:graphic>
      </p:graphicFrame>
      <p:graphicFrame>
        <p:nvGraphicFramePr>
          <p:cNvPr id="135178" name="对象 53254">
            <a:hlinkClick r:id="" action="ppaction://ole?verb=0"/>
          </p:cNvPr>
          <p:cNvGraphicFramePr>
            <a:graphicFrameLocks noChangeAspect="1"/>
          </p:cNvGraphicFramePr>
          <p:nvPr/>
        </p:nvGraphicFramePr>
        <p:xfrm>
          <a:off x="1114425" y="2347913"/>
          <a:ext cx="7899400" cy="561975"/>
        </p:xfrm>
        <a:graphic>
          <a:graphicData uri="http://schemas.openxmlformats.org/presentationml/2006/ole">
            <mc:AlternateContent xmlns:mc="http://schemas.openxmlformats.org/markup-compatibility/2006">
              <mc:Choice xmlns:v="urn:schemas-microsoft-com:vml" Requires="v">
                <p:oleObj r:id="rId12" imgW="3238500" imgH="228600" progId="Equation.3">
                  <p:embed/>
                </p:oleObj>
              </mc:Choice>
              <mc:Fallback>
                <p:oleObj r:id="rId12" imgW="3238500" imgH="228600" progId="Equation.3">
                  <p:embed/>
                  <p:pic>
                    <p:nvPicPr>
                      <p:cNvPr id="0" name="图片 3614"/>
                      <p:cNvPicPr/>
                      <p:nvPr/>
                    </p:nvPicPr>
                    <p:blipFill>
                      <a:blip r:embed="rId13"/>
                      <a:stretch>
                        <a:fillRect/>
                      </a:stretch>
                    </p:blipFill>
                    <p:spPr>
                      <a:xfrm>
                        <a:off x="1114425" y="2347913"/>
                        <a:ext cx="7899400" cy="561975"/>
                      </a:xfrm>
                      <a:prstGeom prst="rect">
                        <a:avLst/>
                      </a:prstGeom>
                      <a:noFill/>
                      <a:ln w="38100">
                        <a:noFill/>
                        <a:miter/>
                      </a:ln>
                    </p:spPr>
                  </p:pic>
                </p:oleObj>
              </mc:Fallback>
            </mc:AlternateContent>
          </a:graphicData>
        </a:graphic>
      </p:graphicFrame>
    </p:spTree>
  </p:cSld>
  <p:clrMapOvr>
    <a:masterClrMapping/>
  </p:clrMapOvr>
  <p:transition/>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3" name="文本框 3"/>
          <p:cNvSpPr txBox="1"/>
          <p:nvPr/>
        </p:nvSpPr>
        <p:spPr>
          <a:xfrm>
            <a:off x="809625" y="676275"/>
            <a:ext cx="2290763" cy="520700"/>
          </a:xfrm>
          <a:prstGeom prst="rect">
            <a:avLst/>
          </a:prstGeom>
          <a:noFill/>
          <a:ln w="9525">
            <a:noFill/>
          </a:ln>
        </p:spPr>
        <p:txBody>
          <a:bodyPr wrap="none" anchor="t" anchorCtr="0">
            <a:spAutoFit/>
          </a:bodyPr>
          <a:lstStyle/>
          <a:p>
            <a:pPr>
              <a:buClr>
                <a:schemeClr val="hlink"/>
              </a:buClr>
              <a:buSzPct val="120000"/>
              <a:buFont typeface="Wingdings" panose="05000000000000000000" pitchFamily="2" charset="2"/>
              <a:buChar char="n"/>
            </a:pPr>
            <a:r>
              <a:rPr lang="zh-CN" altLang="en-US" sz="2800" b="1">
                <a:latin typeface="Times New Roman" panose="02020603050405020304" pitchFamily="2" charset="0"/>
                <a:ea typeface="宋体" panose="02010600030101010101" pitchFamily="2" charset="-122"/>
              </a:rPr>
              <a:t>时移和频移</a:t>
            </a:r>
          </a:p>
        </p:txBody>
      </p:sp>
      <p:graphicFrame>
        <p:nvGraphicFramePr>
          <p:cNvPr id="136194" name="对象 63492">
            <a:hlinkClick r:id="" action="ppaction://ole?verb=0"/>
          </p:cNvPr>
          <p:cNvGraphicFramePr>
            <a:graphicFrameLocks noChangeAspect="1"/>
          </p:cNvGraphicFramePr>
          <p:nvPr/>
        </p:nvGraphicFramePr>
        <p:xfrm>
          <a:off x="1106488" y="1470025"/>
          <a:ext cx="3963987" cy="561975"/>
        </p:xfrm>
        <a:graphic>
          <a:graphicData uri="http://schemas.openxmlformats.org/presentationml/2006/ole">
            <mc:AlternateContent xmlns:mc="http://schemas.openxmlformats.org/markup-compatibility/2006">
              <mc:Choice xmlns:v="urn:schemas-microsoft-com:vml" Requires="v">
                <p:oleObj r:id="rId2" imgW="1625600" imgH="228600" progId="Equation.3">
                  <p:embed/>
                </p:oleObj>
              </mc:Choice>
              <mc:Fallback>
                <p:oleObj r:id="rId2" imgW="1625600" imgH="228600" progId="Equation.3">
                  <p:embed/>
                  <p:pic>
                    <p:nvPicPr>
                      <p:cNvPr id="0" name="图片 3613"/>
                      <p:cNvPicPr/>
                      <p:nvPr/>
                    </p:nvPicPr>
                    <p:blipFill>
                      <a:blip r:embed="rId3"/>
                      <a:stretch>
                        <a:fillRect/>
                      </a:stretch>
                    </p:blipFill>
                    <p:spPr>
                      <a:xfrm>
                        <a:off x="1106488" y="1470025"/>
                        <a:ext cx="3963987" cy="561975"/>
                      </a:xfrm>
                      <a:prstGeom prst="rect">
                        <a:avLst/>
                      </a:prstGeom>
                      <a:noFill/>
                      <a:ln w="38100">
                        <a:noFill/>
                        <a:miter/>
                      </a:ln>
                    </p:spPr>
                  </p:pic>
                </p:oleObj>
              </mc:Fallback>
            </mc:AlternateContent>
          </a:graphicData>
        </a:graphic>
      </p:graphicFrame>
      <p:graphicFrame>
        <p:nvGraphicFramePr>
          <p:cNvPr id="136195" name="对象 63493">
            <a:hlinkClick r:id="" action="ppaction://ole?verb=0"/>
          </p:cNvPr>
          <p:cNvGraphicFramePr>
            <a:graphicFrameLocks noChangeAspect="1"/>
          </p:cNvGraphicFramePr>
          <p:nvPr/>
        </p:nvGraphicFramePr>
        <p:xfrm>
          <a:off x="1674813" y="2201863"/>
          <a:ext cx="4573587" cy="557212"/>
        </p:xfrm>
        <a:graphic>
          <a:graphicData uri="http://schemas.openxmlformats.org/presentationml/2006/ole">
            <mc:AlternateContent xmlns:mc="http://schemas.openxmlformats.org/markup-compatibility/2006">
              <mc:Choice xmlns:v="urn:schemas-microsoft-com:vml" Requires="v">
                <p:oleObj r:id="rId4" imgW="1879600" imgH="228600" progId="Equation.3">
                  <p:embed/>
                </p:oleObj>
              </mc:Choice>
              <mc:Fallback>
                <p:oleObj r:id="rId4" imgW="1879600" imgH="228600" progId="Equation.3">
                  <p:embed/>
                  <p:pic>
                    <p:nvPicPr>
                      <p:cNvPr id="0" name="图片 3615"/>
                      <p:cNvPicPr/>
                      <p:nvPr/>
                    </p:nvPicPr>
                    <p:blipFill>
                      <a:blip r:embed="rId5"/>
                      <a:stretch>
                        <a:fillRect/>
                      </a:stretch>
                    </p:blipFill>
                    <p:spPr>
                      <a:xfrm>
                        <a:off x="1674813" y="2201863"/>
                        <a:ext cx="4573587" cy="557212"/>
                      </a:xfrm>
                      <a:prstGeom prst="rect">
                        <a:avLst/>
                      </a:prstGeom>
                      <a:noFill/>
                      <a:ln w="38100">
                        <a:noFill/>
                        <a:miter/>
                      </a:ln>
                    </p:spPr>
                  </p:pic>
                </p:oleObj>
              </mc:Fallback>
            </mc:AlternateContent>
          </a:graphicData>
        </a:graphic>
      </p:graphicFrame>
      <p:graphicFrame>
        <p:nvGraphicFramePr>
          <p:cNvPr id="136196" name="对象 63494">
            <a:hlinkClick r:id="" action="ppaction://ole?verb=0"/>
          </p:cNvPr>
          <p:cNvGraphicFramePr>
            <a:graphicFrameLocks noChangeAspect="1"/>
          </p:cNvGraphicFramePr>
          <p:nvPr/>
        </p:nvGraphicFramePr>
        <p:xfrm>
          <a:off x="1624013" y="2940050"/>
          <a:ext cx="4522787" cy="561975"/>
        </p:xfrm>
        <a:graphic>
          <a:graphicData uri="http://schemas.openxmlformats.org/presentationml/2006/ole">
            <mc:AlternateContent xmlns:mc="http://schemas.openxmlformats.org/markup-compatibility/2006">
              <mc:Choice xmlns:v="urn:schemas-microsoft-com:vml" Requires="v">
                <p:oleObj r:id="rId6" imgW="1854200" imgH="228600" progId="Equation.3">
                  <p:embed/>
                </p:oleObj>
              </mc:Choice>
              <mc:Fallback>
                <p:oleObj r:id="rId6" imgW="1854200" imgH="228600" progId="Equation.3">
                  <p:embed/>
                  <p:pic>
                    <p:nvPicPr>
                      <p:cNvPr id="0" name="图片 3622"/>
                      <p:cNvPicPr/>
                      <p:nvPr/>
                    </p:nvPicPr>
                    <p:blipFill>
                      <a:blip r:embed="rId7"/>
                      <a:stretch>
                        <a:fillRect/>
                      </a:stretch>
                    </p:blipFill>
                    <p:spPr>
                      <a:xfrm>
                        <a:off x="1624013" y="2940050"/>
                        <a:ext cx="4522787" cy="561975"/>
                      </a:xfrm>
                      <a:prstGeom prst="rect">
                        <a:avLst/>
                      </a:prstGeom>
                      <a:noFill/>
                      <a:ln w="38100">
                        <a:noFill/>
                        <a:miter/>
                      </a:ln>
                    </p:spPr>
                  </p:pic>
                </p:oleObj>
              </mc:Fallback>
            </mc:AlternateContent>
          </a:graphicData>
        </a:graphic>
      </p:graphicFrame>
      <p:sp>
        <p:nvSpPr>
          <p:cNvPr id="136197" name="文本框 63495"/>
          <p:cNvSpPr txBox="1"/>
          <p:nvPr/>
        </p:nvSpPr>
        <p:spPr>
          <a:xfrm>
            <a:off x="738188" y="3965575"/>
            <a:ext cx="7219950" cy="1660525"/>
          </a:xfrm>
          <a:prstGeom prst="rect">
            <a:avLst/>
          </a:prstGeom>
          <a:noFill/>
          <a:ln w="9525">
            <a:noFill/>
          </a:ln>
        </p:spPr>
        <p:txBody>
          <a:bodyPr wrap="square" anchor="t" anchorCtr="0">
            <a:spAutoFit/>
          </a:bodyPr>
          <a:lstStyle/>
          <a:p>
            <a:pPr>
              <a:lnSpc>
                <a:spcPct val="120000"/>
              </a:lnSpc>
              <a:buClr>
                <a:schemeClr val="folHlink"/>
              </a:buClr>
              <a:buSzPct val="60000"/>
              <a:buFont typeface="Wingdings" panose="05000000000000000000" pitchFamily="2" charset="2"/>
              <a:buChar char="n"/>
            </a:pPr>
            <a:r>
              <a:rPr lang="zh-CN" altLang="en-US" sz="2400" b="1" dirty="0">
                <a:solidFill>
                  <a:srgbClr val="FF3300"/>
                </a:solidFill>
                <a:latin typeface="Times New Roman" panose="02020603050405020304" pitchFamily="2" charset="0"/>
                <a:ea typeface="宋体" panose="02010600030101010101" pitchFamily="2" charset="-122"/>
                <a:sym typeface="Arial" panose="020B0604020202020204" pitchFamily="34" charset="0"/>
              </a:rPr>
              <a:t>时移：</a:t>
            </a:r>
            <a:r>
              <a:rPr lang="zh-CN" altLang="en-US" sz="2400" b="1" dirty="0">
                <a:latin typeface="Times New Roman" panose="02020603050405020304" pitchFamily="2" charset="0"/>
                <a:ea typeface="宋体" panose="02010600030101010101" pitchFamily="2" charset="-122"/>
                <a:sym typeface="Arial" panose="020B0604020202020204" pitchFamily="34" charset="0"/>
              </a:rPr>
              <a:t>时域中</a:t>
            </a:r>
            <a:r>
              <a:rPr lang="zh-CN" altLang="en-US" sz="2400" b="1" dirty="0">
                <a:solidFill>
                  <a:srgbClr val="FF3300"/>
                </a:solidFill>
                <a:latin typeface="Times New Roman" panose="02020603050405020304" pitchFamily="2" charset="0"/>
                <a:ea typeface="宋体" panose="02010600030101010101" pitchFamily="2" charset="-122"/>
                <a:sym typeface="Arial" panose="020B0604020202020204" pitchFamily="34" charset="0"/>
              </a:rPr>
              <a:t>右移</a:t>
            </a:r>
            <a:r>
              <a:rPr lang="en-US" altLang="zh-CN" sz="2400" b="1" i="1" dirty="0">
                <a:solidFill>
                  <a:srgbClr val="FF3300"/>
                </a:solidFill>
                <a:latin typeface="Times New Roman" panose="02020603050405020304" pitchFamily="2" charset="0"/>
                <a:ea typeface="宋体" panose="02010600030101010101" pitchFamily="2" charset="-122"/>
                <a:sym typeface="Arial" panose="020B0604020202020204" pitchFamily="34" charset="0"/>
              </a:rPr>
              <a:t>m</a:t>
            </a:r>
            <a:r>
              <a:rPr lang="zh-CN" altLang="en-US" sz="2400" b="1" dirty="0">
                <a:latin typeface="Times New Roman" panose="02020603050405020304" pitchFamily="2" charset="0"/>
                <a:ea typeface="宋体" panose="02010600030101010101" pitchFamily="2" charset="-122"/>
                <a:sym typeface="Arial" panose="020B0604020202020204" pitchFamily="34" charset="0"/>
              </a:rPr>
              <a:t>，频谱的幅度不变，各频率分量的相位比原</a:t>
            </a:r>
            <a:r>
              <a:rPr lang="zh-CN" altLang="en-US" sz="2400" b="1" i="1" dirty="0">
                <a:latin typeface="Times New Roman" panose="02020603050405020304" pitchFamily="2" charset="0"/>
                <a:ea typeface="宋体" panose="02010600030101010101" pitchFamily="2" charset="-122"/>
                <a:sym typeface="Arial" panose="020B0604020202020204" pitchFamily="34" charset="0"/>
              </a:rPr>
              <a:t>x(n)</a:t>
            </a:r>
            <a:r>
              <a:rPr lang="zh-CN" altLang="en-US" sz="2400" b="1" dirty="0">
                <a:latin typeface="Times New Roman" panose="02020603050405020304" pitchFamily="2" charset="0"/>
                <a:ea typeface="宋体" panose="02010600030101010101" pitchFamily="2" charset="-122"/>
                <a:sym typeface="Arial" panose="020B0604020202020204" pitchFamily="34" charset="0"/>
              </a:rPr>
              <a:t>各频率分量的相位</a:t>
            </a:r>
            <a:r>
              <a:rPr lang="zh-CN" altLang="en-US" sz="2400" b="1" dirty="0">
                <a:solidFill>
                  <a:srgbClr val="FF3300"/>
                </a:solidFill>
                <a:latin typeface="Times New Roman" panose="02020603050405020304" pitchFamily="2" charset="0"/>
                <a:ea typeface="宋体" panose="02010600030101010101" pitchFamily="2" charset="-122"/>
                <a:sym typeface="Arial" panose="020B0604020202020204" pitchFamily="34" charset="0"/>
              </a:rPr>
              <a:t>滞后</a:t>
            </a:r>
            <a:r>
              <a:rPr lang="zh-CN" altLang="en-US" sz="2400" b="1" i="1" dirty="0">
                <a:solidFill>
                  <a:srgbClr val="FF3300"/>
                </a:solidFill>
                <a:latin typeface="Times New Roman" panose="02020603050405020304" pitchFamily="2" charset="0"/>
                <a:ea typeface="宋体" panose="02010600030101010101" pitchFamily="2" charset="-122"/>
                <a:sym typeface="Arial" panose="020B0604020202020204" pitchFamily="34" charset="0"/>
              </a:rPr>
              <a:t>w</a:t>
            </a:r>
            <a:r>
              <a:rPr lang="en-US" altLang="zh-CN" sz="2400" b="1" i="1" dirty="0">
                <a:solidFill>
                  <a:srgbClr val="FF3300"/>
                </a:solidFill>
                <a:latin typeface="Times New Roman" panose="02020603050405020304" pitchFamily="2" charset="0"/>
                <a:ea typeface="宋体" panose="02010600030101010101" pitchFamily="2" charset="-122"/>
                <a:sym typeface="Arial" panose="020B0604020202020204" pitchFamily="34" charset="0"/>
              </a:rPr>
              <a:t>m</a:t>
            </a:r>
            <a:endParaRPr lang="zh-CN" altLang="en-US" sz="2400" b="1" i="1" baseline="-25000" dirty="0">
              <a:solidFill>
                <a:srgbClr val="FF3300"/>
              </a:solidFill>
              <a:latin typeface="Times New Roman" panose="02020603050405020304" pitchFamily="2" charset="0"/>
              <a:ea typeface="宋体" panose="02010600030101010101" pitchFamily="2" charset="-122"/>
              <a:sym typeface="Arial" panose="020B0604020202020204" pitchFamily="34" charset="0"/>
            </a:endParaRPr>
          </a:p>
          <a:p>
            <a:pPr>
              <a:lnSpc>
                <a:spcPct val="120000"/>
              </a:lnSpc>
              <a:buClr>
                <a:schemeClr val="folHlink"/>
              </a:buClr>
              <a:buSzPct val="60000"/>
              <a:buFont typeface="Wingdings" panose="05000000000000000000" pitchFamily="2" charset="2"/>
              <a:buChar char="n"/>
            </a:pPr>
            <a:r>
              <a:rPr lang="zh-CN" altLang="en-US" sz="2400" b="1" dirty="0">
                <a:solidFill>
                  <a:srgbClr val="FF3300"/>
                </a:solidFill>
                <a:latin typeface="Times New Roman" panose="02020603050405020304" pitchFamily="2" charset="0"/>
                <a:ea typeface="宋体" panose="02010600030101010101" pitchFamily="2" charset="-122"/>
                <a:sym typeface="Arial" panose="020B0604020202020204" pitchFamily="34" charset="0"/>
              </a:rPr>
              <a:t>频移：</a:t>
            </a:r>
            <a:r>
              <a:rPr lang="zh-CN" altLang="en-US" sz="2400" b="1" dirty="0">
                <a:latin typeface="Times New Roman" panose="02020603050405020304" pitchFamily="2" charset="0"/>
                <a:ea typeface="宋体" panose="02010600030101010101" pitchFamily="2" charset="-122"/>
                <a:sym typeface="Arial" panose="020B0604020202020204" pitchFamily="34" charset="0"/>
              </a:rPr>
              <a:t>调制、解调、变频</a:t>
            </a:r>
          </a:p>
          <a:p>
            <a:endParaRPr lang="zh-CN" altLang="en-US" sz="2400" b="1" i="1" baseline="-25000" dirty="0">
              <a:solidFill>
                <a:srgbClr val="FF3300"/>
              </a:solidFill>
              <a:latin typeface="Times New Roman" panose="02020603050405020304" pitchFamily="2" charset="0"/>
              <a:ea typeface="宋体" panose="02010600030101010101" pitchFamily="2" charset="-122"/>
              <a:sym typeface="Arial" panose="020B0604020202020204" pitchFamily="34" charset="0"/>
            </a:endParaRPr>
          </a:p>
        </p:txBody>
      </p:sp>
      <p:graphicFrame>
        <p:nvGraphicFramePr>
          <p:cNvPr id="136198" name="对象 63496"/>
          <p:cNvGraphicFramePr/>
          <p:nvPr/>
        </p:nvGraphicFramePr>
        <p:xfrm>
          <a:off x="4508500" y="3322638"/>
          <a:ext cx="127000" cy="212725"/>
        </p:xfrm>
        <a:graphic>
          <a:graphicData uri="http://schemas.openxmlformats.org/presentationml/2006/ole">
            <mc:AlternateContent xmlns:mc="http://schemas.openxmlformats.org/markup-compatibility/2006">
              <mc:Choice xmlns:v="urn:schemas-microsoft-com:vml" Requires="v">
                <p:oleObj r:id="rId8" imgW="156845" imgH="248285" progId="Equation.3">
                  <p:embed/>
                </p:oleObj>
              </mc:Choice>
              <mc:Fallback>
                <p:oleObj r:id="rId8" imgW="156845" imgH="248285" progId="Equation.3">
                  <p:embed/>
                  <p:pic>
                    <p:nvPicPr>
                      <p:cNvPr id="0" name="图片 3617"/>
                      <p:cNvPicPr/>
                      <p:nvPr/>
                    </p:nvPicPr>
                    <p:blipFill>
                      <a:blip r:embed="rId9"/>
                      <a:stretch>
                        <a:fillRect/>
                      </a:stretch>
                    </p:blipFill>
                    <p:spPr>
                      <a:xfrm>
                        <a:off x="4508500" y="3322638"/>
                        <a:ext cx="127000" cy="212725"/>
                      </a:xfrm>
                      <a:prstGeom prst="rect">
                        <a:avLst/>
                      </a:prstGeom>
                      <a:noFill/>
                      <a:ln w="38100">
                        <a:noFill/>
                        <a:miter/>
                      </a:ln>
                    </p:spPr>
                  </p:pic>
                </p:oleObj>
              </mc:Fallback>
            </mc:AlternateContent>
          </a:graphicData>
        </a:graphic>
      </p:graphicFrame>
      <p:sp>
        <p:nvSpPr>
          <p:cNvPr id="136199" name="文本框 4"/>
          <p:cNvSpPr txBox="1"/>
          <p:nvPr/>
        </p:nvSpPr>
        <p:spPr>
          <a:xfrm>
            <a:off x="6078538" y="3011488"/>
            <a:ext cx="3008312" cy="398462"/>
          </a:xfrm>
          <a:prstGeom prst="rect">
            <a:avLst/>
          </a:prstGeom>
          <a:noFill/>
          <a:ln w="9525">
            <a:noFill/>
          </a:ln>
        </p:spPr>
        <p:txBody>
          <a:bodyPr wrap="square" anchor="t" anchorCtr="0">
            <a:spAutoFit/>
          </a:bodyPr>
          <a:lstStyle/>
          <a:p>
            <a:pPr>
              <a:spcBef>
                <a:spcPct val="20000"/>
              </a:spcBef>
            </a:pPr>
            <a:r>
              <a:rPr lang="zh-CN" altLang="en-US" sz="2000" b="1" dirty="0">
                <a:latin typeface="宋体" panose="02010600030101010101" pitchFamily="2" charset="-122"/>
                <a:ea typeface="宋体" panose="02010600030101010101" pitchFamily="2" charset="-122"/>
              </a:rPr>
              <a:t>乘以复指数序列（调制性</a:t>
            </a:r>
            <a:r>
              <a:rPr lang="zh-CN" altLang="en-US" sz="2000" b="1">
                <a:latin typeface="宋体" panose="02010600030101010101" pitchFamily="2" charset="-122"/>
                <a:ea typeface="宋体" panose="02010600030101010101" pitchFamily="2" charset="-122"/>
              </a:rPr>
              <a:t>）</a:t>
            </a:r>
            <a:endParaRPr lang="zh-CN" altLang="en-US" sz="2000">
              <a:latin typeface="宋体" panose="02010600030101010101" pitchFamily="2" charset="-122"/>
              <a:ea typeface="宋体" panose="02010600030101010101" pitchFamily="2" charset="-122"/>
            </a:endParaRPr>
          </a:p>
        </p:txBody>
      </p:sp>
      <p:sp>
        <p:nvSpPr>
          <p:cNvPr id="136200" name="文本框 5"/>
          <p:cNvSpPr txBox="1"/>
          <p:nvPr/>
        </p:nvSpPr>
        <p:spPr>
          <a:xfrm>
            <a:off x="6988175" y="2328863"/>
            <a:ext cx="1458913" cy="398462"/>
          </a:xfrm>
          <a:prstGeom prst="rect">
            <a:avLst/>
          </a:prstGeom>
          <a:noFill/>
          <a:ln w="9525">
            <a:noFill/>
          </a:ln>
        </p:spPr>
        <p:txBody>
          <a:bodyPr wrap="none" anchor="t" anchorCtr="0">
            <a:spAutoFit/>
          </a:bodyPr>
          <a:lstStyle/>
          <a:p>
            <a:r>
              <a:rPr lang="zh-CN" altLang="en-US" sz="2000" b="1" dirty="0">
                <a:latin typeface="宋体" panose="02010600030101010101" pitchFamily="2" charset="-122"/>
                <a:ea typeface="宋体" panose="02010600030101010101" pitchFamily="2" charset="-122"/>
              </a:rPr>
              <a:t>序列的移位</a:t>
            </a:r>
          </a:p>
        </p:txBody>
      </p:sp>
      <p:grpSp>
        <p:nvGrpSpPr>
          <p:cNvPr id="27" name="组合 26">
            <a:extLst>
              <a:ext uri="{FF2B5EF4-FFF2-40B4-BE49-F238E27FC236}">
                <a16:creationId xmlns:a16="http://schemas.microsoft.com/office/drawing/2014/main" id="{13E42B7C-C534-C9EE-AD87-3AF698F9E955}"/>
              </a:ext>
            </a:extLst>
          </p:cNvPr>
          <p:cNvGrpSpPr/>
          <p:nvPr/>
        </p:nvGrpSpPr>
        <p:grpSpPr>
          <a:xfrm>
            <a:off x="4590505" y="702785"/>
            <a:ext cx="2927880" cy="1330200"/>
            <a:chOff x="4590505" y="702785"/>
            <a:chExt cx="2927880" cy="1330200"/>
          </a:xfrm>
        </p:grpSpPr>
        <mc:AlternateContent xmlns:mc="http://schemas.openxmlformats.org/markup-compatibility/2006" xmlns:p14="http://schemas.microsoft.com/office/powerpoint/2010/main">
          <mc:Choice Requires="p14">
            <p:contentPart p14:bwMode="auto" r:id="rId10">
              <p14:nvContentPartPr>
                <p14:cNvPr id="2" name="墨迹 1">
                  <a:extLst>
                    <a:ext uri="{FF2B5EF4-FFF2-40B4-BE49-F238E27FC236}">
                      <a16:creationId xmlns:a16="http://schemas.microsoft.com/office/drawing/2014/main" id="{5752640A-306A-5CFC-199C-BC87111D4E48}"/>
                    </a:ext>
                  </a:extLst>
                </p14:cNvPr>
                <p14:cNvContentPartPr/>
                <p14:nvPr/>
              </p14:nvContentPartPr>
              <p14:xfrm>
                <a:off x="4617865" y="849665"/>
                <a:ext cx="271440" cy="381960"/>
              </p14:xfrm>
            </p:contentPart>
          </mc:Choice>
          <mc:Fallback xmlns="">
            <p:pic>
              <p:nvPicPr>
                <p:cNvPr id="2" name="墨迹 1">
                  <a:extLst>
                    <a:ext uri="{FF2B5EF4-FFF2-40B4-BE49-F238E27FC236}">
                      <a16:creationId xmlns:a16="http://schemas.microsoft.com/office/drawing/2014/main" id="{5752640A-306A-5CFC-199C-BC87111D4E48}"/>
                    </a:ext>
                  </a:extLst>
                </p:cNvPr>
                <p:cNvPicPr/>
                <p:nvPr/>
              </p:nvPicPr>
              <p:blipFill>
                <a:blip r:embed="rId11"/>
                <a:stretch>
                  <a:fillRect/>
                </a:stretch>
              </p:blipFill>
              <p:spPr>
                <a:xfrm>
                  <a:off x="4600225" y="831665"/>
                  <a:ext cx="307080" cy="41760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3" name="墨迹 2">
                  <a:extLst>
                    <a:ext uri="{FF2B5EF4-FFF2-40B4-BE49-F238E27FC236}">
                      <a16:creationId xmlns:a16="http://schemas.microsoft.com/office/drawing/2014/main" id="{FF910E78-EFC8-C21C-8986-9F4F67BC0F83}"/>
                    </a:ext>
                  </a:extLst>
                </p14:cNvPr>
                <p14:cNvContentPartPr/>
                <p14:nvPr/>
              </p14:nvContentPartPr>
              <p14:xfrm>
                <a:off x="4590505" y="1025345"/>
                <a:ext cx="333000" cy="360"/>
              </p14:xfrm>
            </p:contentPart>
          </mc:Choice>
          <mc:Fallback xmlns="">
            <p:pic>
              <p:nvPicPr>
                <p:cNvPr id="3" name="墨迹 2">
                  <a:extLst>
                    <a:ext uri="{FF2B5EF4-FFF2-40B4-BE49-F238E27FC236}">
                      <a16:creationId xmlns:a16="http://schemas.microsoft.com/office/drawing/2014/main" id="{FF910E78-EFC8-C21C-8986-9F4F67BC0F83}"/>
                    </a:ext>
                  </a:extLst>
                </p:cNvPr>
                <p:cNvPicPr/>
                <p:nvPr/>
              </p:nvPicPr>
              <p:blipFill>
                <a:blip r:embed="rId13"/>
                <a:stretch>
                  <a:fillRect/>
                </a:stretch>
              </p:blipFill>
              <p:spPr>
                <a:xfrm>
                  <a:off x="4572505" y="1007345"/>
                  <a:ext cx="368640" cy="3600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4" name="墨迹 3">
                  <a:extLst>
                    <a:ext uri="{FF2B5EF4-FFF2-40B4-BE49-F238E27FC236}">
                      <a16:creationId xmlns:a16="http://schemas.microsoft.com/office/drawing/2014/main" id="{E312783B-E6ED-1D22-577E-69C71F9C9599}"/>
                    </a:ext>
                  </a:extLst>
                </p14:cNvPr>
                <p14:cNvContentPartPr/>
                <p14:nvPr/>
              </p14:nvContentPartPr>
              <p14:xfrm>
                <a:off x="5015305" y="830945"/>
                <a:ext cx="259200" cy="19440"/>
              </p14:xfrm>
            </p:contentPart>
          </mc:Choice>
          <mc:Fallback xmlns="">
            <p:pic>
              <p:nvPicPr>
                <p:cNvPr id="4" name="墨迹 3">
                  <a:extLst>
                    <a:ext uri="{FF2B5EF4-FFF2-40B4-BE49-F238E27FC236}">
                      <a16:creationId xmlns:a16="http://schemas.microsoft.com/office/drawing/2014/main" id="{E312783B-E6ED-1D22-577E-69C71F9C9599}"/>
                    </a:ext>
                  </a:extLst>
                </p:cNvPr>
                <p:cNvPicPr/>
                <p:nvPr/>
              </p:nvPicPr>
              <p:blipFill>
                <a:blip r:embed="rId15"/>
                <a:stretch>
                  <a:fillRect/>
                </a:stretch>
              </p:blipFill>
              <p:spPr>
                <a:xfrm>
                  <a:off x="4997305" y="812945"/>
                  <a:ext cx="294840" cy="5508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5" name="墨迹 4">
                  <a:extLst>
                    <a:ext uri="{FF2B5EF4-FFF2-40B4-BE49-F238E27FC236}">
                      <a16:creationId xmlns:a16="http://schemas.microsoft.com/office/drawing/2014/main" id="{BEB4808B-47FF-22F6-BD7A-41234B555CE0}"/>
                    </a:ext>
                  </a:extLst>
                </p14:cNvPr>
                <p14:cNvContentPartPr/>
                <p14:nvPr/>
              </p14:nvContentPartPr>
              <p14:xfrm>
                <a:off x="5347585" y="702785"/>
                <a:ext cx="269640" cy="196200"/>
              </p14:xfrm>
            </p:contentPart>
          </mc:Choice>
          <mc:Fallback xmlns="">
            <p:pic>
              <p:nvPicPr>
                <p:cNvPr id="5" name="墨迹 4">
                  <a:extLst>
                    <a:ext uri="{FF2B5EF4-FFF2-40B4-BE49-F238E27FC236}">
                      <a16:creationId xmlns:a16="http://schemas.microsoft.com/office/drawing/2014/main" id="{BEB4808B-47FF-22F6-BD7A-41234B555CE0}"/>
                    </a:ext>
                  </a:extLst>
                </p:cNvPr>
                <p:cNvPicPr/>
                <p:nvPr/>
              </p:nvPicPr>
              <p:blipFill>
                <a:blip r:embed="rId17"/>
                <a:stretch>
                  <a:fillRect/>
                </a:stretch>
              </p:blipFill>
              <p:spPr>
                <a:xfrm>
                  <a:off x="5329585" y="685145"/>
                  <a:ext cx="305280" cy="23184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7" name="墨迹 6">
                  <a:extLst>
                    <a:ext uri="{FF2B5EF4-FFF2-40B4-BE49-F238E27FC236}">
                      <a16:creationId xmlns:a16="http://schemas.microsoft.com/office/drawing/2014/main" id="{88A3109F-3F7F-15AF-163F-DEAAA4D819D6}"/>
                    </a:ext>
                  </a:extLst>
                </p14:cNvPr>
                <p14:cNvContentPartPr/>
                <p14:nvPr/>
              </p14:nvContentPartPr>
              <p14:xfrm>
                <a:off x="5850145" y="1457705"/>
                <a:ext cx="297360" cy="298800"/>
              </p14:xfrm>
            </p:contentPart>
          </mc:Choice>
          <mc:Fallback xmlns="">
            <p:pic>
              <p:nvPicPr>
                <p:cNvPr id="7" name="墨迹 6">
                  <a:extLst>
                    <a:ext uri="{FF2B5EF4-FFF2-40B4-BE49-F238E27FC236}">
                      <a16:creationId xmlns:a16="http://schemas.microsoft.com/office/drawing/2014/main" id="{88A3109F-3F7F-15AF-163F-DEAAA4D819D6}"/>
                    </a:ext>
                  </a:extLst>
                </p:cNvPr>
                <p:cNvPicPr/>
                <p:nvPr/>
              </p:nvPicPr>
              <p:blipFill>
                <a:blip r:embed="rId19"/>
                <a:stretch>
                  <a:fillRect/>
                </a:stretch>
              </p:blipFill>
              <p:spPr>
                <a:xfrm>
                  <a:off x="5832145" y="1439705"/>
                  <a:ext cx="333000" cy="33444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8" name="墨迹 7">
                  <a:extLst>
                    <a:ext uri="{FF2B5EF4-FFF2-40B4-BE49-F238E27FC236}">
                      <a16:creationId xmlns:a16="http://schemas.microsoft.com/office/drawing/2014/main" id="{2DDCF8B0-CF87-3F95-456E-E006180F92AF}"/>
                    </a:ext>
                  </a:extLst>
                </p14:cNvPr>
                <p14:cNvContentPartPr/>
                <p14:nvPr/>
              </p14:nvContentPartPr>
              <p14:xfrm>
                <a:off x="5883265" y="1615385"/>
                <a:ext cx="239400" cy="10080"/>
              </p14:xfrm>
            </p:contentPart>
          </mc:Choice>
          <mc:Fallback xmlns="">
            <p:pic>
              <p:nvPicPr>
                <p:cNvPr id="8" name="墨迹 7">
                  <a:extLst>
                    <a:ext uri="{FF2B5EF4-FFF2-40B4-BE49-F238E27FC236}">
                      <a16:creationId xmlns:a16="http://schemas.microsoft.com/office/drawing/2014/main" id="{2DDCF8B0-CF87-3F95-456E-E006180F92AF}"/>
                    </a:ext>
                  </a:extLst>
                </p:cNvPr>
                <p:cNvPicPr/>
                <p:nvPr/>
              </p:nvPicPr>
              <p:blipFill>
                <a:blip r:embed="rId21"/>
                <a:stretch>
                  <a:fillRect/>
                </a:stretch>
              </p:blipFill>
              <p:spPr>
                <a:xfrm>
                  <a:off x="5865625" y="1597385"/>
                  <a:ext cx="275040" cy="4572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9" name="墨迹 8">
                  <a:extLst>
                    <a:ext uri="{FF2B5EF4-FFF2-40B4-BE49-F238E27FC236}">
                      <a16:creationId xmlns:a16="http://schemas.microsoft.com/office/drawing/2014/main" id="{28B008E8-2D43-14FD-1D8B-65DC11821705}"/>
                    </a:ext>
                  </a:extLst>
                </p14:cNvPr>
                <p14:cNvContentPartPr/>
                <p14:nvPr/>
              </p14:nvContentPartPr>
              <p14:xfrm>
                <a:off x="6289705" y="1634825"/>
                <a:ext cx="129600" cy="9360"/>
              </p14:xfrm>
            </p:contentPart>
          </mc:Choice>
          <mc:Fallback xmlns="">
            <p:pic>
              <p:nvPicPr>
                <p:cNvPr id="9" name="墨迹 8">
                  <a:extLst>
                    <a:ext uri="{FF2B5EF4-FFF2-40B4-BE49-F238E27FC236}">
                      <a16:creationId xmlns:a16="http://schemas.microsoft.com/office/drawing/2014/main" id="{28B008E8-2D43-14FD-1D8B-65DC11821705}"/>
                    </a:ext>
                  </a:extLst>
                </p:cNvPr>
                <p:cNvPicPr/>
                <p:nvPr/>
              </p:nvPicPr>
              <p:blipFill>
                <a:blip r:embed="rId23"/>
                <a:stretch>
                  <a:fillRect/>
                </a:stretch>
              </p:blipFill>
              <p:spPr>
                <a:xfrm>
                  <a:off x="6272065" y="1617185"/>
                  <a:ext cx="165240" cy="4500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10" name="墨迹 9">
                  <a:extLst>
                    <a:ext uri="{FF2B5EF4-FFF2-40B4-BE49-F238E27FC236}">
                      <a16:creationId xmlns:a16="http://schemas.microsoft.com/office/drawing/2014/main" id="{04F9F636-FA41-99E1-4BD0-107D9EA32B5F}"/>
                    </a:ext>
                  </a:extLst>
                </p14:cNvPr>
                <p14:cNvContentPartPr/>
                <p14:nvPr/>
              </p14:nvContentPartPr>
              <p14:xfrm>
                <a:off x="6317785" y="1711865"/>
                <a:ext cx="118440" cy="6120"/>
              </p14:xfrm>
            </p:contentPart>
          </mc:Choice>
          <mc:Fallback xmlns="">
            <p:pic>
              <p:nvPicPr>
                <p:cNvPr id="10" name="墨迹 9">
                  <a:extLst>
                    <a:ext uri="{FF2B5EF4-FFF2-40B4-BE49-F238E27FC236}">
                      <a16:creationId xmlns:a16="http://schemas.microsoft.com/office/drawing/2014/main" id="{04F9F636-FA41-99E1-4BD0-107D9EA32B5F}"/>
                    </a:ext>
                  </a:extLst>
                </p:cNvPr>
                <p:cNvPicPr/>
                <p:nvPr/>
              </p:nvPicPr>
              <p:blipFill>
                <a:blip r:embed="rId25"/>
                <a:stretch>
                  <a:fillRect/>
                </a:stretch>
              </p:blipFill>
              <p:spPr>
                <a:xfrm>
                  <a:off x="6299785" y="1694225"/>
                  <a:ext cx="154080" cy="4176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11" name="墨迹 10">
                  <a:extLst>
                    <a:ext uri="{FF2B5EF4-FFF2-40B4-BE49-F238E27FC236}">
                      <a16:creationId xmlns:a16="http://schemas.microsoft.com/office/drawing/2014/main" id="{154012DE-DA16-CF2B-6A93-13C7CB45ED4C}"/>
                    </a:ext>
                  </a:extLst>
                </p14:cNvPr>
                <p14:cNvContentPartPr/>
                <p14:nvPr/>
              </p14:nvContentPartPr>
              <p14:xfrm>
                <a:off x="6621265" y="1577585"/>
                <a:ext cx="193680" cy="263520"/>
              </p14:xfrm>
            </p:contentPart>
          </mc:Choice>
          <mc:Fallback xmlns="">
            <p:pic>
              <p:nvPicPr>
                <p:cNvPr id="11" name="墨迹 10">
                  <a:extLst>
                    <a:ext uri="{FF2B5EF4-FFF2-40B4-BE49-F238E27FC236}">
                      <a16:creationId xmlns:a16="http://schemas.microsoft.com/office/drawing/2014/main" id="{154012DE-DA16-CF2B-6A93-13C7CB45ED4C}"/>
                    </a:ext>
                  </a:extLst>
                </p:cNvPr>
                <p:cNvPicPr/>
                <p:nvPr/>
              </p:nvPicPr>
              <p:blipFill>
                <a:blip r:embed="rId27"/>
                <a:stretch>
                  <a:fillRect/>
                </a:stretch>
              </p:blipFill>
              <p:spPr>
                <a:xfrm>
                  <a:off x="6603625" y="1559585"/>
                  <a:ext cx="229320" cy="29916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12" name="墨迹 11">
                  <a:extLst>
                    <a:ext uri="{FF2B5EF4-FFF2-40B4-BE49-F238E27FC236}">
                      <a16:creationId xmlns:a16="http://schemas.microsoft.com/office/drawing/2014/main" id="{8CA4B076-6A93-A4AA-1DE7-2ACAFD7D11F3}"/>
                    </a:ext>
                  </a:extLst>
                </p14:cNvPr>
                <p14:cNvContentPartPr/>
                <p14:nvPr/>
              </p14:nvContentPartPr>
              <p14:xfrm>
                <a:off x="6890905" y="1405505"/>
                <a:ext cx="148320" cy="330480"/>
              </p14:xfrm>
            </p:contentPart>
          </mc:Choice>
          <mc:Fallback xmlns="">
            <p:pic>
              <p:nvPicPr>
                <p:cNvPr id="12" name="墨迹 11">
                  <a:extLst>
                    <a:ext uri="{FF2B5EF4-FFF2-40B4-BE49-F238E27FC236}">
                      <a16:creationId xmlns:a16="http://schemas.microsoft.com/office/drawing/2014/main" id="{8CA4B076-6A93-A4AA-1DE7-2ACAFD7D11F3}"/>
                    </a:ext>
                  </a:extLst>
                </p:cNvPr>
                <p:cNvPicPr/>
                <p:nvPr/>
              </p:nvPicPr>
              <p:blipFill>
                <a:blip r:embed="rId29"/>
                <a:stretch>
                  <a:fillRect/>
                </a:stretch>
              </p:blipFill>
              <p:spPr>
                <a:xfrm>
                  <a:off x="6873265" y="1387505"/>
                  <a:ext cx="183960" cy="36612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13" name="墨迹 12">
                  <a:extLst>
                    <a:ext uri="{FF2B5EF4-FFF2-40B4-BE49-F238E27FC236}">
                      <a16:creationId xmlns:a16="http://schemas.microsoft.com/office/drawing/2014/main" id="{324F8AFD-D502-570A-4AE3-41E68CD0066A}"/>
                    </a:ext>
                  </a:extLst>
                </p14:cNvPr>
                <p14:cNvContentPartPr/>
                <p14:nvPr/>
              </p14:nvContentPartPr>
              <p14:xfrm>
                <a:off x="7028785" y="1228385"/>
                <a:ext cx="21960" cy="59400"/>
              </p14:xfrm>
            </p:contentPart>
          </mc:Choice>
          <mc:Fallback xmlns="">
            <p:pic>
              <p:nvPicPr>
                <p:cNvPr id="13" name="墨迹 12">
                  <a:extLst>
                    <a:ext uri="{FF2B5EF4-FFF2-40B4-BE49-F238E27FC236}">
                      <a16:creationId xmlns:a16="http://schemas.microsoft.com/office/drawing/2014/main" id="{324F8AFD-D502-570A-4AE3-41E68CD0066A}"/>
                    </a:ext>
                  </a:extLst>
                </p:cNvPr>
                <p:cNvPicPr/>
                <p:nvPr/>
              </p:nvPicPr>
              <p:blipFill>
                <a:blip r:embed="rId31"/>
                <a:stretch>
                  <a:fillRect/>
                </a:stretch>
              </p:blipFill>
              <p:spPr>
                <a:xfrm>
                  <a:off x="7010785" y="1210385"/>
                  <a:ext cx="57600" cy="9504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15" name="墨迹 14">
                  <a:extLst>
                    <a:ext uri="{FF2B5EF4-FFF2-40B4-BE49-F238E27FC236}">
                      <a16:creationId xmlns:a16="http://schemas.microsoft.com/office/drawing/2014/main" id="{87A500E2-9222-A8DB-9335-ACF421FDFBAB}"/>
                    </a:ext>
                  </a:extLst>
                </p14:cNvPr>
                <p14:cNvContentPartPr/>
                <p14:nvPr/>
              </p14:nvContentPartPr>
              <p14:xfrm>
                <a:off x="7166305" y="1389665"/>
                <a:ext cx="352080" cy="234360"/>
              </p14:xfrm>
            </p:contentPart>
          </mc:Choice>
          <mc:Fallback xmlns="">
            <p:pic>
              <p:nvPicPr>
                <p:cNvPr id="15" name="墨迹 14">
                  <a:extLst>
                    <a:ext uri="{FF2B5EF4-FFF2-40B4-BE49-F238E27FC236}">
                      <a16:creationId xmlns:a16="http://schemas.microsoft.com/office/drawing/2014/main" id="{87A500E2-9222-A8DB-9335-ACF421FDFBAB}"/>
                    </a:ext>
                  </a:extLst>
                </p:cNvPr>
                <p:cNvPicPr/>
                <p:nvPr/>
              </p:nvPicPr>
              <p:blipFill>
                <a:blip r:embed="rId33"/>
                <a:stretch>
                  <a:fillRect/>
                </a:stretch>
              </p:blipFill>
              <p:spPr>
                <a:xfrm>
                  <a:off x="7148305" y="1371665"/>
                  <a:ext cx="387720" cy="27000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16" name="墨迹 15">
                  <a:extLst>
                    <a:ext uri="{FF2B5EF4-FFF2-40B4-BE49-F238E27FC236}">
                      <a16:creationId xmlns:a16="http://schemas.microsoft.com/office/drawing/2014/main" id="{EEEE94C6-5BAF-F076-13FF-00CAAFCAFEF5}"/>
                    </a:ext>
                  </a:extLst>
                </p14:cNvPr>
                <p14:cNvContentPartPr/>
                <p14:nvPr/>
              </p14:nvContentPartPr>
              <p14:xfrm>
                <a:off x="5809465" y="1874945"/>
                <a:ext cx="1644480" cy="139680"/>
              </p14:xfrm>
            </p:contentPart>
          </mc:Choice>
          <mc:Fallback xmlns="">
            <p:pic>
              <p:nvPicPr>
                <p:cNvPr id="16" name="墨迹 15">
                  <a:extLst>
                    <a:ext uri="{FF2B5EF4-FFF2-40B4-BE49-F238E27FC236}">
                      <a16:creationId xmlns:a16="http://schemas.microsoft.com/office/drawing/2014/main" id="{EEEE94C6-5BAF-F076-13FF-00CAAFCAFEF5}"/>
                    </a:ext>
                  </a:extLst>
                </p:cNvPr>
                <p:cNvPicPr/>
                <p:nvPr/>
              </p:nvPicPr>
              <p:blipFill>
                <a:blip r:embed="rId35"/>
                <a:stretch>
                  <a:fillRect/>
                </a:stretch>
              </p:blipFill>
              <p:spPr>
                <a:xfrm>
                  <a:off x="5791465" y="1856945"/>
                  <a:ext cx="1680120" cy="175320"/>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18" name="墨迹 17">
                  <a:extLst>
                    <a:ext uri="{FF2B5EF4-FFF2-40B4-BE49-F238E27FC236}">
                      <a16:creationId xmlns:a16="http://schemas.microsoft.com/office/drawing/2014/main" id="{C93F0BFF-333D-2537-7260-BF8600BAFD4B}"/>
                    </a:ext>
                  </a:extLst>
                </p14:cNvPr>
                <p14:cNvContentPartPr/>
                <p14:nvPr/>
              </p14:nvContentPartPr>
              <p14:xfrm>
                <a:off x="7446025" y="1918505"/>
                <a:ext cx="43200" cy="86040"/>
              </p14:xfrm>
            </p:contentPart>
          </mc:Choice>
          <mc:Fallback xmlns="">
            <p:pic>
              <p:nvPicPr>
                <p:cNvPr id="18" name="墨迹 17">
                  <a:extLst>
                    <a:ext uri="{FF2B5EF4-FFF2-40B4-BE49-F238E27FC236}">
                      <a16:creationId xmlns:a16="http://schemas.microsoft.com/office/drawing/2014/main" id="{C93F0BFF-333D-2537-7260-BF8600BAFD4B}"/>
                    </a:ext>
                  </a:extLst>
                </p:cNvPr>
                <p:cNvPicPr/>
                <p:nvPr/>
              </p:nvPicPr>
              <p:blipFill>
                <a:blip r:embed="rId37"/>
                <a:stretch>
                  <a:fillRect/>
                </a:stretch>
              </p:blipFill>
              <p:spPr>
                <a:xfrm>
                  <a:off x="7428025" y="1900865"/>
                  <a:ext cx="78840" cy="121680"/>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20" name="墨迹 19">
                  <a:extLst>
                    <a:ext uri="{FF2B5EF4-FFF2-40B4-BE49-F238E27FC236}">
                      <a16:creationId xmlns:a16="http://schemas.microsoft.com/office/drawing/2014/main" id="{98E8363C-6244-2100-8165-8BA580C02432}"/>
                    </a:ext>
                  </a:extLst>
                </p14:cNvPr>
                <p14:cNvContentPartPr/>
                <p14:nvPr/>
              </p14:nvContentPartPr>
              <p14:xfrm>
                <a:off x="7419025" y="1914545"/>
                <a:ext cx="74160" cy="82080"/>
              </p14:xfrm>
            </p:contentPart>
          </mc:Choice>
          <mc:Fallback xmlns="">
            <p:pic>
              <p:nvPicPr>
                <p:cNvPr id="20" name="墨迹 19">
                  <a:extLst>
                    <a:ext uri="{FF2B5EF4-FFF2-40B4-BE49-F238E27FC236}">
                      <a16:creationId xmlns:a16="http://schemas.microsoft.com/office/drawing/2014/main" id="{98E8363C-6244-2100-8165-8BA580C02432}"/>
                    </a:ext>
                  </a:extLst>
                </p:cNvPr>
                <p:cNvPicPr/>
                <p:nvPr/>
              </p:nvPicPr>
              <p:blipFill>
                <a:blip r:embed="rId39"/>
                <a:stretch>
                  <a:fillRect/>
                </a:stretch>
              </p:blipFill>
              <p:spPr>
                <a:xfrm>
                  <a:off x="7401385" y="1896905"/>
                  <a:ext cx="109800" cy="117720"/>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22" name="墨迹 21">
                  <a:extLst>
                    <a:ext uri="{FF2B5EF4-FFF2-40B4-BE49-F238E27FC236}">
                      <a16:creationId xmlns:a16="http://schemas.microsoft.com/office/drawing/2014/main" id="{3183305B-6CA3-134B-7F21-0EACE3B9D597}"/>
                    </a:ext>
                  </a:extLst>
                </p14:cNvPr>
                <p14:cNvContentPartPr/>
                <p14:nvPr/>
              </p14:nvContentPartPr>
              <p14:xfrm>
                <a:off x="5763385" y="1912025"/>
                <a:ext cx="1672920" cy="120960"/>
              </p14:xfrm>
            </p:contentPart>
          </mc:Choice>
          <mc:Fallback xmlns="">
            <p:pic>
              <p:nvPicPr>
                <p:cNvPr id="22" name="墨迹 21">
                  <a:extLst>
                    <a:ext uri="{FF2B5EF4-FFF2-40B4-BE49-F238E27FC236}">
                      <a16:creationId xmlns:a16="http://schemas.microsoft.com/office/drawing/2014/main" id="{3183305B-6CA3-134B-7F21-0EACE3B9D597}"/>
                    </a:ext>
                  </a:extLst>
                </p:cNvPr>
                <p:cNvPicPr/>
                <p:nvPr/>
              </p:nvPicPr>
              <p:blipFill>
                <a:blip r:embed="rId41"/>
                <a:stretch>
                  <a:fillRect/>
                </a:stretch>
              </p:blipFill>
              <p:spPr>
                <a:xfrm>
                  <a:off x="5745385" y="1894025"/>
                  <a:ext cx="1708560" cy="156600"/>
                </a:xfrm>
                <a:prstGeom prst="rect">
                  <a:avLst/>
                </a:prstGeom>
              </p:spPr>
            </p:pic>
          </mc:Fallback>
        </mc:AlternateContent>
        <mc:AlternateContent xmlns:mc="http://schemas.openxmlformats.org/markup-compatibility/2006" xmlns:p14="http://schemas.microsoft.com/office/powerpoint/2010/main">
          <mc:Choice Requires="p14">
            <p:contentPart p14:bwMode="auto" r:id="rId42">
              <p14:nvContentPartPr>
                <p14:cNvPr id="24" name="墨迹 23">
                  <a:extLst>
                    <a:ext uri="{FF2B5EF4-FFF2-40B4-BE49-F238E27FC236}">
                      <a16:creationId xmlns:a16="http://schemas.microsoft.com/office/drawing/2014/main" id="{FC9FBC0D-F9BC-5DE6-0365-7731D11EDBAE}"/>
                    </a:ext>
                  </a:extLst>
                </p14:cNvPr>
                <p14:cNvContentPartPr/>
                <p14:nvPr/>
              </p14:nvContentPartPr>
              <p14:xfrm>
                <a:off x="5036185" y="1200305"/>
                <a:ext cx="93240" cy="155160"/>
              </p14:xfrm>
            </p:contentPart>
          </mc:Choice>
          <mc:Fallback xmlns="">
            <p:pic>
              <p:nvPicPr>
                <p:cNvPr id="24" name="墨迹 23">
                  <a:extLst>
                    <a:ext uri="{FF2B5EF4-FFF2-40B4-BE49-F238E27FC236}">
                      <a16:creationId xmlns:a16="http://schemas.microsoft.com/office/drawing/2014/main" id="{FC9FBC0D-F9BC-5DE6-0365-7731D11EDBAE}"/>
                    </a:ext>
                  </a:extLst>
                </p:cNvPr>
                <p:cNvPicPr/>
                <p:nvPr/>
              </p:nvPicPr>
              <p:blipFill>
                <a:blip r:embed="rId43"/>
                <a:stretch>
                  <a:fillRect/>
                </a:stretch>
              </p:blipFill>
              <p:spPr>
                <a:xfrm>
                  <a:off x="5018545" y="1182665"/>
                  <a:ext cx="128880" cy="190800"/>
                </a:xfrm>
                <a:prstGeom prst="rect">
                  <a:avLst/>
                </a:prstGeom>
              </p:spPr>
            </p:pic>
          </mc:Fallback>
        </mc:AlternateContent>
        <mc:AlternateContent xmlns:mc="http://schemas.openxmlformats.org/markup-compatibility/2006" xmlns:p14="http://schemas.microsoft.com/office/powerpoint/2010/main">
          <mc:Choice Requires="p14">
            <p:contentPart p14:bwMode="auto" r:id="rId44">
              <p14:nvContentPartPr>
                <p14:cNvPr id="25" name="墨迹 24">
                  <a:extLst>
                    <a:ext uri="{FF2B5EF4-FFF2-40B4-BE49-F238E27FC236}">
                      <a16:creationId xmlns:a16="http://schemas.microsoft.com/office/drawing/2014/main" id="{A6F3FFF5-CF1F-0937-4827-8FEC7969AF97}"/>
                    </a:ext>
                  </a:extLst>
                </p14:cNvPr>
                <p14:cNvContentPartPr/>
                <p14:nvPr/>
              </p14:nvContentPartPr>
              <p14:xfrm>
                <a:off x="5089105" y="1274465"/>
                <a:ext cx="516240" cy="217440"/>
              </p14:xfrm>
            </p:contentPart>
          </mc:Choice>
          <mc:Fallback xmlns="">
            <p:pic>
              <p:nvPicPr>
                <p:cNvPr id="25" name="墨迹 24">
                  <a:extLst>
                    <a:ext uri="{FF2B5EF4-FFF2-40B4-BE49-F238E27FC236}">
                      <a16:creationId xmlns:a16="http://schemas.microsoft.com/office/drawing/2014/main" id="{A6F3FFF5-CF1F-0937-4827-8FEC7969AF97}"/>
                    </a:ext>
                  </a:extLst>
                </p:cNvPr>
                <p:cNvPicPr/>
                <p:nvPr/>
              </p:nvPicPr>
              <p:blipFill>
                <a:blip r:embed="rId45"/>
                <a:stretch>
                  <a:fillRect/>
                </a:stretch>
              </p:blipFill>
              <p:spPr>
                <a:xfrm>
                  <a:off x="5071465" y="1256465"/>
                  <a:ext cx="551880" cy="253080"/>
                </a:xfrm>
                <a:prstGeom prst="rect">
                  <a:avLst/>
                </a:prstGeom>
              </p:spPr>
            </p:pic>
          </mc:Fallback>
        </mc:AlternateContent>
        <mc:AlternateContent xmlns:mc="http://schemas.openxmlformats.org/markup-compatibility/2006" xmlns:p14="http://schemas.microsoft.com/office/powerpoint/2010/main">
          <mc:Choice Requires="p14">
            <p:contentPart p14:bwMode="auto" r:id="rId46">
              <p14:nvContentPartPr>
                <p14:cNvPr id="26" name="墨迹 25">
                  <a:extLst>
                    <a:ext uri="{FF2B5EF4-FFF2-40B4-BE49-F238E27FC236}">
                      <a16:creationId xmlns:a16="http://schemas.microsoft.com/office/drawing/2014/main" id="{4EFBBC47-A5FC-B53C-F8CA-8F964A35AB31}"/>
                    </a:ext>
                  </a:extLst>
                </p14:cNvPr>
                <p14:cNvContentPartPr/>
                <p14:nvPr/>
              </p14:nvContentPartPr>
              <p14:xfrm>
                <a:off x="5586985" y="1366985"/>
                <a:ext cx="138960" cy="210600"/>
              </p14:xfrm>
            </p:contentPart>
          </mc:Choice>
          <mc:Fallback xmlns="">
            <p:pic>
              <p:nvPicPr>
                <p:cNvPr id="26" name="墨迹 25">
                  <a:extLst>
                    <a:ext uri="{FF2B5EF4-FFF2-40B4-BE49-F238E27FC236}">
                      <a16:creationId xmlns:a16="http://schemas.microsoft.com/office/drawing/2014/main" id="{4EFBBC47-A5FC-B53C-F8CA-8F964A35AB31}"/>
                    </a:ext>
                  </a:extLst>
                </p:cNvPr>
                <p:cNvPicPr/>
                <p:nvPr/>
              </p:nvPicPr>
              <p:blipFill>
                <a:blip r:embed="rId47"/>
                <a:stretch>
                  <a:fillRect/>
                </a:stretch>
              </p:blipFill>
              <p:spPr>
                <a:xfrm>
                  <a:off x="5568985" y="1348985"/>
                  <a:ext cx="174600" cy="246240"/>
                </a:xfrm>
                <a:prstGeom prst="rect">
                  <a:avLst/>
                </a:prstGeom>
              </p:spPr>
            </p:pic>
          </mc:Fallback>
        </mc:AlternateContent>
      </p:grpSp>
    </p:spTree>
  </p:cSld>
  <p:clrMapOvr>
    <a:masterClrMapping/>
  </p:clrMapOvr>
  <p:transition/>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7" name="文本框 3"/>
          <p:cNvSpPr txBox="1"/>
          <p:nvPr/>
        </p:nvSpPr>
        <p:spPr>
          <a:xfrm>
            <a:off x="984250" y="384175"/>
            <a:ext cx="2647950" cy="608013"/>
          </a:xfrm>
          <a:prstGeom prst="rect">
            <a:avLst/>
          </a:prstGeom>
          <a:noFill/>
          <a:ln w="9525">
            <a:noFill/>
          </a:ln>
        </p:spPr>
        <p:txBody>
          <a:bodyPr wrap="none" anchor="t" anchorCtr="0">
            <a:spAutoFit/>
          </a:bodyPr>
          <a:lstStyle/>
          <a:p>
            <a:pPr>
              <a:lnSpc>
                <a:spcPct val="120000"/>
              </a:lnSpc>
              <a:buClr>
                <a:schemeClr val="hlink"/>
              </a:buClr>
              <a:buSzPct val="120000"/>
              <a:buFont typeface="Wingdings" panose="05000000000000000000" pitchFamily="2" charset="2"/>
              <a:buChar char="n"/>
            </a:pPr>
            <a:r>
              <a:rPr lang="zh-CN" altLang="en-US" sz="2800" b="1">
                <a:latin typeface="Times New Roman" panose="02020603050405020304" pitchFamily="2" charset="0"/>
                <a:ea typeface="宋体" panose="02010600030101010101" pitchFamily="2" charset="-122"/>
              </a:rPr>
              <a:t>乘以指数序列</a:t>
            </a:r>
          </a:p>
        </p:txBody>
      </p:sp>
      <p:graphicFrame>
        <p:nvGraphicFramePr>
          <p:cNvPr id="137218" name="对象 54279">
            <a:hlinkClick r:id="" action="ppaction://ole?verb=0"/>
          </p:cNvPr>
          <p:cNvGraphicFramePr>
            <a:graphicFrameLocks noChangeAspect="1"/>
          </p:cNvGraphicFramePr>
          <p:nvPr/>
        </p:nvGraphicFramePr>
        <p:xfrm>
          <a:off x="1785938" y="1219200"/>
          <a:ext cx="3965575" cy="966788"/>
        </p:xfrm>
        <a:graphic>
          <a:graphicData uri="http://schemas.openxmlformats.org/presentationml/2006/ole">
            <mc:AlternateContent xmlns:mc="http://schemas.openxmlformats.org/markup-compatibility/2006">
              <mc:Choice xmlns:v="urn:schemas-microsoft-com:vml" Requires="v">
                <p:oleObj r:id="rId2" imgW="1625600" imgH="393700" progId="Equation.3">
                  <p:embed/>
                </p:oleObj>
              </mc:Choice>
              <mc:Fallback>
                <p:oleObj r:id="rId2" imgW="1625600" imgH="393700" progId="Equation.3">
                  <p:embed/>
                  <p:pic>
                    <p:nvPicPr>
                      <p:cNvPr id="0" name="图片 3616"/>
                      <p:cNvPicPr/>
                      <p:nvPr/>
                    </p:nvPicPr>
                    <p:blipFill>
                      <a:blip r:embed="rId3"/>
                      <a:stretch>
                        <a:fillRect/>
                      </a:stretch>
                    </p:blipFill>
                    <p:spPr>
                      <a:xfrm>
                        <a:off x="1785938" y="1219200"/>
                        <a:ext cx="3965575" cy="966788"/>
                      </a:xfrm>
                      <a:prstGeom prst="rect">
                        <a:avLst/>
                      </a:prstGeom>
                      <a:noFill/>
                      <a:ln w="38100">
                        <a:noFill/>
                        <a:miter/>
                      </a:ln>
                    </p:spPr>
                  </p:pic>
                </p:oleObj>
              </mc:Fallback>
            </mc:AlternateContent>
          </a:graphicData>
        </a:graphic>
      </p:graphicFrame>
      <p:sp>
        <p:nvSpPr>
          <p:cNvPr id="137219" name="文本框 4"/>
          <p:cNvSpPr txBox="1"/>
          <p:nvPr/>
        </p:nvSpPr>
        <p:spPr>
          <a:xfrm>
            <a:off x="984250" y="2433638"/>
            <a:ext cx="3619500" cy="565150"/>
          </a:xfrm>
          <a:prstGeom prst="rect">
            <a:avLst/>
          </a:prstGeom>
          <a:noFill/>
          <a:ln w="9525">
            <a:noFill/>
          </a:ln>
        </p:spPr>
        <p:txBody>
          <a:bodyPr wrap="square" anchor="t" anchorCtr="0">
            <a:spAutoFit/>
          </a:bodyPr>
          <a:lstStyle/>
          <a:p>
            <a:pPr>
              <a:lnSpc>
                <a:spcPct val="110000"/>
              </a:lnSpc>
              <a:buClr>
                <a:schemeClr val="hlink"/>
              </a:buClr>
              <a:buSzPct val="120000"/>
              <a:buFont typeface="Wingdings" panose="05000000000000000000" pitchFamily="2" charset="2"/>
              <a:buChar char="n"/>
            </a:pPr>
            <a:r>
              <a:rPr lang="zh-CN" altLang="en-US" sz="2800" b="1">
                <a:latin typeface="Times New Roman" panose="02020603050405020304" pitchFamily="2" charset="0"/>
                <a:ea typeface="宋体" panose="02010600030101010101" pitchFamily="2" charset="-122"/>
              </a:rPr>
              <a:t>序列的线性加权</a:t>
            </a:r>
          </a:p>
        </p:txBody>
      </p:sp>
      <p:graphicFrame>
        <p:nvGraphicFramePr>
          <p:cNvPr id="137220" name="对象 54280">
            <a:hlinkClick r:id="" action="ppaction://ole?verb=0"/>
          </p:cNvPr>
          <p:cNvGraphicFramePr>
            <a:graphicFrameLocks noChangeAspect="1"/>
          </p:cNvGraphicFramePr>
          <p:nvPr/>
        </p:nvGraphicFramePr>
        <p:xfrm>
          <a:off x="1785938" y="3140075"/>
          <a:ext cx="4337050" cy="968375"/>
        </p:xfrm>
        <a:graphic>
          <a:graphicData uri="http://schemas.openxmlformats.org/presentationml/2006/ole">
            <mc:AlternateContent xmlns:mc="http://schemas.openxmlformats.org/markup-compatibility/2006">
              <mc:Choice xmlns:v="urn:schemas-microsoft-com:vml" Requires="v">
                <p:oleObj r:id="rId4" imgW="1777365" imgH="393700" progId="Equation.3">
                  <p:embed/>
                </p:oleObj>
              </mc:Choice>
              <mc:Fallback>
                <p:oleObj r:id="rId4" imgW="1777365" imgH="393700" progId="Equation.3">
                  <p:embed/>
                  <p:pic>
                    <p:nvPicPr>
                      <p:cNvPr id="0" name="图片 3632"/>
                      <p:cNvPicPr/>
                      <p:nvPr/>
                    </p:nvPicPr>
                    <p:blipFill>
                      <a:blip r:embed="rId5"/>
                      <a:stretch>
                        <a:fillRect/>
                      </a:stretch>
                    </p:blipFill>
                    <p:spPr>
                      <a:xfrm>
                        <a:off x="1785938" y="3140075"/>
                        <a:ext cx="4337050" cy="968375"/>
                      </a:xfrm>
                      <a:prstGeom prst="rect">
                        <a:avLst/>
                      </a:prstGeom>
                      <a:noFill/>
                      <a:ln w="38100">
                        <a:noFill/>
                        <a:miter/>
                      </a:ln>
                    </p:spPr>
                  </p:pic>
                </p:oleObj>
              </mc:Fallback>
            </mc:AlternateContent>
          </a:graphicData>
        </a:graphic>
      </p:graphicFrame>
      <p:sp>
        <p:nvSpPr>
          <p:cNvPr id="137221" name="文本框 1"/>
          <p:cNvSpPr txBox="1"/>
          <p:nvPr/>
        </p:nvSpPr>
        <p:spPr>
          <a:xfrm>
            <a:off x="1116013" y="4292600"/>
            <a:ext cx="6464300" cy="460375"/>
          </a:xfrm>
          <a:prstGeom prst="rect">
            <a:avLst/>
          </a:prstGeom>
          <a:noFill/>
          <a:ln w="9525">
            <a:noFill/>
          </a:ln>
        </p:spPr>
        <p:txBody>
          <a:bodyPr wrap="none" anchor="t" anchorCtr="0">
            <a:spAutoFit/>
          </a:bodyPr>
          <a:lstStyle/>
          <a:p>
            <a:r>
              <a:rPr lang="zh-CN" altLang="en-US" sz="2400" b="1">
                <a:latin typeface="Times New Roman" panose="02020603050405020304" pitchFamily="2" charset="0"/>
                <a:ea typeface="宋体" panose="02010600030101010101" pitchFamily="2" charset="-122"/>
              </a:rPr>
              <a:t>时域的线性加权对应于频域的一阶导数乘以 </a:t>
            </a:r>
            <a:r>
              <a:rPr lang="en-US" altLang="zh-CN" sz="2400" b="1" i="1">
                <a:latin typeface="Times New Roman" panose="02020603050405020304" pitchFamily="2" charset="0"/>
                <a:ea typeface="宋体" panose="02010600030101010101" pitchFamily="2" charset="-122"/>
              </a:rPr>
              <a:t>j</a:t>
            </a:r>
            <a:r>
              <a:rPr lang="zh-CN" altLang="en-US" sz="2400" b="1">
                <a:latin typeface="Times New Roman" panose="02020603050405020304" pitchFamily="2" charset="0"/>
                <a:ea typeface="宋体" panose="02010600030101010101" pitchFamily="2" charset="-122"/>
              </a:rPr>
              <a:t>。</a:t>
            </a:r>
            <a:endParaRPr lang="zh-CN" altLang="en-US" sz="2400" b="1" dirty="0">
              <a:latin typeface="宋体" panose="02010600030101010101" pitchFamily="2" charset="-122"/>
              <a:ea typeface="宋体" panose="02010600030101010101" pitchFamily="2" charset="-122"/>
            </a:endParaRPr>
          </a:p>
        </p:txBody>
      </p:sp>
      <mc:AlternateContent xmlns:mc="http://schemas.openxmlformats.org/markup-compatibility/2006" xmlns:p14="http://schemas.microsoft.com/office/powerpoint/2010/main">
        <mc:Choice Requires="p14">
          <p:contentPart p14:bwMode="auto" r:id="rId6">
            <p14:nvContentPartPr>
              <p14:cNvPr id="2" name="墨迹 1">
                <a:extLst>
                  <a:ext uri="{FF2B5EF4-FFF2-40B4-BE49-F238E27FC236}">
                    <a16:creationId xmlns:a16="http://schemas.microsoft.com/office/drawing/2014/main" id="{36500A9D-0820-3AE1-1F2C-5700BB12CC9A}"/>
                  </a:ext>
                </a:extLst>
              </p14:cNvPr>
              <p14:cNvContentPartPr/>
              <p14:nvPr/>
            </p14:nvContentPartPr>
            <p14:xfrm>
              <a:off x="2922985" y="1930025"/>
              <a:ext cx="189360" cy="131760"/>
            </p14:xfrm>
          </p:contentPart>
        </mc:Choice>
        <mc:Fallback xmlns="">
          <p:pic>
            <p:nvPicPr>
              <p:cNvPr id="2" name="墨迹 1">
                <a:extLst>
                  <a:ext uri="{FF2B5EF4-FFF2-40B4-BE49-F238E27FC236}">
                    <a16:creationId xmlns:a16="http://schemas.microsoft.com/office/drawing/2014/main" id="{36500A9D-0820-3AE1-1F2C-5700BB12CC9A}"/>
                  </a:ext>
                </a:extLst>
              </p:cNvPr>
              <p:cNvPicPr/>
              <p:nvPr/>
            </p:nvPicPr>
            <p:blipFill>
              <a:blip r:embed="rId7"/>
              <a:stretch>
                <a:fillRect/>
              </a:stretch>
            </p:blipFill>
            <p:spPr>
              <a:xfrm>
                <a:off x="2905345" y="1912385"/>
                <a:ext cx="225000" cy="1674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3" name="墨迹 2">
                <a:extLst>
                  <a:ext uri="{FF2B5EF4-FFF2-40B4-BE49-F238E27FC236}">
                    <a16:creationId xmlns:a16="http://schemas.microsoft.com/office/drawing/2014/main" id="{18C58BC4-5220-3402-C14E-A75EC8E44C71}"/>
                  </a:ext>
                </a:extLst>
              </p14:cNvPr>
              <p14:cNvContentPartPr/>
              <p14:nvPr/>
            </p14:nvContentPartPr>
            <p14:xfrm>
              <a:off x="4857265" y="2153585"/>
              <a:ext cx="229680" cy="120240"/>
            </p14:xfrm>
          </p:contentPart>
        </mc:Choice>
        <mc:Fallback xmlns="">
          <p:pic>
            <p:nvPicPr>
              <p:cNvPr id="3" name="墨迹 2">
                <a:extLst>
                  <a:ext uri="{FF2B5EF4-FFF2-40B4-BE49-F238E27FC236}">
                    <a16:creationId xmlns:a16="http://schemas.microsoft.com/office/drawing/2014/main" id="{18C58BC4-5220-3402-C14E-A75EC8E44C71}"/>
                  </a:ext>
                </a:extLst>
              </p:cNvPr>
              <p:cNvPicPr/>
              <p:nvPr/>
            </p:nvPicPr>
            <p:blipFill>
              <a:blip r:embed="rId9"/>
              <a:stretch>
                <a:fillRect/>
              </a:stretch>
            </p:blipFill>
            <p:spPr>
              <a:xfrm>
                <a:off x="4839625" y="2135945"/>
                <a:ext cx="265320" cy="15588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4" name="墨迹 3">
                <a:extLst>
                  <a:ext uri="{FF2B5EF4-FFF2-40B4-BE49-F238E27FC236}">
                    <a16:creationId xmlns:a16="http://schemas.microsoft.com/office/drawing/2014/main" id="{16D4D99F-68BE-DD37-7DC5-A6EE72886709}"/>
                  </a:ext>
                </a:extLst>
              </p14:cNvPr>
              <p14:cNvContentPartPr/>
              <p14:nvPr/>
            </p14:nvContentPartPr>
            <p14:xfrm>
              <a:off x="5227345" y="4000025"/>
              <a:ext cx="325080" cy="200520"/>
            </p14:xfrm>
          </p:contentPart>
        </mc:Choice>
        <mc:Fallback xmlns="">
          <p:pic>
            <p:nvPicPr>
              <p:cNvPr id="4" name="墨迹 3">
                <a:extLst>
                  <a:ext uri="{FF2B5EF4-FFF2-40B4-BE49-F238E27FC236}">
                    <a16:creationId xmlns:a16="http://schemas.microsoft.com/office/drawing/2014/main" id="{16D4D99F-68BE-DD37-7DC5-A6EE72886709}"/>
                  </a:ext>
                </a:extLst>
              </p:cNvPr>
              <p:cNvPicPr/>
              <p:nvPr/>
            </p:nvPicPr>
            <p:blipFill>
              <a:blip r:embed="rId11"/>
              <a:stretch>
                <a:fillRect/>
              </a:stretch>
            </p:blipFill>
            <p:spPr>
              <a:xfrm>
                <a:off x="5209705" y="3982025"/>
                <a:ext cx="360720" cy="236160"/>
              </a:xfrm>
              <a:prstGeom prst="rect">
                <a:avLst/>
              </a:prstGeom>
            </p:spPr>
          </p:pic>
        </mc:Fallback>
      </mc:AlternateContent>
    </p:spTree>
  </p:cSld>
  <p:clrMapOvr>
    <a:masterClrMapping/>
  </p:clrMapOvr>
  <p:transition/>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1" name="Rectangle 3"/>
          <p:cNvSpPr/>
          <p:nvPr/>
        </p:nvSpPr>
        <p:spPr>
          <a:xfrm>
            <a:off x="612775" y="63500"/>
            <a:ext cx="7793038" cy="4402138"/>
          </a:xfrm>
          <a:prstGeom prst="rect">
            <a:avLst/>
          </a:prstGeom>
          <a:noFill/>
          <a:ln w="9525">
            <a:noFill/>
          </a:ln>
        </p:spPr>
        <p:txBody>
          <a:bodyPr wrap="square" lIns="90000" tIns="46800" rIns="90000" bIns="46800" anchor="t" anchorCtr="0">
            <a:spAutoFit/>
          </a:bodyPr>
          <a:lstStyle/>
          <a:p>
            <a:endParaRPr lang="zh-CN" altLang="en-US" sz="2800" dirty="0">
              <a:latin typeface="Tahoma" panose="020B0604030504040204" pitchFamily="2" charset="0"/>
              <a:ea typeface="黑体" panose="02010609060101010101" pitchFamily="2" charset="-122"/>
            </a:endParaRPr>
          </a:p>
          <a:p>
            <a:pPr>
              <a:buClr>
                <a:schemeClr val="hlink"/>
              </a:buClr>
              <a:buSzPct val="120000"/>
              <a:buFont typeface="Wingdings" panose="05000000000000000000" pitchFamily="2" charset="2"/>
              <a:buChar char="n"/>
            </a:pPr>
            <a:r>
              <a:rPr lang="zh-CN" altLang="en-US" sz="2800" b="1">
                <a:latin typeface="Times New Roman" panose="02020603050405020304" pitchFamily="2" charset="0"/>
                <a:ea typeface="宋体" panose="02010600030101010101" pitchFamily="2" charset="-122"/>
              </a:rPr>
              <a:t>时域卷积定理（</a:t>
            </a:r>
            <a:r>
              <a:rPr lang="zh-CN" altLang="en-US" sz="2800" b="1">
                <a:solidFill>
                  <a:srgbClr val="C00000"/>
                </a:solidFill>
                <a:latin typeface="Times New Roman" panose="02020603050405020304" pitchFamily="2" charset="0"/>
                <a:ea typeface="宋体" panose="02010600030101010101" pitchFamily="2" charset="-122"/>
              </a:rPr>
              <a:t>重要</a:t>
            </a:r>
            <a:r>
              <a:rPr lang="zh-CN" altLang="en-US" sz="2800" b="1">
                <a:latin typeface="Times New Roman" panose="02020603050405020304" pitchFamily="2" charset="0"/>
                <a:ea typeface="宋体" panose="02010600030101010101" pitchFamily="2" charset="-122"/>
              </a:rPr>
              <a:t>）</a:t>
            </a:r>
            <a:endParaRPr lang="zh-CN" altLang="en-US" sz="2800" dirty="0">
              <a:solidFill>
                <a:srgbClr val="3366FF"/>
              </a:solidFill>
              <a:latin typeface="Times New Roman" panose="02020603050405020304" pitchFamily="2" charset="0"/>
              <a:ea typeface="黑体" panose="02010609060101010101" pitchFamily="2" charset="-122"/>
            </a:endParaRPr>
          </a:p>
          <a:p>
            <a:pPr>
              <a:buClr>
                <a:schemeClr val="hlink"/>
              </a:buClr>
              <a:buSzPct val="120000"/>
              <a:buFont typeface="Wingdings" panose="05000000000000000000" pitchFamily="2" charset="2"/>
              <a:buChar char="n"/>
            </a:pPr>
            <a:endParaRPr lang="zh-CN" altLang="en-US" sz="2800" dirty="0">
              <a:solidFill>
                <a:srgbClr val="3366FF"/>
              </a:solidFill>
              <a:latin typeface="Times New Roman" panose="02020603050405020304" pitchFamily="2" charset="0"/>
              <a:ea typeface="黑体" panose="02010609060101010101" pitchFamily="2" charset="-122"/>
            </a:endParaRPr>
          </a:p>
          <a:p>
            <a:pPr>
              <a:buClr>
                <a:schemeClr val="hlink"/>
              </a:buClr>
              <a:buSzPct val="120000"/>
              <a:buFont typeface="Wingdings" panose="05000000000000000000" pitchFamily="2" charset="2"/>
              <a:buChar char="n"/>
            </a:pPr>
            <a:endParaRPr lang="zh-CN" altLang="en-US" sz="2800" dirty="0">
              <a:solidFill>
                <a:srgbClr val="3366FF"/>
              </a:solidFill>
              <a:latin typeface="Times New Roman" panose="02020603050405020304" pitchFamily="2" charset="0"/>
              <a:ea typeface="黑体" panose="02010609060101010101" pitchFamily="2" charset="-122"/>
            </a:endParaRPr>
          </a:p>
          <a:p>
            <a:pPr>
              <a:buClr>
                <a:schemeClr val="hlink"/>
              </a:buClr>
              <a:buSzPct val="120000"/>
              <a:buFont typeface="Wingdings" panose="05000000000000000000" pitchFamily="2" charset="2"/>
              <a:buChar char="n"/>
            </a:pPr>
            <a:endParaRPr lang="zh-CN" altLang="en-US" sz="2800" dirty="0">
              <a:solidFill>
                <a:srgbClr val="3366FF"/>
              </a:solidFill>
              <a:latin typeface="Times New Roman" panose="02020603050405020304" pitchFamily="2" charset="0"/>
              <a:ea typeface="黑体" panose="02010609060101010101" pitchFamily="2" charset="-122"/>
            </a:endParaRPr>
          </a:p>
          <a:p>
            <a:pPr>
              <a:buClr>
                <a:schemeClr val="hlink"/>
              </a:buClr>
              <a:buSzPct val="120000"/>
              <a:buFont typeface="Wingdings" panose="05000000000000000000" pitchFamily="2" charset="2"/>
              <a:buChar char="n"/>
            </a:pPr>
            <a:endParaRPr lang="zh-CN" altLang="en-US" sz="2800" b="1">
              <a:latin typeface="Times New Roman" panose="02020603050405020304" pitchFamily="2" charset="0"/>
              <a:ea typeface="宋体" panose="02010600030101010101" pitchFamily="2" charset="-122"/>
            </a:endParaRPr>
          </a:p>
          <a:p>
            <a:pPr>
              <a:buClr>
                <a:schemeClr val="hlink"/>
              </a:buClr>
              <a:buSzPct val="120000"/>
              <a:buFont typeface="Wingdings" panose="05000000000000000000" pitchFamily="2" charset="2"/>
              <a:buChar char="n"/>
            </a:pPr>
            <a:r>
              <a:rPr lang="zh-CN" altLang="en-US" sz="2800" b="1">
                <a:latin typeface="Times New Roman" panose="02020603050405020304" pitchFamily="2" charset="0"/>
                <a:ea typeface="宋体" panose="02010600030101010101" pitchFamily="2" charset="-122"/>
              </a:rPr>
              <a:t>频域卷积定理（</a:t>
            </a:r>
            <a:r>
              <a:rPr lang="zh-CN" altLang="en-US" sz="2800" b="1">
                <a:solidFill>
                  <a:srgbClr val="C00000"/>
                </a:solidFill>
                <a:latin typeface="Times New Roman" panose="02020603050405020304" pitchFamily="2" charset="0"/>
                <a:ea typeface="宋体" panose="02010600030101010101" pitchFamily="2" charset="-122"/>
              </a:rPr>
              <a:t>重要</a:t>
            </a:r>
            <a:r>
              <a:rPr lang="zh-CN" altLang="en-US" sz="2800" b="1">
                <a:latin typeface="Times New Roman" panose="02020603050405020304" pitchFamily="2" charset="0"/>
                <a:ea typeface="宋体" panose="02010600030101010101" pitchFamily="2" charset="-122"/>
              </a:rPr>
              <a:t>）</a:t>
            </a:r>
            <a:endParaRPr lang="zh-CN" altLang="en-US" sz="2800" dirty="0">
              <a:solidFill>
                <a:srgbClr val="3366FF"/>
              </a:solidFill>
              <a:latin typeface="Times New Roman" panose="02020603050405020304" pitchFamily="2" charset="0"/>
              <a:ea typeface="黑体" panose="02010609060101010101" pitchFamily="2" charset="-122"/>
            </a:endParaRPr>
          </a:p>
          <a:p>
            <a:pPr>
              <a:buClr>
                <a:schemeClr val="hlink"/>
              </a:buClr>
              <a:buSzPct val="120000"/>
              <a:buFont typeface="Wingdings" panose="05000000000000000000" pitchFamily="2" charset="2"/>
            </a:pPr>
            <a:endParaRPr lang="zh-CN" altLang="en-US" sz="2800" dirty="0">
              <a:solidFill>
                <a:srgbClr val="3366FF"/>
              </a:solidFill>
              <a:latin typeface="Times New Roman" panose="02020603050405020304" pitchFamily="2" charset="0"/>
              <a:ea typeface="黑体" panose="02010609060101010101" pitchFamily="2" charset="-122"/>
            </a:endParaRPr>
          </a:p>
          <a:p>
            <a:pPr>
              <a:buClr>
                <a:schemeClr val="hlink"/>
              </a:buClr>
              <a:buSzPct val="120000"/>
              <a:buFont typeface="Wingdings" panose="05000000000000000000" pitchFamily="2" charset="2"/>
              <a:buChar char="n"/>
            </a:pPr>
            <a:endParaRPr lang="zh-CN" altLang="en-US" sz="2800" dirty="0">
              <a:solidFill>
                <a:srgbClr val="3366FF"/>
              </a:solidFill>
              <a:latin typeface="Times New Roman" panose="02020603050405020304" pitchFamily="2" charset="0"/>
              <a:ea typeface="黑体" panose="02010609060101010101" pitchFamily="2" charset="-122"/>
            </a:endParaRPr>
          </a:p>
          <a:p>
            <a:pPr>
              <a:buClr>
                <a:schemeClr val="hlink"/>
              </a:buClr>
              <a:buSzPct val="120000"/>
              <a:buFont typeface="Wingdings" panose="05000000000000000000" pitchFamily="2" charset="2"/>
            </a:pPr>
            <a:endParaRPr lang="en-US" altLang="zh-CN" sz="2800" dirty="0">
              <a:solidFill>
                <a:srgbClr val="3366FF"/>
              </a:solidFill>
              <a:latin typeface="Times New Roman" panose="02020603050405020304" pitchFamily="2" charset="0"/>
              <a:ea typeface="黑体" panose="02010609060101010101" pitchFamily="2" charset="-122"/>
            </a:endParaRPr>
          </a:p>
        </p:txBody>
      </p:sp>
      <p:graphicFrame>
        <p:nvGraphicFramePr>
          <p:cNvPr id="138242" name="对象 64516">
            <a:hlinkClick r:id="" action="ppaction://ole?verb=0"/>
          </p:cNvPr>
          <p:cNvGraphicFramePr>
            <a:graphicFrameLocks noChangeAspect="1"/>
          </p:cNvGraphicFramePr>
          <p:nvPr/>
        </p:nvGraphicFramePr>
        <p:xfrm>
          <a:off x="1711325" y="1758950"/>
          <a:ext cx="3425825" cy="531813"/>
        </p:xfrm>
        <a:graphic>
          <a:graphicData uri="http://schemas.openxmlformats.org/presentationml/2006/ole">
            <mc:AlternateContent xmlns:mc="http://schemas.openxmlformats.org/markup-compatibility/2006">
              <mc:Choice xmlns:v="urn:schemas-microsoft-com:vml" Requires="v">
                <p:oleObj r:id="rId2" imgW="1485900" imgH="228600" progId="Equation.3">
                  <p:embed/>
                </p:oleObj>
              </mc:Choice>
              <mc:Fallback>
                <p:oleObj r:id="rId2" imgW="1485900" imgH="228600" progId="Equation.3">
                  <p:embed/>
                  <p:pic>
                    <p:nvPicPr>
                      <p:cNvPr id="0" name="图片 3629"/>
                      <p:cNvPicPr/>
                      <p:nvPr/>
                    </p:nvPicPr>
                    <p:blipFill>
                      <a:blip r:embed="rId3"/>
                      <a:stretch>
                        <a:fillRect/>
                      </a:stretch>
                    </p:blipFill>
                    <p:spPr>
                      <a:xfrm>
                        <a:off x="1711325" y="1758950"/>
                        <a:ext cx="3425825" cy="531813"/>
                      </a:xfrm>
                      <a:prstGeom prst="rect">
                        <a:avLst/>
                      </a:prstGeom>
                      <a:noFill/>
                      <a:ln w="38100">
                        <a:noFill/>
                        <a:miter/>
                      </a:ln>
                    </p:spPr>
                  </p:pic>
                </p:oleObj>
              </mc:Fallback>
            </mc:AlternateContent>
          </a:graphicData>
        </a:graphic>
      </p:graphicFrame>
      <p:graphicFrame>
        <p:nvGraphicFramePr>
          <p:cNvPr id="138243" name="对象 64517"/>
          <p:cNvGraphicFramePr/>
          <p:nvPr/>
        </p:nvGraphicFramePr>
        <p:xfrm>
          <a:off x="4508500" y="3106738"/>
          <a:ext cx="127000" cy="212725"/>
        </p:xfrm>
        <a:graphic>
          <a:graphicData uri="http://schemas.openxmlformats.org/presentationml/2006/ole">
            <mc:AlternateContent xmlns:mc="http://schemas.openxmlformats.org/markup-compatibility/2006">
              <mc:Choice xmlns:v="urn:schemas-microsoft-com:vml" Requires="v">
                <p:oleObj r:id="rId4" imgW="156845" imgH="248285" progId="Equation.3">
                  <p:embed/>
                </p:oleObj>
              </mc:Choice>
              <mc:Fallback>
                <p:oleObj r:id="rId4" imgW="156845" imgH="248285" progId="Equation.3">
                  <p:embed/>
                  <p:pic>
                    <p:nvPicPr>
                      <p:cNvPr id="0" name="图片 3638"/>
                      <p:cNvPicPr/>
                      <p:nvPr/>
                    </p:nvPicPr>
                    <p:blipFill>
                      <a:blip r:embed="rId5"/>
                      <a:stretch>
                        <a:fillRect/>
                      </a:stretch>
                    </p:blipFill>
                    <p:spPr>
                      <a:xfrm>
                        <a:off x="4508500" y="3106738"/>
                        <a:ext cx="127000" cy="212725"/>
                      </a:xfrm>
                      <a:prstGeom prst="rect">
                        <a:avLst/>
                      </a:prstGeom>
                      <a:noFill/>
                      <a:ln w="38100">
                        <a:noFill/>
                        <a:miter/>
                      </a:ln>
                    </p:spPr>
                  </p:pic>
                </p:oleObj>
              </mc:Fallback>
            </mc:AlternateContent>
          </a:graphicData>
        </a:graphic>
      </p:graphicFrame>
      <p:graphicFrame>
        <p:nvGraphicFramePr>
          <p:cNvPr id="138244" name="对象 64518"/>
          <p:cNvGraphicFramePr>
            <a:graphicFrameLocks noChangeAspect="1"/>
          </p:cNvGraphicFramePr>
          <p:nvPr/>
        </p:nvGraphicFramePr>
        <p:xfrm>
          <a:off x="1087438" y="1054100"/>
          <a:ext cx="3736975" cy="603250"/>
        </p:xfrm>
        <a:graphic>
          <a:graphicData uri="http://schemas.openxmlformats.org/presentationml/2006/ole">
            <mc:AlternateContent xmlns:mc="http://schemas.openxmlformats.org/markup-compatibility/2006">
              <mc:Choice xmlns:v="urn:schemas-microsoft-com:vml" Requires="v">
                <p:oleObj r:id="rId6" imgW="1588770" imgH="255905" progId="Equation.3">
                  <p:embed/>
                </p:oleObj>
              </mc:Choice>
              <mc:Fallback>
                <p:oleObj r:id="rId6" imgW="1588770" imgH="255905" progId="Equation.3">
                  <p:embed/>
                  <p:pic>
                    <p:nvPicPr>
                      <p:cNvPr id="0" name="图片 3633"/>
                      <p:cNvPicPr/>
                      <p:nvPr/>
                    </p:nvPicPr>
                    <p:blipFill>
                      <a:blip r:embed="rId7"/>
                      <a:stretch>
                        <a:fillRect/>
                      </a:stretch>
                    </p:blipFill>
                    <p:spPr>
                      <a:xfrm>
                        <a:off x="1087438" y="1054100"/>
                        <a:ext cx="3736975" cy="603250"/>
                      </a:xfrm>
                      <a:prstGeom prst="rect">
                        <a:avLst/>
                      </a:prstGeom>
                      <a:noFill/>
                      <a:ln w="38100">
                        <a:noFill/>
                        <a:miter/>
                      </a:ln>
                    </p:spPr>
                  </p:pic>
                </p:oleObj>
              </mc:Fallback>
            </mc:AlternateContent>
          </a:graphicData>
        </a:graphic>
      </p:graphicFrame>
      <p:graphicFrame>
        <p:nvGraphicFramePr>
          <p:cNvPr id="138245" name="对象 64519"/>
          <p:cNvGraphicFramePr>
            <a:graphicFrameLocks noChangeAspect="1"/>
          </p:cNvGraphicFramePr>
          <p:nvPr/>
        </p:nvGraphicFramePr>
        <p:xfrm>
          <a:off x="1087438" y="3321050"/>
          <a:ext cx="3224212" cy="563563"/>
        </p:xfrm>
        <a:graphic>
          <a:graphicData uri="http://schemas.openxmlformats.org/presentationml/2006/ole">
            <mc:AlternateContent xmlns:mc="http://schemas.openxmlformats.org/markup-compatibility/2006">
              <mc:Choice xmlns:v="urn:schemas-microsoft-com:vml" Requires="v">
                <p:oleObj r:id="rId8" imgW="1460500" imgH="255905" progId="Equation.3">
                  <p:embed/>
                </p:oleObj>
              </mc:Choice>
              <mc:Fallback>
                <p:oleObj r:id="rId8" imgW="1460500" imgH="255905" progId="Equation.3">
                  <p:embed/>
                  <p:pic>
                    <p:nvPicPr>
                      <p:cNvPr id="0" name="图片 3630"/>
                      <p:cNvPicPr/>
                      <p:nvPr/>
                    </p:nvPicPr>
                    <p:blipFill>
                      <a:blip r:embed="rId9"/>
                      <a:stretch>
                        <a:fillRect/>
                      </a:stretch>
                    </p:blipFill>
                    <p:spPr>
                      <a:xfrm>
                        <a:off x="1087438" y="3321050"/>
                        <a:ext cx="3224212" cy="563563"/>
                      </a:xfrm>
                      <a:prstGeom prst="rect">
                        <a:avLst/>
                      </a:prstGeom>
                      <a:noFill/>
                      <a:ln w="38100">
                        <a:noFill/>
                        <a:miter/>
                      </a:ln>
                    </p:spPr>
                  </p:pic>
                </p:oleObj>
              </mc:Fallback>
            </mc:AlternateContent>
          </a:graphicData>
        </a:graphic>
      </p:graphicFrame>
      <p:graphicFrame>
        <p:nvGraphicFramePr>
          <p:cNvPr id="138246" name="对象 64520">
            <a:hlinkClick r:id="" action="ppaction://ole?verb=0"/>
          </p:cNvPr>
          <p:cNvGraphicFramePr>
            <a:graphicFrameLocks noChangeAspect="1"/>
          </p:cNvGraphicFramePr>
          <p:nvPr/>
        </p:nvGraphicFramePr>
        <p:xfrm>
          <a:off x="1749425" y="3805238"/>
          <a:ext cx="4800600" cy="1846262"/>
        </p:xfrm>
        <a:graphic>
          <a:graphicData uri="http://schemas.openxmlformats.org/presentationml/2006/ole">
            <mc:AlternateContent xmlns:mc="http://schemas.openxmlformats.org/markup-compatibility/2006">
              <mc:Choice xmlns:v="urn:schemas-microsoft-com:vml" Requires="v">
                <p:oleObj r:id="rId10" imgW="2133600" imgH="812800" progId="Equation.3">
                  <p:embed/>
                </p:oleObj>
              </mc:Choice>
              <mc:Fallback>
                <p:oleObj r:id="rId10" imgW="2133600" imgH="812800" progId="Equation.3">
                  <p:embed/>
                  <p:pic>
                    <p:nvPicPr>
                      <p:cNvPr id="0" name="图片 3631"/>
                      <p:cNvPicPr/>
                      <p:nvPr/>
                    </p:nvPicPr>
                    <p:blipFill>
                      <a:blip r:embed="rId11"/>
                      <a:stretch>
                        <a:fillRect/>
                      </a:stretch>
                    </p:blipFill>
                    <p:spPr>
                      <a:xfrm>
                        <a:off x="1749425" y="3805238"/>
                        <a:ext cx="4800600" cy="1846262"/>
                      </a:xfrm>
                      <a:prstGeom prst="rect">
                        <a:avLst/>
                      </a:prstGeom>
                      <a:noFill/>
                      <a:ln w="38100">
                        <a:noFill/>
                        <a:miter/>
                      </a:ln>
                    </p:spPr>
                  </p:pic>
                </p:oleObj>
              </mc:Fallback>
            </mc:AlternateContent>
          </a:graphicData>
        </a:graphic>
      </p:graphicFrame>
      <p:sp>
        <p:nvSpPr>
          <p:cNvPr id="138247" name="文本框 1"/>
          <p:cNvSpPr txBox="1"/>
          <p:nvPr/>
        </p:nvSpPr>
        <p:spPr>
          <a:xfrm>
            <a:off x="1187450" y="5651500"/>
            <a:ext cx="5540375" cy="460375"/>
          </a:xfrm>
          <a:prstGeom prst="rect">
            <a:avLst/>
          </a:prstGeom>
          <a:noFill/>
          <a:ln w="9525">
            <a:noFill/>
          </a:ln>
        </p:spPr>
        <p:txBody>
          <a:bodyPr wrap="none" anchor="t" anchorCtr="0">
            <a:spAutoFit/>
          </a:bodyPr>
          <a:lstStyle/>
          <a:p>
            <a:r>
              <a:rPr lang="zh-CN" altLang="en-US" sz="2400" b="1" dirty="0">
                <a:latin typeface="宋体" panose="02010600030101010101" pitchFamily="2" charset="-122"/>
                <a:ea typeface="宋体" panose="02010600030101010101" pitchFamily="2" charset="-122"/>
              </a:rPr>
              <a:t>频域卷积在一周期内积分</a:t>
            </a:r>
            <a:r>
              <a:rPr lang="en-US" altLang="zh-CN" sz="2400" b="1" dirty="0">
                <a:latin typeface="宋体" panose="02010600030101010101" pitchFamily="2" charset="-122"/>
                <a:ea typeface="宋体" panose="02010600030101010101" pitchFamily="2" charset="-122"/>
              </a:rPr>
              <a:t>,</a:t>
            </a:r>
            <a:r>
              <a:rPr lang="zh-CN" altLang="en-US" sz="2400" b="1" dirty="0">
                <a:latin typeface="宋体" panose="02010600030101010101" pitchFamily="2" charset="-122"/>
                <a:ea typeface="宋体" panose="02010600030101010101" pitchFamily="2" charset="-122"/>
              </a:rPr>
              <a:t>称</a:t>
            </a:r>
            <a:r>
              <a:rPr lang="zh-CN" altLang="en-US" sz="2400" b="1">
                <a:solidFill>
                  <a:srgbClr val="C00000"/>
                </a:solidFill>
                <a:latin typeface="Times New Roman" panose="02020603050405020304" pitchFamily="2" charset="0"/>
                <a:ea typeface="宋体" panose="02010600030101010101" pitchFamily="2" charset="-122"/>
              </a:rPr>
              <a:t>周期卷积</a:t>
            </a:r>
            <a:r>
              <a:rPr lang="zh-CN" altLang="en-US" sz="2400" b="1" dirty="0">
                <a:latin typeface="宋体" panose="02010600030101010101" pitchFamily="2" charset="-122"/>
                <a:ea typeface="宋体" panose="02010600030101010101" pitchFamily="2" charset="-122"/>
              </a:rPr>
              <a:t>。</a:t>
            </a:r>
          </a:p>
        </p:txBody>
      </p:sp>
      <p:graphicFrame>
        <p:nvGraphicFramePr>
          <p:cNvPr id="138248" name="对象 591880"/>
          <p:cNvGraphicFramePr/>
          <p:nvPr/>
        </p:nvGraphicFramePr>
        <p:xfrm>
          <a:off x="1997075" y="6099175"/>
          <a:ext cx="3922713" cy="784225"/>
        </p:xfrm>
        <a:graphic>
          <a:graphicData uri="http://schemas.openxmlformats.org/presentationml/2006/ole">
            <mc:AlternateContent xmlns:mc="http://schemas.openxmlformats.org/markup-compatibility/2006">
              <mc:Choice xmlns:v="urn:schemas-microsoft-com:vml" Requires="v">
                <p:oleObj r:id="rId12" imgW="4445000" imgH="939800" progId="Equation.DSMT4">
                  <p:embed/>
                </p:oleObj>
              </mc:Choice>
              <mc:Fallback>
                <p:oleObj r:id="rId12" imgW="4445000" imgH="939800" progId="Equation.DSMT4">
                  <p:embed/>
                  <p:pic>
                    <p:nvPicPr>
                      <p:cNvPr id="0" name="图片 3623"/>
                      <p:cNvPicPr/>
                      <p:nvPr/>
                    </p:nvPicPr>
                    <p:blipFill>
                      <a:blip r:embed="rId13">
                        <a:lum bright="-100000"/>
                      </a:blip>
                      <a:stretch>
                        <a:fillRect/>
                      </a:stretch>
                    </p:blipFill>
                    <p:spPr>
                      <a:xfrm>
                        <a:off x="1997075" y="6099175"/>
                        <a:ext cx="3922713" cy="784225"/>
                      </a:xfrm>
                      <a:prstGeom prst="rect">
                        <a:avLst/>
                      </a:prstGeom>
                      <a:noFill/>
                      <a:ln w="38100">
                        <a:noFill/>
                        <a:miter/>
                      </a:ln>
                    </p:spPr>
                  </p:pic>
                </p:oleObj>
              </mc:Fallback>
            </mc:AlternateContent>
          </a:graphicData>
        </a:graphic>
      </p:graphicFrame>
      <mc:AlternateContent xmlns:mc="http://schemas.openxmlformats.org/markup-compatibility/2006" xmlns:p14="http://schemas.microsoft.com/office/powerpoint/2010/main">
        <mc:Choice Requires="p14">
          <p:contentPart p14:bwMode="auto" r:id="rId14">
            <p14:nvContentPartPr>
              <p14:cNvPr id="2" name="墨迹 1">
                <a:extLst>
                  <a:ext uri="{FF2B5EF4-FFF2-40B4-BE49-F238E27FC236}">
                    <a16:creationId xmlns:a16="http://schemas.microsoft.com/office/drawing/2014/main" id="{51741AAD-9E53-8B5C-07D9-C50C57572E1E}"/>
                  </a:ext>
                </a:extLst>
              </p14:cNvPr>
              <p14:cNvContentPartPr/>
              <p14:nvPr/>
            </p14:nvContentPartPr>
            <p14:xfrm>
              <a:off x="1810225" y="2363825"/>
              <a:ext cx="3164760" cy="47520"/>
            </p14:xfrm>
          </p:contentPart>
        </mc:Choice>
        <mc:Fallback xmlns="">
          <p:pic>
            <p:nvPicPr>
              <p:cNvPr id="2" name="墨迹 1">
                <a:extLst>
                  <a:ext uri="{FF2B5EF4-FFF2-40B4-BE49-F238E27FC236}">
                    <a16:creationId xmlns:a16="http://schemas.microsoft.com/office/drawing/2014/main" id="{51741AAD-9E53-8B5C-07D9-C50C57572E1E}"/>
                  </a:ext>
                </a:extLst>
              </p:cNvPr>
              <p:cNvPicPr/>
              <p:nvPr/>
            </p:nvPicPr>
            <p:blipFill>
              <a:blip r:embed="rId15"/>
              <a:stretch>
                <a:fillRect/>
              </a:stretch>
            </p:blipFill>
            <p:spPr>
              <a:xfrm>
                <a:off x="1792225" y="2345825"/>
                <a:ext cx="3200400" cy="83160"/>
              </a:xfrm>
              <a:prstGeom prst="rect">
                <a:avLst/>
              </a:prstGeom>
            </p:spPr>
          </p:pic>
        </mc:Fallback>
      </mc:AlternateContent>
    </p:spTree>
  </p:cSld>
  <p:clrMapOvr>
    <a:masterClrMapping/>
  </p:clrMapOvr>
  <p:transition/>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39265" name="对象 67588"/>
          <p:cNvGraphicFramePr>
            <a:graphicFrameLocks noChangeAspect="1"/>
          </p:cNvGraphicFramePr>
          <p:nvPr/>
        </p:nvGraphicFramePr>
        <p:xfrm>
          <a:off x="1362075" y="2390775"/>
          <a:ext cx="5181600" cy="1065213"/>
        </p:xfrm>
        <a:graphic>
          <a:graphicData uri="http://schemas.openxmlformats.org/presentationml/2006/ole">
            <mc:AlternateContent xmlns:mc="http://schemas.openxmlformats.org/markup-compatibility/2006">
              <mc:Choice xmlns:v="urn:schemas-microsoft-com:vml" Requires="v">
                <p:oleObj r:id="rId2" imgW="2180590" imgH="525780" progId="Equation.3">
                  <p:embed/>
                </p:oleObj>
              </mc:Choice>
              <mc:Fallback>
                <p:oleObj r:id="rId2" imgW="2180590" imgH="525780" progId="Equation.3">
                  <p:embed/>
                  <p:pic>
                    <p:nvPicPr>
                      <p:cNvPr id="0" name="图片 3634"/>
                      <p:cNvPicPr/>
                      <p:nvPr/>
                    </p:nvPicPr>
                    <p:blipFill>
                      <a:blip r:embed="rId3"/>
                      <a:stretch>
                        <a:fillRect/>
                      </a:stretch>
                    </p:blipFill>
                    <p:spPr>
                      <a:xfrm>
                        <a:off x="1362075" y="2390775"/>
                        <a:ext cx="5181600" cy="1065213"/>
                      </a:xfrm>
                      <a:prstGeom prst="rect">
                        <a:avLst/>
                      </a:prstGeom>
                      <a:noFill/>
                      <a:ln w="38100">
                        <a:noFill/>
                        <a:miter/>
                      </a:ln>
                    </p:spPr>
                  </p:pic>
                </p:oleObj>
              </mc:Fallback>
            </mc:AlternateContent>
          </a:graphicData>
        </a:graphic>
      </p:graphicFrame>
      <p:graphicFrame>
        <p:nvGraphicFramePr>
          <p:cNvPr id="139266" name="对象 67589"/>
          <p:cNvGraphicFramePr>
            <a:graphicFrameLocks noChangeAspect="1"/>
          </p:cNvGraphicFramePr>
          <p:nvPr/>
        </p:nvGraphicFramePr>
        <p:xfrm>
          <a:off x="1362075" y="1211263"/>
          <a:ext cx="6248400" cy="1041400"/>
        </p:xfrm>
        <a:graphic>
          <a:graphicData uri="http://schemas.openxmlformats.org/presentationml/2006/ole">
            <mc:AlternateContent xmlns:mc="http://schemas.openxmlformats.org/markup-compatibility/2006">
              <mc:Choice xmlns:v="urn:schemas-microsoft-com:vml" Requires="v">
                <p:oleObj r:id="rId4" imgW="2540000" imgH="431800" progId="Equation.3">
                  <p:embed/>
                </p:oleObj>
              </mc:Choice>
              <mc:Fallback>
                <p:oleObj r:id="rId4" imgW="2540000" imgH="431800" progId="Equation.3">
                  <p:embed/>
                  <p:pic>
                    <p:nvPicPr>
                      <p:cNvPr id="0" name="图片 3635"/>
                      <p:cNvPicPr/>
                      <p:nvPr/>
                    </p:nvPicPr>
                    <p:blipFill>
                      <a:blip r:embed="rId5"/>
                      <a:stretch>
                        <a:fillRect/>
                      </a:stretch>
                    </p:blipFill>
                    <p:spPr>
                      <a:xfrm>
                        <a:off x="1362075" y="1211263"/>
                        <a:ext cx="6248400" cy="1041400"/>
                      </a:xfrm>
                      <a:prstGeom prst="rect">
                        <a:avLst/>
                      </a:prstGeom>
                      <a:noFill/>
                      <a:ln w="38100">
                        <a:noFill/>
                        <a:miter/>
                      </a:ln>
                    </p:spPr>
                  </p:pic>
                </p:oleObj>
              </mc:Fallback>
            </mc:AlternateContent>
          </a:graphicData>
        </a:graphic>
      </p:graphicFrame>
      <p:sp>
        <p:nvSpPr>
          <p:cNvPr id="139267" name="文本框 3"/>
          <p:cNvSpPr txBox="1"/>
          <p:nvPr/>
        </p:nvSpPr>
        <p:spPr>
          <a:xfrm>
            <a:off x="889000" y="593725"/>
            <a:ext cx="5241925" cy="522288"/>
          </a:xfrm>
          <a:prstGeom prst="rect">
            <a:avLst/>
          </a:prstGeom>
          <a:noFill/>
          <a:ln w="9525">
            <a:noFill/>
          </a:ln>
        </p:spPr>
        <p:txBody>
          <a:bodyPr wrap="none" anchor="t" anchorCtr="0">
            <a:spAutoFit/>
          </a:bodyPr>
          <a:lstStyle/>
          <a:p>
            <a:pPr>
              <a:buClr>
                <a:schemeClr val="hlink"/>
              </a:buClr>
              <a:buSzPct val="120000"/>
              <a:buFont typeface="Wingdings" panose="05000000000000000000" pitchFamily="2" charset="2"/>
              <a:buChar char="n"/>
            </a:pPr>
            <a:r>
              <a:rPr lang="zh-CN" altLang="en-US" sz="2800" b="1">
                <a:latin typeface="Times New Roman" panose="02020603050405020304" pitchFamily="2" charset="0"/>
                <a:ea typeface="宋体" panose="02010600030101010101" pitchFamily="2" charset="-122"/>
              </a:rPr>
              <a:t>帕塞瓦尔定理：(</a:t>
            </a:r>
            <a:r>
              <a:rPr lang="zh-CN" altLang="en-US" sz="2800" b="1">
                <a:latin typeface="Times New Roman" panose="02020603050405020304" pitchFamily="2" charset="0"/>
                <a:ea typeface="宋体" panose="02010600030101010101" pitchFamily="2" charset="-122"/>
                <a:sym typeface="微软雅黑" panose="020B0503020204020204" pitchFamily="2" charset="-122"/>
              </a:rPr>
              <a:t>parseval定理</a:t>
            </a:r>
            <a:r>
              <a:rPr lang="zh-CN" altLang="en-US" sz="2800" b="1">
                <a:latin typeface="Times New Roman" panose="02020603050405020304" pitchFamily="2" charset="0"/>
                <a:ea typeface="宋体" panose="02010600030101010101" pitchFamily="2" charset="-122"/>
              </a:rPr>
              <a:t>)</a:t>
            </a:r>
          </a:p>
        </p:txBody>
      </p:sp>
      <p:sp>
        <p:nvSpPr>
          <p:cNvPr id="139268" name="文本框 65542"/>
          <p:cNvSpPr txBox="1"/>
          <p:nvPr/>
        </p:nvSpPr>
        <p:spPr>
          <a:xfrm>
            <a:off x="1047750" y="3625850"/>
            <a:ext cx="6548438" cy="457200"/>
          </a:xfrm>
          <a:prstGeom prst="rect">
            <a:avLst/>
          </a:prstGeom>
          <a:noFill/>
          <a:ln w="9525">
            <a:noFill/>
          </a:ln>
        </p:spPr>
        <p:txBody>
          <a:bodyPr anchor="t" anchorCtr="0">
            <a:spAutoFit/>
          </a:bodyPr>
          <a:lstStyle/>
          <a:p>
            <a:r>
              <a:rPr lang="zh-CN" altLang="en-US" sz="2400" b="1" dirty="0">
                <a:latin typeface="Times New Roman" panose="02020603050405020304" pitchFamily="2" charset="0"/>
                <a:ea typeface="宋体" panose="02010600030101010101" pitchFamily="2" charset="-122"/>
                <a:sym typeface="Arial" panose="020B0604020202020204" pitchFamily="34" charset="0"/>
              </a:rPr>
              <a:t>序列时域的总能量等于频域的总能量</a:t>
            </a:r>
          </a:p>
        </p:txBody>
      </p:sp>
      <p:graphicFrame>
        <p:nvGraphicFramePr>
          <p:cNvPr id="139269" name="对象 592902"/>
          <p:cNvGraphicFramePr/>
          <p:nvPr/>
        </p:nvGraphicFramePr>
        <p:xfrm>
          <a:off x="1187450" y="4437063"/>
          <a:ext cx="5910263" cy="877887"/>
        </p:xfrm>
        <a:graphic>
          <a:graphicData uri="http://schemas.openxmlformats.org/presentationml/2006/ole">
            <mc:AlternateContent xmlns:mc="http://schemas.openxmlformats.org/markup-compatibility/2006">
              <mc:Choice xmlns:v="urn:schemas-microsoft-com:vml" Requires="v">
                <p:oleObj r:id="rId6" imgW="6108700" imgH="939800" progId="Equation.DSMT4">
                  <p:embed/>
                </p:oleObj>
              </mc:Choice>
              <mc:Fallback>
                <p:oleObj r:id="rId6" imgW="6108700" imgH="939800" progId="Equation.DSMT4">
                  <p:embed/>
                  <p:pic>
                    <p:nvPicPr>
                      <p:cNvPr id="0" name="图片 3636"/>
                      <p:cNvPicPr/>
                      <p:nvPr/>
                    </p:nvPicPr>
                    <p:blipFill>
                      <a:blip r:embed="rId7">
                        <a:lum bright="-100000"/>
                      </a:blip>
                      <a:stretch>
                        <a:fillRect/>
                      </a:stretch>
                    </p:blipFill>
                    <p:spPr>
                      <a:xfrm>
                        <a:off x="1187450" y="4437063"/>
                        <a:ext cx="5910263" cy="877887"/>
                      </a:xfrm>
                      <a:prstGeom prst="rect">
                        <a:avLst/>
                      </a:prstGeom>
                      <a:noFill/>
                      <a:ln w="38100">
                        <a:noFill/>
                        <a:miter/>
                      </a:ln>
                    </p:spPr>
                  </p:pic>
                </p:oleObj>
              </mc:Fallback>
            </mc:AlternateContent>
          </a:graphicData>
        </a:graphic>
      </p:graphicFrame>
    </p:spTree>
  </p:cSld>
  <p:clrMapOvr>
    <a:masterClrMapping/>
  </p:clrMapOvr>
  <p:transition/>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89" name="标题 68609"/>
          <p:cNvSpPr>
            <a:spLocks noGrp="1"/>
          </p:cNvSpPr>
          <p:nvPr>
            <p:ph type="title"/>
          </p:nvPr>
        </p:nvSpPr>
        <p:spPr>
          <a:xfrm>
            <a:off x="152400" y="228600"/>
            <a:ext cx="7543800" cy="1066800"/>
          </a:xfrm>
          <a:ln/>
        </p:spPr>
        <p:txBody>
          <a:bodyPr anchor="ctr" anchorCtr="0"/>
          <a:lstStyle/>
          <a:p>
            <a:r>
              <a:rPr lang="zh-CN" altLang="en-US" sz="3200">
                <a:solidFill>
                  <a:schemeClr val="tx1"/>
                </a:solidFill>
                <a:latin typeface="Times New Roman" panose="02020603050405020304" pitchFamily="2" charset="0"/>
                <a:ea typeface="宋体" panose="02010600030101010101" pitchFamily="2" charset="-122"/>
              </a:rPr>
              <a:t>下面举例说明</a:t>
            </a:r>
            <a:r>
              <a:rPr lang="en-US" altLang="zh-CN" sz="3200">
                <a:solidFill>
                  <a:schemeClr val="tx1"/>
                </a:solidFill>
                <a:latin typeface="Times New Roman" panose="02020603050405020304" pitchFamily="2" charset="0"/>
                <a:ea typeface="宋体" panose="02010600030101010101" pitchFamily="2" charset="-122"/>
              </a:rPr>
              <a:t>DTFT</a:t>
            </a:r>
            <a:r>
              <a:rPr lang="zh-CN" altLang="en-US" sz="3200">
                <a:solidFill>
                  <a:schemeClr val="tx1"/>
                </a:solidFill>
                <a:latin typeface="Times New Roman" panose="02020603050405020304" pitchFamily="2" charset="0"/>
                <a:ea typeface="宋体" panose="02010600030101010101" pitchFamily="2" charset="-122"/>
              </a:rPr>
              <a:t>性质得使用。</a:t>
            </a:r>
            <a:br>
              <a:rPr lang="zh-CN" altLang="en-US" sz="3200">
                <a:solidFill>
                  <a:schemeClr val="tx1"/>
                </a:solidFill>
                <a:latin typeface="Times New Roman" panose="02020603050405020304" pitchFamily="2" charset="0"/>
                <a:ea typeface="宋体" panose="02010600030101010101" pitchFamily="2" charset="-122"/>
              </a:rPr>
            </a:br>
            <a:r>
              <a:rPr lang="zh-CN" altLang="en-US" sz="3200">
                <a:solidFill>
                  <a:schemeClr val="tx1"/>
                </a:solidFill>
                <a:latin typeface="Times New Roman" panose="02020603050405020304" pitchFamily="2" charset="0"/>
                <a:ea typeface="宋体" panose="02010600030101010101" pitchFamily="2" charset="-122"/>
              </a:rPr>
              <a:t>计算下列积分</a:t>
            </a:r>
            <a:r>
              <a:rPr lang="en-US" altLang="zh-CN" sz="3200">
                <a:solidFill>
                  <a:schemeClr val="tx1"/>
                </a:solidFill>
                <a:latin typeface="Times New Roman" panose="02020603050405020304" pitchFamily="2" charset="0"/>
                <a:ea typeface="宋体" panose="02010600030101010101" pitchFamily="2" charset="-122"/>
              </a:rPr>
              <a:t>I</a:t>
            </a:r>
            <a:r>
              <a:rPr lang="zh-CN" altLang="en-US" sz="3200">
                <a:solidFill>
                  <a:schemeClr val="tx1"/>
                </a:solidFill>
                <a:latin typeface="Times New Roman" panose="02020603050405020304" pitchFamily="2" charset="0"/>
                <a:ea typeface="宋体" panose="02010600030101010101" pitchFamily="2" charset="-122"/>
              </a:rPr>
              <a:t>的值。</a:t>
            </a:r>
          </a:p>
        </p:txBody>
      </p:sp>
      <p:graphicFrame>
        <p:nvGraphicFramePr>
          <p:cNvPr id="140290" name="对象 68610"/>
          <p:cNvGraphicFramePr>
            <a:graphicFrameLocks noChangeAspect="1"/>
          </p:cNvGraphicFramePr>
          <p:nvPr/>
        </p:nvGraphicFramePr>
        <p:xfrm>
          <a:off x="985838" y="1143000"/>
          <a:ext cx="5343525" cy="1138238"/>
        </p:xfrm>
        <a:graphic>
          <a:graphicData uri="http://schemas.openxmlformats.org/presentationml/2006/ole">
            <mc:AlternateContent xmlns:mc="http://schemas.openxmlformats.org/markup-compatibility/2006">
              <mc:Choice xmlns:v="urn:schemas-microsoft-com:vml" Requires="v">
                <p:oleObj r:id="rId2" imgW="1943100" imgH="419100" progId="Equation.3">
                  <p:embed/>
                </p:oleObj>
              </mc:Choice>
              <mc:Fallback>
                <p:oleObj r:id="rId2" imgW="1943100" imgH="419100" progId="Equation.3">
                  <p:embed/>
                  <p:pic>
                    <p:nvPicPr>
                      <p:cNvPr id="0" name="图片 3637"/>
                      <p:cNvPicPr/>
                      <p:nvPr/>
                    </p:nvPicPr>
                    <p:blipFill>
                      <a:blip r:embed="rId3"/>
                      <a:stretch>
                        <a:fillRect/>
                      </a:stretch>
                    </p:blipFill>
                    <p:spPr>
                      <a:xfrm>
                        <a:off x="985838" y="1143000"/>
                        <a:ext cx="5343525" cy="1138238"/>
                      </a:xfrm>
                      <a:prstGeom prst="rect">
                        <a:avLst/>
                      </a:prstGeom>
                      <a:noFill/>
                      <a:ln w="38100">
                        <a:noFill/>
                        <a:miter/>
                      </a:ln>
                    </p:spPr>
                  </p:pic>
                </p:oleObj>
              </mc:Fallback>
            </mc:AlternateContent>
          </a:graphicData>
        </a:graphic>
      </p:graphicFrame>
      <p:graphicFrame>
        <p:nvGraphicFramePr>
          <p:cNvPr id="140291" name="对象 68611"/>
          <p:cNvGraphicFramePr>
            <a:graphicFrameLocks noChangeAspect="1"/>
          </p:cNvGraphicFramePr>
          <p:nvPr/>
        </p:nvGraphicFramePr>
        <p:xfrm>
          <a:off x="6400800" y="1304925"/>
          <a:ext cx="2438400" cy="711200"/>
        </p:xfrm>
        <a:graphic>
          <a:graphicData uri="http://schemas.openxmlformats.org/presentationml/2006/ole">
            <mc:AlternateContent xmlns:mc="http://schemas.openxmlformats.org/markup-compatibility/2006">
              <mc:Choice xmlns:v="urn:schemas-microsoft-com:vml" Requires="v">
                <p:oleObj r:id="rId4" imgW="850265" imgH="254000" progId="Equation.3">
                  <p:embed/>
                </p:oleObj>
              </mc:Choice>
              <mc:Fallback>
                <p:oleObj r:id="rId4" imgW="850265" imgH="254000" progId="Equation.3">
                  <p:embed/>
                  <p:pic>
                    <p:nvPicPr>
                      <p:cNvPr id="0" name="图片 3624"/>
                      <p:cNvPicPr/>
                      <p:nvPr/>
                    </p:nvPicPr>
                    <p:blipFill>
                      <a:blip r:embed="rId5"/>
                      <a:stretch>
                        <a:fillRect/>
                      </a:stretch>
                    </p:blipFill>
                    <p:spPr>
                      <a:xfrm>
                        <a:off x="6400800" y="1304925"/>
                        <a:ext cx="2438400" cy="711200"/>
                      </a:xfrm>
                      <a:prstGeom prst="rect">
                        <a:avLst/>
                      </a:prstGeom>
                      <a:noFill/>
                      <a:ln w="38100">
                        <a:noFill/>
                        <a:miter/>
                      </a:ln>
                    </p:spPr>
                  </p:pic>
                </p:oleObj>
              </mc:Fallback>
            </mc:AlternateContent>
          </a:graphicData>
        </a:graphic>
      </p:graphicFrame>
      <p:graphicFrame>
        <p:nvGraphicFramePr>
          <p:cNvPr id="140292" name="对象 68612"/>
          <p:cNvGraphicFramePr>
            <a:graphicFrameLocks noChangeAspect="1"/>
          </p:cNvGraphicFramePr>
          <p:nvPr/>
        </p:nvGraphicFramePr>
        <p:xfrm>
          <a:off x="1828800" y="2328863"/>
          <a:ext cx="6553200" cy="973137"/>
        </p:xfrm>
        <a:graphic>
          <a:graphicData uri="http://schemas.openxmlformats.org/presentationml/2006/ole">
            <mc:AlternateContent xmlns:mc="http://schemas.openxmlformats.org/markup-compatibility/2006">
              <mc:Choice xmlns:v="urn:schemas-microsoft-com:vml" Requires="v">
                <p:oleObj r:id="rId6" imgW="2614930" imgH="393700" progId="Equation.3">
                  <p:embed/>
                </p:oleObj>
              </mc:Choice>
              <mc:Fallback>
                <p:oleObj r:id="rId6" imgW="2614930" imgH="393700" progId="Equation.3">
                  <p:embed/>
                  <p:pic>
                    <p:nvPicPr>
                      <p:cNvPr id="0" name="图片 3625"/>
                      <p:cNvPicPr/>
                      <p:nvPr/>
                    </p:nvPicPr>
                    <p:blipFill>
                      <a:blip r:embed="rId7"/>
                      <a:stretch>
                        <a:fillRect/>
                      </a:stretch>
                    </p:blipFill>
                    <p:spPr>
                      <a:xfrm>
                        <a:off x="1828800" y="2328863"/>
                        <a:ext cx="6553200" cy="973137"/>
                      </a:xfrm>
                      <a:prstGeom prst="rect">
                        <a:avLst/>
                      </a:prstGeom>
                      <a:noFill/>
                      <a:ln w="38100">
                        <a:noFill/>
                        <a:miter/>
                      </a:ln>
                    </p:spPr>
                  </p:pic>
                </p:oleObj>
              </mc:Fallback>
            </mc:AlternateContent>
          </a:graphicData>
        </a:graphic>
      </p:graphicFrame>
      <p:sp>
        <p:nvSpPr>
          <p:cNvPr id="140293" name="文本框 68613"/>
          <p:cNvSpPr txBox="1"/>
          <p:nvPr/>
        </p:nvSpPr>
        <p:spPr>
          <a:xfrm>
            <a:off x="152400" y="2522538"/>
            <a:ext cx="1676400" cy="519112"/>
          </a:xfrm>
          <a:prstGeom prst="rect">
            <a:avLst/>
          </a:prstGeom>
          <a:noFill/>
          <a:ln w="9525">
            <a:noFill/>
          </a:ln>
        </p:spPr>
        <p:txBody>
          <a:bodyPr anchor="t" anchorCtr="0">
            <a:spAutoFit/>
          </a:bodyPr>
          <a:lstStyle/>
          <a:p>
            <a:pPr>
              <a:spcBef>
                <a:spcPct val="50000"/>
              </a:spcBef>
            </a:pPr>
            <a:r>
              <a:rPr lang="zh-CN" altLang="en-US" sz="2800" b="1">
                <a:latin typeface="Times New Roman" panose="02020603050405020304" pitchFamily="2" charset="0"/>
                <a:ea typeface="宋体" panose="02010600030101010101" pitchFamily="2" charset="-122"/>
              </a:rPr>
              <a:t>解：根据 </a:t>
            </a:r>
          </a:p>
        </p:txBody>
      </p:sp>
      <p:graphicFrame>
        <p:nvGraphicFramePr>
          <p:cNvPr id="140294" name="对象 68614"/>
          <p:cNvGraphicFramePr>
            <a:graphicFrameLocks noChangeAspect="1"/>
          </p:cNvGraphicFramePr>
          <p:nvPr/>
        </p:nvGraphicFramePr>
        <p:xfrm>
          <a:off x="838200" y="3810000"/>
          <a:ext cx="8305800" cy="1077913"/>
        </p:xfrm>
        <a:graphic>
          <a:graphicData uri="http://schemas.openxmlformats.org/presentationml/2006/ole">
            <mc:AlternateContent xmlns:mc="http://schemas.openxmlformats.org/markup-compatibility/2006">
              <mc:Choice xmlns:v="urn:schemas-microsoft-com:vml" Requires="v">
                <p:oleObj r:id="rId8" imgW="3302000" imgH="431800" progId="Equation.3">
                  <p:embed/>
                </p:oleObj>
              </mc:Choice>
              <mc:Fallback>
                <p:oleObj r:id="rId8" imgW="3302000" imgH="431800" progId="Equation.3">
                  <p:embed/>
                  <p:pic>
                    <p:nvPicPr>
                      <p:cNvPr id="0" name="图片 3626"/>
                      <p:cNvPicPr/>
                      <p:nvPr/>
                    </p:nvPicPr>
                    <p:blipFill>
                      <a:blip r:embed="rId9"/>
                      <a:stretch>
                        <a:fillRect/>
                      </a:stretch>
                    </p:blipFill>
                    <p:spPr>
                      <a:xfrm>
                        <a:off x="838200" y="3810000"/>
                        <a:ext cx="8305800" cy="1077913"/>
                      </a:xfrm>
                      <a:prstGeom prst="rect">
                        <a:avLst/>
                      </a:prstGeom>
                      <a:noFill/>
                      <a:ln w="38100">
                        <a:noFill/>
                        <a:miter/>
                      </a:ln>
                    </p:spPr>
                  </p:pic>
                </p:oleObj>
              </mc:Fallback>
            </mc:AlternateContent>
          </a:graphicData>
        </a:graphic>
      </p:graphicFrame>
      <p:graphicFrame>
        <p:nvGraphicFramePr>
          <p:cNvPr id="140295" name="对象 68615"/>
          <p:cNvGraphicFramePr>
            <a:graphicFrameLocks noChangeAspect="1"/>
          </p:cNvGraphicFramePr>
          <p:nvPr/>
        </p:nvGraphicFramePr>
        <p:xfrm>
          <a:off x="1676400" y="5280025"/>
          <a:ext cx="7010400" cy="1577975"/>
        </p:xfrm>
        <a:graphic>
          <a:graphicData uri="http://schemas.openxmlformats.org/presentationml/2006/ole">
            <mc:AlternateContent xmlns:mc="http://schemas.openxmlformats.org/markup-compatibility/2006">
              <mc:Choice xmlns:v="urn:schemas-microsoft-com:vml" Requires="v">
                <p:oleObj r:id="rId10" imgW="2843530" imgH="673100" progId="Equation.3">
                  <p:embed/>
                </p:oleObj>
              </mc:Choice>
              <mc:Fallback>
                <p:oleObj r:id="rId10" imgW="2843530" imgH="673100" progId="Equation.3">
                  <p:embed/>
                  <p:pic>
                    <p:nvPicPr>
                      <p:cNvPr id="0" name="图片 3627"/>
                      <p:cNvPicPr/>
                      <p:nvPr/>
                    </p:nvPicPr>
                    <p:blipFill>
                      <a:blip r:embed="rId11"/>
                      <a:stretch>
                        <a:fillRect/>
                      </a:stretch>
                    </p:blipFill>
                    <p:spPr>
                      <a:xfrm>
                        <a:off x="1676400" y="5280025"/>
                        <a:ext cx="7010400" cy="1577975"/>
                      </a:xfrm>
                      <a:prstGeom prst="rect">
                        <a:avLst/>
                      </a:prstGeom>
                      <a:noFill/>
                      <a:ln w="38100">
                        <a:noFill/>
                        <a:miter/>
                      </a:ln>
                    </p:spPr>
                  </p:pic>
                </p:oleObj>
              </mc:Fallback>
            </mc:AlternateContent>
          </a:graphicData>
        </a:graphic>
      </p:graphicFrame>
      <p:sp>
        <p:nvSpPr>
          <p:cNvPr id="140296" name="矩形 68616"/>
          <p:cNvSpPr/>
          <p:nvPr/>
        </p:nvSpPr>
        <p:spPr>
          <a:xfrm>
            <a:off x="304800" y="3352800"/>
            <a:ext cx="3756025" cy="519113"/>
          </a:xfrm>
          <a:prstGeom prst="rect">
            <a:avLst/>
          </a:prstGeom>
          <a:noFill/>
          <a:ln w="9525">
            <a:noFill/>
          </a:ln>
        </p:spPr>
        <p:txBody>
          <a:bodyPr wrap="none" anchor="t" anchorCtr="0">
            <a:spAutoFit/>
          </a:bodyPr>
          <a:lstStyle/>
          <a:p>
            <a:r>
              <a:rPr lang="zh-CN" altLang="en-US" sz="2800" b="1">
                <a:latin typeface="Times New Roman" panose="02020603050405020304" pitchFamily="2" charset="0"/>
                <a:ea typeface="宋体" panose="02010600030101010101" pitchFamily="2" charset="-122"/>
              </a:rPr>
              <a:t>利用时域卷积定理有：</a:t>
            </a:r>
          </a:p>
        </p:txBody>
      </p:sp>
      <p:sp>
        <p:nvSpPr>
          <p:cNvPr id="140297" name="矩形 68617"/>
          <p:cNvSpPr/>
          <p:nvPr/>
        </p:nvSpPr>
        <p:spPr>
          <a:xfrm>
            <a:off x="304800" y="4889500"/>
            <a:ext cx="5386388" cy="519113"/>
          </a:xfrm>
          <a:prstGeom prst="rect">
            <a:avLst/>
          </a:prstGeom>
          <a:noFill/>
          <a:ln w="9525">
            <a:noFill/>
          </a:ln>
        </p:spPr>
        <p:txBody>
          <a:bodyPr wrap="none" anchor="t" anchorCtr="0">
            <a:spAutoFit/>
          </a:bodyPr>
          <a:lstStyle/>
          <a:p>
            <a:r>
              <a:rPr lang="zh-CN" altLang="en-US" sz="2800" b="1">
                <a:latin typeface="Times New Roman" panose="02020603050405020304" pitchFamily="2" charset="0"/>
                <a:ea typeface="宋体" panose="02010600030101010101" pitchFamily="2" charset="-122"/>
              </a:rPr>
              <a:t>上式卷积</a:t>
            </a:r>
            <a:r>
              <a:rPr lang="en-US" altLang="zh-CN" sz="2800" b="1">
                <a:latin typeface="Times New Roman" panose="02020603050405020304" pitchFamily="2" charset="0"/>
                <a:ea typeface="宋体" panose="02010600030101010101" pitchFamily="2" charset="-122"/>
              </a:rPr>
              <a:t>n=0</a:t>
            </a:r>
            <a:r>
              <a:rPr lang="zh-CN" altLang="en-US" sz="2800" b="1">
                <a:latin typeface="Times New Roman" panose="02020603050405020304" pitchFamily="2" charset="0"/>
                <a:ea typeface="宋体" panose="02010600030101010101" pitchFamily="2" charset="-122"/>
              </a:rPr>
              <a:t>时就是积分</a:t>
            </a:r>
            <a:r>
              <a:rPr lang="en-US" altLang="zh-CN" sz="2800" b="1">
                <a:latin typeface="Times New Roman" panose="02020603050405020304" pitchFamily="2" charset="0"/>
                <a:ea typeface="宋体" panose="02010600030101010101" pitchFamily="2" charset="-122"/>
              </a:rPr>
              <a:t>I</a:t>
            </a:r>
            <a:r>
              <a:rPr lang="zh-CN" altLang="en-US" sz="2800" b="1">
                <a:latin typeface="Times New Roman" panose="02020603050405020304" pitchFamily="2" charset="0"/>
                <a:ea typeface="宋体" panose="02010600030101010101" pitchFamily="2" charset="-122"/>
              </a:rPr>
              <a:t>的值。</a:t>
            </a:r>
          </a:p>
        </p:txBody>
      </p:sp>
      <p:graphicFrame>
        <p:nvGraphicFramePr>
          <p:cNvPr id="140298" name="对象 56326"/>
          <p:cNvGraphicFramePr>
            <a:graphicFrameLocks noChangeAspect="1"/>
          </p:cNvGraphicFramePr>
          <p:nvPr/>
        </p:nvGraphicFramePr>
        <p:xfrm>
          <a:off x="3995738" y="3271838"/>
          <a:ext cx="4144962" cy="627062"/>
        </p:xfrm>
        <a:graphic>
          <a:graphicData uri="http://schemas.openxmlformats.org/presentationml/2006/ole">
            <mc:AlternateContent xmlns:mc="http://schemas.openxmlformats.org/markup-compatibility/2006">
              <mc:Choice xmlns:v="urn:schemas-microsoft-com:vml" Requires="v">
                <p:oleObj r:id="rId12" imgW="2819400" imgH="393700" progId="Equation.3">
                  <p:embed/>
                </p:oleObj>
              </mc:Choice>
              <mc:Fallback>
                <p:oleObj r:id="rId12" imgW="2819400" imgH="393700" progId="Equation.3">
                  <p:embed/>
                  <p:pic>
                    <p:nvPicPr>
                      <p:cNvPr id="0" name="图片 3628"/>
                      <p:cNvPicPr/>
                      <p:nvPr/>
                    </p:nvPicPr>
                    <p:blipFill>
                      <a:blip r:embed="rId13"/>
                      <a:stretch>
                        <a:fillRect/>
                      </a:stretch>
                    </p:blipFill>
                    <p:spPr>
                      <a:xfrm>
                        <a:off x="3995738" y="3271838"/>
                        <a:ext cx="4144962" cy="627062"/>
                      </a:xfrm>
                      <a:prstGeom prst="rect">
                        <a:avLst/>
                      </a:prstGeom>
                      <a:noFill/>
                      <a:ln w="19050" cap="flat" cmpd="sng">
                        <a:solidFill>
                          <a:srgbClr val="FF0000"/>
                        </a:solidFill>
                        <a:prstDash val="solid"/>
                        <a:miter/>
                        <a:headEnd type="none" w="med" len="med"/>
                        <a:tailEnd type="none" w="med" len="med"/>
                      </a:ln>
                    </p:spPr>
                  </p:pic>
                </p:oleObj>
              </mc:Fallback>
            </mc:AlternateContent>
          </a:graphicData>
        </a:graphic>
      </p:graphicFrame>
    </p:spTree>
  </p:cSld>
  <p:clrMapOvr>
    <a:masterClrMapping/>
  </p:clrMapOvr>
  <p:transition/>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3" name="文本框 3"/>
          <p:cNvSpPr txBox="1"/>
          <p:nvPr/>
        </p:nvSpPr>
        <p:spPr>
          <a:xfrm>
            <a:off x="666750" y="474663"/>
            <a:ext cx="6702425" cy="522287"/>
          </a:xfrm>
          <a:prstGeom prst="rect">
            <a:avLst/>
          </a:prstGeom>
          <a:noFill/>
          <a:ln w="9525">
            <a:noFill/>
          </a:ln>
        </p:spPr>
        <p:txBody>
          <a:bodyPr wrap="none" anchor="t" anchorCtr="0">
            <a:spAutoFit/>
          </a:bodyPr>
          <a:lstStyle/>
          <a:p>
            <a:r>
              <a:rPr lang="en-US" altLang="zh-CN" sz="2800" b="1" dirty="0">
                <a:latin typeface="Times New Roman" panose="02020603050405020304" pitchFamily="2" charset="0"/>
                <a:ea typeface="宋体" panose="02010600030101010101" pitchFamily="2" charset="-122"/>
              </a:rPr>
              <a:t>2.2.4 </a:t>
            </a:r>
            <a:r>
              <a:rPr lang="zh-CN" altLang="en-US" sz="2800" b="1" dirty="0">
                <a:latin typeface="Times New Roman" panose="02020603050405020304" pitchFamily="2" charset="0"/>
                <a:ea typeface="宋体" panose="02010600030101010101" pitchFamily="2" charset="-122"/>
              </a:rPr>
              <a:t>序列及其傅里叶变换的一些对称性质</a:t>
            </a:r>
          </a:p>
        </p:txBody>
      </p:sp>
      <p:sp>
        <p:nvSpPr>
          <p:cNvPr id="141314" name="文本框 4"/>
          <p:cNvSpPr txBox="1"/>
          <p:nvPr/>
        </p:nvSpPr>
        <p:spPr>
          <a:xfrm>
            <a:off x="881063" y="1393825"/>
            <a:ext cx="3825875" cy="460375"/>
          </a:xfrm>
          <a:prstGeom prst="rect">
            <a:avLst/>
          </a:prstGeom>
          <a:noFill/>
          <a:ln w="9525">
            <a:noFill/>
          </a:ln>
        </p:spPr>
        <p:txBody>
          <a:bodyPr wrap="none" anchor="t" anchorCtr="0">
            <a:spAutoFit/>
          </a:bodyPr>
          <a:lstStyle/>
          <a:p>
            <a:r>
              <a:rPr lang="zh-CN" altLang="en-US" sz="2400" dirty="0">
                <a:latin typeface="Times New Roman" panose="02020603050405020304" pitchFamily="2" charset="0"/>
                <a:ea typeface="宋体" panose="02010600030101010101" pitchFamily="2" charset="-122"/>
              </a:rPr>
              <a:t>定义：共轭对称序列</a:t>
            </a:r>
            <a:r>
              <a:rPr lang="en-US" altLang="zh-CN" sz="2400" err="1">
                <a:latin typeface="Times New Roman" panose="02020603050405020304" pitchFamily="2" charset="0"/>
                <a:ea typeface="宋体" panose="02010600030101010101" pitchFamily="2" charset="-122"/>
              </a:rPr>
              <a:t>x</a:t>
            </a:r>
            <a:r>
              <a:rPr lang="en-US" altLang="zh-CN" sz="2400" baseline="-25000" err="1">
                <a:latin typeface="Times New Roman" panose="02020603050405020304" pitchFamily="2" charset="0"/>
                <a:ea typeface="宋体" panose="02010600030101010101" pitchFamily="2" charset="-122"/>
              </a:rPr>
              <a:t>e</a:t>
            </a:r>
            <a:r>
              <a:rPr lang="en-US" altLang="zh-CN" sz="2400" err="1">
                <a:latin typeface="Times New Roman" panose="02020603050405020304" pitchFamily="2" charset="0"/>
                <a:ea typeface="宋体" panose="02010600030101010101" pitchFamily="2" charset="-122"/>
              </a:rPr>
              <a:t>(n</a:t>
            </a:r>
            <a:r>
              <a:rPr lang="en-US" altLang="zh-CN" sz="2400">
                <a:latin typeface="Times New Roman" panose="02020603050405020304" pitchFamily="2" charset="0"/>
                <a:ea typeface="宋体" panose="02010600030101010101" pitchFamily="2" charset="-122"/>
              </a:rPr>
              <a:t>)</a:t>
            </a:r>
            <a:r>
              <a:rPr lang="zh-CN" altLang="en-US" sz="2400" dirty="0">
                <a:latin typeface="Times New Roman" panose="02020603050405020304" pitchFamily="2" charset="0"/>
                <a:ea typeface="宋体" panose="02010600030101010101" pitchFamily="2" charset="-122"/>
              </a:rPr>
              <a:t>：</a:t>
            </a:r>
            <a:endParaRPr lang="zh-CN" altLang="en-US" sz="2400">
              <a:latin typeface="Times New Roman" panose="02020603050405020304" pitchFamily="2" charset="0"/>
              <a:ea typeface="宋体" panose="02010600030101010101" pitchFamily="2" charset="-122"/>
            </a:endParaRPr>
          </a:p>
        </p:txBody>
      </p:sp>
      <p:graphicFrame>
        <p:nvGraphicFramePr>
          <p:cNvPr id="141315" name="对象 55300">
            <a:hlinkClick r:id="" action="ppaction://ole?verb=0"/>
          </p:cNvPr>
          <p:cNvGraphicFramePr>
            <a:graphicFrameLocks noChangeAspect="1"/>
          </p:cNvGraphicFramePr>
          <p:nvPr/>
        </p:nvGraphicFramePr>
        <p:xfrm>
          <a:off x="4613275" y="1322388"/>
          <a:ext cx="2108200" cy="573087"/>
        </p:xfrm>
        <a:graphic>
          <a:graphicData uri="http://schemas.openxmlformats.org/presentationml/2006/ole">
            <mc:AlternateContent xmlns:mc="http://schemas.openxmlformats.org/markup-compatibility/2006">
              <mc:Choice xmlns:v="urn:schemas-microsoft-com:vml" Requires="v">
                <p:oleObj r:id="rId2" imgW="898525" imgH="243840" progId="Equation.3">
                  <p:embed/>
                </p:oleObj>
              </mc:Choice>
              <mc:Fallback>
                <p:oleObj r:id="rId2" imgW="898525" imgH="243840" progId="Equation.3">
                  <p:embed/>
                  <p:pic>
                    <p:nvPicPr>
                      <p:cNvPr id="0" name="图片 3643"/>
                      <p:cNvPicPr/>
                      <p:nvPr/>
                    </p:nvPicPr>
                    <p:blipFill>
                      <a:blip r:embed="rId3"/>
                      <a:stretch>
                        <a:fillRect/>
                      </a:stretch>
                    </p:blipFill>
                    <p:spPr>
                      <a:xfrm>
                        <a:off x="4613275" y="1322388"/>
                        <a:ext cx="2108200" cy="573087"/>
                      </a:xfrm>
                      <a:prstGeom prst="rect">
                        <a:avLst/>
                      </a:prstGeom>
                      <a:noFill/>
                      <a:ln w="38100">
                        <a:noFill/>
                        <a:miter/>
                      </a:ln>
                    </p:spPr>
                  </p:pic>
                </p:oleObj>
              </mc:Fallback>
            </mc:AlternateContent>
          </a:graphicData>
        </a:graphic>
      </p:graphicFrame>
      <p:sp>
        <p:nvSpPr>
          <p:cNvPr id="141316" name="文本框 618502"/>
          <p:cNvSpPr txBox="1"/>
          <p:nvPr/>
        </p:nvSpPr>
        <p:spPr>
          <a:xfrm>
            <a:off x="1808163" y="2116138"/>
            <a:ext cx="3019425" cy="460375"/>
          </a:xfrm>
          <a:prstGeom prst="rect">
            <a:avLst/>
          </a:prstGeom>
          <a:noFill/>
          <a:ln w="12700">
            <a:noFill/>
          </a:ln>
        </p:spPr>
        <p:txBody>
          <a:bodyPr wrap="square" anchor="t" anchorCtr="0">
            <a:spAutoFit/>
          </a:bodyPr>
          <a:lstStyle/>
          <a:p>
            <a:pPr>
              <a:spcBef>
                <a:spcPct val="50000"/>
              </a:spcBef>
            </a:pPr>
            <a:r>
              <a:rPr lang="zh-CN" altLang="en-US" sz="2400" dirty="0">
                <a:latin typeface="Times New Roman" panose="02020603050405020304" pitchFamily="2" charset="0"/>
                <a:ea typeface="宋体" panose="02010600030101010101" pitchFamily="2" charset="-122"/>
              </a:rPr>
              <a:t>共轭反对称序列</a:t>
            </a:r>
            <a:r>
              <a:rPr lang="en-US" altLang="zh-CN" sz="2400">
                <a:latin typeface="Times New Roman" panose="02020603050405020304" pitchFamily="2" charset="0"/>
                <a:ea typeface="宋体" panose="02010600030101010101" pitchFamily="2" charset="-122"/>
              </a:rPr>
              <a:t>x</a:t>
            </a:r>
            <a:r>
              <a:rPr lang="en-US" altLang="zh-CN" sz="2400" baseline="-25000">
                <a:latin typeface="Times New Roman" panose="02020603050405020304" pitchFamily="2" charset="0"/>
                <a:ea typeface="宋体" panose="02010600030101010101" pitchFamily="2" charset="-122"/>
              </a:rPr>
              <a:t>o</a:t>
            </a:r>
            <a:r>
              <a:rPr lang="en-US" altLang="zh-CN" sz="2400" dirty="0">
                <a:latin typeface="Times New Roman" panose="02020603050405020304" pitchFamily="2" charset="0"/>
                <a:ea typeface="宋体" panose="02010600030101010101" pitchFamily="2" charset="-122"/>
              </a:rPr>
              <a:t>(n)</a:t>
            </a:r>
            <a:r>
              <a:rPr lang="zh-CN" altLang="en-US" sz="2400" dirty="0">
                <a:latin typeface="Times New Roman" panose="02020603050405020304" pitchFamily="2" charset="0"/>
                <a:ea typeface="宋体" panose="02010600030101010101" pitchFamily="2" charset="-122"/>
              </a:rPr>
              <a:t>：</a:t>
            </a:r>
          </a:p>
        </p:txBody>
      </p:sp>
      <p:graphicFrame>
        <p:nvGraphicFramePr>
          <p:cNvPr id="141317" name="对象 55301">
            <a:hlinkClick r:id="" action="ppaction://ole?verb=0"/>
          </p:cNvPr>
          <p:cNvGraphicFramePr>
            <a:graphicFrameLocks noChangeAspect="1"/>
          </p:cNvGraphicFramePr>
          <p:nvPr/>
        </p:nvGraphicFramePr>
        <p:xfrm>
          <a:off x="4951413" y="2051050"/>
          <a:ext cx="2327275" cy="596900"/>
        </p:xfrm>
        <a:graphic>
          <a:graphicData uri="http://schemas.openxmlformats.org/presentationml/2006/ole">
            <mc:AlternateContent xmlns:mc="http://schemas.openxmlformats.org/markup-compatibility/2006">
              <mc:Choice xmlns:v="urn:schemas-microsoft-com:vml" Requires="v">
                <p:oleObj r:id="rId4" imgW="949960" imgH="243840" progId="Equation.3">
                  <p:embed/>
                </p:oleObj>
              </mc:Choice>
              <mc:Fallback>
                <p:oleObj r:id="rId4" imgW="949960" imgH="243840" progId="Equation.3">
                  <p:embed/>
                  <p:pic>
                    <p:nvPicPr>
                      <p:cNvPr id="0" name="图片 3648"/>
                      <p:cNvPicPr/>
                      <p:nvPr/>
                    </p:nvPicPr>
                    <p:blipFill>
                      <a:blip r:embed="rId5"/>
                      <a:stretch>
                        <a:fillRect/>
                      </a:stretch>
                    </p:blipFill>
                    <p:spPr>
                      <a:xfrm>
                        <a:off x="4951413" y="2051050"/>
                        <a:ext cx="2327275" cy="596900"/>
                      </a:xfrm>
                      <a:prstGeom prst="rect">
                        <a:avLst/>
                      </a:prstGeom>
                      <a:noFill/>
                      <a:ln w="38100">
                        <a:noFill/>
                        <a:miter/>
                      </a:ln>
                    </p:spPr>
                  </p:pic>
                </p:oleObj>
              </mc:Fallback>
            </mc:AlternateContent>
          </a:graphicData>
        </a:graphic>
      </p:graphicFrame>
      <p:sp>
        <p:nvSpPr>
          <p:cNvPr id="141318" name="文本框 55302"/>
          <p:cNvSpPr txBox="1"/>
          <p:nvPr/>
        </p:nvSpPr>
        <p:spPr>
          <a:xfrm>
            <a:off x="887413" y="2936875"/>
            <a:ext cx="4911725" cy="457200"/>
          </a:xfrm>
          <a:prstGeom prst="rect">
            <a:avLst/>
          </a:prstGeom>
          <a:noFill/>
          <a:ln w="9525">
            <a:noFill/>
          </a:ln>
        </p:spPr>
        <p:txBody>
          <a:bodyPr wrap="square" anchor="t" anchorCtr="0">
            <a:spAutoFit/>
          </a:bodyPr>
          <a:lstStyle/>
          <a:p>
            <a:pPr marL="1905" indent="-1905">
              <a:buAutoNum type="circleNumDbPlain"/>
            </a:pPr>
            <a:r>
              <a:rPr lang="zh-CN" altLang="en-US" sz="2400" b="1" dirty="0">
                <a:latin typeface="Times New Roman" panose="02020603050405020304" pitchFamily="2" charset="0"/>
                <a:ea typeface="宋体" panose="02010600030101010101" pitchFamily="2" charset="-122"/>
              </a:rPr>
              <a:t>任一序列都可以表示为</a:t>
            </a:r>
          </a:p>
        </p:txBody>
      </p:sp>
      <p:graphicFrame>
        <p:nvGraphicFramePr>
          <p:cNvPr id="141319" name="对象 55303">
            <a:hlinkClick r:id="" action="ppaction://ole?verb=0"/>
          </p:cNvPr>
          <p:cNvGraphicFramePr>
            <a:graphicFrameLocks noChangeAspect="1"/>
          </p:cNvGraphicFramePr>
          <p:nvPr/>
        </p:nvGraphicFramePr>
        <p:xfrm>
          <a:off x="2082800" y="3568700"/>
          <a:ext cx="2981325" cy="547688"/>
        </p:xfrm>
        <a:graphic>
          <a:graphicData uri="http://schemas.openxmlformats.org/presentationml/2006/ole">
            <mc:AlternateContent xmlns:mc="http://schemas.openxmlformats.org/markup-compatibility/2006">
              <mc:Choice xmlns:v="urn:schemas-microsoft-com:vml" Requires="v">
                <p:oleObj r:id="rId6" imgW="1258570" imgH="231140" progId="Equation.3">
                  <p:embed/>
                </p:oleObj>
              </mc:Choice>
              <mc:Fallback>
                <p:oleObj r:id="rId6" imgW="1258570" imgH="231140" progId="Equation.3">
                  <p:embed/>
                  <p:pic>
                    <p:nvPicPr>
                      <p:cNvPr id="0" name="图片 3649"/>
                      <p:cNvPicPr/>
                      <p:nvPr/>
                    </p:nvPicPr>
                    <p:blipFill>
                      <a:blip r:embed="rId7"/>
                      <a:stretch>
                        <a:fillRect/>
                      </a:stretch>
                    </p:blipFill>
                    <p:spPr>
                      <a:xfrm>
                        <a:off x="2082800" y="3568700"/>
                        <a:ext cx="2981325" cy="547688"/>
                      </a:xfrm>
                      <a:prstGeom prst="rect">
                        <a:avLst/>
                      </a:prstGeom>
                      <a:noFill/>
                      <a:ln w="38100">
                        <a:noFill/>
                        <a:miter/>
                      </a:ln>
                    </p:spPr>
                  </p:pic>
                </p:oleObj>
              </mc:Fallback>
            </mc:AlternateContent>
          </a:graphicData>
        </a:graphic>
      </p:graphicFrame>
      <p:sp>
        <p:nvSpPr>
          <p:cNvPr id="141320" name="文本框 55304"/>
          <p:cNvSpPr txBox="1"/>
          <p:nvPr/>
        </p:nvSpPr>
        <p:spPr>
          <a:xfrm>
            <a:off x="896938" y="4467225"/>
            <a:ext cx="2640012" cy="457200"/>
          </a:xfrm>
          <a:prstGeom prst="rect">
            <a:avLst/>
          </a:prstGeom>
          <a:noFill/>
          <a:ln w="9525">
            <a:noFill/>
          </a:ln>
        </p:spPr>
        <p:txBody>
          <a:bodyPr wrap="square" anchor="t" anchorCtr="0">
            <a:spAutoFit/>
          </a:bodyPr>
          <a:lstStyle/>
          <a:p>
            <a:r>
              <a:rPr lang="zh-CN" altLang="en-US" sz="2400" b="1" dirty="0">
                <a:latin typeface="Times New Roman" panose="02020603050405020304" pitchFamily="2" charset="0"/>
                <a:ea typeface="宋体" panose="02010600030101010101" pitchFamily="2" charset="-122"/>
                <a:sym typeface="Arial" panose="020B0604020202020204" pitchFamily="34" charset="0"/>
              </a:rPr>
              <a:t>其中，</a:t>
            </a:r>
          </a:p>
        </p:txBody>
      </p:sp>
      <p:graphicFrame>
        <p:nvGraphicFramePr>
          <p:cNvPr id="141321" name="对象 55305">
            <a:hlinkClick r:id="" action="ppaction://ole?verb=0"/>
          </p:cNvPr>
          <p:cNvGraphicFramePr>
            <a:graphicFrameLocks noChangeAspect="1"/>
          </p:cNvGraphicFramePr>
          <p:nvPr/>
        </p:nvGraphicFramePr>
        <p:xfrm>
          <a:off x="2082800" y="4227513"/>
          <a:ext cx="3460750" cy="1857375"/>
        </p:xfrm>
        <a:graphic>
          <a:graphicData uri="http://schemas.openxmlformats.org/presentationml/2006/ole">
            <mc:AlternateContent xmlns:mc="http://schemas.openxmlformats.org/markup-compatibility/2006">
              <mc:Choice xmlns:v="urn:schemas-microsoft-com:vml" Requires="v">
                <p:oleObj r:id="rId8" imgW="1511300" imgH="812800" progId="Equation.3">
                  <p:embed/>
                </p:oleObj>
              </mc:Choice>
              <mc:Fallback>
                <p:oleObj r:id="rId8" imgW="1511300" imgH="812800" progId="Equation.3">
                  <p:embed/>
                  <p:pic>
                    <p:nvPicPr>
                      <p:cNvPr id="0" name="图片 3644"/>
                      <p:cNvPicPr/>
                      <p:nvPr/>
                    </p:nvPicPr>
                    <p:blipFill>
                      <a:blip r:embed="rId9"/>
                      <a:stretch>
                        <a:fillRect/>
                      </a:stretch>
                    </p:blipFill>
                    <p:spPr>
                      <a:xfrm>
                        <a:off x="2082800" y="4227513"/>
                        <a:ext cx="3460750" cy="1857375"/>
                      </a:xfrm>
                      <a:prstGeom prst="rect">
                        <a:avLst/>
                      </a:prstGeom>
                      <a:noFill/>
                      <a:ln w="38100">
                        <a:noFill/>
                        <a:miter/>
                      </a:ln>
                    </p:spPr>
                  </p:pic>
                </p:oleObj>
              </mc:Fallback>
            </mc:AlternateContent>
          </a:graphicData>
        </a:graphic>
      </p:graphicFrame>
      <mc:AlternateContent xmlns:mc="http://schemas.openxmlformats.org/markup-compatibility/2006" xmlns:p14="http://schemas.microsoft.com/office/powerpoint/2010/main">
        <mc:Choice Requires="p14">
          <p:contentPart p14:bwMode="auto" r:id="rId10">
            <p14:nvContentPartPr>
              <p14:cNvPr id="2" name="墨迹 1">
                <a:extLst>
                  <a:ext uri="{FF2B5EF4-FFF2-40B4-BE49-F238E27FC236}">
                    <a16:creationId xmlns:a16="http://schemas.microsoft.com/office/drawing/2014/main" id="{0871E5BA-DB1B-F54F-5F25-925B3F594EA6}"/>
                  </a:ext>
                </a:extLst>
              </p14:cNvPr>
              <p14:cNvContentPartPr/>
              <p14:nvPr/>
            </p14:nvContentPartPr>
            <p14:xfrm>
              <a:off x="1477465" y="932105"/>
              <a:ext cx="3335400" cy="74880"/>
            </p14:xfrm>
          </p:contentPart>
        </mc:Choice>
        <mc:Fallback xmlns="">
          <p:pic>
            <p:nvPicPr>
              <p:cNvPr id="2" name="墨迹 1">
                <a:extLst>
                  <a:ext uri="{FF2B5EF4-FFF2-40B4-BE49-F238E27FC236}">
                    <a16:creationId xmlns:a16="http://schemas.microsoft.com/office/drawing/2014/main" id="{0871E5BA-DB1B-F54F-5F25-925B3F594EA6}"/>
                  </a:ext>
                </a:extLst>
              </p:cNvPr>
              <p:cNvPicPr/>
              <p:nvPr/>
            </p:nvPicPr>
            <p:blipFill>
              <a:blip r:embed="rId11"/>
              <a:stretch>
                <a:fillRect/>
              </a:stretch>
            </p:blipFill>
            <p:spPr>
              <a:xfrm>
                <a:off x="1459825" y="914465"/>
                <a:ext cx="3371040" cy="110520"/>
              </a:xfrm>
              <a:prstGeom prst="rect">
                <a:avLst/>
              </a:prstGeom>
            </p:spPr>
          </p:pic>
        </mc:Fallback>
      </mc:AlternateContent>
      <p:grpSp>
        <p:nvGrpSpPr>
          <p:cNvPr id="5" name="组合 4">
            <a:extLst>
              <a:ext uri="{FF2B5EF4-FFF2-40B4-BE49-F238E27FC236}">
                <a16:creationId xmlns:a16="http://schemas.microsoft.com/office/drawing/2014/main" id="{9CA0BC94-9564-BAB3-6C84-BD1AD42587CA}"/>
              </a:ext>
            </a:extLst>
          </p:cNvPr>
          <p:cNvGrpSpPr/>
          <p:nvPr/>
        </p:nvGrpSpPr>
        <p:grpSpPr>
          <a:xfrm>
            <a:off x="1911745" y="1874585"/>
            <a:ext cx="4765680" cy="65160"/>
            <a:chOff x="1911745" y="1874585"/>
            <a:chExt cx="4765680" cy="65160"/>
          </a:xfrm>
        </p:grpSpPr>
        <mc:AlternateContent xmlns:mc="http://schemas.openxmlformats.org/markup-compatibility/2006" xmlns:p14="http://schemas.microsoft.com/office/powerpoint/2010/main">
          <mc:Choice Requires="p14">
            <p:contentPart p14:bwMode="auto" r:id="rId12">
              <p14:nvContentPartPr>
                <p14:cNvPr id="3" name="墨迹 2">
                  <a:extLst>
                    <a:ext uri="{FF2B5EF4-FFF2-40B4-BE49-F238E27FC236}">
                      <a16:creationId xmlns:a16="http://schemas.microsoft.com/office/drawing/2014/main" id="{7674A856-96AD-5A52-D0BE-3DE8AEFF18BD}"/>
                    </a:ext>
                  </a:extLst>
                </p14:cNvPr>
                <p14:cNvContentPartPr/>
                <p14:nvPr/>
              </p14:nvContentPartPr>
              <p14:xfrm>
                <a:off x="1911745" y="1900505"/>
                <a:ext cx="1634400" cy="39240"/>
              </p14:xfrm>
            </p:contentPart>
          </mc:Choice>
          <mc:Fallback xmlns="">
            <p:pic>
              <p:nvPicPr>
                <p:cNvPr id="3" name="墨迹 2">
                  <a:extLst>
                    <a:ext uri="{FF2B5EF4-FFF2-40B4-BE49-F238E27FC236}">
                      <a16:creationId xmlns:a16="http://schemas.microsoft.com/office/drawing/2014/main" id="{7674A856-96AD-5A52-D0BE-3DE8AEFF18BD}"/>
                    </a:ext>
                  </a:extLst>
                </p:cNvPr>
                <p:cNvPicPr/>
                <p:nvPr/>
              </p:nvPicPr>
              <p:blipFill>
                <a:blip r:embed="rId13"/>
                <a:stretch>
                  <a:fillRect/>
                </a:stretch>
              </p:blipFill>
              <p:spPr>
                <a:xfrm>
                  <a:off x="1894105" y="1882505"/>
                  <a:ext cx="1670040" cy="7488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4" name="墨迹 3">
                  <a:extLst>
                    <a:ext uri="{FF2B5EF4-FFF2-40B4-BE49-F238E27FC236}">
                      <a16:creationId xmlns:a16="http://schemas.microsoft.com/office/drawing/2014/main" id="{4B0002B0-B4A6-400A-82CB-EB8FC31CBE6E}"/>
                    </a:ext>
                  </a:extLst>
                </p14:cNvPr>
                <p14:cNvContentPartPr/>
                <p14:nvPr/>
              </p14:nvContentPartPr>
              <p14:xfrm>
                <a:off x="4627225" y="1874585"/>
                <a:ext cx="2050200" cy="28440"/>
              </p14:xfrm>
            </p:contentPart>
          </mc:Choice>
          <mc:Fallback xmlns="">
            <p:pic>
              <p:nvPicPr>
                <p:cNvPr id="4" name="墨迹 3">
                  <a:extLst>
                    <a:ext uri="{FF2B5EF4-FFF2-40B4-BE49-F238E27FC236}">
                      <a16:creationId xmlns:a16="http://schemas.microsoft.com/office/drawing/2014/main" id="{4B0002B0-B4A6-400A-82CB-EB8FC31CBE6E}"/>
                    </a:ext>
                  </a:extLst>
                </p:cNvPr>
                <p:cNvPicPr/>
                <p:nvPr/>
              </p:nvPicPr>
              <p:blipFill>
                <a:blip r:embed="rId15"/>
                <a:stretch>
                  <a:fillRect/>
                </a:stretch>
              </p:blipFill>
              <p:spPr>
                <a:xfrm>
                  <a:off x="4609585" y="1856585"/>
                  <a:ext cx="2085840" cy="6408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6">
            <p14:nvContentPartPr>
              <p14:cNvPr id="6" name="墨迹 5">
                <a:extLst>
                  <a:ext uri="{FF2B5EF4-FFF2-40B4-BE49-F238E27FC236}">
                    <a16:creationId xmlns:a16="http://schemas.microsoft.com/office/drawing/2014/main" id="{66C62B7A-64F8-E5C6-8317-D339025E3593}"/>
                  </a:ext>
                </a:extLst>
              </p14:cNvPr>
              <p14:cNvContentPartPr/>
              <p14:nvPr/>
            </p14:nvContentPartPr>
            <p14:xfrm>
              <a:off x="2410705" y="2576945"/>
              <a:ext cx="523800" cy="360"/>
            </p14:xfrm>
          </p:contentPart>
        </mc:Choice>
        <mc:Fallback xmlns="">
          <p:pic>
            <p:nvPicPr>
              <p:cNvPr id="6" name="墨迹 5">
                <a:extLst>
                  <a:ext uri="{FF2B5EF4-FFF2-40B4-BE49-F238E27FC236}">
                    <a16:creationId xmlns:a16="http://schemas.microsoft.com/office/drawing/2014/main" id="{66C62B7A-64F8-E5C6-8317-D339025E3593}"/>
                  </a:ext>
                </a:extLst>
              </p:cNvPr>
              <p:cNvPicPr/>
              <p:nvPr/>
            </p:nvPicPr>
            <p:blipFill>
              <a:blip r:embed="rId17"/>
              <a:stretch>
                <a:fillRect/>
              </a:stretch>
            </p:blipFill>
            <p:spPr>
              <a:xfrm>
                <a:off x="2392705" y="2558945"/>
                <a:ext cx="559440" cy="3600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7" name="墨迹 6">
                <a:extLst>
                  <a:ext uri="{FF2B5EF4-FFF2-40B4-BE49-F238E27FC236}">
                    <a16:creationId xmlns:a16="http://schemas.microsoft.com/office/drawing/2014/main" id="{1387FAAB-8551-71C2-51C9-C963863640B2}"/>
                  </a:ext>
                </a:extLst>
              </p14:cNvPr>
              <p14:cNvContentPartPr/>
              <p14:nvPr/>
            </p14:nvContentPartPr>
            <p14:xfrm>
              <a:off x="5005945" y="2687105"/>
              <a:ext cx="2077560" cy="37800"/>
            </p14:xfrm>
          </p:contentPart>
        </mc:Choice>
        <mc:Fallback xmlns="">
          <p:pic>
            <p:nvPicPr>
              <p:cNvPr id="7" name="墨迹 6">
                <a:extLst>
                  <a:ext uri="{FF2B5EF4-FFF2-40B4-BE49-F238E27FC236}">
                    <a16:creationId xmlns:a16="http://schemas.microsoft.com/office/drawing/2014/main" id="{1387FAAB-8551-71C2-51C9-C963863640B2}"/>
                  </a:ext>
                </a:extLst>
              </p:cNvPr>
              <p:cNvPicPr/>
              <p:nvPr/>
            </p:nvPicPr>
            <p:blipFill>
              <a:blip r:embed="rId19"/>
              <a:stretch>
                <a:fillRect/>
              </a:stretch>
            </p:blipFill>
            <p:spPr>
              <a:xfrm>
                <a:off x="4987945" y="2669465"/>
                <a:ext cx="2113200" cy="73440"/>
              </a:xfrm>
              <a:prstGeom prst="rect">
                <a:avLst/>
              </a:prstGeom>
            </p:spPr>
          </p:pic>
        </mc:Fallback>
      </mc:AlternateContent>
      <p:grpSp>
        <p:nvGrpSpPr>
          <p:cNvPr id="10" name="组合 9">
            <a:extLst>
              <a:ext uri="{FF2B5EF4-FFF2-40B4-BE49-F238E27FC236}">
                <a16:creationId xmlns:a16="http://schemas.microsoft.com/office/drawing/2014/main" id="{C7B79DB1-1FC1-083E-790F-DB33FAE7BD8F}"/>
              </a:ext>
            </a:extLst>
          </p:cNvPr>
          <p:cNvGrpSpPr/>
          <p:nvPr/>
        </p:nvGrpSpPr>
        <p:grpSpPr>
          <a:xfrm>
            <a:off x="3470545" y="4110185"/>
            <a:ext cx="1084680" cy="158760"/>
            <a:chOff x="3470545" y="4110185"/>
            <a:chExt cx="1084680" cy="158760"/>
          </a:xfrm>
        </p:grpSpPr>
        <mc:AlternateContent xmlns:mc="http://schemas.openxmlformats.org/markup-compatibility/2006" xmlns:p14="http://schemas.microsoft.com/office/powerpoint/2010/main">
          <mc:Choice Requires="p14">
            <p:contentPart p14:bwMode="auto" r:id="rId20">
              <p14:nvContentPartPr>
                <p14:cNvPr id="8" name="墨迹 7">
                  <a:extLst>
                    <a:ext uri="{FF2B5EF4-FFF2-40B4-BE49-F238E27FC236}">
                      <a16:creationId xmlns:a16="http://schemas.microsoft.com/office/drawing/2014/main" id="{3CF24C5E-E063-64CF-3D32-A232593CE191}"/>
                    </a:ext>
                  </a:extLst>
                </p14:cNvPr>
                <p14:cNvContentPartPr/>
                <p14:nvPr/>
              </p14:nvContentPartPr>
              <p14:xfrm>
                <a:off x="3470545" y="4110185"/>
                <a:ext cx="92880" cy="129960"/>
              </p14:xfrm>
            </p:contentPart>
          </mc:Choice>
          <mc:Fallback xmlns="">
            <p:pic>
              <p:nvPicPr>
                <p:cNvPr id="8" name="墨迹 7">
                  <a:extLst>
                    <a:ext uri="{FF2B5EF4-FFF2-40B4-BE49-F238E27FC236}">
                      <a16:creationId xmlns:a16="http://schemas.microsoft.com/office/drawing/2014/main" id="{3CF24C5E-E063-64CF-3D32-A232593CE191}"/>
                    </a:ext>
                  </a:extLst>
                </p:cNvPr>
                <p:cNvPicPr/>
                <p:nvPr/>
              </p:nvPicPr>
              <p:blipFill>
                <a:blip r:embed="rId21"/>
                <a:stretch>
                  <a:fillRect/>
                </a:stretch>
              </p:blipFill>
              <p:spPr>
                <a:xfrm>
                  <a:off x="3452905" y="4092185"/>
                  <a:ext cx="128520" cy="16560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9" name="墨迹 8">
                  <a:extLst>
                    <a:ext uri="{FF2B5EF4-FFF2-40B4-BE49-F238E27FC236}">
                      <a16:creationId xmlns:a16="http://schemas.microsoft.com/office/drawing/2014/main" id="{88A5C733-E5D1-234C-87E8-581275FAF671}"/>
                    </a:ext>
                  </a:extLst>
                </p14:cNvPr>
                <p14:cNvContentPartPr/>
                <p14:nvPr/>
              </p14:nvContentPartPr>
              <p14:xfrm>
                <a:off x="4441465" y="4128545"/>
                <a:ext cx="113760" cy="140400"/>
              </p14:xfrm>
            </p:contentPart>
          </mc:Choice>
          <mc:Fallback xmlns="">
            <p:pic>
              <p:nvPicPr>
                <p:cNvPr id="9" name="墨迹 8">
                  <a:extLst>
                    <a:ext uri="{FF2B5EF4-FFF2-40B4-BE49-F238E27FC236}">
                      <a16:creationId xmlns:a16="http://schemas.microsoft.com/office/drawing/2014/main" id="{88A5C733-E5D1-234C-87E8-581275FAF671}"/>
                    </a:ext>
                  </a:extLst>
                </p:cNvPr>
                <p:cNvPicPr/>
                <p:nvPr/>
              </p:nvPicPr>
              <p:blipFill>
                <a:blip r:embed="rId23"/>
                <a:stretch>
                  <a:fillRect/>
                </a:stretch>
              </p:blipFill>
              <p:spPr>
                <a:xfrm>
                  <a:off x="4423825" y="4110905"/>
                  <a:ext cx="149400" cy="176040"/>
                </a:xfrm>
                <a:prstGeom prst="rect">
                  <a:avLst/>
                </a:prstGeom>
              </p:spPr>
            </p:pic>
          </mc:Fallback>
        </mc:AlternateContent>
      </p:grpSp>
      <p:grpSp>
        <p:nvGrpSpPr>
          <p:cNvPr id="22" name="组合 21">
            <a:extLst>
              <a:ext uri="{FF2B5EF4-FFF2-40B4-BE49-F238E27FC236}">
                <a16:creationId xmlns:a16="http://schemas.microsoft.com/office/drawing/2014/main" id="{538AA253-CF84-3F04-30BB-C34A176065E8}"/>
              </a:ext>
            </a:extLst>
          </p:cNvPr>
          <p:cNvGrpSpPr/>
          <p:nvPr/>
        </p:nvGrpSpPr>
        <p:grpSpPr>
          <a:xfrm>
            <a:off x="6151105" y="3282185"/>
            <a:ext cx="1867320" cy="980640"/>
            <a:chOff x="6151105" y="3282185"/>
            <a:chExt cx="1867320" cy="980640"/>
          </a:xfrm>
        </p:grpSpPr>
        <mc:AlternateContent xmlns:mc="http://schemas.openxmlformats.org/markup-compatibility/2006" xmlns:p14="http://schemas.microsoft.com/office/powerpoint/2010/main">
          <mc:Choice Requires="p14">
            <p:contentPart p14:bwMode="auto" r:id="rId24">
              <p14:nvContentPartPr>
                <p14:cNvPr id="11" name="墨迹 10">
                  <a:extLst>
                    <a:ext uri="{FF2B5EF4-FFF2-40B4-BE49-F238E27FC236}">
                      <a16:creationId xmlns:a16="http://schemas.microsoft.com/office/drawing/2014/main" id="{5873C864-83F6-CABD-B4C4-79A9CE6C1B00}"/>
                    </a:ext>
                  </a:extLst>
                </p14:cNvPr>
                <p14:cNvContentPartPr/>
                <p14:nvPr/>
              </p14:nvContentPartPr>
              <p14:xfrm>
                <a:off x="6151105" y="3371105"/>
                <a:ext cx="259560" cy="370800"/>
              </p14:xfrm>
            </p:contentPart>
          </mc:Choice>
          <mc:Fallback xmlns="">
            <p:pic>
              <p:nvPicPr>
                <p:cNvPr id="11" name="墨迹 10">
                  <a:extLst>
                    <a:ext uri="{FF2B5EF4-FFF2-40B4-BE49-F238E27FC236}">
                      <a16:creationId xmlns:a16="http://schemas.microsoft.com/office/drawing/2014/main" id="{5873C864-83F6-CABD-B4C4-79A9CE6C1B00}"/>
                    </a:ext>
                  </a:extLst>
                </p:cNvPr>
                <p:cNvPicPr/>
                <p:nvPr/>
              </p:nvPicPr>
              <p:blipFill>
                <a:blip r:embed="rId25"/>
                <a:stretch>
                  <a:fillRect/>
                </a:stretch>
              </p:blipFill>
              <p:spPr>
                <a:xfrm>
                  <a:off x="6133465" y="3353465"/>
                  <a:ext cx="295200" cy="40644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12" name="墨迹 11">
                  <a:extLst>
                    <a:ext uri="{FF2B5EF4-FFF2-40B4-BE49-F238E27FC236}">
                      <a16:creationId xmlns:a16="http://schemas.microsoft.com/office/drawing/2014/main" id="{46E15A4B-DDA3-3C6A-CD83-A8004CAEFB2A}"/>
                    </a:ext>
                  </a:extLst>
                </p14:cNvPr>
                <p14:cNvContentPartPr/>
                <p14:nvPr/>
              </p14:nvContentPartPr>
              <p14:xfrm>
                <a:off x="6213025" y="3408185"/>
                <a:ext cx="225000" cy="314280"/>
              </p14:xfrm>
            </p:contentPart>
          </mc:Choice>
          <mc:Fallback xmlns="">
            <p:pic>
              <p:nvPicPr>
                <p:cNvPr id="12" name="墨迹 11">
                  <a:extLst>
                    <a:ext uri="{FF2B5EF4-FFF2-40B4-BE49-F238E27FC236}">
                      <a16:creationId xmlns:a16="http://schemas.microsoft.com/office/drawing/2014/main" id="{46E15A4B-DDA3-3C6A-CD83-A8004CAEFB2A}"/>
                    </a:ext>
                  </a:extLst>
                </p:cNvPr>
                <p:cNvPicPr/>
                <p:nvPr/>
              </p:nvPicPr>
              <p:blipFill>
                <a:blip r:embed="rId27"/>
                <a:stretch>
                  <a:fillRect/>
                </a:stretch>
              </p:blipFill>
              <p:spPr>
                <a:xfrm>
                  <a:off x="6195025" y="3390185"/>
                  <a:ext cx="260640" cy="34992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13" name="墨迹 12">
                  <a:extLst>
                    <a:ext uri="{FF2B5EF4-FFF2-40B4-BE49-F238E27FC236}">
                      <a16:creationId xmlns:a16="http://schemas.microsoft.com/office/drawing/2014/main" id="{019CBA55-15E7-8106-3C15-103C16035DD8}"/>
                    </a:ext>
                  </a:extLst>
                </p14:cNvPr>
                <p14:cNvContentPartPr/>
                <p14:nvPr/>
              </p14:nvContentPartPr>
              <p14:xfrm>
                <a:off x="6502465" y="3555065"/>
                <a:ext cx="156600" cy="28440"/>
              </p14:xfrm>
            </p:contentPart>
          </mc:Choice>
          <mc:Fallback xmlns="">
            <p:pic>
              <p:nvPicPr>
                <p:cNvPr id="13" name="墨迹 12">
                  <a:extLst>
                    <a:ext uri="{FF2B5EF4-FFF2-40B4-BE49-F238E27FC236}">
                      <a16:creationId xmlns:a16="http://schemas.microsoft.com/office/drawing/2014/main" id="{019CBA55-15E7-8106-3C15-103C16035DD8}"/>
                    </a:ext>
                  </a:extLst>
                </p:cNvPr>
                <p:cNvPicPr/>
                <p:nvPr/>
              </p:nvPicPr>
              <p:blipFill>
                <a:blip r:embed="rId29"/>
                <a:stretch>
                  <a:fillRect/>
                </a:stretch>
              </p:blipFill>
              <p:spPr>
                <a:xfrm>
                  <a:off x="6484465" y="3537425"/>
                  <a:ext cx="192240" cy="6408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14" name="墨迹 13">
                  <a:extLst>
                    <a:ext uri="{FF2B5EF4-FFF2-40B4-BE49-F238E27FC236}">
                      <a16:creationId xmlns:a16="http://schemas.microsoft.com/office/drawing/2014/main" id="{38CD13B1-6308-F8E8-E496-DBE126580E50}"/>
                    </a:ext>
                  </a:extLst>
                </p14:cNvPr>
                <p14:cNvContentPartPr/>
                <p14:nvPr/>
              </p14:nvContentPartPr>
              <p14:xfrm>
                <a:off x="6566905" y="3669905"/>
                <a:ext cx="160200" cy="15840"/>
              </p14:xfrm>
            </p:contentPart>
          </mc:Choice>
          <mc:Fallback xmlns="">
            <p:pic>
              <p:nvPicPr>
                <p:cNvPr id="14" name="墨迹 13">
                  <a:extLst>
                    <a:ext uri="{FF2B5EF4-FFF2-40B4-BE49-F238E27FC236}">
                      <a16:creationId xmlns:a16="http://schemas.microsoft.com/office/drawing/2014/main" id="{38CD13B1-6308-F8E8-E496-DBE126580E50}"/>
                    </a:ext>
                  </a:extLst>
                </p:cNvPr>
                <p:cNvPicPr/>
                <p:nvPr/>
              </p:nvPicPr>
              <p:blipFill>
                <a:blip r:embed="rId31"/>
                <a:stretch>
                  <a:fillRect/>
                </a:stretch>
              </p:blipFill>
              <p:spPr>
                <a:xfrm>
                  <a:off x="6549265" y="3652265"/>
                  <a:ext cx="195840" cy="5148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16" name="墨迹 15">
                  <a:extLst>
                    <a:ext uri="{FF2B5EF4-FFF2-40B4-BE49-F238E27FC236}">
                      <a16:creationId xmlns:a16="http://schemas.microsoft.com/office/drawing/2014/main" id="{A77D3F4A-E235-8D53-432E-078E8BFA3A1D}"/>
                    </a:ext>
                  </a:extLst>
                </p14:cNvPr>
                <p14:cNvContentPartPr/>
                <p14:nvPr/>
              </p14:nvContentPartPr>
              <p14:xfrm>
                <a:off x="6936265" y="3426545"/>
                <a:ext cx="31320" cy="258480"/>
              </p14:xfrm>
            </p:contentPart>
          </mc:Choice>
          <mc:Fallback xmlns="">
            <p:pic>
              <p:nvPicPr>
                <p:cNvPr id="16" name="墨迹 15">
                  <a:extLst>
                    <a:ext uri="{FF2B5EF4-FFF2-40B4-BE49-F238E27FC236}">
                      <a16:creationId xmlns:a16="http://schemas.microsoft.com/office/drawing/2014/main" id="{A77D3F4A-E235-8D53-432E-078E8BFA3A1D}"/>
                    </a:ext>
                  </a:extLst>
                </p:cNvPr>
                <p:cNvPicPr/>
                <p:nvPr/>
              </p:nvPicPr>
              <p:blipFill>
                <a:blip r:embed="rId33"/>
                <a:stretch>
                  <a:fillRect/>
                </a:stretch>
              </p:blipFill>
              <p:spPr>
                <a:xfrm>
                  <a:off x="6918265" y="3408905"/>
                  <a:ext cx="66960" cy="29412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17" name="墨迹 16">
                  <a:extLst>
                    <a:ext uri="{FF2B5EF4-FFF2-40B4-BE49-F238E27FC236}">
                      <a16:creationId xmlns:a16="http://schemas.microsoft.com/office/drawing/2014/main" id="{4BD38668-9F4F-E787-1A37-E1AEFDB9C343}"/>
                    </a:ext>
                  </a:extLst>
                </p14:cNvPr>
                <p14:cNvContentPartPr/>
                <p14:nvPr/>
              </p14:nvContentPartPr>
              <p14:xfrm>
                <a:off x="7037785" y="3505385"/>
                <a:ext cx="283320" cy="50760"/>
              </p14:xfrm>
            </p:contentPart>
          </mc:Choice>
          <mc:Fallback xmlns="">
            <p:pic>
              <p:nvPicPr>
                <p:cNvPr id="17" name="墨迹 16">
                  <a:extLst>
                    <a:ext uri="{FF2B5EF4-FFF2-40B4-BE49-F238E27FC236}">
                      <a16:creationId xmlns:a16="http://schemas.microsoft.com/office/drawing/2014/main" id="{4BD38668-9F4F-E787-1A37-E1AEFDB9C343}"/>
                    </a:ext>
                  </a:extLst>
                </p:cNvPr>
                <p:cNvPicPr/>
                <p:nvPr/>
              </p:nvPicPr>
              <p:blipFill>
                <a:blip r:embed="rId35"/>
                <a:stretch>
                  <a:fillRect/>
                </a:stretch>
              </p:blipFill>
              <p:spPr>
                <a:xfrm>
                  <a:off x="7020145" y="3487385"/>
                  <a:ext cx="318960" cy="86400"/>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18" name="墨迹 17">
                  <a:extLst>
                    <a:ext uri="{FF2B5EF4-FFF2-40B4-BE49-F238E27FC236}">
                      <a16:creationId xmlns:a16="http://schemas.microsoft.com/office/drawing/2014/main" id="{1D77F79C-4237-CFBA-4364-54F7E4617AF3}"/>
                    </a:ext>
                  </a:extLst>
                </p14:cNvPr>
                <p14:cNvContentPartPr/>
                <p14:nvPr/>
              </p14:nvContentPartPr>
              <p14:xfrm>
                <a:off x="7175305" y="3398825"/>
                <a:ext cx="38160" cy="285840"/>
              </p14:xfrm>
            </p:contentPart>
          </mc:Choice>
          <mc:Fallback xmlns="">
            <p:pic>
              <p:nvPicPr>
                <p:cNvPr id="18" name="墨迹 17">
                  <a:extLst>
                    <a:ext uri="{FF2B5EF4-FFF2-40B4-BE49-F238E27FC236}">
                      <a16:creationId xmlns:a16="http://schemas.microsoft.com/office/drawing/2014/main" id="{1D77F79C-4237-CFBA-4364-54F7E4617AF3}"/>
                    </a:ext>
                  </a:extLst>
                </p:cNvPr>
                <p:cNvPicPr/>
                <p:nvPr/>
              </p:nvPicPr>
              <p:blipFill>
                <a:blip r:embed="rId37"/>
                <a:stretch>
                  <a:fillRect/>
                </a:stretch>
              </p:blipFill>
              <p:spPr>
                <a:xfrm>
                  <a:off x="7157665" y="3380825"/>
                  <a:ext cx="73800" cy="321480"/>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19" name="墨迹 18">
                  <a:extLst>
                    <a:ext uri="{FF2B5EF4-FFF2-40B4-BE49-F238E27FC236}">
                      <a16:creationId xmlns:a16="http://schemas.microsoft.com/office/drawing/2014/main" id="{3F3F567B-9AD2-104C-A658-CB31015C5257}"/>
                    </a:ext>
                  </a:extLst>
                </p14:cNvPr>
                <p14:cNvContentPartPr/>
                <p14:nvPr/>
              </p14:nvContentPartPr>
              <p14:xfrm>
                <a:off x="7342705" y="3417185"/>
                <a:ext cx="289440" cy="251640"/>
              </p14:xfrm>
            </p:contentPart>
          </mc:Choice>
          <mc:Fallback xmlns="">
            <p:pic>
              <p:nvPicPr>
                <p:cNvPr id="19" name="墨迹 18">
                  <a:extLst>
                    <a:ext uri="{FF2B5EF4-FFF2-40B4-BE49-F238E27FC236}">
                      <a16:creationId xmlns:a16="http://schemas.microsoft.com/office/drawing/2014/main" id="{3F3F567B-9AD2-104C-A658-CB31015C5257}"/>
                    </a:ext>
                  </a:extLst>
                </p:cNvPr>
                <p:cNvPicPr/>
                <p:nvPr/>
              </p:nvPicPr>
              <p:blipFill>
                <a:blip r:embed="rId39"/>
                <a:stretch>
                  <a:fillRect/>
                </a:stretch>
              </p:blipFill>
              <p:spPr>
                <a:xfrm>
                  <a:off x="7324705" y="3399545"/>
                  <a:ext cx="325080" cy="287280"/>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20" name="墨迹 19">
                  <a:extLst>
                    <a:ext uri="{FF2B5EF4-FFF2-40B4-BE49-F238E27FC236}">
                      <a16:creationId xmlns:a16="http://schemas.microsoft.com/office/drawing/2014/main" id="{84ECB1B5-1EB5-61CC-0A1F-B0F0B60405AD}"/>
                    </a:ext>
                  </a:extLst>
                </p14:cNvPr>
                <p14:cNvContentPartPr/>
                <p14:nvPr/>
              </p14:nvContentPartPr>
              <p14:xfrm>
                <a:off x="7631425" y="3282185"/>
                <a:ext cx="387000" cy="980640"/>
              </p14:xfrm>
            </p:contentPart>
          </mc:Choice>
          <mc:Fallback xmlns="">
            <p:pic>
              <p:nvPicPr>
                <p:cNvPr id="20" name="墨迹 19">
                  <a:extLst>
                    <a:ext uri="{FF2B5EF4-FFF2-40B4-BE49-F238E27FC236}">
                      <a16:creationId xmlns:a16="http://schemas.microsoft.com/office/drawing/2014/main" id="{84ECB1B5-1EB5-61CC-0A1F-B0F0B60405AD}"/>
                    </a:ext>
                  </a:extLst>
                </p:cNvPr>
                <p:cNvPicPr/>
                <p:nvPr/>
              </p:nvPicPr>
              <p:blipFill>
                <a:blip r:embed="rId41"/>
                <a:stretch>
                  <a:fillRect/>
                </a:stretch>
              </p:blipFill>
              <p:spPr>
                <a:xfrm>
                  <a:off x="7613425" y="3264185"/>
                  <a:ext cx="422640" cy="101628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42">
            <p14:nvContentPartPr>
              <p14:cNvPr id="21" name="墨迹 20">
                <a:extLst>
                  <a:ext uri="{FF2B5EF4-FFF2-40B4-BE49-F238E27FC236}">
                    <a16:creationId xmlns:a16="http://schemas.microsoft.com/office/drawing/2014/main" id="{C0AD21AD-21F9-ECD7-6B6C-74B9B3EC24D4}"/>
                  </a:ext>
                </a:extLst>
              </p14:cNvPr>
              <p14:cNvContentPartPr/>
              <p14:nvPr/>
            </p14:nvContentPartPr>
            <p14:xfrm>
              <a:off x="7897105" y="3038465"/>
              <a:ext cx="53280" cy="29520"/>
            </p14:xfrm>
          </p:contentPart>
        </mc:Choice>
        <mc:Fallback xmlns="">
          <p:pic>
            <p:nvPicPr>
              <p:cNvPr id="21" name="墨迹 20">
                <a:extLst>
                  <a:ext uri="{FF2B5EF4-FFF2-40B4-BE49-F238E27FC236}">
                    <a16:creationId xmlns:a16="http://schemas.microsoft.com/office/drawing/2014/main" id="{C0AD21AD-21F9-ECD7-6B6C-74B9B3EC24D4}"/>
                  </a:ext>
                </a:extLst>
              </p:cNvPr>
              <p:cNvPicPr/>
              <p:nvPr/>
            </p:nvPicPr>
            <p:blipFill>
              <a:blip r:embed="rId43"/>
              <a:stretch>
                <a:fillRect/>
              </a:stretch>
            </p:blipFill>
            <p:spPr>
              <a:xfrm>
                <a:off x="7879105" y="3020465"/>
                <a:ext cx="88920" cy="65160"/>
              </a:xfrm>
              <a:prstGeom prst="rect">
                <a:avLst/>
              </a:prstGeom>
            </p:spPr>
          </p:pic>
        </mc:Fallback>
      </mc:AlternateContent>
      <mc:AlternateContent xmlns:mc="http://schemas.openxmlformats.org/markup-compatibility/2006" xmlns:p14="http://schemas.microsoft.com/office/powerpoint/2010/main">
        <mc:Choice Requires="p14">
          <p:contentPart p14:bwMode="auto" r:id="rId44">
            <p14:nvContentPartPr>
              <p14:cNvPr id="24" name="墨迹 23">
                <a:extLst>
                  <a:ext uri="{FF2B5EF4-FFF2-40B4-BE49-F238E27FC236}">
                    <a16:creationId xmlns:a16="http://schemas.microsoft.com/office/drawing/2014/main" id="{8E3B3F0A-3361-5F75-C53E-A4A61249D3E4}"/>
                  </a:ext>
                </a:extLst>
              </p14:cNvPr>
              <p14:cNvContentPartPr/>
              <p14:nvPr/>
            </p14:nvContentPartPr>
            <p14:xfrm>
              <a:off x="6225265" y="4636505"/>
              <a:ext cx="147960" cy="185400"/>
            </p14:xfrm>
          </p:contentPart>
        </mc:Choice>
        <mc:Fallback xmlns="">
          <p:pic>
            <p:nvPicPr>
              <p:cNvPr id="24" name="墨迹 23">
                <a:extLst>
                  <a:ext uri="{FF2B5EF4-FFF2-40B4-BE49-F238E27FC236}">
                    <a16:creationId xmlns:a16="http://schemas.microsoft.com/office/drawing/2014/main" id="{8E3B3F0A-3361-5F75-C53E-A4A61249D3E4}"/>
                  </a:ext>
                </a:extLst>
              </p:cNvPr>
              <p:cNvPicPr/>
              <p:nvPr/>
            </p:nvPicPr>
            <p:blipFill>
              <a:blip r:embed="rId45"/>
              <a:stretch>
                <a:fillRect/>
              </a:stretch>
            </p:blipFill>
            <p:spPr>
              <a:xfrm>
                <a:off x="6207265" y="4618505"/>
                <a:ext cx="183600" cy="221040"/>
              </a:xfrm>
              <a:prstGeom prst="rect">
                <a:avLst/>
              </a:prstGeom>
            </p:spPr>
          </p:pic>
        </mc:Fallback>
      </mc:AlternateContent>
      <p:grpSp>
        <p:nvGrpSpPr>
          <p:cNvPr id="34" name="组合 33">
            <a:extLst>
              <a:ext uri="{FF2B5EF4-FFF2-40B4-BE49-F238E27FC236}">
                <a16:creationId xmlns:a16="http://schemas.microsoft.com/office/drawing/2014/main" id="{BCE1A6FE-97ED-53C3-FE12-8A28D65517E5}"/>
              </a:ext>
            </a:extLst>
          </p:cNvPr>
          <p:cNvGrpSpPr/>
          <p:nvPr/>
        </p:nvGrpSpPr>
        <p:grpSpPr>
          <a:xfrm>
            <a:off x="6260905" y="4525625"/>
            <a:ext cx="1525320" cy="927000"/>
            <a:chOff x="6260905" y="4525625"/>
            <a:chExt cx="1525320" cy="927000"/>
          </a:xfrm>
        </p:grpSpPr>
        <mc:AlternateContent xmlns:mc="http://schemas.openxmlformats.org/markup-compatibility/2006" xmlns:p14="http://schemas.microsoft.com/office/powerpoint/2010/main">
          <mc:Choice Requires="p14">
            <p:contentPart p14:bwMode="auto" r:id="rId46">
              <p14:nvContentPartPr>
                <p14:cNvPr id="25" name="墨迹 24">
                  <a:extLst>
                    <a:ext uri="{FF2B5EF4-FFF2-40B4-BE49-F238E27FC236}">
                      <a16:creationId xmlns:a16="http://schemas.microsoft.com/office/drawing/2014/main" id="{9B0C156D-B968-DE15-AB0A-B48824467E1C}"/>
                    </a:ext>
                  </a:extLst>
                </p14:cNvPr>
                <p14:cNvContentPartPr/>
                <p14:nvPr/>
              </p14:nvContentPartPr>
              <p14:xfrm>
                <a:off x="6260905" y="4655225"/>
                <a:ext cx="167760" cy="484200"/>
              </p14:xfrm>
            </p:contentPart>
          </mc:Choice>
          <mc:Fallback xmlns="">
            <p:pic>
              <p:nvPicPr>
                <p:cNvPr id="25" name="墨迹 24">
                  <a:extLst>
                    <a:ext uri="{FF2B5EF4-FFF2-40B4-BE49-F238E27FC236}">
                      <a16:creationId xmlns:a16="http://schemas.microsoft.com/office/drawing/2014/main" id="{9B0C156D-B968-DE15-AB0A-B48824467E1C}"/>
                    </a:ext>
                  </a:extLst>
                </p:cNvPr>
                <p:cNvPicPr/>
                <p:nvPr/>
              </p:nvPicPr>
              <p:blipFill>
                <a:blip r:embed="rId47"/>
                <a:stretch>
                  <a:fillRect/>
                </a:stretch>
              </p:blipFill>
              <p:spPr>
                <a:xfrm>
                  <a:off x="6243265" y="4637225"/>
                  <a:ext cx="203400" cy="519840"/>
                </a:xfrm>
                <a:prstGeom prst="rect">
                  <a:avLst/>
                </a:prstGeom>
              </p:spPr>
            </p:pic>
          </mc:Fallback>
        </mc:AlternateContent>
        <mc:AlternateContent xmlns:mc="http://schemas.openxmlformats.org/markup-compatibility/2006" xmlns:p14="http://schemas.microsoft.com/office/powerpoint/2010/main">
          <mc:Choice Requires="p14">
            <p:contentPart p14:bwMode="auto" r:id="rId48">
              <p14:nvContentPartPr>
                <p14:cNvPr id="26" name="墨迹 25">
                  <a:extLst>
                    <a:ext uri="{FF2B5EF4-FFF2-40B4-BE49-F238E27FC236}">
                      <a16:creationId xmlns:a16="http://schemas.microsoft.com/office/drawing/2014/main" id="{02572F73-735F-A57D-88CE-1C749E6DFF39}"/>
                    </a:ext>
                  </a:extLst>
                </p14:cNvPr>
                <p14:cNvContentPartPr/>
                <p14:nvPr/>
              </p14:nvContentPartPr>
              <p14:xfrm>
                <a:off x="6548545" y="4840265"/>
                <a:ext cx="110520" cy="18360"/>
              </p14:xfrm>
            </p:contentPart>
          </mc:Choice>
          <mc:Fallback xmlns="">
            <p:pic>
              <p:nvPicPr>
                <p:cNvPr id="26" name="墨迹 25">
                  <a:extLst>
                    <a:ext uri="{FF2B5EF4-FFF2-40B4-BE49-F238E27FC236}">
                      <a16:creationId xmlns:a16="http://schemas.microsoft.com/office/drawing/2014/main" id="{02572F73-735F-A57D-88CE-1C749E6DFF39}"/>
                    </a:ext>
                  </a:extLst>
                </p:cNvPr>
                <p:cNvPicPr/>
                <p:nvPr/>
              </p:nvPicPr>
              <p:blipFill>
                <a:blip r:embed="rId49"/>
                <a:stretch>
                  <a:fillRect/>
                </a:stretch>
              </p:blipFill>
              <p:spPr>
                <a:xfrm>
                  <a:off x="6530545" y="4822625"/>
                  <a:ext cx="146160" cy="54000"/>
                </a:xfrm>
                <a:prstGeom prst="rect">
                  <a:avLst/>
                </a:prstGeom>
              </p:spPr>
            </p:pic>
          </mc:Fallback>
        </mc:AlternateContent>
        <mc:AlternateContent xmlns:mc="http://schemas.openxmlformats.org/markup-compatibility/2006" xmlns:p14="http://schemas.microsoft.com/office/powerpoint/2010/main">
          <mc:Choice Requires="p14">
            <p:contentPart p14:bwMode="auto" r:id="rId50">
              <p14:nvContentPartPr>
                <p14:cNvPr id="27" name="墨迹 26">
                  <a:extLst>
                    <a:ext uri="{FF2B5EF4-FFF2-40B4-BE49-F238E27FC236}">
                      <a16:creationId xmlns:a16="http://schemas.microsoft.com/office/drawing/2014/main" id="{1AFB7366-46BC-F60A-839E-EB8559D2B5BD}"/>
                    </a:ext>
                  </a:extLst>
                </p14:cNvPr>
                <p14:cNvContentPartPr/>
                <p14:nvPr/>
              </p14:nvContentPartPr>
              <p14:xfrm>
                <a:off x="6548545" y="4931705"/>
                <a:ext cx="119520" cy="10440"/>
              </p14:xfrm>
            </p:contentPart>
          </mc:Choice>
          <mc:Fallback xmlns="">
            <p:pic>
              <p:nvPicPr>
                <p:cNvPr id="27" name="墨迹 26">
                  <a:extLst>
                    <a:ext uri="{FF2B5EF4-FFF2-40B4-BE49-F238E27FC236}">
                      <a16:creationId xmlns:a16="http://schemas.microsoft.com/office/drawing/2014/main" id="{1AFB7366-46BC-F60A-839E-EB8559D2B5BD}"/>
                    </a:ext>
                  </a:extLst>
                </p:cNvPr>
                <p:cNvPicPr/>
                <p:nvPr/>
              </p:nvPicPr>
              <p:blipFill>
                <a:blip r:embed="rId51"/>
                <a:stretch>
                  <a:fillRect/>
                </a:stretch>
              </p:blipFill>
              <p:spPr>
                <a:xfrm>
                  <a:off x="6530545" y="4913705"/>
                  <a:ext cx="155160" cy="46080"/>
                </a:xfrm>
                <a:prstGeom prst="rect">
                  <a:avLst/>
                </a:prstGeom>
              </p:spPr>
            </p:pic>
          </mc:Fallback>
        </mc:AlternateContent>
        <mc:AlternateContent xmlns:mc="http://schemas.openxmlformats.org/markup-compatibility/2006" xmlns:p14="http://schemas.microsoft.com/office/powerpoint/2010/main">
          <mc:Choice Requires="p14">
            <p:contentPart p14:bwMode="auto" r:id="rId52">
              <p14:nvContentPartPr>
                <p14:cNvPr id="28" name="墨迹 27">
                  <a:extLst>
                    <a:ext uri="{FF2B5EF4-FFF2-40B4-BE49-F238E27FC236}">
                      <a16:creationId xmlns:a16="http://schemas.microsoft.com/office/drawing/2014/main" id="{7C1528E5-DC98-3719-4F0D-F06FF1E0B544}"/>
                    </a:ext>
                  </a:extLst>
                </p14:cNvPr>
                <p14:cNvContentPartPr/>
                <p14:nvPr/>
              </p14:nvContentPartPr>
              <p14:xfrm>
                <a:off x="6911785" y="4728665"/>
                <a:ext cx="16920" cy="282960"/>
              </p14:xfrm>
            </p:contentPart>
          </mc:Choice>
          <mc:Fallback xmlns="">
            <p:pic>
              <p:nvPicPr>
                <p:cNvPr id="28" name="墨迹 27">
                  <a:extLst>
                    <a:ext uri="{FF2B5EF4-FFF2-40B4-BE49-F238E27FC236}">
                      <a16:creationId xmlns:a16="http://schemas.microsoft.com/office/drawing/2014/main" id="{7C1528E5-DC98-3719-4F0D-F06FF1E0B544}"/>
                    </a:ext>
                  </a:extLst>
                </p:cNvPr>
                <p:cNvPicPr/>
                <p:nvPr/>
              </p:nvPicPr>
              <p:blipFill>
                <a:blip r:embed="rId53"/>
                <a:stretch>
                  <a:fillRect/>
                </a:stretch>
              </p:blipFill>
              <p:spPr>
                <a:xfrm>
                  <a:off x="6894145" y="4711025"/>
                  <a:ext cx="52560" cy="318600"/>
                </a:xfrm>
                <a:prstGeom prst="rect">
                  <a:avLst/>
                </a:prstGeom>
              </p:spPr>
            </p:pic>
          </mc:Fallback>
        </mc:AlternateContent>
        <mc:AlternateContent xmlns:mc="http://schemas.openxmlformats.org/markup-compatibility/2006" xmlns:p14="http://schemas.microsoft.com/office/powerpoint/2010/main">
          <mc:Choice Requires="p14">
            <p:contentPart p14:bwMode="auto" r:id="rId54">
              <p14:nvContentPartPr>
                <p14:cNvPr id="29" name="墨迹 28">
                  <a:extLst>
                    <a:ext uri="{FF2B5EF4-FFF2-40B4-BE49-F238E27FC236}">
                      <a16:creationId xmlns:a16="http://schemas.microsoft.com/office/drawing/2014/main" id="{6DC7B08B-43D0-E53F-5623-225B6BCB9250}"/>
                    </a:ext>
                  </a:extLst>
                </p14:cNvPr>
                <p14:cNvContentPartPr/>
                <p14:nvPr/>
              </p14:nvContentPartPr>
              <p14:xfrm>
                <a:off x="7010425" y="4894985"/>
                <a:ext cx="336960" cy="37440"/>
              </p14:xfrm>
            </p:contentPart>
          </mc:Choice>
          <mc:Fallback xmlns="">
            <p:pic>
              <p:nvPicPr>
                <p:cNvPr id="29" name="墨迹 28">
                  <a:extLst>
                    <a:ext uri="{FF2B5EF4-FFF2-40B4-BE49-F238E27FC236}">
                      <a16:creationId xmlns:a16="http://schemas.microsoft.com/office/drawing/2014/main" id="{6DC7B08B-43D0-E53F-5623-225B6BCB9250}"/>
                    </a:ext>
                  </a:extLst>
                </p:cNvPr>
                <p:cNvPicPr/>
                <p:nvPr/>
              </p:nvPicPr>
              <p:blipFill>
                <a:blip r:embed="rId55"/>
                <a:stretch>
                  <a:fillRect/>
                </a:stretch>
              </p:blipFill>
              <p:spPr>
                <a:xfrm>
                  <a:off x="6992425" y="4876985"/>
                  <a:ext cx="372600" cy="73080"/>
                </a:xfrm>
                <a:prstGeom prst="rect">
                  <a:avLst/>
                </a:prstGeom>
              </p:spPr>
            </p:pic>
          </mc:Fallback>
        </mc:AlternateContent>
        <mc:AlternateContent xmlns:mc="http://schemas.openxmlformats.org/markup-compatibility/2006" xmlns:p14="http://schemas.microsoft.com/office/powerpoint/2010/main">
          <mc:Choice Requires="p14">
            <p:contentPart p14:bwMode="auto" r:id="rId56">
              <p14:nvContentPartPr>
                <p14:cNvPr id="30" name="墨迹 29">
                  <a:extLst>
                    <a:ext uri="{FF2B5EF4-FFF2-40B4-BE49-F238E27FC236}">
                      <a16:creationId xmlns:a16="http://schemas.microsoft.com/office/drawing/2014/main" id="{7DCCD5B0-E827-38D5-E76A-DA15D2BA712C}"/>
                    </a:ext>
                  </a:extLst>
                </p14:cNvPr>
                <p14:cNvContentPartPr/>
                <p14:nvPr/>
              </p14:nvContentPartPr>
              <p14:xfrm>
                <a:off x="7416505" y="4732625"/>
                <a:ext cx="369720" cy="720000"/>
              </p14:xfrm>
            </p:contentPart>
          </mc:Choice>
          <mc:Fallback xmlns="">
            <p:pic>
              <p:nvPicPr>
                <p:cNvPr id="30" name="墨迹 29">
                  <a:extLst>
                    <a:ext uri="{FF2B5EF4-FFF2-40B4-BE49-F238E27FC236}">
                      <a16:creationId xmlns:a16="http://schemas.microsoft.com/office/drawing/2014/main" id="{7DCCD5B0-E827-38D5-E76A-DA15D2BA712C}"/>
                    </a:ext>
                  </a:extLst>
                </p:cNvPr>
                <p:cNvPicPr/>
                <p:nvPr/>
              </p:nvPicPr>
              <p:blipFill>
                <a:blip r:embed="rId57"/>
                <a:stretch>
                  <a:fillRect/>
                </a:stretch>
              </p:blipFill>
              <p:spPr>
                <a:xfrm>
                  <a:off x="7398865" y="4714625"/>
                  <a:ext cx="405360" cy="755640"/>
                </a:xfrm>
                <a:prstGeom prst="rect">
                  <a:avLst/>
                </a:prstGeom>
              </p:spPr>
            </p:pic>
          </mc:Fallback>
        </mc:AlternateContent>
        <mc:AlternateContent xmlns:mc="http://schemas.openxmlformats.org/markup-compatibility/2006" xmlns:p14="http://schemas.microsoft.com/office/powerpoint/2010/main">
          <mc:Choice Requires="p14">
            <p:contentPart p14:bwMode="auto" r:id="rId58">
              <p14:nvContentPartPr>
                <p14:cNvPr id="31" name="墨迹 30">
                  <a:extLst>
                    <a:ext uri="{FF2B5EF4-FFF2-40B4-BE49-F238E27FC236}">
                      <a16:creationId xmlns:a16="http://schemas.microsoft.com/office/drawing/2014/main" id="{18A62760-8F92-7E4D-9585-AED88027F77B}"/>
                    </a:ext>
                  </a:extLst>
                </p14:cNvPr>
                <p14:cNvContentPartPr/>
                <p14:nvPr/>
              </p14:nvContentPartPr>
              <p14:xfrm>
                <a:off x="7739785" y="4534985"/>
                <a:ext cx="360" cy="9720"/>
              </p14:xfrm>
            </p:contentPart>
          </mc:Choice>
          <mc:Fallback xmlns="">
            <p:pic>
              <p:nvPicPr>
                <p:cNvPr id="31" name="墨迹 30">
                  <a:extLst>
                    <a:ext uri="{FF2B5EF4-FFF2-40B4-BE49-F238E27FC236}">
                      <a16:creationId xmlns:a16="http://schemas.microsoft.com/office/drawing/2014/main" id="{18A62760-8F92-7E4D-9585-AED88027F77B}"/>
                    </a:ext>
                  </a:extLst>
                </p:cNvPr>
                <p:cNvPicPr/>
                <p:nvPr/>
              </p:nvPicPr>
              <p:blipFill>
                <a:blip r:embed="rId59"/>
                <a:stretch>
                  <a:fillRect/>
                </a:stretch>
              </p:blipFill>
              <p:spPr>
                <a:xfrm>
                  <a:off x="7722145" y="4517345"/>
                  <a:ext cx="36000" cy="45360"/>
                </a:xfrm>
                <a:prstGeom prst="rect">
                  <a:avLst/>
                </a:prstGeom>
              </p:spPr>
            </p:pic>
          </mc:Fallback>
        </mc:AlternateContent>
        <mc:AlternateContent xmlns:mc="http://schemas.openxmlformats.org/markup-compatibility/2006" xmlns:p14="http://schemas.microsoft.com/office/powerpoint/2010/main">
          <mc:Choice Requires="p14">
            <p:contentPart p14:bwMode="auto" r:id="rId60">
              <p14:nvContentPartPr>
                <p14:cNvPr id="32" name="墨迹 31">
                  <a:extLst>
                    <a:ext uri="{FF2B5EF4-FFF2-40B4-BE49-F238E27FC236}">
                      <a16:creationId xmlns:a16="http://schemas.microsoft.com/office/drawing/2014/main" id="{C2F6EA95-E983-FE51-0939-42C52400D1F5}"/>
                    </a:ext>
                  </a:extLst>
                </p14:cNvPr>
                <p14:cNvContentPartPr/>
                <p14:nvPr/>
              </p14:nvContentPartPr>
              <p14:xfrm>
                <a:off x="7767505" y="4525625"/>
                <a:ext cx="13320" cy="69120"/>
              </p14:xfrm>
            </p:contentPart>
          </mc:Choice>
          <mc:Fallback xmlns="">
            <p:pic>
              <p:nvPicPr>
                <p:cNvPr id="32" name="墨迹 31">
                  <a:extLst>
                    <a:ext uri="{FF2B5EF4-FFF2-40B4-BE49-F238E27FC236}">
                      <a16:creationId xmlns:a16="http://schemas.microsoft.com/office/drawing/2014/main" id="{C2F6EA95-E983-FE51-0939-42C52400D1F5}"/>
                    </a:ext>
                  </a:extLst>
                </p:cNvPr>
                <p:cNvPicPr/>
                <p:nvPr/>
              </p:nvPicPr>
              <p:blipFill>
                <a:blip r:embed="rId61"/>
                <a:stretch>
                  <a:fillRect/>
                </a:stretch>
              </p:blipFill>
              <p:spPr>
                <a:xfrm>
                  <a:off x="7749505" y="4507625"/>
                  <a:ext cx="48960" cy="104760"/>
                </a:xfrm>
                <a:prstGeom prst="rect">
                  <a:avLst/>
                </a:prstGeom>
              </p:spPr>
            </p:pic>
          </mc:Fallback>
        </mc:AlternateContent>
      </p:grpSp>
      <p:grpSp>
        <p:nvGrpSpPr>
          <p:cNvPr id="37" name="组合 36">
            <a:extLst>
              <a:ext uri="{FF2B5EF4-FFF2-40B4-BE49-F238E27FC236}">
                <a16:creationId xmlns:a16="http://schemas.microsoft.com/office/drawing/2014/main" id="{AFFD7FAC-47C2-024D-6465-313ED7B6B437}"/>
              </a:ext>
            </a:extLst>
          </p:cNvPr>
          <p:cNvGrpSpPr/>
          <p:nvPr/>
        </p:nvGrpSpPr>
        <p:grpSpPr>
          <a:xfrm>
            <a:off x="2391985" y="4073105"/>
            <a:ext cx="185040" cy="172080"/>
            <a:chOff x="2391985" y="4073105"/>
            <a:chExt cx="185040" cy="172080"/>
          </a:xfrm>
        </p:grpSpPr>
        <mc:AlternateContent xmlns:mc="http://schemas.openxmlformats.org/markup-compatibility/2006" xmlns:p14="http://schemas.microsoft.com/office/powerpoint/2010/main">
          <mc:Choice Requires="p14">
            <p:contentPart p14:bwMode="auto" r:id="rId62">
              <p14:nvContentPartPr>
                <p14:cNvPr id="35" name="墨迹 34">
                  <a:extLst>
                    <a:ext uri="{FF2B5EF4-FFF2-40B4-BE49-F238E27FC236}">
                      <a16:creationId xmlns:a16="http://schemas.microsoft.com/office/drawing/2014/main" id="{C64235F2-578E-A05A-0566-332444C80B26}"/>
                    </a:ext>
                  </a:extLst>
                </p14:cNvPr>
                <p14:cNvContentPartPr/>
                <p14:nvPr/>
              </p14:nvContentPartPr>
              <p14:xfrm>
                <a:off x="2391985" y="4082465"/>
                <a:ext cx="178560" cy="162720"/>
              </p14:xfrm>
            </p:contentPart>
          </mc:Choice>
          <mc:Fallback xmlns="">
            <p:pic>
              <p:nvPicPr>
                <p:cNvPr id="35" name="墨迹 34">
                  <a:extLst>
                    <a:ext uri="{FF2B5EF4-FFF2-40B4-BE49-F238E27FC236}">
                      <a16:creationId xmlns:a16="http://schemas.microsoft.com/office/drawing/2014/main" id="{C64235F2-578E-A05A-0566-332444C80B26}"/>
                    </a:ext>
                  </a:extLst>
                </p:cNvPr>
                <p:cNvPicPr/>
                <p:nvPr/>
              </p:nvPicPr>
              <p:blipFill>
                <a:blip r:embed="rId63"/>
                <a:stretch>
                  <a:fillRect/>
                </a:stretch>
              </p:blipFill>
              <p:spPr>
                <a:xfrm>
                  <a:off x="2374345" y="4064825"/>
                  <a:ext cx="214200" cy="198360"/>
                </a:xfrm>
                <a:prstGeom prst="rect">
                  <a:avLst/>
                </a:prstGeom>
              </p:spPr>
            </p:pic>
          </mc:Fallback>
        </mc:AlternateContent>
        <mc:AlternateContent xmlns:mc="http://schemas.openxmlformats.org/markup-compatibility/2006" xmlns:p14="http://schemas.microsoft.com/office/powerpoint/2010/main">
          <mc:Choice Requires="p14">
            <p:contentPart p14:bwMode="auto" r:id="rId64">
              <p14:nvContentPartPr>
                <p14:cNvPr id="36" name="墨迹 35">
                  <a:extLst>
                    <a:ext uri="{FF2B5EF4-FFF2-40B4-BE49-F238E27FC236}">
                      <a16:creationId xmlns:a16="http://schemas.microsoft.com/office/drawing/2014/main" id="{AC4D842A-B1D7-6D2B-617B-295A7859646D}"/>
                    </a:ext>
                  </a:extLst>
                </p14:cNvPr>
                <p14:cNvContentPartPr/>
                <p14:nvPr/>
              </p14:nvContentPartPr>
              <p14:xfrm>
                <a:off x="2454625" y="4073105"/>
                <a:ext cx="122400" cy="162360"/>
              </p14:xfrm>
            </p:contentPart>
          </mc:Choice>
          <mc:Fallback xmlns="">
            <p:pic>
              <p:nvPicPr>
                <p:cNvPr id="36" name="墨迹 35">
                  <a:extLst>
                    <a:ext uri="{FF2B5EF4-FFF2-40B4-BE49-F238E27FC236}">
                      <a16:creationId xmlns:a16="http://schemas.microsoft.com/office/drawing/2014/main" id="{AC4D842A-B1D7-6D2B-617B-295A7859646D}"/>
                    </a:ext>
                  </a:extLst>
                </p:cNvPr>
                <p:cNvPicPr/>
                <p:nvPr/>
              </p:nvPicPr>
              <p:blipFill>
                <a:blip r:embed="rId65"/>
                <a:stretch>
                  <a:fillRect/>
                </a:stretch>
              </p:blipFill>
              <p:spPr>
                <a:xfrm>
                  <a:off x="2436985" y="4055465"/>
                  <a:ext cx="158040" cy="1980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66">
            <p14:nvContentPartPr>
              <p14:cNvPr id="38" name="墨迹 37">
                <a:extLst>
                  <a:ext uri="{FF2B5EF4-FFF2-40B4-BE49-F238E27FC236}">
                    <a16:creationId xmlns:a16="http://schemas.microsoft.com/office/drawing/2014/main" id="{D1AF5B7A-3674-7EB3-C663-A618A5697412}"/>
                  </a:ext>
                </a:extLst>
              </p14:cNvPr>
              <p14:cNvContentPartPr/>
              <p14:nvPr/>
            </p14:nvContentPartPr>
            <p14:xfrm>
              <a:off x="2717785" y="1891865"/>
              <a:ext cx="243720" cy="271080"/>
            </p14:xfrm>
          </p:contentPart>
        </mc:Choice>
        <mc:Fallback xmlns="">
          <p:pic>
            <p:nvPicPr>
              <p:cNvPr id="38" name="墨迹 37">
                <a:extLst>
                  <a:ext uri="{FF2B5EF4-FFF2-40B4-BE49-F238E27FC236}">
                    <a16:creationId xmlns:a16="http://schemas.microsoft.com/office/drawing/2014/main" id="{D1AF5B7A-3674-7EB3-C663-A618A5697412}"/>
                  </a:ext>
                </a:extLst>
              </p:cNvPr>
              <p:cNvPicPr/>
              <p:nvPr/>
            </p:nvPicPr>
            <p:blipFill>
              <a:blip r:embed="rId67"/>
              <a:stretch>
                <a:fillRect/>
              </a:stretch>
            </p:blipFill>
            <p:spPr>
              <a:xfrm>
                <a:off x="2699785" y="1874225"/>
                <a:ext cx="279360" cy="306720"/>
              </a:xfrm>
              <a:prstGeom prst="rect">
                <a:avLst/>
              </a:prstGeom>
            </p:spPr>
          </p:pic>
        </mc:Fallback>
      </mc:AlternateContent>
      <mc:AlternateContent xmlns:mc="http://schemas.openxmlformats.org/markup-compatibility/2006" xmlns:p14="http://schemas.microsoft.com/office/powerpoint/2010/main">
        <mc:Choice Requires="p14">
          <p:contentPart p14:bwMode="auto" r:id="rId68">
            <p14:nvContentPartPr>
              <p14:cNvPr id="39" name="墨迹 38">
                <a:extLst>
                  <a:ext uri="{FF2B5EF4-FFF2-40B4-BE49-F238E27FC236}">
                    <a16:creationId xmlns:a16="http://schemas.microsoft.com/office/drawing/2014/main" id="{171D50C5-F40A-2308-BB11-0021CE3A88A7}"/>
                  </a:ext>
                </a:extLst>
              </p14:cNvPr>
              <p14:cNvContentPartPr/>
              <p14:nvPr/>
            </p14:nvContentPartPr>
            <p14:xfrm>
              <a:off x="2899945" y="2539505"/>
              <a:ext cx="406440" cy="19440"/>
            </p14:xfrm>
          </p:contentPart>
        </mc:Choice>
        <mc:Fallback xmlns="">
          <p:pic>
            <p:nvPicPr>
              <p:cNvPr id="39" name="墨迹 38">
                <a:extLst>
                  <a:ext uri="{FF2B5EF4-FFF2-40B4-BE49-F238E27FC236}">
                    <a16:creationId xmlns:a16="http://schemas.microsoft.com/office/drawing/2014/main" id="{171D50C5-F40A-2308-BB11-0021CE3A88A7}"/>
                  </a:ext>
                </a:extLst>
              </p:cNvPr>
              <p:cNvPicPr/>
              <p:nvPr/>
            </p:nvPicPr>
            <p:blipFill>
              <a:blip r:embed="rId69"/>
              <a:stretch>
                <a:fillRect/>
              </a:stretch>
            </p:blipFill>
            <p:spPr>
              <a:xfrm>
                <a:off x="2882305" y="2521505"/>
                <a:ext cx="442080" cy="55080"/>
              </a:xfrm>
              <a:prstGeom prst="rect">
                <a:avLst/>
              </a:prstGeom>
            </p:spPr>
          </p:pic>
        </mc:Fallback>
      </mc:AlternateContent>
      <mc:AlternateContent xmlns:mc="http://schemas.openxmlformats.org/markup-compatibility/2006" xmlns:p14="http://schemas.microsoft.com/office/powerpoint/2010/main">
        <mc:Choice Requires="p14">
          <p:contentPart p14:bwMode="auto" r:id="rId70">
            <p14:nvContentPartPr>
              <p14:cNvPr id="40" name="墨迹 39">
                <a:extLst>
                  <a:ext uri="{FF2B5EF4-FFF2-40B4-BE49-F238E27FC236}">
                    <a16:creationId xmlns:a16="http://schemas.microsoft.com/office/drawing/2014/main" id="{7EF666C2-873B-5D31-9479-3D36D50B324B}"/>
                  </a:ext>
                </a:extLst>
              </p14:cNvPr>
              <p14:cNvContentPartPr/>
              <p14:nvPr/>
            </p14:nvContentPartPr>
            <p14:xfrm>
              <a:off x="2804905" y="2698265"/>
              <a:ext cx="272520" cy="166680"/>
            </p14:xfrm>
          </p:contentPart>
        </mc:Choice>
        <mc:Fallback xmlns="">
          <p:pic>
            <p:nvPicPr>
              <p:cNvPr id="40" name="墨迹 39">
                <a:extLst>
                  <a:ext uri="{FF2B5EF4-FFF2-40B4-BE49-F238E27FC236}">
                    <a16:creationId xmlns:a16="http://schemas.microsoft.com/office/drawing/2014/main" id="{7EF666C2-873B-5D31-9479-3D36D50B324B}"/>
                  </a:ext>
                </a:extLst>
              </p:cNvPr>
              <p:cNvPicPr/>
              <p:nvPr/>
            </p:nvPicPr>
            <p:blipFill>
              <a:blip r:embed="rId71"/>
              <a:stretch>
                <a:fillRect/>
              </a:stretch>
            </p:blipFill>
            <p:spPr>
              <a:xfrm>
                <a:off x="2786905" y="2680625"/>
                <a:ext cx="308160" cy="202320"/>
              </a:xfrm>
              <a:prstGeom prst="rect">
                <a:avLst/>
              </a:prstGeom>
            </p:spPr>
          </p:pic>
        </mc:Fallback>
      </mc:AlternateContent>
    </p:spTree>
  </p:cSld>
  <p:clrMapOvr>
    <a:masterClrMapping/>
  </p:clrMapOvr>
  <p:transition/>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7" name="文本框 55306"/>
          <p:cNvSpPr txBox="1"/>
          <p:nvPr/>
        </p:nvSpPr>
        <p:spPr>
          <a:xfrm>
            <a:off x="825500" y="1042988"/>
            <a:ext cx="4429125" cy="731837"/>
          </a:xfrm>
          <a:prstGeom prst="rect">
            <a:avLst/>
          </a:prstGeom>
          <a:noFill/>
          <a:ln w="9525">
            <a:noFill/>
          </a:ln>
        </p:spPr>
        <p:txBody>
          <a:bodyPr wrap="square" anchor="t" anchorCtr="0">
            <a:spAutoFit/>
          </a:bodyPr>
          <a:lstStyle/>
          <a:p>
            <a:pPr marL="1905" indent="-1905">
              <a:buAutoNum type="circleNumDbPlain" startAt="2"/>
            </a:pPr>
            <a:r>
              <a:rPr lang="zh-CN" altLang="en-US" sz="2400" b="1" dirty="0">
                <a:latin typeface="Times New Roman" panose="02020603050405020304" pitchFamily="2" charset="0"/>
                <a:ea typeface="宋体" panose="02010600030101010101" pitchFamily="2" charset="-122"/>
                <a:sym typeface="Arial" panose="020B0604020202020204" pitchFamily="34" charset="0"/>
              </a:rPr>
              <a:t>任一序列都可以表示为</a:t>
            </a:r>
          </a:p>
          <a:p>
            <a:pPr marL="1905" indent="-1905">
              <a:buNone/>
            </a:pPr>
            <a:endParaRPr lang="zh-CN" altLang="en-US" b="1" dirty="0">
              <a:latin typeface="Times New Roman" panose="02020603050405020304" pitchFamily="2" charset="0"/>
              <a:ea typeface="宋体" panose="02010600030101010101" pitchFamily="2" charset="-122"/>
            </a:endParaRPr>
          </a:p>
        </p:txBody>
      </p:sp>
      <p:graphicFrame>
        <p:nvGraphicFramePr>
          <p:cNvPr id="142338" name="对象 55307">
            <a:hlinkClick r:id="" action="ppaction://ole?verb=0"/>
          </p:cNvPr>
          <p:cNvGraphicFramePr>
            <a:graphicFrameLocks noChangeAspect="1"/>
          </p:cNvGraphicFramePr>
          <p:nvPr/>
        </p:nvGraphicFramePr>
        <p:xfrm>
          <a:off x="1535113" y="1633538"/>
          <a:ext cx="4235450" cy="533400"/>
        </p:xfrm>
        <a:graphic>
          <a:graphicData uri="http://schemas.openxmlformats.org/presentationml/2006/ole">
            <mc:AlternateContent xmlns:mc="http://schemas.openxmlformats.org/markup-compatibility/2006">
              <mc:Choice xmlns:v="urn:schemas-microsoft-com:vml" Requires="v">
                <p:oleObj r:id="rId2" imgW="1714500" imgH="215900" progId="Equation.3">
                  <p:embed/>
                </p:oleObj>
              </mc:Choice>
              <mc:Fallback>
                <p:oleObj r:id="rId2" imgW="1714500" imgH="215900" progId="Equation.3">
                  <p:embed/>
                  <p:pic>
                    <p:nvPicPr>
                      <p:cNvPr id="0" name="图片 3647"/>
                      <p:cNvPicPr/>
                      <p:nvPr/>
                    </p:nvPicPr>
                    <p:blipFill>
                      <a:blip r:embed="rId3"/>
                      <a:stretch>
                        <a:fillRect/>
                      </a:stretch>
                    </p:blipFill>
                    <p:spPr>
                      <a:xfrm>
                        <a:off x="1535113" y="1633538"/>
                        <a:ext cx="4235450" cy="533400"/>
                      </a:xfrm>
                      <a:prstGeom prst="rect">
                        <a:avLst/>
                      </a:prstGeom>
                      <a:noFill/>
                      <a:ln w="38100">
                        <a:noFill/>
                        <a:miter/>
                      </a:ln>
                    </p:spPr>
                  </p:pic>
                </p:oleObj>
              </mc:Fallback>
            </mc:AlternateContent>
          </a:graphicData>
        </a:graphic>
      </p:graphicFrame>
      <p:sp>
        <p:nvSpPr>
          <p:cNvPr id="142339" name="文本框 55308"/>
          <p:cNvSpPr txBox="1"/>
          <p:nvPr/>
        </p:nvSpPr>
        <p:spPr>
          <a:xfrm>
            <a:off x="963613" y="2135188"/>
            <a:ext cx="2640012" cy="457200"/>
          </a:xfrm>
          <a:prstGeom prst="rect">
            <a:avLst/>
          </a:prstGeom>
          <a:noFill/>
          <a:ln w="9525">
            <a:noFill/>
          </a:ln>
        </p:spPr>
        <p:txBody>
          <a:bodyPr wrap="square" anchor="t" anchorCtr="0">
            <a:spAutoFit/>
          </a:bodyPr>
          <a:lstStyle/>
          <a:p>
            <a:r>
              <a:rPr lang="zh-CN" altLang="en-US" sz="2400" b="1" dirty="0">
                <a:latin typeface="Times New Roman" panose="02020603050405020304" pitchFamily="2" charset="0"/>
                <a:ea typeface="宋体" panose="02010600030101010101" pitchFamily="2" charset="-122"/>
                <a:sym typeface="Arial" panose="020B0604020202020204" pitchFamily="34" charset="0"/>
              </a:rPr>
              <a:t>其中，</a:t>
            </a:r>
          </a:p>
        </p:txBody>
      </p:sp>
      <p:graphicFrame>
        <p:nvGraphicFramePr>
          <p:cNvPr id="142340" name="对象 55309">
            <a:hlinkClick r:id="" action="ppaction://ole?verb=0"/>
          </p:cNvPr>
          <p:cNvGraphicFramePr>
            <a:graphicFrameLocks noChangeAspect="1"/>
          </p:cNvGraphicFramePr>
          <p:nvPr/>
        </p:nvGraphicFramePr>
        <p:xfrm>
          <a:off x="1809750" y="2592388"/>
          <a:ext cx="4022725" cy="1997075"/>
        </p:xfrm>
        <a:graphic>
          <a:graphicData uri="http://schemas.openxmlformats.org/presentationml/2006/ole">
            <mc:AlternateContent xmlns:mc="http://schemas.openxmlformats.org/markup-compatibility/2006">
              <mc:Choice xmlns:v="urn:schemas-microsoft-com:vml" Requires="v">
                <p:oleObj r:id="rId4" imgW="1688465" imgH="838200" progId="Equation.3">
                  <p:embed/>
                </p:oleObj>
              </mc:Choice>
              <mc:Fallback>
                <p:oleObj r:id="rId4" imgW="1688465" imgH="838200" progId="Equation.3">
                  <p:embed/>
                  <p:pic>
                    <p:nvPicPr>
                      <p:cNvPr id="0" name="图片 3641"/>
                      <p:cNvPicPr/>
                      <p:nvPr/>
                    </p:nvPicPr>
                    <p:blipFill>
                      <a:blip r:embed="rId5"/>
                      <a:stretch>
                        <a:fillRect/>
                      </a:stretch>
                    </p:blipFill>
                    <p:spPr>
                      <a:xfrm>
                        <a:off x="1809750" y="2592388"/>
                        <a:ext cx="4022725" cy="1997075"/>
                      </a:xfrm>
                      <a:prstGeom prst="rect">
                        <a:avLst/>
                      </a:prstGeom>
                      <a:noFill/>
                      <a:ln w="38100">
                        <a:noFill/>
                        <a:miter/>
                      </a:ln>
                    </p:spPr>
                  </p:pic>
                </p:oleObj>
              </mc:Fallback>
            </mc:AlternateContent>
          </a:graphicData>
        </a:graphic>
      </p:graphicFrame>
      <mc:AlternateContent xmlns:mc="http://schemas.openxmlformats.org/markup-compatibility/2006" xmlns:p14="http://schemas.microsoft.com/office/powerpoint/2010/main">
        <mc:Choice Requires="p14">
          <p:contentPart p14:bwMode="auto" r:id="rId6">
            <p14:nvContentPartPr>
              <p14:cNvPr id="2" name="墨迹 1">
                <a:extLst>
                  <a:ext uri="{FF2B5EF4-FFF2-40B4-BE49-F238E27FC236}">
                    <a16:creationId xmlns:a16="http://schemas.microsoft.com/office/drawing/2014/main" id="{6FD29716-2E72-8945-C4F2-D79F49301C73}"/>
                  </a:ext>
                </a:extLst>
              </p14:cNvPr>
              <p14:cNvContentPartPr/>
              <p14:nvPr/>
            </p14:nvContentPartPr>
            <p14:xfrm>
              <a:off x="1551385" y="2133065"/>
              <a:ext cx="4255560" cy="121680"/>
            </p14:xfrm>
          </p:contentPart>
        </mc:Choice>
        <mc:Fallback xmlns="">
          <p:pic>
            <p:nvPicPr>
              <p:cNvPr id="2" name="墨迹 1">
                <a:extLst>
                  <a:ext uri="{FF2B5EF4-FFF2-40B4-BE49-F238E27FC236}">
                    <a16:creationId xmlns:a16="http://schemas.microsoft.com/office/drawing/2014/main" id="{6FD29716-2E72-8945-C4F2-D79F49301C73}"/>
                  </a:ext>
                </a:extLst>
              </p:cNvPr>
              <p:cNvPicPr/>
              <p:nvPr/>
            </p:nvPicPr>
            <p:blipFill>
              <a:blip r:embed="rId7"/>
              <a:stretch>
                <a:fillRect/>
              </a:stretch>
            </p:blipFill>
            <p:spPr>
              <a:xfrm>
                <a:off x="1533745" y="2115065"/>
                <a:ext cx="4291200" cy="15732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3" name="墨迹 2">
                <a:extLst>
                  <a:ext uri="{FF2B5EF4-FFF2-40B4-BE49-F238E27FC236}">
                    <a16:creationId xmlns:a16="http://schemas.microsoft.com/office/drawing/2014/main" id="{D933A846-3A18-941B-5E2D-8C747D547371}"/>
                  </a:ext>
                </a:extLst>
              </p14:cNvPr>
              <p14:cNvContentPartPr/>
              <p14:nvPr/>
            </p14:nvContentPartPr>
            <p14:xfrm>
              <a:off x="1907425" y="3474065"/>
              <a:ext cx="3864600" cy="158040"/>
            </p14:xfrm>
          </p:contentPart>
        </mc:Choice>
        <mc:Fallback xmlns="">
          <p:pic>
            <p:nvPicPr>
              <p:cNvPr id="3" name="墨迹 2">
                <a:extLst>
                  <a:ext uri="{FF2B5EF4-FFF2-40B4-BE49-F238E27FC236}">
                    <a16:creationId xmlns:a16="http://schemas.microsoft.com/office/drawing/2014/main" id="{D933A846-3A18-941B-5E2D-8C747D547371}"/>
                  </a:ext>
                </a:extLst>
              </p:cNvPr>
              <p:cNvPicPr/>
              <p:nvPr/>
            </p:nvPicPr>
            <p:blipFill>
              <a:blip r:embed="rId9"/>
              <a:stretch>
                <a:fillRect/>
              </a:stretch>
            </p:blipFill>
            <p:spPr>
              <a:xfrm>
                <a:off x="1889425" y="3456065"/>
                <a:ext cx="3900240" cy="193680"/>
              </a:xfrm>
              <a:prstGeom prst="rect">
                <a:avLst/>
              </a:prstGeom>
            </p:spPr>
          </p:pic>
        </mc:Fallback>
      </mc:AlternateContent>
      <p:grpSp>
        <p:nvGrpSpPr>
          <p:cNvPr id="6" name="组合 5">
            <a:extLst>
              <a:ext uri="{FF2B5EF4-FFF2-40B4-BE49-F238E27FC236}">
                <a16:creationId xmlns:a16="http://schemas.microsoft.com/office/drawing/2014/main" id="{A3769188-0475-7E39-5F1B-415E37DB0A0C}"/>
              </a:ext>
            </a:extLst>
          </p:cNvPr>
          <p:cNvGrpSpPr/>
          <p:nvPr/>
        </p:nvGrpSpPr>
        <p:grpSpPr>
          <a:xfrm>
            <a:off x="1874665" y="4276145"/>
            <a:ext cx="3929400" cy="343440"/>
            <a:chOff x="1874665" y="4276145"/>
            <a:chExt cx="3929400" cy="343440"/>
          </a:xfrm>
        </p:grpSpPr>
        <mc:AlternateContent xmlns:mc="http://schemas.openxmlformats.org/markup-compatibility/2006" xmlns:p14="http://schemas.microsoft.com/office/powerpoint/2010/main">
          <mc:Choice Requires="p14">
            <p:contentPart p14:bwMode="auto" r:id="rId10">
              <p14:nvContentPartPr>
                <p14:cNvPr id="4" name="墨迹 3">
                  <a:extLst>
                    <a:ext uri="{FF2B5EF4-FFF2-40B4-BE49-F238E27FC236}">
                      <a16:creationId xmlns:a16="http://schemas.microsoft.com/office/drawing/2014/main" id="{41CDE7E5-CAB9-A20C-C266-24228A399FF7}"/>
                    </a:ext>
                  </a:extLst>
                </p14:cNvPr>
                <p14:cNvContentPartPr/>
                <p14:nvPr/>
              </p14:nvContentPartPr>
              <p14:xfrm>
                <a:off x="1874665" y="4446425"/>
                <a:ext cx="3929400" cy="173160"/>
              </p14:xfrm>
            </p:contentPart>
          </mc:Choice>
          <mc:Fallback xmlns="">
            <p:pic>
              <p:nvPicPr>
                <p:cNvPr id="4" name="墨迹 3">
                  <a:extLst>
                    <a:ext uri="{FF2B5EF4-FFF2-40B4-BE49-F238E27FC236}">
                      <a16:creationId xmlns:a16="http://schemas.microsoft.com/office/drawing/2014/main" id="{41CDE7E5-CAB9-A20C-C266-24228A399FF7}"/>
                    </a:ext>
                  </a:extLst>
                </p:cNvPr>
                <p:cNvPicPr/>
                <p:nvPr/>
              </p:nvPicPr>
              <p:blipFill>
                <a:blip r:embed="rId11"/>
                <a:stretch>
                  <a:fillRect/>
                </a:stretch>
              </p:blipFill>
              <p:spPr>
                <a:xfrm>
                  <a:off x="1857025" y="4428785"/>
                  <a:ext cx="3965040" cy="20880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5" name="墨迹 4">
                  <a:extLst>
                    <a:ext uri="{FF2B5EF4-FFF2-40B4-BE49-F238E27FC236}">
                      <a16:creationId xmlns:a16="http://schemas.microsoft.com/office/drawing/2014/main" id="{67509A61-C329-7930-726A-33C2A0BE5576}"/>
                    </a:ext>
                  </a:extLst>
                </p14:cNvPr>
                <p14:cNvContentPartPr/>
                <p14:nvPr/>
              </p14:nvContentPartPr>
              <p14:xfrm>
                <a:off x="5333905" y="4276145"/>
                <a:ext cx="171720" cy="186840"/>
              </p14:xfrm>
            </p:contentPart>
          </mc:Choice>
          <mc:Fallback xmlns="">
            <p:pic>
              <p:nvPicPr>
                <p:cNvPr id="5" name="墨迹 4">
                  <a:extLst>
                    <a:ext uri="{FF2B5EF4-FFF2-40B4-BE49-F238E27FC236}">
                      <a16:creationId xmlns:a16="http://schemas.microsoft.com/office/drawing/2014/main" id="{67509A61-C329-7930-726A-33C2A0BE5576}"/>
                    </a:ext>
                  </a:extLst>
                </p:cNvPr>
                <p:cNvPicPr/>
                <p:nvPr/>
              </p:nvPicPr>
              <p:blipFill>
                <a:blip r:embed="rId13"/>
                <a:stretch>
                  <a:fillRect/>
                </a:stretch>
              </p:blipFill>
              <p:spPr>
                <a:xfrm>
                  <a:off x="5316265" y="4258505"/>
                  <a:ext cx="207360" cy="222480"/>
                </a:xfrm>
                <a:prstGeom prst="rect">
                  <a:avLst/>
                </a:prstGeom>
              </p:spPr>
            </p:pic>
          </mc:Fallback>
        </mc:AlternateContent>
      </p:grpSp>
    </p:spTree>
  </p:cSld>
  <p:clrMapOvr>
    <a:masterClrMapping/>
  </p:clrMapOvr>
  <p:transition/>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1" name="文本框 56324"/>
          <p:cNvSpPr txBox="1"/>
          <p:nvPr/>
        </p:nvSpPr>
        <p:spPr>
          <a:xfrm>
            <a:off x="833438" y="627063"/>
            <a:ext cx="7848600" cy="460375"/>
          </a:xfrm>
          <a:prstGeom prst="rect">
            <a:avLst/>
          </a:prstGeom>
          <a:noFill/>
          <a:ln w="9525">
            <a:noFill/>
          </a:ln>
        </p:spPr>
        <p:txBody>
          <a:bodyPr wrap="square" anchor="t" anchorCtr="0">
            <a:spAutoFit/>
          </a:bodyPr>
          <a:lstStyle/>
          <a:p>
            <a:r>
              <a:rPr lang="zh-CN" altLang="en-US" sz="2400" b="1" dirty="0">
                <a:latin typeface="Times New Roman" panose="02020603050405020304" pitchFamily="2" charset="0"/>
                <a:ea typeface="宋体" panose="02010600030101010101" pitchFamily="2" charset="-122"/>
                <a:sym typeface="Arial" panose="020B0604020202020204" pitchFamily="34" charset="0"/>
              </a:rPr>
              <a:t>同理，</a:t>
            </a:r>
            <a:r>
              <a:rPr lang="zh-CN" altLang="en-US" sz="2400" b="1" dirty="0">
                <a:latin typeface="Times New Roman" panose="02020603050405020304" pitchFamily="2" charset="0"/>
                <a:ea typeface="宋体" panose="02010600030101010101" pitchFamily="2" charset="-122"/>
              </a:rPr>
              <a:t> </a:t>
            </a:r>
            <a:r>
              <a:rPr lang="en-US" altLang="zh-CN" sz="2400" b="1" i="1" dirty="0">
                <a:solidFill>
                  <a:srgbClr val="000000"/>
                </a:solidFill>
                <a:latin typeface="Times New Roman" panose="02020603050405020304" pitchFamily="2" charset="0"/>
                <a:ea typeface="宋体" panose="02010600030101010101" pitchFamily="2" charset="-122"/>
              </a:rPr>
              <a:t>x</a:t>
            </a:r>
            <a:r>
              <a:rPr lang="en-US" altLang="zh-CN" sz="2400" b="1" dirty="0">
                <a:solidFill>
                  <a:srgbClr val="000000"/>
                </a:solidFill>
                <a:latin typeface="Times New Roman" panose="02020603050405020304" pitchFamily="2" charset="0"/>
                <a:ea typeface="宋体" panose="02010600030101010101" pitchFamily="2" charset="-122"/>
              </a:rPr>
              <a:t>(</a:t>
            </a:r>
            <a:r>
              <a:rPr lang="en-US" altLang="zh-CN" sz="2400" b="1" i="1" dirty="0">
                <a:solidFill>
                  <a:srgbClr val="000000"/>
                </a:solidFill>
                <a:latin typeface="Times New Roman" panose="02020603050405020304" pitchFamily="2" charset="0"/>
                <a:ea typeface="宋体" panose="02010600030101010101" pitchFamily="2" charset="-122"/>
              </a:rPr>
              <a:t>n</a:t>
            </a:r>
            <a:r>
              <a:rPr lang="en-US" altLang="zh-CN" sz="2400" b="1" dirty="0">
                <a:solidFill>
                  <a:srgbClr val="000000"/>
                </a:solidFill>
                <a:latin typeface="Times New Roman" panose="02020603050405020304" pitchFamily="2" charset="0"/>
                <a:ea typeface="宋体" panose="02010600030101010101" pitchFamily="2" charset="-122"/>
              </a:rPr>
              <a:t>)</a:t>
            </a:r>
            <a:r>
              <a:rPr lang="zh-CN" altLang="en-US" sz="2400" b="1" dirty="0">
                <a:latin typeface="Times New Roman" panose="02020603050405020304" pitchFamily="2" charset="0"/>
                <a:ea typeface="宋体" panose="02010600030101010101" pitchFamily="2" charset="-122"/>
                <a:sym typeface="Arial" panose="020B0604020202020204" pitchFamily="34" charset="0"/>
              </a:rPr>
              <a:t>的傅里叶变换               也</a:t>
            </a:r>
            <a:r>
              <a:rPr lang="zh-CN" altLang="en-US" sz="2400" b="1" dirty="0">
                <a:latin typeface="Times New Roman" panose="02020603050405020304" pitchFamily="2" charset="0"/>
                <a:ea typeface="宋体" panose="02010600030101010101" pitchFamily="2" charset="-122"/>
              </a:rPr>
              <a:t>可分解成：</a:t>
            </a:r>
            <a:endParaRPr lang="zh-CN" altLang="en-US" sz="2400" b="1" dirty="0">
              <a:latin typeface="Times New Roman" panose="02020603050405020304" pitchFamily="2" charset="0"/>
              <a:ea typeface="宋体" panose="02010600030101010101" pitchFamily="2" charset="-122"/>
              <a:sym typeface="Arial" panose="020B0604020202020204" pitchFamily="34" charset="0"/>
            </a:endParaRPr>
          </a:p>
        </p:txBody>
      </p:sp>
      <p:graphicFrame>
        <p:nvGraphicFramePr>
          <p:cNvPr id="143362" name="对象 56325">
            <a:hlinkClick r:id="" action="ppaction://ole?verb=0"/>
          </p:cNvPr>
          <p:cNvGraphicFramePr>
            <a:graphicFrameLocks noChangeAspect="1"/>
          </p:cNvGraphicFramePr>
          <p:nvPr/>
        </p:nvGraphicFramePr>
        <p:xfrm>
          <a:off x="4260850" y="590550"/>
          <a:ext cx="1120775" cy="531813"/>
        </p:xfrm>
        <a:graphic>
          <a:graphicData uri="http://schemas.openxmlformats.org/presentationml/2006/ole">
            <mc:AlternateContent xmlns:mc="http://schemas.openxmlformats.org/markup-compatibility/2006">
              <mc:Choice xmlns:v="urn:schemas-microsoft-com:vml" Requires="v">
                <p:oleObj r:id="rId2" imgW="482600" imgH="228600" progId="Equation.3">
                  <p:embed/>
                </p:oleObj>
              </mc:Choice>
              <mc:Fallback>
                <p:oleObj r:id="rId2" imgW="482600" imgH="228600" progId="Equation.3">
                  <p:embed/>
                  <p:pic>
                    <p:nvPicPr>
                      <p:cNvPr id="0" name="图片 3639"/>
                      <p:cNvPicPr/>
                      <p:nvPr/>
                    </p:nvPicPr>
                    <p:blipFill>
                      <a:blip r:embed="rId3"/>
                      <a:stretch>
                        <a:fillRect/>
                      </a:stretch>
                    </p:blipFill>
                    <p:spPr>
                      <a:xfrm>
                        <a:off x="4260850" y="590550"/>
                        <a:ext cx="1120775" cy="531813"/>
                      </a:xfrm>
                      <a:prstGeom prst="rect">
                        <a:avLst/>
                      </a:prstGeom>
                      <a:noFill/>
                      <a:ln w="38100">
                        <a:noFill/>
                        <a:miter/>
                      </a:ln>
                    </p:spPr>
                  </p:pic>
                </p:oleObj>
              </mc:Fallback>
            </mc:AlternateContent>
          </a:graphicData>
        </a:graphic>
      </p:graphicFrame>
      <p:graphicFrame>
        <p:nvGraphicFramePr>
          <p:cNvPr id="143363" name="对象 56322"/>
          <p:cNvGraphicFramePr>
            <a:graphicFrameLocks noChangeAspect="1"/>
          </p:cNvGraphicFramePr>
          <p:nvPr/>
        </p:nvGraphicFramePr>
        <p:xfrm>
          <a:off x="1895475" y="1958975"/>
          <a:ext cx="6786563" cy="1793875"/>
        </p:xfrm>
        <a:graphic>
          <a:graphicData uri="http://schemas.openxmlformats.org/presentationml/2006/ole">
            <mc:AlternateContent xmlns:mc="http://schemas.openxmlformats.org/markup-compatibility/2006">
              <mc:Choice xmlns:v="urn:schemas-microsoft-com:vml" Requires="v">
                <p:oleObj r:id="rId4" imgW="2781300" imgH="812800" progId="Equation.3">
                  <p:embed/>
                </p:oleObj>
              </mc:Choice>
              <mc:Fallback>
                <p:oleObj r:id="rId4" imgW="2781300" imgH="812800" progId="Equation.3">
                  <p:embed/>
                  <p:pic>
                    <p:nvPicPr>
                      <p:cNvPr id="0" name="图片 3646"/>
                      <p:cNvPicPr/>
                      <p:nvPr/>
                    </p:nvPicPr>
                    <p:blipFill>
                      <a:blip r:embed="rId5"/>
                      <a:stretch>
                        <a:fillRect/>
                      </a:stretch>
                    </p:blipFill>
                    <p:spPr>
                      <a:xfrm>
                        <a:off x="1895475" y="1958975"/>
                        <a:ext cx="6786563" cy="1793875"/>
                      </a:xfrm>
                      <a:prstGeom prst="rect">
                        <a:avLst/>
                      </a:prstGeom>
                      <a:noFill/>
                      <a:ln w="38100">
                        <a:noFill/>
                        <a:miter/>
                      </a:ln>
                    </p:spPr>
                  </p:pic>
                </p:oleObj>
              </mc:Fallback>
            </mc:AlternateContent>
          </a:graphicData>
        </a:graphic>
      </p:graphicFrame>
      <p:graphicFrame>
        <p:nvGraphicFramePr>
          <p:cNvPr id="143364" name="对象 56326">
            <a:hlinkClick r:id="" action="ppaction://ole?verb=0"/>
          </p:cNvPr>
          <p:cNvGraphicFramePr>
            <a:graphicFrameLocks noChangeAspect="1"/>
          </p:cNvGraphicFramePr>
          <p:nvPr/>
        </p:nvGraphicFramePr>
        <p:xfrm>
          <a:off x="1400175" y="1495425"/>
          <a:ext cx="4391025" cy="609600"/>
        </p:xfrm>
        <a:graphic>
          <a:graphicData uri="http://schemas.openxmlformats.org/presentationml/2006/ole">
            <mc:AlternateContent xmlns:mc="http://schemas.openxmlformats.org/markup-compatibility/2006">
              <mc:Choice xmlns:v="urn:schemas-microsoft-com:vml" Requires="v">
                <p:oleObj r:id="rId6" imgW="1739900" imgH="241300" progId="Equation.3">
                  <p:embed/>
                </p:oleObj>
              </mc:Choice>
              <mc:Fallback>
                <p:oleObj r:id="rId6" imgW="1739900" imgH="241300" progId="Equation.3">
                  <p:embed/>
                  <p:pic>
                    <p:nvPicPr>
                      <p:cNvPr id="0" name="图片 3640"/>
                      <p:cNvPicPr/>
                      <p:nvPr/>
                    </p:nvPicPr>
                    <p:blipFill>
                      <a:blip r:embed="rId7"/>
                      <a:stretch>
                        <a:fillRect/>
                      </a:stretch>
                    </p:blipFill>
                    <p:spPr>
                      <a:xfrm>
                        <a:off x="1400175" y="1495425"/>
                        <a:ext cx="4391025" cy="609600"/>
                      </a:xfrm>
                      <a:prstGeom prst="rect">
                        <a:avLst/>
                      </a:prstGeom>
                      <a:noFill/>
                      <a:ln w="38100">
                        <a:noFill/>
                        <a:miter/>
                      </a:ln>
                    </p:spPr>
                  </p:pic>
                </p:oleObj>
              </mc:Fallback>
            </mc:AlternateContent>
          </a:graphicData>
        </a:graphic>
      </p:graphicFrame>
      <p:sp>
        <p:nvSpPr>
          <p:cNvPr id="143365" name="文本框 56327"/>
          <p:cNvSpPr txBox="1"/>
          <p:nvPr/>
        </p:nvSpPr>
        <p:spPr>
          <a:xfrm>
            <a:off x="833438" y="1533525"/>
            <a:ext cx="566737" cy="3046413"/>
          </a:xfrm>
          <a:prstGeom prst="rect">
            <a:avLst/>
          </a:prstGeom>
          <a:noFill/>
          <a:ln w="9525">
            <a:noFill/>
          </a:ln>
        </p:spPr>
        <p:txBody>
          <a:bodyPr wrap="square" anchor="t" anchorCtr="0">
            <a:spAutoFit/>
          </a:bodyPr>
          <a:lstStyle/>
          <a:p>
            <a:pPr marL="1905" indent="-1905">
              <a:buAutoNum type="circleNumDbPlain"/>
            </a:pPr>
            <a:r>
              <a:rPr lang="zh-CN" altLang="en-US" sz="2400" dirty="0">
                <a:latin typeface="Times New Roman" panose="02020603050405020304" pitchFamily="2" charset="0"/>
                <a:ea typeface="宋体" panose="02010600030101010101" pitchFamily="2" charset="-122"/>
              </a:rPr>
              <a:t>,</a:t>
            </a:r>
          </a:p>
          <a:p>
            <a:pPr marL="1905" indent="-1905">
              <a:buAutoNum type="circleNumDbPlain"/>
            </a:pPr>
            <a:endParaRPr lang="zh-CN" altLang="en-US" sz="2400" dirty="0">
              <a:latin typeface="Times New Roman" panose="02020603050405020304" pitchFamily="2" charset="0"/>
              <a:ea typeface="宋体" panose="02010600030101010101" pitchFamily="2" charset="-122"/>
            </a:endParaRPr>
          </a:p>
          <a:p>
            <a:pPr marL="1905" indent="-1905">
              <a:buAutoNum type="circleNumDbPlain"/>
            </a:pPr>
            <a:endParaRPr lang="zh-CN" altLang="en-US" sz="2400" dirty="0">
              <a:latin typeface="Times New Roman" panose="02020603050405020304" pitchFamily="2" charset="0"/>
              <a:ea typeface="宋体" panose="02010600030101010101" pitchFamily="2" charset="-122"/>
            </a:endParaRPr>
          </a:p>
          <a:p>
            <a:pPr marL="1905" indent="-1905">
              <a:buAutoNum type="circleNumDbPlain"/>
            </a:pPr>
            <a:endParaRPr lang="zh-CN" altLang="en-US" sz="2400" dirty="0">
              <a:latin typeface="Times New Roman" panose="02020603050405020304" pitchFamily="2" charset="0"/>
              <a:ea typeface="宋体" panose="02010600030101010101" pitchFamily="2" charset="-122"/>
            </a:endParaRPr>
          </a:p>
          <a:p>
            <a:pPr marL="1905" indent="-1905">
              <a:buAutoNum type="circleNumDbPlain"/>
            </a:pPr>
            <a:endParaRPr lang="zh-CN" altLang="en-US" sz="2400" dirty="0">
              <a:latin typeface="Times New Roman" panose="02020603050405020304" pitchFamily="2" charset="0"/>
              <a:ea typeface="宋体" panose="02010600030101010101" pitchFamily="2" charset="-122"/>
            </a:endParaRPr>
          </a:p>
          <a:p>
            <a:pPr marL="1905" indent="-1905">
              <a:buAutoNum type="circleNumDbPlain"/>
            </a:pPr>
            <a:endParaRPr lang="zh-CN" altLang="en-US" sz="2400" dirty="0">
              <a:latin typeface="Times New Roman" panose="02020603050405020304" pitchFamily="2" charset="0"/>
              <a:ea typeface="宋体" panose="02010600030101010101" pitchFamily="2" charset="-122"/>
            </a:endParaRPr>
          </a:p>
          <a:p>
            <a:pPr marL="1905" indent="-1905">
              <a:buAutoNum type="circleNumDbPlain"/>
            </a:pPr>
            <a:endParaRPr lang="zh-CN" altLang="en-US" sz="2400" dirty="0">
              <a:latin typeface="Times New Roman" panose="02020603050405020304" pitchFamily="2" charset="0"/>
              <a:ea typeface="宋体" panose="02010600030101010101" pitchFamily="2" charset="-122"/>
            </a:endParaRPr>
          </a:p>
          <a:p>
            <a:pPr marL="1905" indent="-1905">
              <a:buAutoNum type="circleNumDbPlain"/>
            </a:pPr>
            <a:r>
              <a:rPr lang="zh-CN" altLang="en-US" sz="2400" dirty="0">
                <a:latin typeface="Times New Roman" panose="02020603050405020304" pitchFamily="2" charset="0"/>
                <a:ea typeface="宋体" panose="02010600030101010101" pitchFamily="2" charset="-122"/>
              </a:rPr>
              <a:t>，</a:t>
            </a:r>
          </a:p>
        </p:txBody>
      </p:sp>
      <p:graphicFrame>
        <p:nvGraphicFramePr>
          <p:cNvPr id="143366" name="对象 56328">
            <a:hlinkClick r:id="" action="ppaction://ole?verb=0"/>
          </p:cNvPr>
          <p:cNvGraphicFramePr>
            <a:graphicFrameLocks noChangeAspect="1"/>
          </p:cNvGraphicFramePr>
          <p:nvPr/>
        </p:nvGraphicFramePr>
        <p:xfrm>
          <a:off x="1317625" y="4098925"/>
          <a:ext cx="5065713" cy="552450"/>
        </p:xfrm>
        <a:graphic>
          <a:graphicData uri="http://schemas.openxmlformats.org/presentationml/2006/ole">
            <mc:AlternateContent xmlns:mc="http://schemas.openxmlformats.org/markup-compatibility/2006">
              <mc:Choice xmlns:v="urn:schemas-microsoft-com:vml" Requires="v">
                <p:oleObj r:id="rId8" imgW="2209800" imgH="228600" progId="Equation.3">
                  <p:embed/>
                </p:oleObj>
              </mc:Choice>
              <mc:Fallback>
                <p:oleObj r:id="rId8" imgW="2209800" imgH="228600" progId="Equation.3">
                  <p:embed/>
                  <p:pic>
                    <p:nvPicPr>
                      <p:cNvPr id="0" name="图片 3642"/>
                      <p:cNvPicPr/>
                      <p:nvPr/>
                    </p:nvPicPr>
                    <p:blipFill>
                      <a:blip r:embed="rId9"/>
                      <a:stretch>
                        <a:fillRect/>
                      </a:stretch>
                    </p:blipFill>
                    <p:spPr>
                      <a:xfrm>
                        <a:off x="1317625" y="4098925"/>
                        <a:ext cx="5065713" cy="552450"/>
                      </a:xfrm>
                      <a:prstGeom prst="rect">
                        <a:avLst/>
                      </a:prstGeom>
                      <a:noFill/>
                      <a:ln w="38100">
                        <a:noFill/>
                        <a:miter/>
                      </a:ln>
                    </p:spPr>
                  </p:pic>
                </p:oleObj>
              </mc:Fallback>
            </mc:AlternateContent>
          </a:graphicData>
        </a:graphic>
      </p:graphicFrame>
      <p:graphicFrame>
        <p:nvGraphicFramePr>
          <p:cNvPr id="143367" name="对象 56329"/>
          <p:cNvGraphicFramePr>
            <a:graphicFrameLocks noChangeAspect="1"/>
          </p:cNvGraphicFramePr>
          <p:nvPr/>
        </p:nvGraphicFramePr>
        <p:xfrm>
          <a:off x="1804988" y="4722813"/>
          <a:ext cx="5421312" cy="1828800"/>
        </p:xfrm>
        <a:graphic>
          <a:graphicData uri="http://schemas.openxmlformats.org/presentationml/2006/ole">
            <mc:AlternateContent xmlns:mc="http://schemas.openxmlformats.org/markup-compatibility/2006">
              <mc:Choice xmlns:v="urn:schemas-microsoft-com:vml" Requires="v">
                <p:oleObj r:id="rId10" imgW="2209800" imgH="838200" progId="Equation.3">
                  <p:embed/>
                </p:oleObj>
              </mc:Choice>
              <mc:Fallback>
                <p:oleObj r:id="rId10" imgW="2209800" imgH="838200" progId="Equation.3">
                  <p:embed/>
                  <p:pic>
                    <p:nvPicPr>
                      <p:cNvPr id="0" name="图片 3645"/>
                      <p:cNvPicPr/>
                      <p:nvPr/>
                    </p:nvPicPr>
                    <p:blipFill>
                      <a:blip r:embed="rId11"/>
                      <a:stretch>
                        <a:fillRect/>
                      </a:stretch>
                    </p:blipFill>
                    <p:spPr>
                      <a:xfrm>
                        <a:off x="1804988" y="4722813"/>
                        <a:ext cx="5421312" cy="1828800"/>
                      </a:xfrm>
                      <a:prstGeom prst="rect">
                        <a:avLst/>
                      </a:prstGeom>
                      <a:noFill/>
                      <a:ln w="38100">
                        <a:noFill/>
                        <a:miter/>
                      </a:ln>
                    </p:spPr>
                  </p:pic>
                </p:oleObj>
              </mc:Fallback>
            </mc:AlternateContent>
          </a:graphicData>
        </a:graphic>
      </p:graphicFrame>
      <p:sp>
        <p:nvSpPr>
          <p:cNvPr id="143368" name="文本框 55304"/>
          <p:cNvSpPr txBox="1"/>
          <p:nvPr/>
        </p:nvSpPr>
        <p:spPr>
          <a:xfrm>
            <a:off x="920750" y="2105025"/>
            <a:ext cx="974725" cy="460375"/>
          </a:xfrm>
          <a:prstGeom prst="rect">
            <a:avLst/>
          </a:prstGeom>
          <a:noFill/>
          <a:ln w="9525">
            <a:noFill/>
          </a:ln>
        </p:spPr>
        <p:txBody>
          <a:bodyPr wrap="square" anchor="t" anchorCtr="0">
            <a:spAutoFit/>
          </a:bodyPr>
          <a:lstStyle/>
          <a:p>
            <a:r>
              <a:rPr lang="zh-CN" altLang="en-US" sz="2400" b="1" dirty="0">
                <a:latin typeface="Times New Roman" panose="02020603050405020304" pitchFamily="2" charset="0"/>
                <a:ea typeface="宋体" panose="02010600030101010101" pitchFamily="2" charset="-122"/>
                <a:sym typeface="Arial" panose="020B0604020202020204" pitchFamily="34" charset="0"/>
              </a:rPr>
              <a:t>其中，</a:t>
            </a:r>
          </a:p>
        </p:txBody>
      </p:sp>
      <p:sp>
        <p:nvSpPr>
          <p:cNvPr id="143369" name="文本框 55304"/>
          <p:cNvSpPr txBox="1"/>
          <p:nvPr/>
        </p:nvSpPr>
        <p:spPr>
          <a:xfrm>
            <a:off x="904875" y="4886325"/>
            <a:ext cx="974725" cy="460375"/>
          </a:xfrm>
          <a:prstGeom prst="rect">
            <a:avLst/>
          </a:prstGeom>
          <a:noFill/>
          <a:ln w="9525">
            <a:noFill/>
          </a:ln>
        </p:spPr>
        <p:txBody>
          <a:bodyPr wrap="square" anchor="t" anchorCtr="0">
            <a:spAutoFit/>
          </a:bodyPr>
          <a:lstStyle/>
          <a:p>
            <a:r>
              <a:rPr lang="zh-CN" altLang="en-US" sz="2400" b="1" dirty="0">
                <a:latin typeface="Times New Roman" panose="02020603050405020304" pitchFamily="2" charset="0"/>
                <a:ea typeface="宋体" panose="02010600030101010101" pitchFamily="2" charset="-122"/>
                <a:sym typeface="Arial" panose="020B0604020202020204" pitchFamily="34" charset="0"/>
              </a:rPr>
              <a:t>其中，</a:t>
            </a:r>
          </a:p>
        </p:txBody>
      </p:sp>
      <mc:AlternateContent xmlns:mc="http://schemas.openxmlformats.org/markup-compatibility/2006" xmlns:p14="http://schemas.microsoft.com/office/powerpoint/2010/main">
        <mc:Choice Requires="p14">
          <p:contentPart p14:bwMode="auto" r:id="rId12">
            <p14:nvContentPartPr>
              <p14:cNvPr id="2" name="墨迹 1">
                <a:extLst>
                  <a:ext uri="{FF2B5EF4-FFF2-40B4-BE49-F238E27FC236}">
                    <a16:creationId xmlns:a16="http://schemas.microsoft.com/office/drawing/2014/main" id="{2512F16D-9C91-F96B-96CB-CDF3CB00C5CC}"/>
                  </a:ext>
                </a:extLst>
              </p14:cNvPr>
              <p14:cNvContentPartPr/>
              <p14:nvPr/>
            </p14:nvContentPartPr>
            <p14:xfrm>
              <a:off x="1468585" y="2104985"/>
              <a:ext cx="4230360" cy="57960"/>
            </p14:xfrm>
          </p:contentPart>
        </mc:Choice>
        <mc:Fallback xmlns="">
          <p:pic>
            <p:nvPicPr>
              <p:cNvPr id="2" name="墨迹 1">
                <a:extLst>
                  <a:ext uri="{FF2B5EF4-FFF2-40B4-BE49-F238E27FC236}">
                    <a16:creationId xmlns:a16="http://schemas.microsoft.com/office/drawing/2014/main" id="{2512F16D-9C91-F96B-96CB-CDF3CB00C5CC}"/>
                  </a:ext>
                </a:extLst>
              </p:cNvPr>
              <p:cNvPicPr/>
              <p:nvPr/>
            </p:nvPicPr>
            <p:blipFill>
              <a:blip r:embed="rId13"/>
              <a:stretch>
                <a:fillRect/>
              </a:stretch>
            </p:blipFill>
            <p:spPr>
              <a:xfrm>
                <a:off x="1450585" y="2087345"/>
                <a:ext cx="4266000" cy="9360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3" name="墨迹 2">
                <a:extLst>
                  <a:ext uri="{FF2B5EF4-FFF2-40B4-BE49-F238E27FC236}">
                    <a16:creationId xmlns:a16="http://schemas.microsoft.com/office/drawing/2014/main" id="{37B9FDCB-2DFB-A650-162E-23C20BF6D910}"/>
                  </a:ext>
                </a:extLst>
              </p14:cNvPr>
              <p14:cNvContentPartPr/>
              <p14:nvPr/>
            </p14:nvContentPartPr>
            <p14:xfrm>
              <a:off x="1985905" y="3526985"/>
              <a:ext cx="3014280" cy="95040"/>
            </p14:xfrm>
          </p:contentPart>
        </mc:Choice>
        <mc:Fallback xmlns="">
          <p:pic>
            <p:nvPicPr>
              <p:cNvPr id="3" name="墨迹 2">
                <a:extLst>
                  <a:ext uri="{FF2B5EF4-FFF2-40B4-BE49-F238E27FC236}">
                    <a16:creationId xmlns:a16="http://schemas.microsoft.com/office/drawing/2014/main" id="{37B9FDCB-2DFB-A650-162E-23C20BF6D910}"/>
                  </a:ext>
                </a:extLst>
              </p:cNvPr>
              <p:cNvPicPr/>
              <p:nvPr/>
            </p:nvPicPr>
            <p:blipFill>
              <a:blip r:embed="rId15"/>
              <a:stretch>
                <a:fillRect/>
              </a:stretch>
            </p:blipFill>
            <p:spPr>
              <a:xfrm>
                <a:off x="1967905" y="3509345"/>
                <a:ext cx="3049920" cy="130680"/>
              </a:xfrm>
              <a:prstGeom prst="rect">
                <a:avLst/>
              </a:prstGeom>
            </p:spPr>
          </p:pic>
        </mc:Fallback>
      </mc:AlternateContent>
    </p:spTree>
  </p:cSld>
  <p:clrMapOvr>
    <a:masterClrMapping/>
  </p:clrMapOvr>
  <p:transition/>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385" name="Rectangle 3"/>
          <p:cNvSpPr/>
          <p:nvPr/>
        </p:nvSpPr>
        <p:spPr>
          <a:xfrm>
            <a:off x="684213" y="260350"/>
            <a:ext cx="7793037" cy="946150"/>
          </a:xfrm>
          <a:prstGeom prst="rect">
            <a:avLst/>
          </a:prstGeom>
          <a:noFill/>
          <a:ln w="9525">
            <a:noFill/>
          </a:ln>
        </p:spPr>
        <p:txBody>
          <a:bodyPr wrap="square" lIns="90000" tIns="46800" rIns="90000" bIns="46800" anchor="t" anchorCtr="0">
            <a:spAutoFit/>
          </a:bodyPr>
          <a:lstStyle/>
          <a:p>
            <a:endParaRPr lang="zh-CN" altLang="en-US" sz="2800" dirty="0">
              <a:latin typeface="Tahoma" panose="020B0604030504040204" pitchFamily="2" charset="0"/>
              <a:ea typeface="黑体" panose="02010609060101010101" pitchFamily="2" charset="-122"/>
            </a:endParaRPr>
          </a:p>
          <a:p>
            <a:pPr>
              <a:buClr>
                <a:schemeClr val="hlink"/>
              </a:buClr>
              <a:buSzPct val="120000"/>
              <a:buFont typeface="Wingdings" panose="05000000000000000000" pitchFamily="2" charset="2"/>
            </a:pPr>
            <a:r>
              <a:rPr lang="zh-CN" altLang="en-US" sz="2800" dirty="0">
                <a:solidFill>
                  <a:srgbClr val="3366FF"/>
                </a:solidFill>
                <a:latin typeface="Times New Roman" panose="02020603050405020304" pitchFamily="2" charset="0"/>
                <a:ea typeface="黑体" panose="02010609060101010101" pitchFamily="2" charset="-122"/>
              </a:rPr>
              <a:t>对称性1：</a:t>
            </a:r>
            <a:endParaRPr lang="en-US" altLang="zh-CN" sz="2800" dirty="0">
              <a:solidFill>
                <a:srgbClr val="3366FF"/>
              </a:solidFill>
              <a:latin typeface="Times New Roman" panose="02020603050405020304" pitchFamily="2" charset="0"/>
              <a:ea typeface="黑体" panose="02010609060101010101" pitchFamily="2" charset="-122"/>
            </a:endParaRPr>
          </a:p>
        </p:txBody>
      </p:sp>
      <p:sp>
        <p:nvSpPr>
          <p:cNvPr id="144386" name="Rectangle 11"/>
          <p:cNvSpPr/>
          <p:nvPr/>
        </p:nvSpPr>
        <p:spPr>
          <a:xfrm>
            <a:off x="0" y="0"/>
            <a:ext cx="9144000" cy="0"/>
          </a:xfrm>
          <a:prstGeom prst="rect">
            <a:avLst/>
          </a:prstGeom>
          <a:noFill/>
          <a:ln w="9525">
            <a:noFill/>
          </a:ln>
        </p:spPr>
        <p:txBody>
          <a:bodyPr wrap="none" lIns="90000" tIns="46800" rIns="90000" bIns="46800" anchor="ctr" anchorCtr="0">
            <a:spAutoFit/>
          </a:bodyPr>
          <a:lstStyle/>
          <a:p>
            <a:endParaRPr lang="zh-CN" altLang="en-US" dirty="0">
              <a:latin typeface="Times New Roman" panose="02020603050405020304" pitchFamily="2" charset="0"/>
              <a:ea typeface="宋体" panose="02010600030101010101" pitchFamily="2" charset="-122"/>
            </a:endParaRPr>
          </a:p>
        </p:txBody>
      </p:sp>
      <p:graphicFrame>
        <p:nvGraphicFramePr>
          <p:cNvPr id="144387" name="对象 57348">
            <a:hlinkClick r:id="" action="ppaction://ole?verb=0"/>
          </p:cNvPr>
          <p:cNvGraphicFramePr>
            <a:graphicFrameLocks noChangeAspect="1"/>
          </p:cNvGraphicFramePr>
          <p:nvPr/>
        </p:nvGraphicFramePr>
        <p:xfrm>
          <a:off x="1839913" y="3432175"/>
          <a:ext cx="4805362" cy="608013"/>
        </p:xfrm>
        <a:graphic>
          <a:graphicData uri="http://schemas.openxmlformats.org/presentationml/2006/ole">
            <mc:AlternateContent xmlns:mc="http://schemas.openxmlformats.org/markup-compatibility/2006">
              <mc:Choice xmlns:v="urn:schemas-microsoft-com:vml" Requires="v">
                <p:oleObj r:id="rId2" imgW="1714500" imgH="215900" progId="Equation.3">
                  <p:embed/>
                </p:oleObj>
              </mc:Choice>
              <mc:Fallback>
                <p:oleObj r:id="rId2" imgW="1714500" imgH="215900" progId="Equation.3">
                  <p:embed/>
                  <p:pic>
                    <p:nvPicPr>
                      <p:cNvPr id="0" name="图片 3650"/>
                      <p:cNvPicPr/>
                      <p:nvPr/>
                    </p:nvPicPr>
                    <p:blipFill>
                      <a:blip r:embed="rId3"/>
                      <a:stretch>
                        <a:fillRect/>
                      </a:stretch>
                    </p:blipFill>
                    <p:spPr>
                      <a:xfrm>
                        <a:off x="1839913" y="3432175"/>
                        <a:ext cx="4805362" cy="608013"/>
                      </a:xfrm>
                      <a:prstGeom prst="rect">
                        <a:avLst/>
                      </a:prstGeom>
                      <a:noFill/>
                      <a:ln w="38100">
                        <a:noFill/>
                        <a:miter/>
                      </a:ln>
                    </p:spPr>
                  </p:pic>
                </p:oleObj>
              </mc:Fallback>
            </mc:AlternateContent>
          </a:graphicData>
        </a:graphic>
      </p:graphicFrame>
      <p:graphicFrame>
        <p:nvGraphicFramePr>
          <p:cNvPr id="144388" name="对象 57349">
            <a:hlinkClick r:id="" action="ppaction://ole?verb=0"/>
          </p:cNvPr>
          <p:cNvGraphicFramePr>
            <a:graphicFrameLocks noChangeAspect="1"/>
          </p:cNvGraphicFramePr>
          <p:nvPr/>
        </p:nvGraphicFramePr>
        <p:xfrm>
          <a:off x="1603375" y="4510088"/>
          <a:ext cx="5214938" cy="682625"/>
        </p:xfrm>
        <a:graphic>
          <a:graphicData uri="http://schemas.openxmlformats.org/presentationml/2006/ole">
            <mc:AlternateContent xmlns:mc="http://schemas.openxmlformats.org/markup-compatibility/2006">
              <mc:Choice xmlns:v="urn:schemas-microsoft-com:vml" Requires="v">
                <p:oleObj r:id="rId4" imgW="1943100" imgH="254000" progId="Equation.3">
                  <p:embed/>
                </p:oleObj>
              </mc:Choice>
              <mc:Fallback>
                <p:oleObj r:id="rId4" imgW="1943100" imgH="254000" progId="Equation.3">
                  <p:embed/>
                  <p:pic>
                    <p:nvPicPr>
                      <p:cNvPr id="0" name="图片 3651"/>
                      <p:cNvPicPr/>
                      <p:nvPr/>
                    </p:nvPicPr>
                    <p:blipFill>
                      <a:blip r:embed="rId5"/>
                      <a:stretch>
                        <a:fillRect/>
                      </a:stretch>
                    </p:blipFill>
                    <p:spPr>
                      <a:xfrm>
                        <a:off x="1603375" y="4510088"/>
                        <a:ext cx="5214938" cy="682625"/>
                      </a:xfrm>
                      <a:prstGeom prst="rect">
                        <a:avLst/>
                      </a:prstGeom>
                      <a:noFill/>
                      <a:ln w="38100">
                        <a:noFill/>
                        <a:miter/>
                      </a:ln>
                    </p:spPr>
                  </p:pic>
                </p:oleObj>
              </mc:Fallback>
            </mc:AlternateContent>
          </a:graphicData>
        </a:graphic>
      </p:graphicFrame>
      <p:sp>
        <p:nvSpPr>
          <p:cNvPr id="144389" name="左右箭头 57350"/>
          <p:cNvSpPr/>
          <p:nvPr/>
        </p:nvSpPr>
        <p:spPr>
          <a:xfrm rot="5400000" flipH="1">
            <a:off x="2349500" y="4162425"/>
            <a:ext cx="514350" cy="180975"/>
          </a:xfrm>
          <a:prstGeom prst="leftRightArrow">
            <a:avLst>
              <a:gd name="adj1" fmla="val 50000"/>
              <a:gd name="adj2" fmla="val 56750"/>
            </a:avLst>
          </a:prstGeom>
          <a:solidFill>
            <a:schemeClr val="accent1"/>
          </a:solidFill>
          <a:ln w="12700" cap="sq" cmpd="sng">
            <a:solidFill>
              <a:schemeClr val="tx1"/>
            </a:solidFill>
            <a:prstDash val="solid"/>
            <a:miter/>
            <a:headEnd type="none" w="med" len="med"/>
            <a:tailEnd type="none" w="med" len="med"/>
          </a:ln>
        </p:spPr>
        <p:txBody>
          <a:bodyPr anchor="t" anchorCtr="0"/>
          <a:lstStyle/>
          <a:p>
            <a:endParaRPr lang="zh-CN" altLang="en-US">
              <a:latin typeface="Times New Roman" panose="02020603050405020304" pitchFamily="2" charset="0"/>
              <a:ea typeface="宋体" panose="02010600030101010101" pitchFamily="2" charset="-122"/>
            </a:endParaRPr>
          </a:p>
        </p:txBody>
      </p:sp>
      <p:sp>
        <p:nvSpPr>
          <p:cNvPr id="144390" name="左右箭头 57351"/>
          <p:cNvSpPr/>
          <p:nvPr/>
        </p:nvSpPr>
        <p:spPr>
          <a:xfrm rot="5400000" flipH="1">
            <a:off x="3862388" y="4162425"/>
            <a:ext cx="514350" cy="180975"/>
          </a:xfrm>
          <a:prstGeom prst="leftRightArrow">
            <a:avLst>
              <a:gd name="adj1" fmla="val 50000"/>
              <a:gd name="adj2" fmla="val 56750"/>
            </a:avLst>
          </a:prstGeom>
          <a:solidFill>
            <a:schemeClr val="accent1"/>
          </a:solidFill>
          <a:ln w="12700" cap="sq" cmpd="sng">
            <a:solidFill>
              <a:schemeClr val="tx1"/>
            </a:solidFill>
            <a:prstDash val="solid"/>
            <a:miter/>
            <a:headEnd type="none" w="med" len="med"/>
            <a:tailEnd type="none" w="med" len="med"/>
          </a:ln>
        </p:spPr>
        <p:txBody>
          <a:bodyPr anchor="t" anchorCtr="0"/>
          <a:lstStyle/>
          <a:p>
            <a:endParaRPr lang="zh-CN" altLang="en-US">
              <a:latin typeface="Times New Roman" panose="02020603050405020304" pitchFamily="2" charset="0"/>
              <a:ea typeface="宋体" panose="02010600030101010101" pitchFamily="2" charset="-122"/>
            </a:endParaRPr>
          </a:p>
        </p:txBody>
      </p:sp>
      <p:sp>
        <p:nvSpPr>
          <p:cNvPr id="144391" name="左右箭头 57352"/>
          <p:cNvSpPr/>
          <p:nvPr/>
        </p:nvSpPr>
        <p:spPr>
          <a:xfrm rot="5400000" flipH="1">
            <a:off x="5411788" y="4175125"/>
            <a:ext cx="514350" cy="180975"/>
          </a:xfrm>
          <a:prstGeom prst="leftRightArrow">
            <a:avLst>
              <a:gd name="adj1" fmla="val 50000"/>
              <a:gd name="adj2" fmla="val 56750"/>
            </a:avLst>
          </a:prstGeom>
          <a:solidFill>
            <a:schemeClr val="accent1"/>
          </a:solidFill>
          <a:ln w="12700" cap="sq" cmpd="sng">
            <a:solidFill>
              <a:schemeClr val="tx1"/>
            </a:solidFill>
            <a:prstDash val="solid"/>
            <a:miter/>
            <a:headEnd type="none" w="med" len="med"/>
            <a:tailEnd type="none" w="med" len="med"/>
          </a:ln>
        </p:spPr>
        <p:txBody>
          <a:bodyPr anchor="t" anchorCtr="0"/>
          <a:lstStyle/>
          <a:p>
            <a:endParaRPr lang="zh-CN" altLang="en-US">
              <a:latin typeface="Times New Roman" panose="02020603050405020304" pitchFamily="2" charset="0"/>
              <a:ea typeface="宋体" panose="02010600030101010101" pitchFamily="2" charset="-122"/>
            </a:endParaRPr>
          </a:p>
        </p:txBody>
      </p:sp>
      <p:graphicFrame>
        <p:nvGraphicFramePr>
          <p:cNvPr id="144392" name="对象 57353">
            <a:hlinkClick r:id="" action="ppaction://ole?verb=0"/>
          </p:cNvPr>
          <p:cNvGraphicFramePr>
            <a:graphicFrameLocks noChangeAspect="1"/>
          </p:cNvGraphicFramePr>
          <p:nvPr/>
        </p:nvGraphicFramePr>
        <p:xfrm>
          <a:off x="865188" y="1236663"/>
          <a:ext cx="7580312" cy="944562"/>
        </p:xfrm>
        <a:graphic>
          <a:graphicData uri="http://schemas.openxmlformats.org/presentationml/2006/ole">
            <mc:AlternateContent xmlns:mc="http://schemas.openxmlformats.org/markup-compatibility/2006">
              <mc:Choice xmlns:v="urn:schemas-microsoft-com:vml" Requires="v">
                <p:oleObj r:id="rId6" imgW="3568700" imgH="444500" progId="Equation.3">
                  <p:embed/>
                </p:oleObj>
              </mc:Choice>
              <mc:Fallback>
                <p:oleObj r:id="rId6" imgW="3568700" imgH="444500" progId="Equation.3">
                  <p:embed/>
                  <p:pic>
                    <p:nvPicPr>
                      <p:cNvPr id="0" name="图片 3656"/>
                      <p:cNvPicPr/>
                      <p:nvPr/>
                    </p:nvPicPr>
                    <p:blipFill>
                      <a:blip r:embed="rId7"/>
                      <a:stretch>
                        <a:fillRect/>
                      </a:stretch>
                    </p:blipFill>
                    <p:spPr>
                      <a:xfrm>
                        <a:off x="865188" y="1236663"/>
                        <a:ext cx="7580312" cy="944562"/>
                      </a:xfrm>
                      <a:prstGeom prst="rect">
                        <a:avLst/>
                      </a:prstGeom>
                      <a:noFill/>
                      <a:ln w="38100">
                        <a:noFill/>
                        <a:miter/>
                      </a:ln>
                    </p:spPr>
                  </p:pic>
                </p:oleObj>
              </mc:Fallback>
            </mc:AlternateContent>
          </a:graphicData>
        </a:graphic>
      </p:graphicFrame>
      <p:graphicFrame>
        <p:nvGraphicFramePr>
          <p:cNvPr id="144393" name="对象 57354">
            <a:hlinkClick r:id="" action="ppaction://ole?verb=0"/>
          </p:cNvPr>
          <p:cNvGraphicFramePr>
            <a:graphicFrameLocks noChangeAspect="1"/>
          </p:cNvGraphicFramePr>
          <p:nvPr/>
        </p:nvGraphicFramePr>
        <p:xfrm>
          <a:off x="793750" y="2179638"/>
          <a:ext cx="7954963" cy="963612"/>
        </p:xfrm>
        <a:graphic>
          <a:graphicData uri="http://schemas.openxmlformats.org/presentationml/2006/ole">
            <mc:AlternateContent xmlns:mc="http://schemas.openxmlformats.org/markup-compatibility/2006">
              <mc:Choice xmlns:v="urn:schemas-microsoft-com:vml" Requires="v">
                <p:oleObj r:id="rId8" imgW="3670300" imgH="444500" progId="Equation.3">
                  <p:embed/>
                </p:oleObj>
              </mc:Choice>
              <mc:Fallback>
                <p:oleObj r:id="rId8" imgW="3670300" imgH="444500" progId="Equation.3">
                  <p:embed/>
                  <p:pic>
                    <p:nvPicPr>
                      <p:cNvPr id="0" name="图片 3655"/>
                      <p:cNvPicPr/>
                      <p:nvPr/>
                    </p:nvPicPr>
                    <p:blipFill>
                      <a:blip r:embed="rId9"/>
                      <a:stretch>
                        <a:fillRect/>
                      </a:stretch>
                    </p:blipFill>
                    <p:spPr>
                      <a:xfrm>
                        <a:off x="793750" y="2179638"/>
                        <a:ext cx="7954963" cy="963612"/>
                      </a:xfrm>
                      <a:prstGeom prst="rect">
                        <a:avLst/>
                      </a:prstGeom>
                      <a:noFill/>
                      <a:ln w="38100">
                        <a:noFill/>
                        <a:miter/>
                      </a:ln>
                    </p:spPr>
                  </p:pic>
                </p:oleObj>
              </mc:Fallback>
            </mc:AlternateContent>
          </a:graphicData>
        </a:graphic>
      </p:graphicFrame>
      <p:sp>
        <p:nvSpPr>
          <p:cNvPr id="144394" name="文本框 57355"/>
          <p:cNvSpPr txBox="1"/>
          <p:nvPr/>
        </p:nvSpPr>
        <p:spPr>
          <a:xfrm>
            <a:off x="800100" y="5334000"/>
            <a:ext cx="7677150" cy="1198563"/>
          </a:xfrm>
          <a:prstGeom prst="rect">
            <a:avLst/>
          </a:prstGeom>
          <a:noFill/>
          <a:ln w="9525">
            <a:noFill/>
          </a:ln>
        </p:spPr>
        <p:txBody>
          <a:bodyPr wrap="square" anchor="t" anchorCtr="0">
            <a:spAutoFit/>
          </a:bodyPr>
          <a:lstStyle/>
          <a:p>
            <a:r>
              <a:rPr lang="zh-CN" altLang="en-US" sz="2400" b="1" u="sng" dirty="0">
                <a:solidFill>
                  <a:srgbClr val="C00000"/>
                </a:solidFill>
                <a:latin typeface="宋体" panose="02010600030101010101" pitchFamily="2" charset="-122"/>
                <a:ea typeface="宋体" panose="02010600030101010101" pitchFamily="2" charset="-122"/>
              </a:rPr>
              <a:t>序列实部</a:t>
            </a:r>
            <a:r>
              <a:rPr lang="zh-CN" altLang="en-US" sz="2400" b="1" dirty="0">
                <a:latin typeface="宋体" panose="02010600030101010101" pitchFamily="2" charset="-122"/>
                <a:ea typeface="宋体" panose="02010600030101010101" pitchFamily="2" charset="-122"/>
              </a:rPr>
              <a:t>的傅里叶变换等于序列傅里叶变换的</a:t>
            </a:r>
            <a:r>
              <a:rPr lang="zh-CN" altLang="en-US" sz="2400" b="1" u="sng" dirty="0">
                <a:solidFill>
                  <a:srgbClr val="C00000"/>
                </a:solidFill>
                <a:latin typeface="宋体" panose="02010600030101010101" pitchFamily="2" charset="-122"/>
                <a:ea typeface="宋体" panose="02010600030101010101" pitchFamily="2" charset="-122"/>
              </a:rPr>
              <a:t>共轭对称分量</a:t>
            </a:r>
            <a:r>
              <a:rPr lang="zh-CN" altLang="en-US" sz="2400" b="1" dirty="0">
                <a:solidFill>
                  <a:srgbClr val="C00000"/>
                </a:solidFill>
                <a:latin typeface="宋体" panose="02010600030101010101" pitchFamily="2" charset="-122"/>
                <a:ea typeface="宋体" panose="02010600030101010101" pitchFamily="2" charset="-122"/>
              </a:rPr>
              <a:t>，</a:t>
            </a:r>
            <a:r>
              <a:rPr lang="zh-CN" altLang="en-US" sz="2400" b="1" u="sng" dirty="0">
                <a:solidFill>
                  <a:srgbClr val="C00000"/>
                </a:solidFill>
                <a:latin typeface="宋体" panose="02010600030101010101" pitchFamily="2" charset="-122"/>
                <a:ea typeface="宋体" panose="02010600030101010101" pitchFamily="2" charset="-122"/>
              </a:rPr>
              <a:t>虚部乘j</a:t>
            </a:r>
            <a:r>
              <a:rPr lang="zh-CN" altLang="en-US" sz="2400" b="1" dirty="0">
                <a:latin typeface="宋体" panose="02010600030101010101" pitchFamily="2" charset="-122"/>
                <a:ea typeface="宋体" panose="02010600030101010101" pitchFamily="2" charset="-122"/>
              </a:rPr>
              <a:t>的傅里叶变换等于序列傅里叶变换的</a:t>
            </a:r>
            <a:r>
              <a:rPr lang="zh-CN" altLang="en-US" sz="2400" b="1" u="sng" dirty="0">
                <a:solidFill>
                  <a:srgbClr val="C00000"/>
                </a:solidFill>
                <a:latin typeface="宋体" panose="02010600030101010101" pitchFamily="2" charset="-122"/>
                <a:ea typeface="宋体" panose="02010600030101010101" pitchFamily="2" charset="-122"/>
              </a:rPr>
              <a:t>共轭反对称分量</a:t>
            </a:r>
          </a:p>
        </p:txBody>
      </p:sp>
      <p:sp>
        <p:nvSpPr>
          <p:cNvPr id="2" name="矩形 1"/>
          <p:cNvSpPr/>
          <p:nvPr/>
        </p:nvSpPr>
        <p:spPr>
          <a:xfrm>
            <a:off x="4860925" y="3432175"/>
            <a:ext cx="1854200" cy="563563"/>
          </a:xfrm>
          <a:prstGeom prst="rect">
            <a:avLst/>
          </a:prstGeom>
          <a:noFill/>
          <a:ln>
            <a:solidFill>
              <a:srgbClr val="FF0000"/>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endParaRPr lang="zh-CN" altLang="en-US" strike="noStrike" noProof="1"/>
          </a:p>
        </p:txBody>
      </p:sp>
      <mc:AlternateContent xmlns:mc="http://schemas.openxmlformats.org/markup-compatibility/2006" xmlns:p14="http://schemas.microsoft.com/office/powerpoint/2010/main">
        <mc:Choice Requires="p14">
          <p:contentPart p14:bwMode="auto" r:id="rId10">
            <p14:nvContentPartPr>
              <p14:cNvPr id="6" name="墨迹 5">
                <a:extLst>
                  <a:ext uri="{FF2B5EF4-FFF2-40B4-BE49-F238E27FC236}">
                    <a16:creationId xmlns:a16="http://schemas.microsoft.com/office/drawing/2014/main" id="{2A8F0D18-7C1C-9FED-E09A-720368EFF017}"/>
                  </a:ext>
                </a:extLst>
              </p14:cNvPr>
              <p14:cNvContentPartPr/>
              <p14:nvPr/>
            </p14:nvContentPartPr>
            <p14:xfrm>
              <a:off x="960625" y="5698505"/>
              <a:ext cx="6132240" cy="48240"/>
            </p14:xfrm>
          </p:contentPart>
        </mc:Choice>
        <mc:Fallback xmlns="">
          <p:pic>
            <p:nvPicPr>
              <p:cNvPr id="6" name="墨迹 5">
                <a:extLst>
                  <a:ext uri="{FF2B5EF4-FFF2-40B4-BE49-F238E27FC236}">
                    <a16:creationId xmlns:a16="http://schemas.microsoft.com/office/drawing/2014/main" id="{2A8F0D18-7C1C-9FED-E09A-720368EFF017}"/>
                  </a:ext>
                </a:extLst>
              </p:cNvPr>
              <p:cNvPicPr/>
              <p:nvPr/>
            </p:nvPicPr>
            <p:blipFill>
              <a:blip r:embed="rId11"/>
              <a:stretch>
                <a:fillRect/>
              </a:stretch>
            </p:blipFill>
            <p:spPr>
              <a:xfrm>
                <a:off x="942625" y="5680505"/>
                <a:ext cx="6167880" cy="83880"/>
              </a:xfrm>
              <a:prstGeom prst="rect">
                <a:avLst/>
              </a:prstGeom>
            </p:spPr>
          </p:pic>
        </mc:Fallback>
      </mc:AlternateContent>
      <p:grpSp>
        <p:nvGrpSpPr>
          <p:cNvPr id="9" name="组合 8">
            <a:extLst>
              <a:ext uri="{FF2B5EF4-FFF2-40B4-BE49-F238E27FC236}">
                <a16:creationId xmlns:a16="http://schemas.microsoft.com/office/drawing/2014/main" id="{92D4F3BD-76B4-1BE6-7A0E-274529082F40}"/>
              </a:ext>
            </a:extLst>
          </p:cNvPr>
          <p:cNvGrpSpPr/>
          <p:nvPr/>
        </p:nvGrpSpPr>
        <p:grpSpPr>
          <a:xfrm>
            <a:off x="2679985" y="1994825"/>
            <a:ext cx="5678640" cy="277560"/>
            <a:chOff x="2679985" y="1994825"/>
            <a:chExt cx="5678640" cy="277560"/>
          </a:xfrm>
        </p:grpSpPr>
        <mc:AlternateContent xmlns:mc="http://schemas.openxmlformats.org/markup-compatibility/2006" xmlns:p14="http://schemas.microsoft.com/office/powerpoint/2010/main">
          <mc:Choice Requires="p14">
            <p:contentPart p14:bwMode="auto" r:id="rId12">
              <p14:nvContentPartPr>
                <p14:cNvPr id="3" name="墨迹 2">
                  <a:extLst>
                    <a:ext uri="{FF2B5EF4-FFF2-40B4-BE49-F238E27FC236}">
                      <a16:creationId xmlns:a16="http://schemas.microsoft.com/office/drawing/2014/main" id="{85A1B485-0035-3152-A5C9-A445117F8A07}"/>
                    </a:ext>
                  </a:extLst>
                </p14:cNvPr>
                <p14:cNvContentPartPr/>
                <p14:nvPr/>
              </p14:nvContentPartPr>
              <p14:xfrm>
                <a:off x="2679985" y="2004185"/>
                <a:ext cx="237960" cy="140040"/>
              </p14:xfrm>
            </p:contentPart>
          </mc:Choice>
          <mc:Fallback xmlns="">
            <p:pic>
              <p:nvPicPr>
                <p:cNvPr id="3" name="墨迹 2">
                  <a:extLst>
                    <a:ext uri="{FF2B5EF4-FFF2-40B4-BE49-F238E27FC236}">
                      <a16:creationId xmlns:a16="http://schemas.microsoft.com/office/drawing/2014/main" id="{85A1B485-0035-3152-A5C9-A445117F8A07}"/>
                    </a:ext>
                  </a:extLst>
                </p:cNvPr>
                <p:cNvPicPr/>
                <p:nvPr/>
              </p:nvPicPr>
              <p:blipFill>
                <a:blip r:embed="rId13"/>
                <a:stretch>
                  <a:fillRect/>
                </a:stretch>
              </p:blipFill>
              <p:spPr>
                <a:xfrm>
                  <a:off x="2661985" y="1986185"/>
                  <a:ext cx="273600" cy="17568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4" name="墨迹 3">
                  <a:extLst>
                    <a:ext uri="{FF2B5EF4-FFF2-40B4-BE49-F238E27FC236}">
                      <a16:creationId xmlns:a16="http://schemas.microsoft.com/office/drawing/2014/main" id="{43824A7A-CFCA-7D2F-6F06-33C20D6AEADD}"/>
                    </a:ext>
                  </a:extLst>
                </p14:cNvPr>
                <p14:cNvContentPartPr/>
                <p14:nvPr/>
              </p14:nvContentPartPr>
              <p14:xfrm>
                <a:off x="2807425" y="1994825"/>
                <a:ext cx="117000" cy="131760"/>
              </p14:xfrm>
            </p:contentPart>
          </mc:Choice>
          <mc:Fallback xmlns="">
            <p:pic>
              <p:nvPicPr>
                <p:cNvPr id="4" name="墨迹 3">
                  <a:extLst>
                    <a:ext uri="{FF2B5EF4-FFF2-40B4-BE49-F238E27FC236}">
                      <a16:creationId xmlns:a16="http://schemas.microsoft.com/office/drawing/2014/main" id="{43824A7A-CFCA-7D2F-6F06-33C20D6AEADD}"/>
                    </a:ext>
                  </a:extLst>
                </p:cNvPr>
                <p:cNvPicPr/>
                <p:nvPr/>
              </p:nvPicPr>
              <p:blipFill>
                <a:blip r:embed="rId15"/>
                <a:stretch>
                  <a:fillRect/>
                </a:stretch>
              </p:blipFill>
              <p:spPr>
                <a:xfrm>
                  <a:off x="2789785" y="1977185"/>
                  <a:ext cx="152640" cy="16740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7" name="墨迹 6">
                  <a:extLst>
                    <a:ext uri="{FF2B5EF4-FFF2-40B4-BE49-F238E27FC236}">
                      <a16:creationId xmlns:a16="http://schemas.microsoft.com/office/drawing/2014/main" id="{0EEA6C91-EFBF-B419-0194-41BB23E28476}"/>
                    </a:ext>
                  </a:extLst>
                </p14:cNvPr>
                <p14:cNvContentPartPr/>
                <p14:nvPr/>
              </p14:nvContentPartPr>
              <p14:xfrm>
                <a:off x="4202425" y="2004905"/>
                <a:ext cx="296280" cy="118800"/>
              </p14:xfrm>
            </p:contentPart>
          </mc:Choice>
          <mc:Fallback xmlns="">
            <p:pic>
              <p:nvPicPr>
                <p:cNvPr id="7" name="墨迹 6">
                  <a:extLst>
                    <a:ext uri="{FF2B5EF4-FFF2-40B4-BE49-F238E27FC236}">
                      <a16:creationId xmlns:a16="http://schemas.microsoft.com/office/drawing/2014/main" id="{0EEA6C91-EFBF-B419-0194-41BB23E28476}"/>
                    </a:ext>
                  </a:extLst>
                </p:cNvPr>
                <p:cNvPicPr/>
                <p:nvPr/>
              </p:nvPicPr>
              <p:blipFill>
                <a:blip r:embed="rId17"/>
                <a:stretch>
                  <a:fillRect/>
                </a:stretch>
              </p:blipFill>
              <p:spPr>
                <a:xfrm>
                  <a:off x="4184785" y="1986905"/>
                  <a:ext cx="331920" cy="15444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8" name="墨迹 7">
                  <a:extLst>
                    <a:ext uri="{FF2B5EF4-FFF2-40B4-BE49-F238E27FC236}">
                      <a16:creationId xmlns:a16="http://schemas.microsoft.com/office/drawing/2014/main" id="{BD3D81E7-3B23-50D7-863D-4BE3311C676D}"/>
                    </a:ext>
                  </a:extLst>
                </p14:cNvPr>
                <p14:cNvContentPartPr/>
                <p14:nvPr/>
              </p14:nvContentPartPr>
              <p14:xfrm>
                <a:off x="5282785" y="2179505"/>
                <a:ext cx="3075840" cy="92880"/>
              </p14:xfrm>
            </p:contentPart>
          </mc:Choice>
          <mc:Fallback xmlns="">
            <p:pic>
              <p:nvPicPr>
                <p:cNvPr id="8" name="墨迹 7">
                  <a:extLst>
                    <a:ext uri="{FF2B5EF4-FFF2-40B4-BE49-F238E27FC236}">
                      <a16:creationId xmlns:a16="http://schemas.microsoft.com/office/drawing/2014/main" id="{BD3D81E7-3B23-50D7-863D-4BE3311C676D}"/>
                    </a:ext>
                  </a:extLst>
                </p:cNvPr>
                <p:cNvPicPr/>
                <p:nvPr/>
              </p:nvPicPr>
              <p:blipFill>
                <a:blip r:embed="rId19"/>
                <a:stretch>
                  <a:fillRect/>
                </a:stretch>
              </p:blipFill>
              <p:spPr>
                <a:xfrm>
                  <a:off x="5265145" y="2161865"/>
                  <a:ext cx="3111480" cy="128520"/>
                </a:xfrm>
                <a:prstGeom prst="rect">
                  <a:avLst/>
                </a:prstGeom>
              </p:spPr>
            </p:pic>
          </mc:Fallback>
        </mc:AlternateContent>
      </p:grpSp>
      <p:grpSp>
        <p:nvGrpSpPr>
          <p:cNvPr id="12" name="组合 11">
            <a:extLst>
              <a:ext uri="{FF2B5EF4-FFF2-40B4-BE49-F238E27FC236}">
                <a16:creationId xmlns:a16="http://schemas.microsoft.com/office/drawing/2014/main" id="{25229BEE-B379-0F87-4641-4107EF75F3F7}"/>
              </a:ext>
            </a:extLst>
          </p:cNvPr>
          <p:cNvGrpSpPr/>
          <p:nvPr/>
        </p:nvGrpSpPr>
        <p:grpSpPr>
          <a:xfrm>
            <a:off x="3980665" y="3001385"/>
            <a:ext cx="4442400" cy="139680"/>
            <a:chOff x="3980665" y="3001385"/>
            <a:chExt cx="4442400" cy="139680"/>
          </a:xfrm>
        </p:grpSpPr>
        <mc:AlternateContent xmlns:mc="http://schemas.openxmlformats.org/markup-compatibility/2006" xmlns:p14="http://schemas.microsoft.com/office/powerpoint/2010/main">
          <mc:Choice Requires="p14">
            <p:contentPart p14:bwMode="auto" r:id="rId20">
              <p14:nvContentPartPr>
                <p14:cNvPr id="10" name="墨迹 9">
                  <a:extLst>
                    <a:ext uri="{FF2B5EF4-FFF2-40B4-BE49-F238E27FC236}">
                      <a16:creationId xmlns:a16="http://schemas.microsoft.com/office/drawing/2014/main" id="{D0914A0A-6371-762A-E0A5-FA9776432EE7}"/>
                    </a:ext>
                  </a:extLst>
                </p14:cNvPr>
                <p14:cNvContentPartPr/>
                <p14:nvPr/>
              </p14:nvContentPartPr>
              <p14:xfrm>
                <a:off x="3980665" y="3001385"/>
                <a:ext cx="811800" cy="20160"/>
              </p14:xfrm>
            </p:contentPart>
          </mc:Choice>
          <mc:Fallback xmlns="">
            <p:pic>
              <p:nvPicPr>
                <p:cNvPr id="10" name="墨迹 9">
                  <a:extLst>
                    <a:ext uri="{FF2B5EF4-FFF2-40B4-BE49-F238E27FC236}">
                      <a16:creationId xmlns:a16="http://schemas.microsoft.com/office/drawing/2014/main" id="{D0914A0A-6371-762A-E0A5-FA9776432EE7}"/>
                    </a:ext>
                  </a:extLst>
                </p:cNvPr>
                <p:cNvPicPr/>
                <p:nvPr/>
              </p:nvPicPr>
              <p:blipFill>
                <a:blip r:embed="rId21"/>
                <a:stretch>
                  <a:fillRect/>
                </a:stretch>
              </p:blipFill>
              <p:spPr>
                <a:xfrm>
                  <a:off x="3963025" y="2983745"/>
                  <a:ext cx="847440" cy="5580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11" name="墨迹 10">
                  <a:extLst>
                    <a:ext uri="{FF2B5EF4-FFF2-40B4-BE49-F238E27FC236}">
                      <a16:creationId xmlns:a16="http://schemas.microsoft.com/office/drawing/2014/main" id="{63116702-47D3-43A5-954B-767AEA3DB729}"/>
                    </a:ext>
                  </a:extLst>
                </p14:cNvPr>
                <p14:cNvContentPartPr/>
                <p14:nvPr/>
              </p14:nvContentPartPr>
              <p14:xfrm>
                <a:off x="5634145" y="3066185"/>
                <a:ext cx="2788920" cy="74880"/>
              </p14:xfrm>
            </p:contentPart>
          </mc:Choice>
          <mc:Fallback xmlns="">
            <p:pic>
              <p:nvPicPr>
                <p:cNvPr id="11" name="墨迹 10">
                  <a:extLst>
                    <a:ext uri="{FF2B5EF4-FFF2-40B4-BE49-F238E27FC236}">
                      <a16:creationId xmlns:a16="http://schemas.microsoft.com/office/drawing/2014/main" id="{63116702-47D3-43A5-954B-767AEA3DB729}"/>
                    </a:ext>
                  </a:extLst>
                </p:cNvPr>
                <p:cNvPicPr/>
                <p:nvPr/>
              </p:nvPicPr>
              <p:blipFill>
                <a:blip r:embed="rId23"/>
                <a:stretch>
                  <a:fillRect/>
                </a:stretch>
              </p:blipFill>
              <p:spPr>
                <a:xfrm>
                  <a:off x="5616145" y="3048545"/>
                  <a:ext cx="2824560" cy="110520"/>
                </a:xfrm>
                <a:prstGeom prst="rect">
                  <a:avLst/>
                </a:prstGeom>
              </p:spPr>
            </p:pic>
          </mc:Fallback>
        </mc:AlternateContent>
      </p:grpSp>
      <p:grpSp>
        <p:nvGrpSpPr>
          <p:cNvPr id="15" name="组合 14">
            <a:extLst>
              <a:ext uri="{FF2B5EF4-FFF2-40B4-BE49-F238E27FC236}">
                <a16:creationId xmlns:a16="http://schemas.microsoft.com/office/drawing/2014/main" id="{EAAA2C9E-4180-47F4-B142-8C59A7FE78A0}"/>
              </a:ext>
            </a:extLst>
          </p:cNvPr>
          <p:cNvGrpSpPr/>
          <p:nvPr/>
        </p:nvGrpSpPr>
        <p:grpSpPr>
          <a:xfrm>
            <a:off x="5058865" y="4165265"/>
            <a:ext cx="219960" cy="131760"/>
            <a:chOff x="5058865" y="4165265"/>
            <a:chExt cx="219960" cy="131760"/>
          </a:xfrm>
        </p:grpSpPr>
        <mc:AlternateContent xmlns:mc="http://schemas.openxmlformats.org/markup-compatibility/2006" xmlns:p14="http://schemas.microsoft.com/office/powerpoint/2010/main">
          <mc:Choice Requires="p14">
            <p:contentPart p14:bwMode="auto" r:id="rId24">
              <p14:nvContentPartPr>
                <p14:cNvPr id="13" name="墨迹 12">
                  <a:extLst>
                    <a:ext uri="{FF2B5EF4-FFF2-40B4-BE49-F238E27FC236}">
                      <a16:creationId xmlns:a16="http://schemas.microsoft.com/office/drawing/2014/main" id="{866A76BF-DD12-E25F-B0F5-A0FEA2CD5A26}"/>
                    </a:ext>
                  </a:extLst>
                </p14:cNvPr>
                <p14:cNvContentPartPr/>
                <p14:nvPr/>
              </p14:nvContentPartPr>
              <p14:xfrm>
                <a:off x="5058865" y="4165265"/>
                <a:ext cx="217800" cy="131760"/>
              </p14:xfrm>
            </p:contentPart>
          </mc:Choice>
          <mc:Fallback xmlns="">
            <p:pic>
              <p:nvPicPr>
                <p:cNvPr id="13" name="墨迹 12">
                  <a:extLst>
                    <a:ext uri="{FF2B5EF4-FFF2-40B4-BE49-F238E27FC236}">
                      <a16:creationId xmlns:a16="http://schemas.microsoft.com/office/drawing/2014/main" id="{866A76BF-DD12-E25F-B0F5-A0FEA2CD5A26}"/>
                    </a:ext>
                  </a:extLst>
                </p:cNvPr>
                <p:cNvPicPr/>
                <p:nvPr/>
              </p:nvPicPr>
              <p:blipFill>
                <a:blip r:embed="rId25"/>
                <a:stretch>
                  <a:fillRect/>
                </a:stretch>
              </p:blipFill>
              <p:spPr>
                <a:xfrm>
                  <a:off x="5041225" y="4147625"/>
                  <a:ext cx="253440" cy="16740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14" name="墨迹 13">
                  <a:extLst>
                    <a:ext uri="{FF2B5EF4-FFF2-40B4-BE49-F238E27FC236}">
                      <a16:creationId xmlns:a16="http://schemas.microsoft.com/office/drawing/2014/main" id="{8EF062EA-E78C-22F0-7201-F4AAC923CF3F}"/>
                    </a:ext>
                  </a:extLst>
                </p14:cNvPr>
                <p14:cNvContentPartPr/>
                <p14:nvPr/>
              </p14:nvContentPartPr>
              <p14:xfrm>
                <a:off x="5181265" y="4202345"/>
                <a:ext cx="97560" cy="87120"/>
              </p14:xfrm>
            </p:contentPart>
          </mc:Choice>
          <mc:Fallback xmlns="">
            <p:pic>
              <p:nvPicPr>
                <p:cNvPr id="14" name="墨迹 13">
                  <a:extLst>
                    <a:ext uri="{FF2B5EF4-FFF2-40B4-BE49-F238E27FC236}">
                      <a16:creationId xmlns:a16="http://schemas.microsoft.com/office/drawing/2014/main" id="{8EF062EA-E78C-22F0-7201-F4AAC923CF3F}"/>
                    </a:ext>
                  </a:extLst>
                </p:cNvPr>
                <p:cNvPicPr/>
                <p:nvPr/>
              </p:nvPicPr>
              <p:blipFill>
                <a:blip r:embed="rId27"/>
                <a:stretch>
                  <a:fillRect/>
                </a:stretch>
              </p:blipFill>
              <p:spPr>
                <a:xfrm>
                  <a:off x="5163625" y="4184345"/>
                  <a:ext cx="133200" cy="12276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28">
            <p14:nvContentPartPr>
              <p14:cNvPr id="16" name="墨迹 15">
                <a:extLst>
                  <a:ext uri="{FF2B5EF4-FFF2-40B4-BE49-F238E27FC236}">
                    <a16:creationId xmlns:a16="http://schemas.microsoft.com/office/drawing/2014/main" id="{9947D66C-31F0-30AB-FE3B-65394F7664E9}"/>
                  </a:ext>
                </a:extLst>
              </p14:cNvPr>
              <p14:cNvContentPartPr/>
              <p14:nvPr/>
            </p14:nvContentPartPr>
            <p14:xfrm>
              <a:off x="1874665" y="6076505"/>
              <a:ext cx="1902240" cy="47160"/>
            </p14:xfrm>
          </p:contentPart>
        </mc:Choice>
        <mc:Fallback xmlns="">
          <p:pic>
            <p:nvPicPr>
              <p:cNvPr id="16" name="墨迹 15">
                <a:extLst>
                  <a:ext uri="{FF2B5EF4-FFF2-40B4-BE49-F238E27FC236}">
                    <a16:creationId xmlns:a16="http://schemas.microsoft.com/office/drawing/2014/main" id="{9947D66C-31F0-30AB-FE3B-65394F7664E9}"/>
                  </a:ext>
                </a:extLst>
              </p:cNvPr>
              <p:cNvPicPr/>
              <p:nvPr/>
            </p:nvPicPr>
            <p:blipFill>
              <a:blip r:embed="rId29"/>
              <a:stretch>
                <a:fillRect/>
              </a:stretch>
            </p:blipFill>
            <p:spPr>
              <a:xfrm>
                <a:off x="1857025" y="6058505"/>
                <a:ext cx="1937880" cy="8280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17" name="墨迹 16">
                <a:extLst>
                  <a:ext uri="{FF2B5EF4-FFF2-40B4-BE49-F238E27FC236}">
                    <a16:creationId xmlns:a16="http://schemas.microsoft.com/office/drawing/2014/main" id="{22D7E3BD-E357-5BFC-0E32-42E066B911C6}"/>
                  </a:ext>
                </a:extLst>
              </p14:cNvPr>
              <p14:cNvContentPartPr/>
              <p14:nvPr/>
            </p14:nvContentPartPr>
            <p14:xfrm>
              <a:off x="6890185" y="6169385"/>
              <a:ext cx="1311120" cy="37800"/>
            </p14:xfrm>
          </p:contentPart>
        </mc:Choice>
        <mc:Fallback xmlns="">
          <p:pic>
            <p:nvPicPr>
              <p:cNvPr id="17" name="墨迹 16">
                <a:extLst>
                  <a:ext uri="{FF2B5EF4-FFF2-40B4-BE49-F238E27FC236}">
                    <a16:creationId xmlns:a16="http://schemas.microsoft.com/office/drawing/2014/main" id="{22D7E3BD-E357-5BFC-0E32-42E066B911C6}"/>
                  </a:ext>
                </a:extLst>
              </p:cNvPr>
              <p:cNvPicPr/>
              <p:nvPr/>
            </p:nvPicPr>
            <p:blipFill>
              <a:blip r:embed="rId31"/>
              <a:stretch>
                <a:fillRect/>
              </a:stretch>
            </p:blipFill>
            <p:spPr>
              <a:xfrm>
                <a:off x="6872185" y="6151745"/>
                <a:ext cx="1346760" cy="7344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18" name="墨迹 17">
                <a:extLst>
                  <a:ext uri="{FF2B5EF4-FFF2-40B4-BE49-F238E27FC236}">
                    <a16:creationId xmlns:a16="http://schemas.microsoft.com/office/drawing/2014/main" id="{E3DA177E-4EF0-CDA6-6776-C7BE5AC2297E}"/>
                  </a:ext>
                </a:extLst>
              </p14:cNvPr>
              <p14:cNvContentPartPr/>
              <p14:nvPr/>
            </p14:nvContentPartPr>
            <p14:xfrm>
              <a:off x="849385" y="6520745"/>
              <a:ext cx="1893240" cy="46800"/>
            </p14:xfrm>
          </p:contentPart>
        </mc:Choice>
        <mc:Fallback xmlns="">
          <p:pic>
            <p:nvPicPr>
              <p:cNvPr id="18" name="墨迹 17">
                <a:extLst>
                  <a:ext uri="{FF2B5EF4-FFF2-40B4-BE49-F238E27FC236}">
                    <a16:creationId xmlns:a16="http://schemas.microsoft.com/office/drawing/2014/main" id="{E3DA177E-4EF0-CDA6-6776-C7BE5AC2297E}"/>
                  </a:ext>
                </a:extLst>
              </p:cNvPr>
              <p:cNvPicPr/>
              <p:nvPr/>
            </p:nvPicPr>
            <p:blipFill>
              <a:blip r:embed="rId33"/>
              <a:stretch>
                <a:fillRect/>
              </a:stretch>
            </p:blipFill>
            <p:spPr>
              <a:xfrm>
                <a:off x="831745" y="6502745"/>
                <a:ext cx="1928880" cy="82440"/>
              </a:xfrm>
              <a:prstGeom prst="rect">
                <a:avLst/>
              </a:prstGeom>
            </p:spPr>
          </p:pic>
        </mc:Fallback>
      </mc:AlternateContent>
    </p:spTree>
  </p:cSld>
  <p:clrMapOvr>
    <a:masterClrMapping/>
  </p:clrMapOvr>
  <p:transition/>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09" name="Rectangle 3"/>
          <p:cNvSpPr/>
          <p:nvPr/>
        </p:nvSpPr>
        <p:spPr>
          <a:xfrm>
            <a:off x="684213" y="260350"/>
            <a:ext cx="7793037" cy="946150"/>
          </a:xfrm>
          <a:prstGeom prst="rect">
            <a:avLst/>
          </a:prstGeom>
          <a:noFill/>
          <a:ln w="9525">
            <a:noFill/>
          </a:ln>
        </p:spPr>
        <p:txBody>
          <a:bodyPr wrap="square" lIns="90000" tIns="46800" rIns="90000" bIns="46800" anchor="t" anchorCtr="0">
            <a:spAutoFit/>
          </a:bodyPr>
          <a:lstStyle/>
          <a:p>
            <a:endParaRPr lang="zh-CN" altLang="en-US" sz="2800" dirty="0">
              <a:latin typeface="Tahoma" panose="020B0604030504040204" pitchFamily="2" charset="0"/>
              <a:ea typeface="黑体" panose="02010609060101010101" pitchFamily="2" charset="-122"/>
            </a:endParaRPr>
          </a:p>
          <a:p>
            <a:pPr>
              <a:buClr>
                <a:schemeClr val="hlink"/>
              </a:buClr>
              <a:buSzPct val="120000"/>
              <a:buFont typeface="Wingdings" panose="05000000000000000000" pitchFamily="2" charset="2"/>
            </a:pPr>
            <a:r>
              <a:rPr lang="zh-CN" altLang="en-US" sz="2800" dirty="0">
                <a:solidFill>
                  <a:srgbClr val="3366FF"/>
                </a:solidFill>
                <a:latin typeface="Times New Roman" panose="02020603050405020304" pitchFamily="2" charset="0"/>
                <a:ea typeface="黑体" panose="02010609060101010101" pitchFamily="2" charset="-122"/>
              </a:rPr>
              <a:t>对称性1：</a:t>
            </a:r>
            <a:endParaRPr lang="en-US" altLang="zh-CN" sz="2800" dirty="0">
              <a:solidFill>
                <a:srgbClr val="3366FF"/>
              </a:solidFill>
              <a:latin typeface="Times New Roman" panose="02020603050405020304" pitchFamily="2" charset="0"/>
              <a:ea typeface="黑体" panose="02010609060101010101" pitchFamily="2" charset="-122"/>
            </a:endParaRPr>
          </a:p>
        </p:txBody>
      </p:sp>
      <p:sp>
        <p:nvSpPr>
          <p:cNvPr id="145410" name="Rectangle 11"/>
          <p:cNvSpPr/>
          <p:nvPr/>
        </p:nvSpPr>
        <p:spPr>
          <a:xfrm>
            <a:off x="0" y="0"/>
            <a:ext cx="9144000" cy="0"/>
          </a:xfrm>
          <a:prstGeom prst="rect">
            <a:avLst/>
          </a:prstGeom>
          <a:noFill/>
          <a:ln w="9525">
            <a:noFill/>
          </a:ln>
        </p:spPr>
        <p:txBody>
          <a:bodyPr wrap="none" lIns="90000" tIns="46800" rIns="90000" bIns="46800" anchor="ctr" anchorCtr="0">
            <a:spAutoFit/>
          </a:bodyPr>
          <a:lstStyle/>
          <a:p>
            <a:endParaRPr lang="zh-CN" altLang="en-US" dirty="0">
              <a:latin typeface="Times New Roman" panose="02020603050405020304" pitchFamily="2" charset="0"/>
              <a:ea typeface="宋体" panose="02010600030101010101" pitchFamily="2" charset="-122"/>
            </a:endParaRPr>
          </a:p>
        </p:txBody>
      </p:sp>
      <p:graphicFrame>
        <p:nvGraphicFramePr>
          <p:cNvPr id="145411" name="对象 58372">
            <a:hlinkClick r:id="" action="ppaction://ole?verb=0"/>
          </p:cNvPr>
          <p:cNvGraphicFramePr>
            <a:graphicFrameLocks noChangeAspect="1"/>
          </p:cNvGraphicFramePr>
          <p:nvPr/>
        </p:nvGraphicFramePr>
        <p:xfrm>
          <a:off x="1211263" y="2282825"/>
          <a:ext cx="6205537" cy="2139950"/>
        </p:xfrm>
        <a:graphic>
          <a:graphicData uri="http://schemas.openxmlformats.org/presentationml/2006/ole">
            <mc:AlternateContent xmlns:mc="http://schemas.openxmlformats.org/markup-compatibility/2006">
              <mc:Choice xmlns:v="urn:schemas-microsoft-com:vml" Requires="v">
                <p:oleObj r:id="rId2" imgW="3060065" imgH="1054100" progId="Equation.3">
                  <p:embed/>
                </p:oleObj>
              </mc:Choice>
              <mc:Fallback>
                <p:oleObj r:id="rId2" imgW="3060065" imgH="1054100" progId="Equation.3">
                  <p:embed/>
                  <p:pic>
                    <p:nvPicPr>
                      <p:cNvPr id="0" name="图片 3652"/>
                      <p:cNvPicPr/>
                      <p:nvPr/>
                    </p:nvPicPr>
                    <p:blipFill>
                      <a:blip r:embed="rId3"/>
                      <a:stretch>
                        <a:fillRect/>
                      </a:stretch>
                    </p:blipFill>
                    <p:spPr>
                      <a:xfrm>
                        <a:off x="1211263" y="2282825"/>
                        <a:ext cx="6205537" cy="2139950"/>
                      </a:xfrm>
                      <a:prstGeom prst="rect">
                        <a:avLst/>
                      </a:prstGeom>
                      <a:noFill/>
                      <a:ln w="38100">
                        <a:noFill/>
                        <a:miter/>
                      </a:ln>
                    </p:spPr>
                  </p:pic>
                </p:oleObj>
              </mc:Fallback>
            </mc:AlternateContent>
          </a:graphicData>
        </a:graphic>
      </p:graphicFrame>
      <p:graphicFrame>
        <p:nvGraphicFramePr>
          <p:cNvPr id="145412" name="对象 58374">
            <a:hlinkClick r:id="" action="ppaction://ole?verb=0"/>
          </p:cNvPr>
          <p:cNvGraphicFramePr>
            <a:graphicFrameLocks noChangeAspect="1"/>
          </p:cNvGraphicFramePr>
          <p:nvPr/>
        </p:nvGraphicFramePr>
        <p:xfrm>
          <a:off x="1139825" y="4448175"/>
          <a:ext cx="6459538" cy="2157413"/>
        </p:xfrm>
        <a:graphic>
          <a:graphicData uri="http://schemas.openxmlformats.org/presentationml/2006/ole">
            <mc:AlternateContent xmlns:mc="http://schemas.openxmlformats.org/markup-compatibility/2006">
              <mc:Choice xmlns:v="urn:schemas-microsoft-com:vml" Requires="v">
                <p:oleObj r:id="rId4" imgW="3162300" imgH="1054100" progId="Equation.3">
                  <p:embed/>
                </p:oleObj>
              </mc:Choice>
              <mc:Fallback>
                <p:oleObj r:id="rId4" imgW="3162300" imgH="1054100" progId="Equation.3">
                  <p:embed/>
                  <p:pic>
                    <p:nvPicPr>
                      <p:cNvPr id="0" name="图片 3654"/>
                      <p:cNvPicPr/>
                      <p:nvPr/>
                    </p:nvPicPr>
                    <p:blipFill>
                      <a:blip r:embed="rId5"/>
                      <a:stretch>
                        <a:fillRect/>
                      </a:stretch>
                    </p:blipFill>
                    <p:spPr>
                      <a:xfrm>
                        <a:off x="1139825" y="4448175"/>
                        <a:ext cx="6459538" cy="2157413"/>
                      </a:xfrm>
                      <a:prstGeom prst="rect">
                        <a:avLst/>
                      </a:prstGeom>
                      <a:noFill/>
                      <a:ln w="38100">
                        <a:noFill/>
                        <a:miter/>
                      </a:ln>
                    </p:spPr>
                  </p:pic>
                </p:oleObj>
              </mc:Fallback>
            </mc:AlternateContent>
          </a:graphicData>
        </a:graphic>
      </p:graphicFrame>
      <p:sp>
        <p:nvSpPr>
          <p:cNvPr id="145413" name="文本框 58375"/>
          <p:cNvSpPr txBox="1"/>
          <p:nvPr/>
        </p:nvSpPr>
        <p:spPr>
          <a:xfrm>
            <a:off x="323850" y="1558925"/>
            <a:ext cx="1042988" cy="457200"/>
          </a:xfrm>
          <a:prstGeom prst="rect">
            <a:avLst/>
          </a:prstGeom>
          <a:noFill/>
          <a:ln w="9525">
            <a:noFill/>
          </a:ln>
        </p:spPr>
        <p:txBody>
          <a:bodyPr wrap="square" anchor="t" anchorCtr="0">
            <a:spAutoFit/>
          </a:bodyPr>
          <a:lstStyle/>
          <a:p>
            <a:r>
              <a:rPr lang="zh-CN" altLang="en-US" sz="2400" b="1" dirty="0">
                <a:latin typeface="Times New Roman" panose="02020603050405020304" pitchFamily="2" charset="0"/>
                <a:ea typeface="宋体" panose="02010600030101010101" pitchFamily="2" charset="-122"/>
              </a:rPr>
              <a:t>证明：</a:t>
            </a:r>
          </a:p>
        </p:txBody>
      </p:sp>
      <p:graphicFrame>
        <p:nvGraphicFramePr>
          <p:cNvPr id="145414" name="对象 55309">
            <a:hlinkClick r:id="" action="ppaction://ole?verb=0"/>
          </p:cNvPr>
          <p:cNvGraphicFramePr>
            <a:graphicFrameLocks noChangeAspect="1"/>
          </p:cNvGraphicFramePr>
          <p:nvPr/>
        </p:nvGraphicFramePr>
        <p:xfrm>
          <a:off x="1244600" y="1408113"/>
          <a:ext cx="7229475" cy="912812"/>
        </p:xfrm>
        <a:graphic>
          <a:graphicData uri="http://schemas.openxmlformats.org/presentationml/2006/ole">
            <mc:AlternateContent xmlns:mc="http://schemas.openxmlformats.org/markup-compatibility/2006">
              <mc:Choice xmlns:v="urn:schemas-microsoft-com:vml" Requires="v">
                <p:oleObj r:id="rId6" imgW="3314700" imgH="419100" progId="Equation.3">
                  <p:embed/>
                </p:oleObj>
              </mc:Choice>
              <mc:Fallback>
                <p:oleObj r:id="rId6" imgW="3314700" imgH="419100" progId="Equation.3">
                  <p:embed/>
                  <p:pic>
                    <p:nvPicPr>
                      <p:cNvPr id="0" name="图片 3653"/>
                      <p:cNvPicPr/>
                      <p:nvPr/>
                    </p:nvPicPr>
                    <p:blipFill>
                      <a:blip r:embed="rId7"/>
                      <a:stretch>
                        <a:fillRect/>
                      </a:stretch>
                    </p:blipFill>
                    <p:spPr>
                      <a:xfrm>
                        <a:off x="1244600" y="1408113"/>
                        <a:ext cx="7229475" cy="912812"/>
                      </a:xfrm>
                      <a:prstGeom prst="rect">
                        <a:avLst/>
                      </a:prstGeom>
                      <a:noFill/>
                      <a:ln w="38100">
                        <a:noFill/>
                        <a:miter/>
                      </a:ln>
                    </p:spPr>
                  </p:pic>
                </p:oleObj>
              </mc:Fallback>
            </mc:AlternateContent>
          </a:graphicData>
        </a:graphic>
      </p:graphicFrame>
    </p:spTree>
  </p:cSld>
  <p:clrMapOvr>
    <a:masterClrMapping/>
  </p:clrMapOvr>
  <p:transition/>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433" name="Rectangle 3"/>
          <p:cNvSpPr/>
          <p:nvPr/>
        </p:nvSpPr>
        <p:spPr>
          <a:xfrm>
            <a:off x="684213" y="260350"/>
            <a:ext cx="7793037" cy="946150"/>
          </a:xfrm>
          <a:prstGeom prst="rect">
            <a:avLst/>
          </a:prstGeom>
          <a:noFill/>
          <a:ln w="9525">
            <a:noFill/>
          </a:ln>
        </p:spPr>
        <p:txBody>
          <a:bodyPr wrap="square" lIns="90000" tIns="46800" rIns="90000" bIns="46800" anchor="t" anchorCtr="0">
            <a:spAutoFit/>
          </a:bodyPr>
          <a:lstStyle/>
          <a:p>
            <a:endParaRPr lang="zh-CN" altLang="en-US" sz="2800" dirty="0">
              <a:latin typeface="Tahoma" panose="020B0604030504040204" pitchFamily="2" charset="0"/>
              <a:ea typeface="黑体" panose="02010609060101010101" pitchFamily="2" charset="-122"/>
            </a:endParaRPr>
          </a:p>
          <a:p>
            <a:pPr>
              <a:buClr>
                <a:schemeClr val="hlink"/>
              </a:buClr>
              <a:buSzPct val="120000"/>
              <a:buFont typeface="Wingdings" panose="05000000000000000000" pitchFamily="2" charset="2"/>
            </a:pPr>
            <a:r>
              <a:rPr lang="zh-CN" altLang="en-US" sz="2800" dirty="0">
                <a:solidFill>
                  <a:srgbClr val="3366FF"/>
                </a:solidFill>
                <a:latin typeface="Times New Roman" panose="02020603050405020304" pitchFamily="2" charset="0"/>
                <a:ea typeface="黑体" panose="02010609060101010101" pitchFamily="2" charset="-122"/>
              </a:rPr>
              <a:t>对称性2：</a:t>
            </a:r>
            <a:endParaRPr lang="en-US" altLang="zh-CN" sz="2800" dirty="0">
              <a:solidFill>
                <a:srgbClr val="3366FF"/>
              </a:solidFill>
              <a:latin typeface="Times New Roman" panose="02020603050405020304" pitchFamily="2" charset="0"/>
              <a:ea typeface="黑体" panose="02010609060101010101" pitchFamily="2" charset="-122"/>
            </a:endParaRPr>
          </a:p>
        </p:txBody>
      </p:sp>
      <p:sp>
        <p:nvSpPr>
          <p:cNvPr id="146434" name="Rectangle 11"/>
          <p:cNvSpPr/>
          <p:nvPr/>
        </p:nvSpPr>
        <p:spPr>
          <a:xfrm>
            <a:off x="0" y="0"/>
            <a:ext cx="9144000" cy="0"/>
          </a:xfrm>
          <a:prstGeom prst="rect">
            <a:avLst/>
          </a:prstGeom>
          <a:noFill/>
          <a:ln w="9525">
            <a:noFill/>
          </a:ln>
        </p:spPr>
        <p:txBody>
          <a:bodyPr wrap="none" lIns="90000" tIns="46800" rIns="90000" bIns="46800" anchor="ctr" anchorCtr="0">
            <a:spAutoFit/>
          </a:bodyPr>
          <a:lstStyle/>
          <a:p>
            <a:endParaRPr lang="zh-CN" altLang="en-US" dirty="0">
              <a:latin typeface="Times New Roman" panose="02020603050405020304" pitchFamily="2" charset="0"/>
              <a:ea typeface="宋体" panose="02010600030101010101" pitchFamily="2" charset="-122"/>
            </a:endParaRPr>
          </a:p>
        </p:txBody>
      </p:sp>
      <p:graphicFrame>
        <p:nvGraphicFramePr>
          <p:cNvPr id="146435" name="对象 59396">
            <a:hlinkClick r:id="" action="ppaction://ole?verb=0"/>
          </p:cNvPr>
          <p:cNvGraphicFramePr>
            <a:graphicFrameLocks noChangeAspect="1"/>
          </p:cNvGraphicFramePr>
          <p:nvPr/>
        </p:nvGraphicFramePr>
        <p:xfrm>
          <a:off x="2673350" y="3201988"/>
          <a:ext cx="2963863" cy="563562"/>
        </p:xfrm>
        <a:graphic>
          <a:graphicData uri="http://schemas.openxmlformats.org/presentationml/2006/ole">
            <mc:AlternateContent xmlns:mc="http://schemas.openxmlformats.org/markup-compatibility/2006">
              <mc:Choice xmlns:v="urn:schemas-microsoft-com:vml" Requires="v">
                <p:oleObj r:id="rId2" imgW="1244600" imgH="228600" progId="Equation.3">
                  <p:embed/>
                </p:oleObj>
              </mc:Choice>
              <mc:Fallback>
                <p:oleObj r:id="rId2" imgW="1244600" imgH="228600" progId="Equation.3">
                  <p:embed/>
                  <p:pic>
                    <p:nvPicPr>
                      <p:cNvPr id="0" name="图片 3657"/>
                      <p:cNvPicPr/>
                      <p:nvPr/>
                    </p:nvPicPr>
                    <p:blipFill>
                      <a:blip r:embed="rId3"/>
                      <a:stretch>
                        <a:fillRect/>
                      </a:stretch>
                    </p:blipFill>
                    <p:spPr>
                      <a:xfrm>
                        <a:off x="2673350" y="3201988"/>
                        <a:ext cx="2963863" cy="563562"/>
                      </a:xfrm>
                      <a:prstGeom prst="rect">
                        <a:avLst/>
                      </a:prstGeom>
                      <a:noFill/>
                      <a:ln w="38100">
                        <a:noFill/>
                        <a:miter/>
                      </a:ln>
                    </p:spPr>
                  </p:pic>
                </p:oleObj>
              </mc:Fallback>
            </mc:AlternateContent>
          </a:graphicData>
        </a:graphic>
      </p:graphicFrame>
      <p:sp>
        <p:nvSpPr>
          <p:cNvPr id="146436" name="左右箭头 59398"/>
          <p:cNvSpPr/>
          <p:nvPr/>
        </p:nvSpPr>
        <p:spPr>
          <a:xfrm rot="5400000" flipH="1">
            <a:off x="2349500" y="3946525"/>
            <a:ext cx="514350" cy="180975"/>
          </a:xfrm>
          <a:prstGeom prst="leftRightArrow">
            <a:avLst>
              <a:gd name="adj1" fmla="val 50000"/>
              <a:gd name="adj2" fmla="val 56750"/>
            </a:avLst>
          </a:prstGeom>
          <a:solidFill>
            <a:schemeClr val="accent1"/>
          </a:solidFill>
          <a:ln w="12700" cap="sq" cmpd="sng">
            <a:solidFill>
              <a:schemeClr val="tx1"/>
            </a:solidFill>
            <a:prstDash val="solid"/>
            <a:miter/>
            <a:headEnd type="none" w="med" len="med"/>
            <a:tailEnd type="none" w="med" len="med"/>
          </a:ln>
        </p:spPr>
        <p:txBody>
          <a:bodyPr anchor="t" anchorCtr="0"/>
          <a:lstStyle/>
          <a:p>
            <a:endParaRPr lang="zh-CN" altLang="en-US">
              <a:latin typeface="Times New Roman" panose="02020603050405020304" pitchFamily="2" charset="0"/>
              <a:ea typeface="宋体" panose="02010600030101010101" pitchFamily="2" charset="-122"/>
            </a:endParaRPr>
          </a:p>
        </p:txBody>
      </p:sp>
      <p:sp>
        <p:nvSpPr>
          <p:cNvPr id="146437" name="左右箭头 59399"/>
          <p:cNvSpPr/>
          <p:nvPr/>
        </p:nvSpPr>
        <p:spPr>
          <a:xfrm rot="5400000" flipH="1">
            <a:off x="3862388" y="3946525"/>
            <a:ext cx="514350" cy="180975"/>
          </a:xfrm>
          <a:prstGeom prst="leftRightArrow">
            <a:avLst>
              <a:gd name="adj1" fmla="val 50000"/>
              <a:gd name="adj2" fmla="val 56750"/>
            </a:avLst>
          </a:prstGeom>
          <a:solidFill>
            <a:schemeClr val="accent1"/>
          </a:solidFill>
          <a:ln w="12700" cap="sq" cmpd="sng">
            <a:solidFill>
              <a:schemeClr val="tx1"/>
            </a:solidFill>
            <a:prstDash val="solid"/>
            <a:miter/>
            <a:headEnd type="none" w="med" len="med"/>
            <a:tailEnd type="none" w="med" len="med"/>
          </a:ln>
        </p:spPr>
        <p:txBody>
          <a:bodyPr anchor="t" anchorCtr="0"/>
          <a:lstStyle/>
          <a:p>
            <a:endParaRPr lang="zh-CN" altLang="en-US">
              <a:latin typeface="Times New Roman" panose="02020603050405020304" pitchFamily="2" charset="0"/>
              <a:ea typeface="宋体" panose="02010600030101010101" pitchFamily="2" charset="-122"/>
            </a:endParaRPr>
          </a:p>
        </p:txBody>
      </p:sp>
      <p:sp>
        <p:nvSpPr>
          <p:cNvPr id="146438" name="左右箭头 59400"/>
          <p:cNvSpPr/>
          <p:nvPr/>
        </p:nvSpPr>
        <p:spPr>
          <a:xfrm rot="5400000" flipH="1">
            <a:off x="5411788" y="3959225"/>
            <a:ext cx="514350" cy="180975"/>
          </a:xfrm>
          <a:prstGeom prst="leftRightArrow">
            <a:avLst>
              <a:gd name="adj1" fmla="val 50000"/>
              <a:gd name="adj2" fmla="val 56750"/>
            </a:avLst>
          </a:prstGeom>
          <a:solidFill>
            <a:schemeClr val="accent1"/>
          </a:solidFill>
          <a:ln w="12700" cap="sq" cmpd="sng">
            <a:solidFill>
              <a:schemeClr val="tx1"/>
            </a:solidFill>
            <a:prstDash val="solid"/>
            <a:miter/>
            <a:headEnd type="none" w="med" len="med"/>
            <a:tailEnd type="none" w="med" len="med"/>
          </a:ln>
        </p:spPr>
        <p:txBody>
          <a:bodyPr anchor="t" anchorCtr="0"/>
          <a:lstStyle/>
          <a:p>
            <a:endParaRPr lang="zh-CN" altLang="en-US">
              <a:latin typeface="Times New Roman" panose="02020603050405020304" pitchFamily="2" charset="0"/>
              <a:ea typeface="宋体" panose="02010600030101010101" pitchFamily="2" charset="-122"/>
            </a:endParaRPr>
          </a:p>
        </p:txBody>
      </p:sp>
      <p:graphicFrame>
        <p:nvGraphicFramePr>
          <p:cNvPr id="146439" name="对象 59401">
            <a:hlinkClick r:id="" action="ppaction://ole?verb=0"/>
          </p:cNvPr>
          <p:cNvGraphicFramePr>
            <a:graphicFrameLocks noChangeAspect="1"/>
          </p:cNvGraphicFramePr>
          <p:nvPr/>
        </p:nvGraphicFramePr>
        <p:xfrm>
          <a:off x="2012950" y="1343025"/>
          <a:ext cx="4046538" cy="539750"/>
        </p:xfrm>
        <a:graphic>
          <a:graphicData uri="http://schemas.openxmlformats.org/presentationml/2006/ole">
            <mc:AlternateContent xmlns:mc="http://schemas.openxmlformats.org/markup-compatibility/2006">
              <mc:Choice xmlns:v="urn:schemas-microsoft-com:vml" Requires="v">
                <p:oleObj r:id="rId4" imgW="1905000" imgH="254000" progId="Equation.3">
                  <p:embed/>
                </p:oleObj>
              </mc:Choice>
              <mc:Fallback>
                <p:oleObj r:id="rId4" imgW="1905000" imgH="254000" progId="Equation.3">
                  <p:embed/>
                  <p:pic>
                    <p:nvPicPr>
                      <p:cNvPr id="0" name="图片 3658"/>
                      <p:cNvPicPr/>
                      <p:nvPr/>
                    </p:nvPicPr>
                    <p:blipFill>
                      <a:blip r:embed="rId5"/>
                      <a:stretch>
                        <a:fillRect/>
                      </a:stretch>
                    </p:blipFill>
                    <p:spPr>
                      <a:xfrm>
                        <a:off x="2012950" y="1343025"/>
                        <a:ext cx="4046538" cy="539750"/>
                      </a:xfrm>
                      <a:prstGeom prst="rect">
                        <a:avLst/>
                      </a:prstGeom>
                      <a:noFill/>
                      <a:ln w="38100">
                        <a:noFill/>
                        <a:miter/>
                      </a:ln>
                    </p:spPr>
                  </p:pic>
                </p:oleObj>
              </mc:Fallback>
            </mc:AlternateContent>
          </a:graphicData>
        </a:graphic>
      </p:graphicFrame>
      <p:graphicFrame>
        <p:nvGraphicFramePr>
          <p:cNvPr id="146440" name="对象 59402">
            <a:hlinkClick r:id="" action="ppaction://ole?verb=0"/>
          </p:cNvPr>
          <p:cNvGraphicFramePr>
            <a:graphicFrameLocks noChangeAspect="1"/>
          </p:cNvGraphicFramePr>
          <p:nvPr/>
        </p:nvGraphicFramePr>
        <p:xfrm>
          <a:off x="1941513" y="2144713"/>
          <a:ext cx="4376737" cy="550862"/>
        </p:xfrm>
        <a:graphic>
          <a:graphicData uri="http://schemas.openxmlformats.org/presentationml/2006/ole">
            <mc:AlternateContent xmlns:mc="http://schemas.openxmlformats.org/markup-compatibility/2006">
              <mc:Choice xmlns:v="urn:schemas-microsoft-com:vml" Requires="v">
                <p:oleObj r:id="rId6" imgW="2019300" imgH="254000" progId="Equation.3">
                  <p:embed/>
                </p:oleObj>
              </mc:Choice>
              <mc:Fallback>
                <p:oleObj r:id="rId6" imgW="2019300" imgH="254000" progId="Equation.3">
                  <p:embed/>
                  <p:pic>
                    <p:nvPicPr>
                      <p:cNvPr id="0" name="图片 3659"/>
                      <p:cNvPicPr/>
                      <p:nvPr/>
                    </p:nvPicPr>
                    <p:blipFill>
                      <a:blip r:embed="rId7"/>
                      <a:stretch>
                        <a:fillRect/>
                      </a:stretch>
                    </p:blipFill>
                    <p:spPr>
                      <a:xfrm>
                        <a:off x="1941513" y="2144713"/>
                        <a:ext cx="4376737" cy="550862"/>
                      </a:xfrm>
                      <a:prstGeom prst="rect">
                        <a:avLst/>
                      </a:prstGeom>
                      <a:noFill/>
                      <a:ln w="38100">
                        <a:noFill/>
                        <a:miter/>
                      </a:ln>
                    </p:spPr>
                  </p:pic>
                </p:oleObj>
              </mc:Fallback>
            </mc:AlternateContent>
          </a:graphicData>
        </a:graphic>
      </p:graphicFrame>
      <p:graphicFrame>
        <p:nvGraphicFramePr>
          <p:cNvPr id="146441" name="对象 56328">
            <a:hlinkClick r:id="" action="ppaction://ole?verb=0"/>
          </p:cNvPr>
          <p:cNvGraphicFramePr>
            <a:graphicFrameLocks noChangeAspect="1"/>
          </p:cNvGraphicFramePr>
          <p:nvPr/>
        </p:nvGraphicFramePr>
        <p:xfrm>
          <a:off x="1801813" y="4376738"/>
          <a:ext cx="5065712" cy="552450"/>
        </p:xfrm>
        <a:graphic>
          <a:graphicData uri="http://schemas.openxmlformats.org/presentationml/2006/ole">
            <mc:AlternateContent xmlns:mc="http://schemas.openxmlformats.org/markup-compatibility/2006">
              <mc:Choice xmlns:v="urn:schemas-microsoft-com:vml" Requires="v">
                <p:oleObj r:id="rId8" imgW="2209800" imgH="228600" progId="Equation.3">
                  <p:embed/>
                </p:oleObj>
              </mc:Choice>
              <mc:Fallback>
                <p:oleObj r:id="rId8" imgW="2209800" imgH="228600" progId="Equation.3">
                  <p:embed/>
                  <p:pic>
                    <p:nvPicPr>
                      <p:cNvPr id="0" name="图片 3660"/>
                      <p:cNvPicPr/>
                      <p:nvPr/>
                    </p:nvPicPr>
                    <p:blipFill>
                      <a:blip r:embed="rId9"/>
                      <a:stretch>
                        <a:fillRect/>
                      </a:stretch>
                    </p:blipFill>
                    <p:spPr>
                      <a:xfrm>
                        <a:off x="1801813" y="4376738"/>
                        <a:ext cx="5065712" cy="552450"/>
                      </a:xfrm>
                      <a:prstGeom prst="rect">
                        <a:avLst/>
                      </a:prstGeom>
                      <a:noFill/>
                      <a:ln w="38100">
                        <a:noFill/>
                        <a:miter/>
                      </a:ln>
                    </p:spPr>
                  </p:pic>
                </p:oleObj>
              </mc:Fallback>
            </mc:AlternateContent>
          </a:graphicData>
        </a:graphic>
      </p:graphicFrame>
      <p:sp>
        <p:nvSpPr>
          <p:cNvPr id="2" name="矩形 1"/>
          <p:cNvSpPr/>
          <p:nvPr/>
        </p:nvSpPr>
        <p:spPr>
          <a:xfrm>
            <a:off x="5003800" y="4294188"/>
            <a:ext cx="1855788" cy="635000"/>
          </a:xfrm>
          <a:prstGeom prst="rect">
            <a:avLst/>
          </a:prstGeom>
          <a:noFill/>
          <a:ln>
            <a:solidFill>
              <a:srgbClr val="FF0000"/>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endParaRPr lang="zh-CN" altLang="en-US" strike="noStrike" noProof="1"/>
          </a:p>
        </p:txBody>
      </p:sp>
      <p:sp>
        <p:nvSpPr>
          <p:cNvPr id="146443" name="文本框 57355"/>
          <p:cNvSpPr txBox="1"/>
          <p:nvPr/>
        </p:nvSpPr>
        <p:spPr>
          <a:xfrm>
            <a:off x="800100" y="5334000"/>
            <a:ext cx="7677150" cy="1198563"/>
          </a:xfrm>
          <a:prstGeom prst="rect">
            <a:avLst/>
          </a:prstGeom>
          <a:noFill/>
          <a:ln w="9525">
            <a:noFill/>
          </a:ln>
        </p:spPr>
        <p:txBody>
          <a:bodyPr wrap="square" anchor="t" anchorCtr="0">
            <a:spAutoFit/>
          </a:bodyPr>
          <a:lstStyle/>
          <a:p>
            <a:r>
              <a:rPr lang="zh-CN" altLang="en-US" sz="2400" b="1" dirty="0">
                <a:latin typeface="宋体" panose="02010600030101010101" pitchFamily="2" charset="-122"/>
                <a:ea typeface="宋体" panose="02010600030101010101" pitchFamily="2" charset="-122"/>
              </a:rPr>
              <a:t>序列的</a:t>
            </a:r>
            <a:r>
              <a:rPr lang="zh-CN" altLang="en-US" sz="2400" b="1" u="sng" dirty="0">
                <a:solidFill>
                  <a:srgbClr val="C00000"/>
                </a:solidFill>
                <a:latin typeface="宋体" panose="02010600030101010101" pitchFamily="2" charset="-122"/>
                <a:ea typeface="宋体" panose="02010600030101010101" pitchFamily="2" charset="-122"/>
              </a:rPr>
              <a:t>共轭对称分量</a:t>
            </a:r>
            <a:r>
              <a:rPr lang="zh-CN" altLang="en-US" sz="2400" b="1" dirty="0">
                <a:latin typeface="宋体" panose="02010600030101010101" pitchFamily="2" charset="-122"/>
                <a:ea typeface="宋体" panose="02010600030101010101" pitchFamily="2" charset="-122"/>
              </a:rPr>
              <a:t>的傅里叶变换等于序列傅里叶变换的</a:t>
            </a:r>
            <a:r>
              <a:rPr lang="zh-CN" altLang="en-US" sz="2400" b="1" u="sng" dirty="0">
                <a:solidFill>
                  <a:srgbClr val="C00000"/>
                </a:solidFill>
                <a:latin typeface="宋体" panose="02010600030101010101" pitchFamily="2" charset="-122"/>
                <a:ea typeface="宋体" panose="02010600030101010101" pitchFamily="2" charset="-122"/>
              </a:rPr>
              <a:t>实部</a:t>
            </a:r>
            <a:r>
              <a:rPr lang="zh-CN" altLang="en-US" sz="2400" b="1" dirty="0">
                <a:solidFill>
                  <a:srgbClr val="C00000"/>
                </a:solidFill>
                <a:latin typeface="宋体" panose="02010600030101010101" pitchFamily="2" charset="-122"/>
                <a:ea typeface="宋体" panose="02010600030101010101" pitchFamily="2" charset="-122"/>
              </a:rPr>
              <a:t>，</a:t>
            </a:r>
            <a:r>
              <a:rPr lang="zh-CN" altLang="en-US" sz="2400" b="1" dirty="0">
                <a:latin typeface="宋体" panose="02010600030101010101" pitchFamily="2" charset="-122"/>
                <a:ea typeface="宋体" panose="02010600030101010101" pitchFamily="2" charset="-122"/>
              </a:rPr>
              <a:t>序列的</a:t>
            </a:r>
            <a:r>
              <a:rPr lang="zh-CN" altLang="en-US" sz="2400" b="1" u="sng" dirty="0">
                <a:solidFill>
                  <a:srgbClr val="C00000"/>
                </a:solidFill>
                <a:latin typeface="宋体" panose="02010600030101010101" pitchFamily="2" charset="-122"/>
                <a:ea typeface="宋体" panose="02010600030101010101" pitchFamily="2" charset="-122"/>
                <a:sym typeface="微软雅黑" panose="020B0503020204020204" pitchFamily="2" charset="-122"/>
              </a:rPr>
              <a:t>共轭反对称分量</a:t>
            </a:r>
            <a:r>
              <a:rPr lang="zh-CN" altLang="en-US" sz="2400" b="1" dirty="0">
                <a:latin typeface="宋体" panose="02010600030101010101" pitchFamily="2" charset="-122"/>
                <a:ea typeface="宋体" panose="02010600030101010101" pitchFamily="2" charset="-122"/>
                <a:sym typeface="微软雅黑" panose="020B0503020204020204" pitchFamily="2" charset="-122"/>
              </a:rPr>
              <a:t>的傅里叶变换等于序列傅里叶变换的</a:t>
            </a:r>
            <a:r>
              <a:rPr lang="zh-CN" altLang="en-US" sz="2400" b="1" u="sng" dirty="0">
                <a:solidFill>
                  <a:srgbClr val="C00000"/>
                </a:solidFill>
                <a:latin typeface="宋体" panose="02010600030101010101" pitchFamily="2" charset="-122"/>
                <a:ea typeface="宋体" panose="02010600030101010101" pitchFamily="2" charset="-122"/>
              </a:rPr>
              <a:t>虚部乘j</a:t>
            </a:r>
          </a:p>
        </p:txBody>
      </p:sp>
    </p:spTree>
  </p:cSld>
  <p:clrMapOvr>
    <a:masterClrMapping/>
  </p:clrMapOvr>
  <p:transition/>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7" name="Rectangle 3"/>
          <p:cNvSpPr/>
          <p:nvPr/>
        </p:nvSpPr>
        <p:spPr>
          <a:xfrm>
            <a:off x="684213" y="260350"/>
            <a:ext cx="7793037" cy="946150"/>
          </a:xfrm>
          <a:prstGeom prst="rect">
            <a:avLst/>
          </a:prstGeom>
          <a:noFill/>
          <a:ln w="9525">
            <a:noFill/>
          </a:ln>
        </p:spPr>
        <p:txBody>
          <a:bodyPr wrap="square" lIns="90000" tIns="46800" rIns="90000" bIns="46800" anchor="t" anchorCtr="0">
            <a:spAutoFit/>
          </a:bodyPr>
          <a:lstStyle/>
          <a:p>
            <a:endParaRPr lang="zh-CN" altLang="en-US" sz="2800" dirty="0">
              <a:latin typeface="Tahoma" panose="020B0604030504040204" pitchFamily="2" charset="0"/>
              <a:ea typeface="黑体" panose="02010609060101010101" pitchFamily="2" charset="-122"/>
            </a:endParaRPr>
          </a:p>
          <a:p>
            <a:pPr>
              <a:buClr>
                <a:schemeClr val="hlink"/>
              </a:buClr>
              <a:buSzPct val="120000"/>
              <a:buFont typeface="Wingdings" panose="05000000000000000000" pitchFamily="2" charset="2"/>
            </a:pPr>
            <a:r>
              <a:rPr lang="zh-CN" altLang="en-US" sz="2800" dirty="0">
                <a:solidFill>
                  <a:srgbClr val="3366FF"/>
                </a:solidFill>
                <a:latin typeface="Times New Roman" panose="02020603050405020304" pitchFamily="2" charset="0"/>
                <a:ea typeface="黑体" panose="02010609060101010101" pitchFamily="2" charset="-122"/>
              </a:rPr>
              <a:t>对称性2：</a:t>
            </a:r>
            <a:endParaRPr lang="en-US" altLang="zh-CN" sz="2800" dirty="0">
              <a:solidFill>
                <a:srgbClr val="3366FF"/>
              </a:solidFill>
              <a:latin typeface="Times New Roman" panose="02020603050405020304" pitchFamily="2" charset="0"/>
              <a:ea typeface="黑体" panose="02010609060101010101" pitchFamily="2" charset="-122"/>
            </a:endParaRPr>
          </a:p>
        </p:txBody>
      </p:sp>
      <p:sp>
        <p:nvSpPr>
          <p:cNvPr id="147458" name="Rectangle 11"/>
          <p:cNvSpPr/>
          <p:nvPr/>
        </p:nvSpPr>
        <p:spPr>
          <a:xfrm>
            <a:off x="0" y="0"/>
            <a:ext cx="9144000" cy="0"/>
          </a:xfrm>
          <a:prstGeom prst="rect">
            <a:avLst/>
          </a:prstGeom>
          <a:noFill/>
          <a:ln w="9525">
            <a:noFill/>
          </a:ln>
        </p:spPr>
        <p:txBody>
          <a:bodyPr wrap="none" lIns="90000" tIns="46800" rIns="90000" bIns="46800" anchor="ctr" anchorCtr="0">
            <a:spAutoFit/>
          </a:bodyPr>
          <a:lstStyle/>
          <a:p>
            <a:endParaRPr lang="zh-CN" altLang="en-US" dirty="0">
              <a:latin typeface="Times New Roman" panose="02020603050405020304" pitchFamily="2" charset="0"/>
              <a:ea typeface="宋体" panose="02010600030101010101" pitchFamily="2" charset="-122"/>
            </a:endParaRPr>
          </a:p>
        </p:txBody>
      </p:sp>
      <p:graphicFrame>
        <p:nvGraphicFramePr>
          <p:cNvPr id="147459" name="对象 60420">
            <a:hlinkClick r:id="" action="ppaction://ole?verb=0"/>
          </p:cNvPr>
          <p:cNvGraphicFramePr>
            <a:graphicFrameLocks noChangeAspect="1"/>
          </p:cNvGraphicFramePr>
          <p:nvPr/>
        </p:nvGraphicFramePr>
        <p:xfrm>
          <a:off x="1630363" y="2146300"/>
          <a:ext cx="5521325" cy="1963738"/>
        </p:xfrm>
        <a:graphic>
          <a:graphicData uri="http://schemas.openxmlformats.org/presentationml/2006/ole">
            <mc:AlternateContent xmlns:mc="http://schemas.openxmlformats.org/markup-compatibility/2006">
              <mc:Choice xmlns:v="urn:schemas-microsoft-com:vml" Requires="v">
                <p:oleObj r:id="rId2" imgW="2933700" imgH="1041400" progId="Equation.3">
                  <p:embed/>
                </p:oleObj>
              </mc:Choice>
              <mc:Fallback>
                <p:oleObj r:id="rId2" imgW="2933700" imgH="1041400" progId="Equation.3">
                  <p:embed/>
                  <p:pic>
                    <p:nvPicPr>
                      <p:cNvPr id="0" name="图片 3665"/>
                      <p:cNvPicPr/>
                      <p:nvPr/>
                    </p:nvPicPr>
                    <p:blipFill>
                      <a:blip r:embed="rId3"/>
                      <a:stretch>
                        <a:fillRect/>
                      </a:stretch>
                    </p:blipFill>
                    <p:spPr>
                      <a:xfrm>
                        <a:off x="1630363" y="2146300"/>
                        <a:ext cx="5521325" cy="1963738"/>
                      </a:xfrm>
                      <a:prstGeom prst="rect">
                        <a:avLst/>
                      </a:prstGeom>
                      <a:noFill/>
                      <a:ln w="38100">
                        <a:noFill/>
                        <a:miter/>
                      </a:ln>
                    </p:spPr>
                  </p:pic>
                </p:oleObj>
              </mc:Fallback>
            </mc:AlternateContent>
          </a:graphicData>
        </a:graphic>
      </p:graphicFrame>
      <p:graphicFrame>
        <p:nvGraphicFramePr>
          <p:cNvPr id="147460" name="对象 60421">
            <a:hlinkClick r:id="" action="ppaction://ole?verb=0"/>
          </p:cNvPr>
          <p:cNvGraphicFramePr>
            <a:graphicFrameLocks noChangeAspect="1"/>
          </p:cNvGraphicFramePr>
          <p:nvPr/>
        </p:nvGraphicFramePr>
        <p:xfrm>
          <a:off x="1512888" y="4197350"/>
          <a:ext cx="5541962" cy="1987550"/>
        </p:xfrm>
        <a:graphic>
          <a:graphicData uri="http://schemas.openxmlformats.org/presentationml/2006/ole">
            <mc:AlternateContent xmlns:mc="http://schemas.openxmlformats.org/markup-compatibility/2006">
              <mc:Choice xmlns:v="urn:schemas-microsoft-com:vml" Requires="v">
                <p:oleObj r:id="rId4" imgW="2908300" imgH="1041400" progId="Equation.3">
                  <p:embed/>
                </p:oleObj>
              </mc:Choice>
              <mc:Fallback>
                <p:oleObj r:id="rId4" imgW="2908300" imgH="1041400" progId="Equation.3">
                  <p:embed/>
                  <p:pic>
                    <p:nvPicPr>
                      <p:cNvPr id="0" name="图片 3666"/>
                      <p:cNvPicPr/>
                      <p:nvPr/>
                    </p:nvPicPr>
                    <p:blipFill>
                      <a:blip r:embed="rId5"/>
                      <a:stretch>
                        <a:fillRect/>
                      </a:stretch>
                    </p:blipFill>
                    <p:spPr>
                      <a:xfrm>
                        <a:off x="1512888" y="4197350"/>
                        <a:ext cx="5541962" cy="1987550"/>
                      </a:xfrm>
                      <a:prstGeom prst="rect">
                        <a:avLst/>
                      </a:prstGeom>
                      <a:noFill/>
                      <a:ln w="38100">
                        <a:noFill/>
                        <a:miter/>
                      </a:ln>
                    </p:spPr>
                  </p:pic>
                </p:oleObj>
              </mc:Fallback>
            </mc:AlternateContent>
          </a:graphicData>
        </a:graphic>
      </p:graphicFrame>
      <p:sp>
        <p:nvSpPr>
          <p:cNvPr id="147461" name="文本框 60422"/>
          <p:cNvSpPr txBox="1"/>
          <p:nvPr/>
        </p:nvSpPr>
        <p:spPr>
          <a:xfrm>
            <a:off x="682625" y="1487488"/>
            <a:ext cx="1042988" cy="457200"/>
          </a:xfrm>
          <a:prstGeom prst="rect">
            <a:avLst/>
          </a:prstGeom>
          <a:noFill/>
          <a:ln w="9525">
            <a:noFill/>
          </a:ln>
        </p:spPr>
        <p:txBody>
          <a:bodyPr wrap="square" anchor="t" anchorCtr="0">
            <a:spAutoFit/>
          </a:bodyPr>
          <a:lstStyle/>
          <a:p>
            <a:r>
              <a:rPr lang="zh-CN" altLang="en-US" sz="2400" b="1" dirty="0">
                <a:latin typeface="Times New Roman" panose="02020603050405020304" pitchFamily="2" charset="0"/>
                <a:ea typeface="宋体" panose="02010600030101010101" pitchFamily="2" charset="-122"/>
              </a:rPr>
              <a:t>证明：</a:t>
            </a:r>
          </a:p>
        </p:txBody>
      </p:sp>
      <p:graphicFrame>
        <p:nvGraphicFramePr>
          <p:cNvPr id="147462" name="对象 60423">
            <a:hlinkClick r:id="" action="ppaction://ole?verb=0"/>
          </p:cNvPr>
          <p:cNvGraphicFramePr>
            <a:graphicFrameLocks noChangeAspect="1"/>
          </p:cNvGraphicFramePr>
          <p:nvPr/>
        </p:nvGraphicFramePr>
        <p:xfrm>
          <a:off x="1654175" y="1306513"/>
          <a:ext cx="7067550" cy="900112"/>
        </p:xfrm>
        <a:graphic>
          <a:graphicData uri="http://schemas.openxmlformats.org/presentationml/2006/ole">
            <mc:AlternateContent xmlns:mc="http://schemas.openxmlformats.org/markup-compatibility/2006">
              <mc:Choice xmlns:v="urn:schemas-microsoft-com:vml" Requires="v">
                <p:oleObj r:id="rId6" imgW="3086100" imgH="393700" progId="Equation.3">
                  <p:embed/>
                </p:oleObj>
              </mc:Choice>
              <mc:Fallback>
                <p:oleObj r:id="rId6" imgW="3086100" imgH="393700" progId="Equation.3">
                  <p:embed/>
                  <p:pic>
                    <p:nvPicPr>
                      <p:cNvPr id="0" name="图片 3667"/>
                      <p:cNvPicPr/>
                      <p:nvPr/>
                    </p:nvPicPr>
                    <p:blipFill>
                      <a:blip r:embed="rId7"/>
                      <a:stretch>
                        <a:fillRect/>
                      </a:stretch>
                    </p:blipFill>
                    <p:spPr>
                      <a:xfrm>
                        <a:off x="1654175" y="1306513"/>
                        <a:ext cx="7067550" cy="900112"/>
                      </a:xfrm>
                      <a:prstGeom prst="rect">
                        <a:avLst/>
                      </a:prstGeom>
                      <a:noFill/>
                      <a:ln w="38100">
                        <a:noFill/>
                        <a:miter/>
                      </a:ln>
                    </p:spPr>
                  </p:pic>
                </p:oleObj>
              </mc:Fallback>
            </mc:AlternateContent>
          </a:graphicData>
        </a:graphic>
      </p:graphicFrame>
    </p:spTree>
  </p:cSld>
  <p:clrMapOvr>
    <a:masterClrMapping/>
  </p:clrMapOvr>
  <p:transition/>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1" name="Rectangle 3"/>
          <p:cNvSpPr/>
          <p:nvPr/>
        </p:nvSpPr>
        <p:spPr>
          <a:xfrm>
            <a:off x="685800" y="0"/>
            <a:ext cx="7794625" cy="946150"/>
          </a:xfrm>
          <a:prstGeom prst="rect">
            <a:avLst/>
          </a:prstGeom>
          <a:noFill/>
          <a:ln w="9525">
            <a:noFill/>
          </a:ln>
        </p:spPr>
        <p:txBody>
          <a:bodyPr wrap="square" lIns="90000" tIns="46800" rIns="90000" bIns="46800" anchor="t" anchorCtr="0">
            <a:spAutoFit/>
          </a:bodyPr>
          <a:lstStyle/>
          <a:p>
            <a:endParaRPr lang="zh-CN" altLang="en-US" sz="2800" dirty="0">
              <a:latin typeface="Tahoma" panose="020B0604030504040204" pitchFamily="2" charset="0"/>
              <a:ea typeface="黑体" panose="02010609060101010101" pitchFamily="2" charset="-122"/>
            </a:endParaRPr>
          </a:p>
          <a:p>
            <a:pPr>
              <a:buClr>
                <a:schemeClr val="hlink"/>
              </a:buClr>
              <a:buSzPct val="120000"/>
              <a:buFont typeface="Wingdings" panose="05000000000000000000" pitchFamily="2" charset="2"/>
            </a:pPr>
            <a:r>
              <a:rPr lang="zh-CN" altLang="en-US" sz="2800" dirty="0">
                <a:solidFill>
                  <a:srgbClr val="3366FF"/>
                </a:solidFill>
                <a:latin typeface="Times New Roman" panose="02020603050405020304" pitchFamily="2" charset="0"/>
                <a:ea typeface="黑体" panose="02010609060101010101" pitchFamily="2" charset="-122"/>
              </a:rPr>
              <a:t>对称性3：</a:t>
            </a:r>
            <a:endParaRPr lang="en-US" altLang="zh-CN" sz="2800" dirty="0">
              <a:solidFill>
                <a:srgbClr val="3366FF"/>
              </a:solidFill>
              <a:latin typeface="Times New Roman" panose="02020603050405020304" pitchFamily="2" charset="0"/>
              <a:ea typeface="黑体" panose="02010609060101010101" pitchFamily="2" charset="-122"/>
            </a:endParaRPr>
          </a:p>
        </p:txBody>
      </p:sp>
      <p:sp>
        <p:nvSpPr>
          <p:cNvPr id="148482" name="Rectangle 11"/>
          <p:cNvSpPr/>
          <p:nvPr/>
        </p:nvSpPr>
        <p:spPr>
          <a:xfrm>
            <a:off x="0" y="0"/>
            <a:ext cx="9144000" cy="0"/>
          </a:xfrm>
          <a:prstGeom prst="rect">
            <a:avLst/>
          </a:prstGeom>
          <a:noFill/>
          <a:ln w="9525">
            <a:noFill/>
          </a:ln>
        </p:spPr>
        <p:txBody>
          <a:bodyPr wrap="none" lIns="90000" tIns="46800" rIns="90000" bIns="46800" anchor="ctr" anchorCtr="0">
            <a:spAutoFit/>
          </a:bodyPr>
          <a:lstStyle/>
          <a:p>
            <a:endParaRPr lang="zh-CN" altLang="en-US" dirty="0">
              <a:latin typeface="Times New Roman" panose="02020603050405020304" pitchFamily="2" charset="0"/>
              <a:ea typeface="宋体" panose="02010600030101010101" pitchFamily="2" charset="-122"/>
            </a:endParaRPr>
          </a:p>
        </p:txBody>
      </p:sp>
      <p:sp>
        <p:nvSpPr>
          <p:cNvPr id="148483" name="文本框 61446"/>
          <p:cNvSpPr txBox="1"/>
          <p:nvPr/>
        </p:nvSpPr>
        <p:spPr>
          <a:xfrm>
            <a:off x="687388" y="954088"/>
            <a:ext cx="6116637" cy="719137"/>
          </a:xfrm>
          <a:prstGeom prst="rect">
            <a:avLst/>
          </a:prstGeom>
          <a:noFill/>
          <a:ln w="9525">
            <a:noFill/>
          </a:ln>
        </p:spPr>
        <p:txBody>
          <a:bodyPr wrap="square" anchor="t" anchorCtr="0">
            <a:spAutoFit/>
          </a:bodyPr>
          <a:lstStyle/>
          <a:p>
            <a:pPr marL="1905" indent="-1905">
              <a:buAutoNum type="circleNumDbPlain"/>
            </a:pPr>
            <a:r>
              <a:rPr lang="en-US" altLang="zh-CN" sz="2400" b="1" i="1" dirty="0">
                <a:solidFill>
                  <a:srgbClr val="000000"/>
                </a:solidFill>
                <a:latin typeface="Times New Roman" panose="02020603050405020304" pitchFamily="2" charset="0"/>
                <a:ea typeface="宋体" panose="02010600030101010101" pitchFamily="2" charset="-122"/>
              </a:rPr>
              <a:t>x</a:t>
            </a:r>
            <a:r>
              <a:rPr lang="en-US" altLang="zh-CN" sz="2400" b="1" dirty="0">
                <a:solidFill>
                  <a:srgbClr val="000000"/>
                </a:solidFill>
                <a:latin typeface="Times New Roman" panose="02020603050405020304" pitchFamily="2" charset="0"/>
                <a:ea typeface="宋体" panose="02010600030101010101" pitchFamily="2" charset="-122"/>
              </a:rPr>
              <a:t>(</a:t>
            </a:r>
            <a:r>
              <a:rPr lang="en-US" altLang="zh-CN" sz="2400" b="1" i="1" dirty="0">
                <a:solidFill>
                  <a:srgbClr val="000000"/>
                </a:solidFill>
                <a:latin typeface="Times New Roman" panose="02020603050405020304" pitchFamily="2" charset="0"/>
                <a:ea typeface="宋体" panose="02010600030101010101" pitchFamily="2" charset="-122"/>
              </a:rPr>
              <a:t>n</a:t>
            </a:r>
            <a:r>
              <a:rPr lang="en-US" altLang="zh-CN" sz="2400" b="1" dirty="0">
                <a:solidFill>
                  <a:srgbClr val="000000"/>
                </a:solidFill>
                <a:latin typeface="Times New Roman" panose="02020603050405020304" pitchFamily="2" charset="0"/>
                <a:ea typeface="宋体" panose="02010600030101010101" pitchFamily="2" charset="-122"/>
              </a:rPr>
              <a:t>)</a:t>
            </a:r>
            <a:r>
              <a:rPr lang="zh-CN" altLang="en-US" sz="2400" b="1" dirty="0">
                <a:solidFill>
                  <a:srgbClr val="000000"/>
                </a:solidFill>
                <a:latin typeface="Times New Roman" panose="02020603050405020304" pitchFamily="2" charset="0"/>
                <a:ea typeface="宋体" panose="02010600030101010101" pitchFamily="2" charset="-122"/>
              </a:rPr>
              <a:t>为实序列，              满足共轭对称性</a:t>
            </a:r>
          </a:p>
          <a:p>
            <a:pPr marL="1905" indent="-1905">
              <a:lnSpc>
                <a:spcPct val="70000"/>
              </a:lnSpc>
              <a:buNone/>
            </a:pPr>
            <a:endParaRPr lang="zh-CN" altLang="en-US" sz="2400" b="1" dirty="0">
              <a:solidFill>
                <a:srgbClr val="000000"/>
              </a:solidFill>
              <a:latin typeface="Times New Roman" panose="02020603050405020304" pitchFamily="2" charset="0"/>
              <a:ea typeface="宋体" panose="02010600030101010101" pitchFamily="2" charset="-122"/>
            </a:endParaRPr>
          </a:p>
        </p:txBody>
      </p:sp>
      <p:graphicFrame>
        <p:nvGraphicFramePr>
          <p:cNvPr id="148484" name="对象 61447"/>
          <p:cNvGraphicFramePr/>
          <p:nvPr/>
        </p:nvGraphicFramePr>
        <p:xfrm>
          <a:off x="3089275" y="922338"/>
          <a:ext cx="1052513" cy="477837"/>
        </p:xfrm>
        <a:graphic>
          <a:graphicData uri="http://schemas.openxmlformats.org/presentationml/2006/ole">
            <mc:AlternateContent xmlns:mc="http://schemas.openxmlformats.org/markup-compatibility/2006">
              <mc:Choice xmlns:v="urn:schemas-microsoft-com:vml" Requires="v">
                <p:oleObj r:id="rId2" imgW="984250" imgH="469265" progId="Equation.3">
                  <p:embed/>
                </p:oleObj>
              </mc:Choice>
              <mc:Fallback>
                <p:oleObj r:id="rId2" imgW="984250" imgH="469265" progId="Equation.3">
                  <p:embed/>
                  <p:pic>
                    <p:nvPicPr>
                      <p:cNvPr id="0" name="图片 3668"/>
                      <p:cNvPicPr/>
                      <p:nvPr/>
                    </p:nvPicPr>
                    <p:blipFill>
                      <a:blip r:embed="rId3"/>
                      <a:stretch>
                        <a:fillRect/>
                      </a:stretch>
                    </p:blipFill>
                    <p:spPr>
                      <a:xfrm>
                        <a:off x="3089275" y="922338"/>
                        <a:ext cx="1052513" cy="477837"/>
                      </a:xfrm>
                      <a:prstGeom prst="rect">
                        <a:avLst/>
                      </a:prstGeom>
                      <a:noFill/>
                      <a:ln w="38100">
                        <a:noFill/>
                        <a:miter/>
                      </a:ln>
                    </p:spPr>
                  </p:pic>
                </p:oleObj>
              </mc:Fallback>
            </mc:AlternateContent>
          </a:graphicData>
        </a:graphic>
      </p:graphicFrame>
      <p:graphicFrame>
        <p:nvGraphicFramePr>
          <p:cNvPr id="148485" name="对象 622594"/>
          <p:cNvGraphicFramePr/>
          <p:nvPr/>
        </p:nvGraphicFramePr>
        <p:xfrm>
          <a:off x="1989138" y="1816100"/>
          <a:ext cx="4191000" cy="469900"/>
        </p:xfrm>
        <a:graphic>
          <a:graphicData uri="http://schemas.openxmlformats.org/presentationml/2006/ole">
            <mc:AlternateContent xmlns:mc="http://schemas.openxmlformats.org/markup-compatibility/2006">
              <mc:Choice xmlns:v="urn:schemas-microsoft-com:vml" Requires="v">
                <p:oleObj r:id="rId4" imgW="4191000" imgH="469900" progId="Equation.DSMT4">
                  <p:embed/>
                </p:oleObj>
              </mc:Choice>
              <mc:Fallback>
                <p:oleObj r:id="rId4" imgW="4191000" imgH="469900" progId="Equation.DSMT4">
                  <p:embed/>
                  <p:pic>
                    <p:nvPicPr>
                      <p:cNvPr id="0" name="图片 3663"/>
                      <p:cNvPicPr/>
                      <p:nvPr/>
                    </p:nvPicPr>
                    <p:blipFill>
                      <a:blip r:embed="rId5">
                        <a:lum bright="-100000"/>
                      </a:blip>
                      <a:stretch>
                        <a:fillRect/>
                      </a:stretch>
                    </p:blipFill>
                    <p:spPr>
                      <a:xfrm>
                        <a:off x="1989138" y="1816100"/>
                        <a:ext cx="4191000" cy="469900"/>
                      </a:xfrm>
                      <a:prstGeom prst="rect">
                        <a:avLst/>
                      </a:prstGeom>
                      <a:noFill/>
                      <a:ln w="38100">
                        <a:noFill/>
                        <a:miter/>
                      </a:ln>
                    </p:spPr>
                  </p:pic>
                </p:oleObj>
              </mc:Fallback>
            </mc:AlternateContent>
          </a:graphicData>
        </a:graphic>
      </p:graphicFrame>
      <p:grpSp>
        <p:nvGrpSpPr>
          <p:cNvPr id="148486" name="组合 622596"/>
          <p:cNvGrpSpPr/>
          <p:nvPr/>
        </p:nvGrpSpPr>
        <p:grpSpPr>
          <a:xfrm>
            <a:off x="754063" y="2968625"/>
            <a:ext cx="7381875" cy="1101725"/>
            <a:chOff x="566" y="1554"/>
            <a:chExt cx="4650" cy="694"/>
          </a:xfrm>
        </p:grpSpPr>
        <p:graphicFrame>
          <p:nvGraphicFramePr>
            <p:cNvPr id="148487" name="对象 622597"/>
            <p:cNvGraphicFramePr/>
            <p:nvPr/>
          </p:nvGraphicFramePr>
          <p:xfrm>
            <a:off x="2664" y="1570"/>
            <a:ext cx="2416" cy="280"/>
          </p:xfrm>
          <a:graphic>
            <a:graphicData uri="http://schemas.openxmlformats.org/presentationml/2006/ole">
              <mc:AlternateContent xmlns:mc="http://schemas.openxmlformats.org/markup-compatibility/2006">
                <mc:Choice xmlns:v="urn:schemas-microsoft-com:vml" Requires="v">
                  <p:oleObj r:id="rId6" imgW="3833495" imgH="444500" progId="Equation.DSMT4">
                    <p:embed/>
                  </p:oleObj>
                </mc:Choice>
                <mc:Fallback>
                  <p:oleObj r:id="rId6" imgW="3833495" imgH="444500" progId="Equation.DSMT4">
                    <p:embed/>
                    <p:pic>
                      <p:nvPicPr>
                        <p:cNvPr id="0" name="图片 3669"/>
                        <p:cNvPicPr/>
                        <p:nvPr/>
                      </p:nvPicPr>
                      <p:blipFill>
                        <a:blip r:embed="rId7">
                          <a:lum bright="-100000"/>
                        </a:blip>
                        <a:stretch>
                          <a:fillRect/>
                        </a:stretch>
                      </p:blipFill>
                      <p:spPr>
                        <a:xfrm>
                          <a:off x="2664" y="1570"/>
                          <a:ext cx="2416" cy="280"/>
                        </a:xfrm>
                        <a:prstGeom prst="rect">
                          <a:avLst/>
                        </a:prstGeom>
                        <a:noFill/>
                        <a:ln w="38100">
                          <a:noFill/>
                          <a:miter/>
                        </a:ln>
                      </p:spPr>
                    </p:pic>
                  </p:oleObj>
                </mc:Fallback>
              </mc:AlternateContent>
            </a:graphicData>
          </a:graphic>
        </p:graphicFrame>
        <p:graphicFrame>
          <p:nvGraphicFramePr>
            <p:cNvPr id="148488" name="对象 622598"/>
            <p:cNvGraphicFramePr/>
            <p:nvPr/>
          </p:nvGraphicFramePr>
          <p:xfrm>
            <a:off x="2664" y="1968"/>
            <a:ext cx="2552" cy="280"/>
          </p:xfrm>
          <a:graphic>
            <a:graphicData uri="http://schemas.openxmlformats.org/presentationml/2006/ole">
              <mc:AlternateContent xmlns:mc="http://schemas.openxmlformats.org/markup-compatibility/2006">
                <mc:Choice xmlns:v="urn:schemas-microsoft-com:vml" Requires="v">
                  <p:oleObj r:id="rId8" imgW="4049395" imgH="444500" progId="Equation.DSMT4">
                    <p:embed/>
                  </p:oleObj>
                </mc:Choice>
                <mc:Fallback>
                  <p:oleObj r:id="rId8" imgW="4049395" imgH="444500" progId="Equation.DSMT4">
                    <p:embed/>
                    <p:pic>
                      <p:nvPicPr>
                        <p:cNvPr id="0" name="图片 3664"/>
                        <p:cNvPicPr/>
                        <p:nvPr/>
                      </p:nvPicPr>
                      <p:blipFill>
                        <a:blip r:embed="rId9">
                          <a:lum bright="-100000"/>
                        </a:blip>
                        <a:stretch>
                          <a:fillRect/>
                        </a:stretch>
                      </p:blipFill>
                      <p:spPr>
                        <a:xfrm>
                          <a:off x="2664" y="1968"/>
                          <a:ext cx="2552" cy="280"/>
                        </a:xfrm>
                        <a:prstGeom prst="rect">
                          <a:avLst/>
                        </a:prstGeom>
                        <a:noFill/>
                        <a:ln w="38100">
                          <a:noFill/>
                          <a:miter/>
                        </a:ln>
                      </p:spPr>
                    </p:pic>
                  </p:oleObj>
                </mc:Fallback>
              </mc:AlternateContent>
            </a:graphicData>
          </a:graphic>
        </p:graphicFrame>
        <p:sp>
          <p:nvSpPr>
            <p:cNvPr id="148489" name="文本框 622599"/>
            <p:cNvSpPr txBox="1"/>
            <p:nvPr/>
          </p:nvSpPr>
          <p:spPr>
            <a:xfrm>
              <a:off x="566" y="1554"/>
              <a:ext cx="2586" cy="685"/>
            </a:xfrm>
            <a:prstGeom prst="rect">
              <a:avLst/>
            </a:prstGeom>
            <a:noFill/>
            <a:ln w="12700">
              <a:noFill/>
            </a:ln>
          </p:spPr>
          <p:txBody>
            <a:bodyPr anchor="t" anchorCtr="0">
              <a:spAutoFit/>
            </a:bodyPr>
            <a:lstStyle/>
            <a:p>
              <a:pPr>
                <a:lnSpc>
                  <a:spcPct val="90000"/>
                </a:lnSpc>
              </a:pPr>
              <a:r>
                <a:rPr lang="zh-CN" altLang="en-US" sz="2400" dirty="0">
                  <a:latin typeface="Times New Roman" panose="02020603050405020304" pitchFamily="2" charset="0"/>
                  <a:ea typeface="宋体" panose="02010600030101010101" pitchFamily="2" charset="-122"/>
                </a:rPr>
                <a:t>实部是</a:t>
              </a:r>
              <a:r>
                <a:rPr lang="en-US" altLang="zh-CN" sz="2400" dirty="0">
                  <a:latin typeface="Times New Roman" panose="02020603050405020304" pitchFamily="2" charset="0"/>
                  <a:ea typeface="宋体" panose="02010600030101010101" pitchFamily="2" charset="-122"/>
                </a:rPr>
                <a:t>ω</a:t>
              </a:r>
              <a:r>
                <a:rPr lang="zh-CN" altLang="en-US" sz="2400" dirty="0">
                  <a:latin typeface="Times New Roman" panose="02020603050405020304" pitchFamily="2" charset="0"/>
                  <a:ea typeface="宋体" panose="02010600030101010101" pitchFamily="2" charset="-122"/>
                </a:rPr>
                <a:t>的偶函数</a:t>
              </a:r>
            </a:p>
            <a:p>
              <a:pPr>
                <a:lnSpc>
                  <a:spcPct val="90000"/>
                </a:lnSpc>
              </a:pPr>
              <a:endParaRPr lang="zh-CN" altLang="en-US" sz="2400" dirty="0">
                <a:latin typeface="Times New Roman" panose="02020603050405020304" pitchFamily="2" charset="0"/>
                <a:ea typeface="宋体" panose="02010600030101010101" pitchFamily="2" charset="-122"/>
              </a:endParaRPr>
            </a:p>
            <a:p>
              <a:pPr>
                <a:lnSpc>
                  <a:spcPct val="90000"/>
                </a:lnSpc>
              </a:pPr>
              <a:r>
                <a:rPr lang="zh-CN" altLang="en-US" sz="2400" dirty="0">
                  <a:latin typeface="Times New Roman" panose="02020603050405020304" pitchFamily="2" charset="0"/>
                  <a:ea typeface="宋体" panose="02010600030101010101" pitchFamily="2" charset="-122"/>
                </a:rPr>
                <a:t>虚部是</a:t>
              </a:r>
              <a:r>
                <a:rPr lang="en-US" altLang="zh-CN" sz="2400" dirty="0">
                  <a:latin typeface="Times New Roman" panose="02020603050405020304" pitchFamily="2" charset="0"/>
                  <a:ea typeface="宋体" panose="02010600030101010101" pitchFamily="2" charset="-122"/>
                </a:rPr>
                <a:t>ω</a:t>
              </a:r>
              <a:r>
                <a:rPr lang="zh-CN" altLang="en-US" sz="2400" dirty="0">
                  <a:latin typeface="Times New Roman" panose="02020603050405020304" pitchFamily="2" charset="0"/>
                  <a:ea typeface="宋体" panose="02010600030101010101" pitchFamily="2" charset="-122"/>
                </a:rPr>
                <a:t>的奇函数</a:t>
              </a:r>
            </a:p>
          </p:txBody>
        </p:sp>
      </p:grpSp>
      <p:grpSp>
        <p:nvGrpSpPr>
          <p:cNvPr id="148490" name="组合 622600"/>
          <p:cNvGrpSpPr/>
          <p:nvPr/>
        </p:nvGrpSpPr>
        <p:grpSpPr>
          <a:xfrm>
            <a:off x="739775" y="4722813"/>
            <a:ext cx="7493000" cy="1223962"/>
            <a:chOff x="567" y="2659"/>
            <a:chExt cx="4720" cy="771"/>
          </a:xfrm>
        </p:grpSpPr>
        <p:graphicFrame>
          <p:nvGraphicFramePr>
            <p:cNvPr id="148491" name="对象 622601"/>
            <p:cNvGraphicFramePr/>
            <p:nvPr/>
          </p:nvGraphicFramePr>
          <p:xfrm>
            <a:off x="2710" y="2699"/>
            <a:ext cx="1760" cy="368"/>
          </p:xfrm>
          <a:graphic>
            <a:graphicData uri="http://schemas.openxmlformats.org/presentationml/2006/ole">
              <mc:AlternateContent xmlns:mc="http://schemas.openxmlformats.org/markup-compatibility/2006">
                <mc:Choice xmlns:v="urn:schemas-microsoft-com:vml" Requires="v">
                  <p:oleObj r:id="rId10" imgW="2792730" imgH="584200" progId="Equation.DSMT4">
                    <p:embed/>
                  </p:oleObj>
                </mc:Choice>
                <mc:Fallback>
                  <p:oleObj r:id="rId10" imgW="2792730" imgH="584200" progId="Equation.DSMT4">
                    <p:embed/>
                    <p:pic>
                      <p:nvPicPr>
                        <p:cNvPr id="0" name="图片 3661"/>
                        <p:cNvPicPr/>
                        <p:nvPr/>
                      </p:nvPicPr>
                      <p:blipFill>
                        <a:blip r:embed="rId11">
                          <a:lum bright="-100000"/>
                        </a:blip>
                        <a:stretch>
                          <a:fillRect/>
                        </a:stretch>
                      </p:blipFill>
                      <p:spPr>
                        <a:xfrm>
                          <a:off x="2710" y="2699"/>
                          <a:ext cx="1760" cy="368"/>
                        </a:xfrm>
                        <a:prstGeom prst="rect">
                          <a:avLst/>
                        </a:prstGeom>
                        <a:noFill/>
                        <a:ln w="38100">
                          <a:noFill/>
                          <a:miter/>
                        </a:ln>
                      </p:spPr>
                    </p:pic>
                  </p:oleObj>
                </mc:Fallback>
              </mc:AlternateContent>
            </a:graphicData>
          </a:graphic>
        </p:graphicFrame>
        <p:graphicFrame>
          <p:nvGraphicFramePr>
            <p:cNvPr id="148492" name="对象 622602"/>
            <p:cNvGraphicFramePr/>
            <p:nvPr/>
          </p:nvGraphicFramePr>
          <p:xfrm>
            <a:off x="2663" y="3150"/>
            <a:ext cx="2624" cy="280"/>
          </p:xfrm>
          <a:graphic>
            <a:graphicData uri="http://schemas.openxmlformats.org/presentationml/2006/ole">
              <mc:AlternateContent xmlns:mc="http://schemas.openxmlformats.org/markup-compatibility/2006">
                <mc:Choice xmlns:v="urn:schemas-microsoft-com:vml" Requires="v">
                  <p:oleObj r:id="rId12" imgW="4163695" imgH="444500" progId="Equation.DSMT4">
                    <p:embed/>
                  </p:oleObj>
                </mc:Choice>
                <mc:Fallback>
                  <p:oleObj r:id="rId12" imgW="4163695" imgH="444500" progId="Equation.DSMT4">
                    <p:embed/>
                    <p:pic>
                      <p:nvPicPr>
                        <p:cNvPr id="0" name="图片 3670"/>
                        <p:cNvPicPr/>
                        <p:nvPr/>
                      </p:nvPicPr>
                      <p:blipFill>
                        <a:blip r:embed="rId13">
                          <a:lum bright="-100000"/>
                        </a:blip>
                        <a:stretch>
                          <a:fillRect/>
                        </a:stretch>
                      </p:blipFill>
                      <p:spPr>
                        <a:xfrm>
                          <a:off x="2663" y="3150"/>
                          <a:ext cx="2624" cy="280"/>
                        </a:xfrm>
                        <a:prstGeom prst="rect">
                          <a:avLst/>
                        </a:prstGeom>
                        <a:noFill/>
                        <a:ln w="38100">
                          <a:noFill/>
                          <a:miter/>
                        </a:ln>
                      </p:spPr>
                    </p:pic>
                  </p:oleObj>
                </mc:Fallback>
              </mc:AlternateContent>
            </a:graphicData>
          </a:graphic>
        </p:graphicFrame>
        <p:sp>
          <p:nvSpPr>
            <p:cNvPr id="148493" name="文本框 622603"/>
            <p:cNvSpPr txBox="1"/>
            <p:nvPr/>
          </p:nvSpPr>
          <p:spPr>
            <a:xfrm>
              <a:off x="567" y="2659"/>
              <a:ext cx="2586" cy="732"/>
            </a:xfrm>
            <a:prstGeom prst="rect">
              <a:avLst/>
            </a:prstGeom>
            <a:noFill/>
            <a:ln w="12700">
              <a:noFill/>
            </a:ln>
          </p:spPr>
          <p:txBody>
            <a:bodyPr anchor="t" anchorCtr="0">
              <a:spAutoFit/>
            </a:bodyPr>
            <a:lstStyle/>
            <a:p>
              <a:pPr>
                <a:lnSpc>
                  <a:spcPct val="90000"/>
                </a:lnSpc>
              </a:pPr>
              <a:r>
                <a:rPr lang="zh-CN" altLang="en-US" sz="2400" dirty="0">
                  <a:latin typeface="Times New Roman" panose="02020603050405020304" pitchFamily="2" charset="0"/>
                  <a:ea typeface="宋体" panose="02010600030101010101" pitchFamily="2" charset="-122"/>
                </a:rPr>
                <a:t>幅度是</a:t>
              </a:r>
              <a:r>
                <a:rPr lang="en-US" altLang="zh-CN" sz="2400" dirty="0">
                  <a:latin typeface="Times New Roman" panose="02020603050405020304" pitchFamily="2" charset="0"/>
                  <a:ea typeface="宋体" panose="02010600030101010101" pitchFamily="2" charset="-122"/>
                </a:rPr>
                <a:t>ω</a:t>
              </a:r>
              <a:r>
                <a:rPr lang="zh-CN" altLang="en-US" sz="2400" dirty="0">
                  <a:latin typeface="Times New Roman" panose="02020603050405020304" pitchFamily="2" charset="0"/>
                  <a:ea typeface="宋体" panose="02010600030101010101" pitchFamily="2" charset="-122"/>
                </a:rPr>
                <a:t>的偶函数</a:t>
              </a:r>
            </a:p>
            <a:p>
              <a:endParaRPr lang="zh-CN" altLang="en-US" sz="2400" dirty="0">
                <a:latin typeface="Times New Roman" panose="02020603050405020304" pitchFamily="2" charset="0"/>
                <a:ea typeface="宋体" panose="02010600030101010101" pitchFamily="2" charset="-122"/>
              </a:endParaRPr>
            </a:p>
            <a:p>
              <a:r>
                <a:rPr lang="zh-CN" altLang="en-US" sz="2400" dirty="0">
                  <a:latin typeface="Times New Roman" panose="02020603050405020304" pitchFamily="2" charset="0"/>
                  <a:ea typeface="宋体" panose="02010600030101010101" pitchFamily="2" charset="-122"/>
                </a:rPr>
                <a:t>幅角是</a:t>
              </a:r>
              <a:r>
                <a:rPr lang="en-US" altLang="zh-CN" sz="2400" dirty="0">
                  <a:latin typeface="Times New Roman" panose="02020603050405020304" pitchFamily="2" charset="0"/>
                  <a:ea typeface="宋体" panose="02010600030101010101" pitchFamily="2" charset="-122"/>
                </a:rPr>
                <a:t>ω</a:t>
              </a:r>
              <a:r>
                <a:rPr lang="zh-CN" altLang="en-US" sz="2400" dirty="0">
                  <a:latin typeface="Times New Roman" panose="02020603050405020304" pitchFamily="2" charset="0"/>
                  <a:ea typeface="宋体" panose="02010600030101010101" pitchFamily="2" charset="-122"/>
                </a:rPr>
                <a:t>的奇函数</a:t>
              </a:r>
            </a:p>
          </p:txBody>
        </p:sp>
      </p:grpSp>
      <mc:AlternateContent xmlns:mc="http://schemas.openxmlformats.org/markup-compatibility/2006" xmlns:p14="http://schemas.microsoft.com/office/powerpoint/2010/main">
        <mc:Choice Requires="p14">
          <p:contentPart p14:bwMode="auto" r:id="rId14">
            <p14:nvContentPartPr>
              <p14:cNvPr id="2" name="墨迹 1">
                <a:extLst>
                  <a:ext uri="{FF2B5EF4-FFF2-40B4-BE49-F238E27FC236}">
                    <a16:creationId xmlns:a16="http://schemas.microsoft.com/office/drawing/2014/main" id="{49CA2B5E-173D-40D6-DA30-27DC2174F482}"/>
                  </a:ext>
                </a:extLst>
              </p14:cNvPr>
              <p14:cNvContentPartPr/>
              <p14:nvPr/>
            </p14:nvContentPartPr>
            <p14:xfrm>
              <a:off x="904825" y="3398825"/>
              <a:ext cx="1865520" cy="28440"/>
            </p14:xfrm>
          </p:contentPart>
        </mc:Choice>
        <mc:Fallback xmlns="">
          <p:pic>
            <p:nvPicPr>
              <p:cNvPr id="2" name="墨迹 1">
                <a:extLst>
                  <a:ext uri="{FF2B5EF4-FFF2-40B4-BE49-F238E27FC236}">
                    <a16:creationId xmlns:a16="http://schemas.microsoft.com/office/drawing/2014/main" id="{49CA2B5E-173D-40D6-DA30-27DC2174F482}"/>
                  </a:ext>
                </a:extLst>
              </p:cNvPr>
              <p:cNvPicPr/>
              <p:nvPr/>
            </p:nvPicPr>
            <p:blipFill>
              <a:blip r:embed="rId15"/>
              <a:stretch>
                <a:fillRect/>
              </a:stretch>
            </p:blipFill>
            <p:spPr>
              <a:xfrm>
                <a:off x="887185" y="3380825"/>
                <a:ext cx="1901160" cy="6408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3" name="墨迹 2">
                <a:extLst>
                  <a:ext uri="{FF2B5EF4-FFF2-40B4-BE49-F238E27FC236}">
                    <a16:creationId xmlns:a16="http://schemas.microsoft.com/office/drawing/2014/main" id="{2535B375-2127-03B4-4714-E1B3C64036E2}"/>
                  </a:ext>
                </a:extLst>
              </p14:cNvPr>
              <p14:cNvContentPartPr/>
              <p14:nvPr/>
            </p14:nvContentPartPr>
            <p14:xfrm>
              <a:off x="831025" y="4026665"/>
              <a:ext cx="2255400" cy="138960"/>
            </p14:xfrm>
          </p:contentPart>
        </mc:Choice>
        <mc:Fallback xmlns="">
          <p:pic>
            <p:nvPicPr>
              <p:cNvPr id="3" name="墨迹 2">
                <a:extLst>
                  <a:ext uri="{FF2B5EF4-FFF2-40B4-BE49-F238E27FC236}">
                    <a16:creationId xmlns:a16="http://schemas.microsoft.com/office/drawing/2014/main" id="{2535B375-2127-03B4-4714-E1B3C64036E2}"/>
                  </a:ext>
                </a:extLst>
              </p:cNvPr>
              <p:cNvPicPr/>
              <p:nvPr/>
            </p:nvPicPr>
            <p:blipFill>
              <a:blip r:embed="rId17"/>
              <a:stretch>
                <a:fillRect/>
              </a:stretch>
            </p:blipFill>
            <p:spPr>
              <a:xfrm>
                <a:off x="813025" y="4009025"/>
                <a:ext cx="2291040" cy="17460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4" name="墨迹 3">
                <a:extLst>
                  <a:ext uri="{FF2B5EF4-FFF2-40B4-BE49-F238E27FC236}">
                    <a16:creationId xmlns:a16="http://schemas.microsoft.com/office/drawing/2014/main" id="{8069ED54-AFC9-C588-22E9-2D3463AC4A93}"/>
                  </a:ext>
                </a:extLst>
              </p14:cNvPr>
              <p14:cNvContentPartPr/>
              <p14:nvPr/>
            </p14:nvContentPartPr>
            <p14:xfrm>
              <a:off x="895825" y="5189465"/>
              <a:ext cx="2355120" cy="56880"/>
            </p14:xfrm>
          </p:contentPart>
        </mc:Choice>
        <mc:Fallback xmlns="">
          <p:pic>
            <p:nvPicPr>
              <p:cNvPr id="4" name="墨迹 3">
                <a:extLst>
                  <a:ext uri="{FF2B5EF4-FFF2-40B4-BE49-F238E27FC236}">
                    <a16:creationId xmlns:a16="http://schemas.microsoft.com/office/drawing/2014/main" id="{8069ED54-AFC9-C588-22E9-2D3463AC4A93}"/>
                  </a:ext>
                </a:extLst>
              </p:cNvPr>
              <p:cNvPicPr/>
              <p:nvPr/>
            </p:nvPicPr>
            <p:blipFill>
              <a:blip r:embed="rId19"/>
              <a:stretch>
                <a:fillRect/>
              </a:stretch>
            </p:blipFill>
            <p:spPr>
              <a:xfrm>
                <a:off x="878185" y="5171825"/>
                <a:ext cx="2390760" cy="9252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5" name="墨迹 4">
                <a:extLst>
                  <a:ext uri="{FF2B5EF4-FFF2-40B4-BE49-F238E27FC236}">
                    <a16:creationId xmlns:a16="http://schemas.microsoft.com/office/drawing/2014/main" id="{EDFA4A8B-B1B7-E56A-6AC1-A87A60029B35}"/>
                  </a:ext>
                </a:extLst>
              </p14:cNvPr>
              <p14:cNvContentPartPr/>
              <p14:nvPr/>
            </p14:nvContentPartPr>
            <p14:xfrm>
              <a:off x="669385" y="5467385"/>
              <a:ext cx="2934000" cy="481320"/>
            </p14:xfrm>
          </p:contentPart>
        </mc:Choice>
        <mc:Fallback xmlns="">
          <p:pic>
            <p:nvPicPr>
              <p:cNvPr id="5" name="墨迹 4">
                <a:extLst>
                  <a:ext uri="{FF2B5EF4-FFF2-40B4-BE49-F238E27FC236}">
                    <a16:creationId xmlns:a16="http://schemas.microsoft.com/office/drawing/2014/main" id="{EDFA4A8B-B1B7-E56A-6AC1-A87A60029B35}"/>
                  </a:ext>
                </a:extLst>
              </p:cNvPr>
              <p:cNvPicPr/>
              <p:nvPr/>
            </p:nvPicPr>
            <p:blipFill>
              <a:blip r:embed="rId21"/>
              <a:stretch>
                <a:fillRect/>
              </a:stretch>
            </p:blipFill>
            <p:spPr>
              <a:xfrm>
                <a:off x="651745" y="5449385"/>
                <a:ext cx="2969640" cy="51696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6" name="墨迹 5">
                <a:extLst>
                  <a:ext uri="{FF2B5EF4-FFF2-40B4-BE49-F238E27FC236}">
                    <a16:creationId xmlns:a16="http://schemas.microsoft.com/office/drawing/2014/main" id="{B040C4D8-E73E-82CD-04EE-0DF9D8CF9134}"/>
                  </a:ext>
                </a:extLst>
              </p14:cNvPr>
              <p14:cNvContentPartPr/>
              <p14:nvPr/>
            </p14:nvContentPartPr>
            <p14:xfrm>
              <a:off x="674425" y="5652425"/>
              <a:ext cx="55440" cy="288000"/>
            </p14:xfrm>
          </p:contentPart>
        </mc:Choice>
        <mc:Fallback xmlns="">
          <p:pic>
            <p:nvPicPr>
              <p:cNvPr id="6" name="墨迹 5">
                <a:extLst>
                  <a:ext uri="{FF2B5EF4-FFF2-40B4-BE49-F238E27FC236}">
                    <a16:creationId xmlns:a16="http://schemas.microsoft.com/office/drawing/2014/main" id="{B040C4D8-E73E-82CD-04EE-0DF9D8CF9134}"/>
                  </a:ext>
                </a:extLst>
              </p:cNvPr>
              <p:cNvPicPr/>
              <p:nvPr/>
            </p:nvPicPr>
            <p:blipFill>
              <a:blip r:embed="rId23"/>
              <a:stretch>
                <a:fillRect/>
              </a:stretch>
            </p:blipFill>
            <p:spPr>
              <a:xfrm>
                <a:off x="656425" y="5634785"/>
                <a:ext cx="91080" cy="323640"/>
              </a:xfrm>
              <a:prstGeom prst="rect">
                <a:avLst/>
              </a:prstGeom>
            </p:spPr>
          </p:pic>
        </mc:Fallback>
      </mc:AlternateContent>
    </p:spTree>
  </p:cSld>
  <p:clrMapOvr>
    <a:masterClrMapping/>
  </p:clrMapOvr>
  <p:transition/>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05" name="Rectangle 3"/>
          <p:cNvSpPr/>
          <p:nvPr/>
        </p:nvSpPr>
        <p:spPr>
          <a:xfrm>
            <a:off x="801688" y="492125"/>
            <a:ext cx="2266950" cy="522288"/>
          </a:xfrm>
          <a:prstGeom prst="rect">
            <a:avLst/>
          </a:prstGeom>
          <a:noFill/>
          <a:ln w="9525">
            <a:noFill/>
          </a:ln>
        </p:spPr>
        <p:txBody>
          <a:bodyPr wrap="square" lIns="90000" tIns="46800" rIns="90000" bIns="46800" anchor="t" anchorCtr="0">
            <a:spAutoFit/>
          </a:bodyPr>
          <a:lstStyle/>
          <a:p>
            <a:r>
              <a:rPr lang="zh-CN" altLang="en-US" sz="2800" dirty="0">
                <a:solidFill>
                  <a:srgbClr val="3366FF"/>
                </a:solidFill>
                <a:latin typeface="Times New Roman" panose="02020603050405020304" pitchFamily="2" charset="0"/>
                <a:ea typeface="黑体" panose="02010609060101010101" pitchFamily="2" charset="-122"/>
              </a:rPr>
              <a:t>对称性3：</a:t>
            </a:r>
            <a:endParaRPr lang="en-US" altLang="zh-CN" sz="2800" dirty="0">
              <a:solidFill>
                <a:srgbClr val="3366FF"/>
              </a:solidFill>
              <a:latin typeface="Times New Roman" panose="02020603050405020304" pitchFamily="2" charset="0"/>
              <a:ea typeface="黑体" panose="02010609060101010101" pitchFamily="2" charset="-122"/>
            </a:endParaRPr>
          </a:p>
        </p:txBody>
      </p:sp>
      <p:sp>
        <p:nvSpPr>
          <p:cNvPr id="149506" name="Rectangle 11"/>
          <p:cNvSpPr/>
          <p:nvPr/>
        </p:nvSpPr>
        <p:spPr>
          <a:xfrm>
            <a:off x="0" y="-646112"/>
            <a:ext cx="9144000" cy="0"/>
          </a:xfrm>
          <a:prstGeom prst="rect">
            <a:avLst/>
          </a:prstGeom>
          <a:noFill/>
          <a:ln w="9525">
            <a:noFill/>
          </a:ln>
        </p:spPr>
        <p:txBody>
          <a:bodyPr wrap="none" lIns="90000" tIns="46800" rIns="90000" bIns="46800" anchor="ctr" anchorCtr="0">
            <a:spAutoFit/>
          </a:bodyPr>
          <a:lstStyle/>
          <a:p>
            <a:endParaRPr lang="zh-CN" altLang="en-US" dirty="0">
              <a:latin typeface="Times New Roman" panose="02020603050405020304" pitchFamily="2" charset="0"/>
              <a:ea typeface="宋体" panose="02010600030101010101" pitchFamily="2" charset="-122"/>
            </a:endParaRPr>
          </a:p>
        </p:txBody>
      </p:sp>
      <p:sp>
        <p:nvSpPr>
          <p:cNvPr id="142342" name="文本框 61446"/>
          <p:cNvSpPr txBox="1"/>
          <p:nvPr/>
        </p:nvSpPr>
        <p:spPr>
          <a:xfrm>
            <a:off x="757238" y="1038225"/>
            <a:ext cx="6116638" cy="3303588"/>
          </a:xfrm>
          <a:prstGeom prst="rect">
            <a:avLst/>
          </a:prstGeom>
          <a:noFill/>
          <a:ln w="9525">
            <a:noFill/>
          </a:ln>
        </p:spPr>
        <p:txBody>
          <a:bodyPr wrap="square" anchor="t">
            <a:spAutoFit/>
          </a:bodyPr>
          <a:lstStyle/>
          <a:p>
            <a:endParaRPr lang="zh-CN" altLang="en-US" sz="2400" noProof="1">
              <a:latin typeface="Times New Roman" panose="02020603050405020304" pitchFamily="2" charset="0"/>
              <a:ea typeface="宋体" panose="02010600030101010101" pitchFamily="2" charset="-122"/>
            </a:endParaRPr>
          </a:p>
          <a:p>
            <a:pPr marL="457200" indent="-457200">
              <a:lnSpc>
                <a:spcPct val="70000"/>
              </a:lnSpc>
              <a:buFont typeface="+mj-ea"/>
              <a:buAutoNum type="circleNumDbPlain" startAt="2"/>
            </a:pPr>
            <a:r>
              <a:rPr lang="en-US" altLang="x-none" sz="2400" b="1" i="1" noProof="1">
                <a:solidFill>
                  <a:srgbClr val="000000"/>
                </a:solidFill>
                <a:latin typeface="Times New Roman" panose="02020603050405020304" pitchFamily="2" charset="0"/>
                <a:ea typeface="宋体" panose="02010600030101010101" pitchFamily="2" charset="-122"/>
                <a:cs typeface="+mn-cs"/>
              </a:rPr>
              <a:t>x</a:t>
            </a:r>
            <a:r>
              <a:rPr lang="en-US" altLang="x-none" sz="2400" b="1" noProof="1">
                <a:solidFill>
                  <a:srgbClr val="000000"/>
                </a:solidFill>
                <a:latin typeface="Times New Roman" panose="02020603050405020304" pitchFamily="2" charset="0"/>
                <a:ea typeface="宋体" panose="02010600030101010101" pitchFamily="2" charset="-122"/>
                <a:cs typeface="+mn-cs"/>
              </a:rPr>
              <a:t>(</a:t>
            </a:r>
            <a:r>
              <a:rPr lang="en-US" altLang="x-none" sz="2400" b="1" i="1" noProof="1">
                <a:solidFill>
                  <a:srgbClr val="000000"/>
                </a:solidFill>
                <a:latin typeface="Times New Roman" panose="02020603050405020304" pitchFamily="2" charset="0"/>
                <a:ea typeface="宋体" panose="02010600030101010101" pitchFamily="2" charset="-122"/>
                <a:cs typeface="+mn-cs"/>
              </a:rPr>
              <a:t>n</a:t>
            </a:r>
            <a:r>
              <a:rPr lang="en-US" altLang="x-none" sz="2400" b="1" noProof="1">
                <a:solidFill>
                  <a:srgbClr val="000000"/>
                </a:solidFill>
                <a:latin typeface="Times New Roman" panose="02020603050405020304" pitchFamily="2" charset="0"/>
                <a:ea typeface="宋体" panose="02010600030101010101" pitchFamily="2" charset="-122"/>
                <a:cs typeface="+mn-cs"/>
              </a:rPr>
              <a:t>)</a:t>
            </a:r>
            <a:r>
              <a:rPr lang="zh-CN" altLang="en-US" sz="2400" b="1" noProof="1">
                <a:solidFill>
                  <a:srgbClr val="000000"/>
                </a:solidFill>
                <a:latin typeface="Times New Roman" panose="02020603050405020304" pitchFamily="2" charset="0"/>
                <a:ea typeface="宋体" panose="02010600030101010101" pitchFamily="2" charset="-122"/>
                <a:cs typeface="+mn-cs"/>
              </a:rPr>
              <a:t>为实偶序列，           也是实偶函数</a:t>
            </a:r>
            <a:endParaRPr lang="zh-CN" altLang="en-US" sz="2400" b="1" noProof="1">
              <a:solidFill>
                <a:srgbClr val="000000"/>
              </a:solidFill>
              <a:latin typeface="Times New Roman" panose="02020603050405020304" pitchFamily="2" charset="0"/>
              <a:ea typeface="宋体" panose="02010600030101010101" pitchFamily="2" charset="-122"/>
            </a:endParaRPr>
          </a:p>
          <a:p>
            <a:pPr marL="457200" indent="-457200">
              <a:lnSpc>
                <a:spcPct val="70000"/>
              </a:lnSpc>
              <a:buFont typeface="+mj-ea"/>
              <a:buAutoNum type="circleNumDbPlain" startAt="2"/>
            </a:pPr>
            <a:endParaRPr lang="zh-CN" altLang="en-US" sz="2400" b="1" noProof="1">
              <a:solidFill>
                <a:srgbClr val="000000"/>
              </a:solidFill>
              <a:latin typeface="Times New Roman" panose="02020603050405020304" pitchFamily="2" charset="0"/>
              <a:ea typeface="宋体" panose="02010600030101010101" pitchFamily="2" charset="-122"/>
            </a:endParaRPr>
          </a:p>
          <a:p>
            <a:pPr marL="457200" indent="-457200">
              <a:lnSpc>
                <a:spcPct val="70000"/>
              </a:lnSpc>
              <a:buFont typeface="+mj-ea"/>
              <a:buAutoNum type="circleNumDbPlain" startAt="2"/>
            </a:pPr>
            <a:endParaRPr lang="zh-CN" altLang="en-US" sz="2400" b="1" noProof="1">
              <a:solidFill>
                <a:srgbClr val="000000"/>
              </a:solidFill>
              <a:latin typeface="Times New Roman" panose="02020603050405020304" pitchFamily="2" charset="0"/>
              <a:ea typeface="宋体" panose="02010600030101010101" pitchFamily="2" charset="-122"/>
            </a:endParaRPr>
          </a:p>
          <a:p>
            <a:pPr marL="457200" indent="-457200">
              <a:lnSpc>
                <a:spcPct val="70000"/>
              </a:lnSpc>
              <a:buFont typeface="+mj-ea"/>
              <a:buAutoNum type="circleNumDbPlain" startAt="2"/>
            </a:pPr>
            <a:endParaRPr lang="zh-CN" altLang="en-US" sz="2400" b="1" noProof="1">
              <a:solidFill>
                <a:srgbClr val="000000"/>
              </a:solidFill>
              <a:latin typeface="Times New Roman" panose="02020603050405020304" pitchFamily="2" charset="0"/>
              <a:ea typeface="宋体" panose="02010600030101010101" pitchFamily="2" charset="-122"/>
            </a:endParaRPr>
          </a:p>
          <a:p>
            <a:pPr marL="457200" indent="-457200">
              <a:lnSpc>
                <a:spcPct val="70000"/>
              </a:lnSpc>
              <a:buFont typeface="+mj-ea"/>
              <a:buAutoNum type="circleNumDbPlain" startAt="2"/>
            </a:pPr>
            <a:endParaRPr lang="zh-CN" altLang="en-US" sz="2400" b="1" noProof="1">
              <a:solidFill>
                <a:srgbClr val="000000"/>
              </a:solidFill>
              <a:latin typeface="Times New Roman" panose="02020603050405020304" pitchFamily="2" charset="0"/>
              <a:ea typeface="宋体" panose="02010600030101010101" pitchFamily="2" charset="-122"/>
            </a:endParaRPr>
          </a:p>
          <a:p>
            <a:pPr marL="457200" indent="-457200">
              <a:lnSpc>
                <a:spcPct val="70000"/>
              </a:lnSpc>
              <a:buFont typeface="+mj-ea"/>
              <a:buAutoNum type="circleNumDbPlain" startAt="2"/>
            </a:pPr>
            <a:endParaRPr lang="zh-CN" altLang="en-US" sz="2400" b="1" noProof="1">
              <a:solidFill>
                <a:srgbClr val="000000"/>
              </a:solidFill>
              <a:latin typeface="Times New Roman" panose="02020603050405020304" pitchFamily="2" charset="0"/>
              <a:ea typeface="宋体" panose="02010600030101010101" pitchFamily="2" charset="-122"/>
            </a:endParaRPr>
          </a:p>
          <a:p>
            <a:pPr marL="457200" indent="-457200">
              <a:lnSpc>
                <a:spcPct val="70000"/>
              </a:lnSpc>
              <a:buFont typeface="+mj-ea"/>
              <a:buAutoNum type="circleNumDbPlain" startAt="2"/>
            </a:pPr>
            <a:endParaRPr lang="zh-CN" altLang="en-US" sz="2400" b="1" noProof="1">
              <a:solidFill>
                <a:srgbClr val="000000"/>
              </a:solidFill>
              <a:latin typeface="Times New Roman" panose="02020603050405020304" pitchFamily="2" charset="0"/>
              <a:ea typeface="宋体" panose="02010600030101010101" pitchFamily="2" charset="-122"/>
            </a:endParaRPr>
          </a:p>
          <a:p>
            <a:pPr marL="457200" indent="-457200">
              <a:lnSpc>
                <a:spcPct val="70000"/>
              </a:lnSpc>
              <a:buFont typeface="+mj-ea"/>
              <a:buAutoNum type="circleNumDbPlain" startAt="2"/>
            </a:pPr>
            <a:endParaRPr lang="zh-CN" altLang="en-US" sz="2400" b="1" noProof="1">
              <a:solidFill>
                <a:srgbClr val="000000"/>
              </a:solidFill>
              <a:latin typeface="Times New Roman" panose="02020603050405020304" pitchFamily="2" charset="0"/>
              <a:ea typeface="宋体" panose="02010600030101010101" pitchFamily="2" charset="-122"/>
            </a:endParaRPr>
          </a:p>
          <a:p>
            <a:pPr marL="457200" indent="-457200">
              <a:lnSpc>
                <a:spcPct val="70000"/>
              </a:lnSpc>
              <a:buFont typeface="+mj-ea"/>
              <a:buAutoNum type="circleNumDbPlain" startAt="2"/>
            </a:pPr>
            <a:r>
              <a:rPr lang="en-US" altLang="x-none" sz="2400" b="1" i="1" noProof="1">
                <a:solidFill>
                  <a:srgbClr val="000000"/>
                </a:solidFill>
                <a:latin typeface="Times New Roman" panose="02020603050405020304" pitchFamily="2" charset="0"/>
                <a:ea typeface="宋体" panose="02010600030101010101" pitchFamily="2" charset="-122"/>
                <a:cs typeface="+mn-cs"/>
              </a:rPr>
              <a:t>x</a:t>
            </a:r>
            <a:r>
              <a:rPr lang="en-US" altLang="x-none" sz="2400" b="1" noProof="1">
                <a:solidFill>
                  <a:srgbClr val="000000"/>
                </a:solidFill>
                <a:latin typeface="Times New Roman" panose="02020603050405020304" pitchFamily="2" charset="0"/>
                <a:ea typeface="宋体" panose="02010600030101010101" pitchFamily="2" charset="-122"/>
                <a:cs typeface="+mn-cs"/>
              </a:rPr>
              <a:t>(</a:t>
            </a:r>
            <a:r>
              <a:rPr lang="en-US" altLang="x-none" sz="2400" b="1" i="1" noProof="1">
                <a:solidFill>
                  <a:srgbClr val="000000"/>
                </a:solidFill>
                <a:latin typeface="Times New Roman" panose="02020603050405020304" pitchFamily="2" charset="0"/>
                <a:ea typeface="宋体" panose="02010600030101010101" pitchFamily="2" charset="-122"/>
                <a:cs typeface="+mn-cs"/>
              </a:rPr>
              <a:t>n</a:t>
            </a:r>
            <a:r>
              <a:rPr lang="en-US" altLang="x-none" sz="2400" b="1" noProof="1">
                <a:solidFill>
                  <a:srgbClr val="000000"/>
                </a:solidFill>
                <a:latin typeface="Times New Roman" panose="02020603050405020304" pitchFamily="2" charset="0"/>
                <a:ea typeface="宋体" panose="02010600030101010101" pitchFamily="2" charset="-122"/>
                <a:cs typeface="+mn-cs"/>
              </a:rPr>
              <a:t>)</a:t>
            </a:r>
            <a:r>
              <a:rPr lang="zh-CN" altLang="en-US" sz="2400" b="1" noProof="1">
                <a:solidFill>
                  <a:srgbClr val="000000"/>
                </a:solidFill>
                <a:latin typeface="Times New Roman" panose="02020603050405020304" pitchFamily="2" charset="0"/>
                <a:ea typeface="宋体" panose="02010600030101010101" pitchFamily="2" charset="-122"/>
                <a:cs typeface="+mn-cs"/>
              </a:rPr>
              <a:t>为实奇序列，           是虚奇函数</a:t>
            </a:r>
            <a:endParaRPr lang="zh-CN" altLang="en-US" sz="2400" b="1" noProof="1">
              <a:solidFill>
                <a:srgbClr val="000000"/>
              </a:solidFill>
              <a:latin typeface="Times New Roman" panose="02020603050405020304" pitchFamily="2" charset="0"/>
              <a:ea typeface="宋体" panose="02010600030101010101" pitchFamily="2" charset="-122"/>
            </a:endParaRPr>
          </a:p>
          <a:p>
            <a:pPr marL="1905" indent="-1905">
              <a:lnSpc>
                <a:spcPct val="70000"/>
              </a:lnSpc>
              <a:buAutoNum type="circleNumDbPlain" startAt="2"/>
            </a:pPr>
            <a:endParaRPr lang="zh-CN" altLang="en-US" sz="2400" b="1" noProof="1">
              <a:solidFill>
                <a:srgbClr val="000000"/>
              </a:solidFill>
              <a:latin typeface="Times New Roman" panose="02020603050405020304" pitchFamily="2" charset="0"/>
              <a:ea typeface="宋体" panose="02010600030101010101" pitchFamily="2" charset="-122"/>
            </a:endParaRPr>
          </a:p>
          <a:p>
            <a:pPr marL="1905" indent="-1905">
              <a:lnSpc>
                <a:spcPct val="70000"/>
              </a:lnSpc>
            </a:pPr>
            <a:endParaRPr lang="zh-CN" altLang="en-US" sz="2400" b="1" noProof="1">
              <a:solidFill>
                <a:srgbClr val="000000"/>
              </a:solidFill>
              <a:latin typeface="Times New Roman" panose="02020603050405020304" pitchFamily="2" charset="0"/>
              <a:ea typeface="宋体" panose="02010600030101010101" pitchFamily="2" charset="-122"/>
            </a:endParaRPr>
          </a:p>
        </p:txBody>
      </p:sp>
      <p:graphicFrame>
        <p:nvGraphicFramePr>
          <p:cNvPr id="149508" name="对象 61448"/>
          <p:cNvGraphicFramePr/>
          <p:nvPr/>
        </p:nvGraphicFramePr>
        <p:xfrm>
          <a:off x="3568700" y="1344613"/>
          <a:ext cx="895350" cy="465137"/>
        </p:xfrm>
        <a:graphic>
          <a:graphicData uri="http://schemas.openxmlformats.org/presentationml/2006/ole">
            <mc:AlternateContent xmlns:mc="http://schemas.openxmlformats.org/markup-compatibility/2006">
              <mc:Choice xmlns:v="urn:schemas-microsoft-com:vml" Requires="v">
                <p:oleObj r:id="rId2" imgW="984250" imgH="469265" progId="Equation.3">
                  <p:embed/>
                </p:oleObj>
              </mc:Choice>
              <mc:Fallback>
                <p:oleObj r:id="rId2" imgW="984250" imgH="469265" progId="Equation.3">
                  <p:embed/>
                  <p:pic>
                    <p:nvPicPr>
                      <p:cNvPr id="0" name="图片 3672"/>
                      <p:cNvPicPr/>
                      <p:nvPr/>
                    </p:nvPicPr>
                    <p:blipFill>
                      <a:blip r:embed="rId3"/>
                      <a:stretch>
                        <a:fillRect/>
                      </a:stretch>
                    </p:blipFill>
                    <p:spPr>
                      <a:xfrm>
                        <a:off x="3568700" y="1344613"/>
                        <a:ext cx="895350" cy="465137"/>
                      </a:xfrm>
                      <a:prstGeom prst="rect">
                        <a:avLst/>
                      </a:prstGeom>
                      <a:noFill/>
                      <a:ln w="38100">
                        <a:noFill/>
                        <a:miter/>
                      </a:ln>
                    </p:spPr>
                  </p:pic>
                </p:oleObj>
              </mc:Fallback>
            </mc:AlternateContent>
          </a:graphicData>
        </a:graphic>
      </p:graphicFrame>
      <p:graphicFrame>
        <p:nvGraphicFramePr>
          <p:cNvPr id="149509" name="对象 61450">
            <a:hlinkClick r:id="" action="ppaction://ole?verb=0"/>
          </p:cNvPr>
          <p:cNvGraphicFramePr>
            <a:graphicFrameLocks noChangeAspect="1"/>
          </p:cNvGraphicFramePr>
          <p:nvPr/>
        </p:nvGraphicFramePr>
        <p:xfrm>
          <a:off x="2222500" y="2008188"/>
          <a:ext cx="2941638" cy="520700"/>
        </p:xfrm>
        <a:graphic>
          <a:graphicData uri="http://schemas.openxmlformats.org/presentationml/2006/ole">
            <mc:AlternateContent xmlns:mc="http://schemas.openxmlformats.org/markup-compatibility/2006">
              <mc:Choice xmlns:v="urn:schemas-microsoft-com:vml" Requires="v">
                <p:oleObj r:id="rId4" imgW="1295400" imgH="228600" progId="Equation.3">
                  <p:embed/>
                </p:oleObj>
              </mc:Choice>
              <mc:Fallback>
                <p:oleObj r:id="rId4" imgW="1295400" imgH="228600" progId="Equation.3">
                  <p:embed/>
                  <p:pic>
                    <p:nvPicPr>
                      <p:cNvPr id="0" name="图片 3682"/>
                      <p:cNvPicPr/>
                      <p:nvPr/>
                    </p:nvPicPr>
                    <p:blipFill>
                      <a:blip r:embed="rId5"/>
                      <a:stretch>
                        <a:fillRect/>
                      </a:stretch>
                    </p:blipFill>
                    <p:spPr>
                      <a:xfrm>
                        <a:off x="2222500" y="2008188"/>
                        <a:ext cx="2941638" cy="520700"/>
                      </a:xfrm>
                      <a:prstGeom prst="rect">
                        <a:avLst/>
                      </a:prstGeom>
                      <a:noFill/>
                      <a:ln w="38100">
                        <a:noFill/>
                        <a:miter/>
                      </a:ln>
                    </p:spPr>
                  </p:pic>
                </p:oleObj>
              </mc:Fallback>
            </mc:AlternateContent>
          </a:graphicData>
        </a:graphic>
      </p:graphicFrame>
      <p:graphicFrame>
        <p:nvGraphicFramePr>
          <p:cNvPr id="149510" name="对象 61451">
            <a:hlinkClick r:id="" action="ppaction://ole?verb=0"/>
          </p:cNvPr>
          <p:cNvGraphicFramePr>
            <a:graphicFrameLocks noChangeAspect="1"/>
          </p:cNvGraphicFramePr>
          <p:nvPr/>
        </p:nvGraphicFramePr>
        <p:xfrm>
          <a:off x="1782763" y="2760663"/>
          <a:ext cx="4059237" cy="508000"/>
        </p:xfrm>
        <a:graphic>
          <a:graphicData uri="http://schemas.openxmlformats.org/presentationml/2006/ole">
            <mc:AlternateContent xmlns:mc="http://schemas.openxmlformats.org/markup-compatibility/2006">
              <mc:Choice xmlns:v="urn:schemas-microsoft-com:vml" Requires="v">
                <p:oleObj r:id="rId6" imgW="1828800" imgH="228600" progId="Equation.3">
                  <p:embed/>
                </p:oleObj>
              </mc:Choice>
              <mc:Fallback>
                <p:oleObj r:id="rId6" imgW="1828800" imgH="228600" progId="Equation.3">
                  <p:embed/>
                  <p:pic>
                    <p:nvPicPr>
                      <p:cNvPr id="0" name="图片 3674"/>
                      <p:cNvPicPr/>
                      <p:nvPr/>
                    </p:nvPicPr>
                    <p:blipFill>
                      <a:blip r:embed="rId7"/>
                      <a:stretch>
                        <a:fillRect/>
                      </a:stretch>
                    </p:blipFill>
                    <p:spPr>
                      <a:xfrm>
                        <a:off x="1782763" y="2760663"/>
                        <a:ext cx="4059237" cy="508000"/>
                      </a:xfrm>
                      <a:prstGeom prst="rect">
                        <a:avLst/>
                      </a:prstGeom>
                      <a:noFill/>
                      <a:ln w="38100">
                        <a:noFill/>
                        <a:miter/>
                      </a:ln>
                    </p:spPr>
                  </p:pic>
                </p:oleObj>
              </mc:Fallback>
            </mc:AlternateContent>
          </a:graphicData>
        </a:graphic>
      </p:graphicFrame>
      <p:graphicFrame>
        <p:nvGraphicFramePr>
          <p:cNvPr id="149511" name="对象 61453">
            <a:hlinkClick r:id="" action="ppaction://ole?verb=0"/>
          </p:cNvPr>
          <p:cNvGraphicFramePr>
            <a:graphicFrameLocks noChangeAspect="1"/>
          </p:cNvGraphicFramePr>
          <p:nvPr/>
        </p:nvGraphicFramePr>
        <p:xfrm>
          <a:off x="1693863" y="4981575"/>
          <a:ext cx="4584700" cy="546100"/>
        </p:xfrm>
        <a:graphic>
          <a:graphicData uri="http://schemas.openxmlformats.org/presentationml/2006/ole">
            <mc:AlternateContent xmlns:mc="http://schemas.openxmlformats.org/markup-compatibility/2006">
              <mc:Choice xmlns:v="urn:schemas-microsoft-com:vml" Requires="v">
                <p:oleObj r:id="rId8" imgW="1917065" imgH="228600" progId="Equation.3">
                  <p:embed/>
                </p:oleObj>
              </mc:Choice>
              <mc:Fallback>
                <p:oleObj r:id="rId8" imgW="1917065" imgH="228600" progId="Equation.3">
                  <p:embed/>
                  <p:pic>
                    <p:nvPicPr>
                      <p:cNvPr id="0" name="图片 3679"/>
                      <p:cNvPicPr/>
                      <p:nvPr/>
                    </p:nvPicPr>
                    <p:blipFill>
                      <a:blip r:embed="rId9"/>
                      <a:stretch>
                        <a:fillRect/>
                      </a:stretch>
                    </p:blipFill>
                    <p:spPr>
                      <a:xfrm>
                        <a:off x="1693863" y="4981575"/>
                        <a:ext cx="4584700" cy="546100"/>
                      </a:xfrm>
                      <a:prstGeom prst="rect">
                        <a:avLst/>
                      </a:prstGeom>
                      <a:noFill/>
                      <a:ln w="38100">
                        <a:noFill/>
                        <a:miter/>
                      </a:ln>
                    </p:spPr>
                  </p:pic>
                </p:oleObj>
              </mc:Fallback>
            </mc:AlternateContent>
          </a:graphicData>
        </a:graphic>
      </p:graphicFrame>
      <p:graphicFrame>
        <p:nvGraphicFramePr>
          <p:cNvPr id="149512" name="对象 61448"/>
          <p:cNvGraphicFramePr/>
          <p:nvPr/>
        </p:nvGraphicFramePr>
        <p:xfrm>
          <a:off x="3551238" y="3336925"/>
          <a:ext cx="895350" cy="465138"/>
        </p:xfrm>
        <a:graphic>
          <a:graphicData uri="http://schemas.openxmlformats.org/presentationml/2006/ole">
            <mc:AlternateContent xmlns:mc="http://schemas.openxmlformats.org/markup-compatibility/2006">
              <mc:Choice xmlns:v="urn:schemas-microsoft-com:vml" Requires="v">
                <p:oleObj r:id="rId2" imgW="984250" imgH="469265" progId="Equation.3">
                  <p:embed/>
                </p:oleObj>
              </mc:Choice>
              <mc:Fallback>
                <p:oleObj r:id="rId2" imgW="984250" imgH="469265" progId="Equation.3">
                  <p:embed/>
                  <p:pic>
                    <p:nvPicPr>
                      <p:cNvPr id="0" name="图片 3684"/>
                      <p:cNvPicPr/>
                      <p:nvPr/>
                    </p:nvPicPr>
                    <p:blipFill>
                      <a:blip r:embed="rId3"/>
                      <a:stretch>
                        <a:fillRect/>
                      </a:stretch>
                    </p:blipFill>
                    <p:spPr>
                      <a:xfrm>
                        <a:off x="3551238" y="3336925"/>
                        <a:ext cx="895350" cy="465138"/>
                      </a:xfrm>
                      <a:prstGeom prst="rect">
                        <a:avLst/>
                      </a:prstGeom>
                      <a:noFill/>
                      <a:ln w="38100">
                        <a:noFill/>
                        <a:miter/>
                      </a:ln>
                    </p:spPr>
                  </p:pic>
                </p:oleObj>
              </mc:Fallback>
            </mc:AlternateContent>
          </a:graphicData>
        </a:graphic>
      </p:graphicFrame>
      <p:graphicFrame>
        <p:nvGraphicFramePr>
          <p:cNvPr id="149513" name="对象 61450">
            <a:hlinkClick r:id="" action="ppaction://ole?verb=0"/>
          </p:cNvPr>
          <p:cNvGraphicFramePr>
            <a:graphicFrameLocks noChangeAspect="1"/>
          </p:cNvGraphicFramePr>
          <p:nvPr/>
        </p:nvGraphicFramePr>
        <p:xfrm>
          <a:off x="2243138" y="4243388"/>
          <a:ext cx="3144837" cy="522287"/>
        </p:xfrm>
        <a:graphic>
          <a:graphicData uri="http://schemas.openxmlformats.org/presentationml/2006/ole">
            <mc:AlternateContent xmlns:mc="http://schemas.openxmlformats.org/markup-compatibility/2006">
              <mc:Choice xmlns:v="urn:schemas-microsoft-com:vml" Requires="v">
                <p:oleObj r:id="rId10" imgW="1384300" imgH="228600" progId="Equation.3">
                  <p:embed/>
                </p:oleObj>
              </mc:Choice>
              <mc:Fallback>
                <p:oleObj r:id="rId10" imgW="1384300" imgH="228600" progId="Equation.3">
                  <p:embed/>
                  <p:pic>
                    <p:nvPicPr>
                      <p:cNvPr id="0" name="图片 3671"/>
                      <p:cNvPicPr/>
                      <p:nvPr/>
                    </p:nvPicPr>
                    <p:blipFill>
                      <a:blip r:embed="rId11"/>
                      <a:stretch>
                        <a:fillRect/>
                      </a:stretch>
                    </p:blipFill>
                    <p:spPr>
                      <a:xfrm>
                        <a:off x="2243138" y="4243388"/>
                        <a:ext cx="3144837" cy="522287"/>
                      </a:xfrm>
                      <a:prstGeom prst="rect">
                        <a:avLst/>
                      </a:prstGeom>
                      <a:noFill/>
                      <a:ln w="38100">
                        <a:noFill/>
                        <a:miter/>
                      </a:ln>
                    </p:spPr>
                  </p:pic>
                </p:oleObj>
              </mc:Fallback>
            </mc:AlternateContent>
          </a:graphicData>
        </a:graphic>
      </p:graphicFrame>
    </p:spTree>
  </p:cSld>
  <p:clrMapOvr>
    <a:masterClrMapping/>
  </p:clrMapOvr>
  <p:transition/>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529" name="Rectangle 3"/>
          <p:cNvSpPr/>
          <p:nvPr/>
        </p:nvSpPr>
        <p:spPr>
          <a:xfrm>
            <a:off x="801688" y="492125"/>
            <a:ext cx="2266950" cy="522288"/>
          </a:xfrm>
          <a:prstGeom prst="rect">
            <a:avLst/>
          </a:prstGeom>
          <a:noFill/>
          <a:ln w="9525">
            <a:noFill/>
          </a:ln>
        </p:spPr>
        <p:txBody>
          <a:bodyPr wrap="square" lIns="90000" tIns="46800" rIns="90000" bIns="46800" anchor="t" anchorCtr="0">
            <a:spAutoFit/>
          </a:bodyPr>
          <a:lstStyle/>
          <a:p>
            <a:r>
              <a:rPr lang="zh-CN" altLang="en-US" sz="2800" dirty="0">
                <a:solidFill>
                  <a:srgbClr val="3366FF"/>
                </a:solidFill>
                <a:latin typeface="Times New Roman" panose="02020603050405020304" pitchFamily="2" charset="0"/>
                <a:ea typeface="黑体" panose="02010609060101010101" pitchFamily="2" charset="-122"/>
              </a:rPr>
              <a:t>对称性3：</a:t>
            </a:r>
            <a:endParaRPr lang="en-US" altLang="zh-CN" sz="2800" dirty="0">
              <a:solidFill>
                <a:srgbClr val="3366FF"/>
              </a:solidFill>
              <a:latin typeface="Times New Roman" panose="02020603050405020304" pitchFamily="2" charset="0"/>
              <a:ea typeface="黑体" panose="02010609060101010101" pitchFamily="2" charset="-122"/>
            </a:endParaRPr>
          </a:p>
        </p:txBody>
      </p:sp>
      <p:sp>
        <p:nvSpPr>
          <p:cNvPr id="150530" name="Rectangle 11"/>
          <p:cNvSpPr/>
          <p:nvPr/>
        </p:nvSpPr>
        <p:spPr>
          <a:xfrm>
            <a:off x="0" y="-646112"/>
            <a:ext cx="9144000" cy="0"/>
          </a:xfrm>
          <a:prstGeom prst="rect">
            <a:avLst/>
          </a:prstGeom>
          <a:noFill/>
          <a:ln w="9525">
            <a:noFill/>
          </a:ln>
        </p:spPr>
        <p:txBody>
          <a:bodyPr wrap="none" lIns="90000" tIns="46800" rIns="90000" bIns="46800" anchor="ctr" anchorCtr="0">
            <a:spAutoFit/>
          </a:bodyPr>
          <a:lstStyle/>
          <a:p>
            <a:endParaRPr lang="zh-CN" altLang="en-US" dirty="0">
              <a:latin typeface="Times New Roman" panose="02020603050405020304" pitchFamily="2" charset="0"/>
              <a:ea typeface="宋体" panose="02010600030101010101" pitchFamily="2" charset="-122"/>
            </a:endParaRPr>
          </a:p>
        </p:txBody>
      </p:sp>
      <p:sp>
        <p:nvSpPr>
          <p:cNvPr id="142342" name="文本框 61446"/>
          <p:cNvSpPr txBox="1"/>
          <p:nvPr/>
        </p:nvSpPr>
        <p:spPr>
          <a:xfrm>
            <a:off x="757238" y="1181100"/>
            <a:ext cx="6116638" cy="3044825"/>
          </a:xfrm>
          <a:prstGeom prst="rect">
            <a:avLst/>
          </a:prstGeom>
          <a:noFill/>
          <a:ln w="9525">
            <a:noFill/>
          </a:ln>
        </p:spPr>
        <p:txBody>
          <a:bodyPr wrap="square" anchor="t">
            <a:spAutoFit/>
          </a:bodyPr>
          <a:lstStyle/>
          <a:p>
            <a:endParaRPr lang="zh-CN" altLang="en-US" sz="2400" noProof="1">
              <a:latin typeface="Times New Roman" panose="02020603050405020304" pitchFamily="2" charset="0"/>
              <a:ea typeface="宋体" panose="02010600030101010101" pitchFamily="2" charset="-122"/>
            </a:endParaRPr>
          </a:p>
          <a:p>
            <a:pPr marL="457200" indent="-457200">
              <a:lnSpc>
                <a:spcPct val="70000"/>
              </a:lnSpc>
              <a:buFont typeface="+mj-ea"/>
              <a:buAutoNum type="circleNumDbPlain" startAt="4"/>
            </a:pPr>
            <a:r>
              <a:rPr lang="en-US" altLang="x-none" sz="2400" b="1" i="1" noProof="1">
                <a:solidFill>
                  <a:srgbClr val="000000"/>
                </a:solidFill>
                <a:latin typeface="Times New Roman" panose="02020603050405020304" pitchFamily="2" charset="0"/>
                <a:ea typeface="宋体" panose="02010600030101010101" pitchFamily="2" charset="-122"/>
                <a:cs typeface="+mn-cs"/>
              </a:rPr>
              <a:t>x</a:t>
            </a:r>
            <a:r>
              <a:rPr lang="en-US" altLang="x-none" sz="2400" b="1" noProof="1">
                <a:solidFill>
                  <a:srgbClr val="000000"/>
                </a:solidFill>
                <a:latin typeface="Times New Roman" panose="02020603050405020304" pitchFamily="2" charset="0"/>
                <a:ea typeface="宋体" panose="02010600030101010101" pitchFamily="2" charset="-122"/>
                <a:cs typeface="+mn-cs"/>
              </a:rPr>
              <a:t>(</a:t>
            </a:r>
            <a:r>
              <a:rPr lang="en-US" altLang="x-none" sz="2400" b="1" i="1" noProof="1">
                <a:solidFill>
                  <a:srgbClr val="000000"/>
                </a:solidFill>
                <a:latin typeface="Times New Roman" panose="02020603050405020304" pitchFamily="2" charset="0"/>
                <a:ea typeface="宋体" panose="02010600030101010101" pitchFamily="2" charset="-122"/>
                <a:cs typeface="+mn-cs"/>
              </a:rPr>
              <a:t>n</a:t>
            </a:r>
            <a:r>
              <a:rPr lang="en-US" altLang="x-none" sz="2400" b="1" noProof="1">
                <a:solidFill>
                  <a:srgbClr val="000000"/>
                </a:solidFill>
                <a:latin typeface="Times New Roman" panose="02020603050405020304" pitchFamily="2" charset="0"/>
                <a:ea typeface="宋体" panose="02010600030101010101" pitchFamily="2" charset="-122"/>
                <a:cs typeface="+mn-cs"/>
              </a:rPr>
              <a:t>)</a:t>
            </a:r>
            <a:r>
              <a:rPr lang="zh-CN" altLang="en-US" sz="2400" b="1" noProof="1">
                <a:solidFill>
                  <a:srgbClr val="000000"/>
                </a:solidFill>
                <a:latin typeface="Times New Roman" panose="02020603050405020304" pitchFamily="2" charset="0"/>
                <a:ea typeface="宋体" panose="02010600030101010101" pitchFamily="2" charset="-122"/>
                <a:cs typeface="+mn-cs"/>
              </a:rPr>
              <a:t>为虚偶序列，           也是虚偶函数</a:t>
            </a:r>
          </a:p>
          <a:p>
            <a:pPr marL="457200" indent="-457200">
              <a:lnSpc>
                <a:spcPct val="70000"/>
              </a:lnSpc>
              <a:buFont typeface="+mj-ea"/>
              <a:buAutoNum type="circleNumDbPlain" startAt="4"/>
            </a:pPr>
            <a:endParaRPr lang="zh-CN" altLang="en-US" sz="2400" b="1" noProof="1">
              <a:solidFill>
                <a:srgbClr val="000000"/>
              </a:solidFill>
              <a:latin typeface="Times New Roman" panose="02020603050405020304" pitchFamily="2" charset="0"/>
              <a:ea typeface="宋体" panose="02010600030101010101" pitchFamily="2" charset="-122"/>
              <a:cs typeface="+mn-cs"/>
            </a:endParaRPr>
          </a:p>
          <a:p>
            <a:pPr marL="457200" indent="-457200">
              <a:lnSpc>
                <a:spcPct val="70000"/>
              </a:lnSpc>
              <a:buFont typeface="+mj-ea"/>
              <a:buAutoNum type="circleNumDbPlain" startAt="4"/>
            </a:pPr>
            <a:endParaRPr lang="zh-CN" altLang="en-US" sz="2400" b="1" noProof="1">
              <a:solidFill>
                <a:srgbClr val="000000"/>
              </a:solidFill>
              <a:latin typeface="Times New Roman" panose="02020603050405020304" pitchFamily="2" charset="0"/>
              <a:ea typeface="宋体" panose="02010600030101010101" pitchFamily="2" charset="-122"/>
              <a:cs typeface="+mn-cs"/>
            </a:endParaRPr>
          </a:p>
          <a:p>
            <a:pPr marL="457200" indent="-457200">
              <a:lnSpc>
                <a:spcPct val="70000"/>
              </a:lnSpc>
              <a:buFont typeface="+mj-ea"/>
              <a:buAutoNum type="circleNumDbPlain" startAt="4"/>
            </a:pPr>
            <a:endParaRPr lang="zh-CN" altLang="en-US" sz="2400" b="1" noProof="1">
              <a:solidFill>
                <a:srgbClr val="000000"/>
              </a:solidFill>
              <a:latin typeface="Times New Roman" panose="02020603050405020304" pitchFamily="2" charset="0"/>
              <a:ea typeface="宋体" panose="02010600030101010101" pitchFamily="2" charset="-122"/>
              <a:cs typeface="+mn-cs"/>
            </a:endParaRPr>
          </a:p>
          <a:p>
            <a:pPr marL="457200" indent="-457200">
              <a:lnSpc>
                <a:spcPct val="70000"/>
              </a:lnSpc>
              <a:buFont typeface="+mj-ea"/>
              <a:buAutoNum type="circleNumDbPlain" startAt="4"/>
            </a:pPr>
            <a:endParaRPr lang="zh-CN" altLang="en-US" sz="2400" b="1" noProof="1">
              <a:solidFill>
                <a:srgbClr val="000000"/>
              </a:solidFill>
              <a:latin typeface="Times New Roman" panose="02020603050405020304" pitchFamily="2" charset="0"/>
              <a:ea typeface="宋体" panose="02010600030101010101" pitchFamily="2" charset="-122"/>
              <a:cs typeface="+mn-cs"/>
            </a:endParaRPr>
          </a:p>
          <a:p>
            <a:pPr marL="457200" indent="-457200">
              <a:lnSpc>
                <a:spcPct val="70000"/>
              </a:lnSpc>
              <a:buFont typeface="+mj-ea"/>
              <a:buAutoNum type="circleNumDbPlain" startAt="4"/>
            </a:pPr>
            <a:endParaRPr lang="zh-CN" altLang="en-US" sz="2400" b="1" noProof="1">
              <a:solidFill>
                <a:srgbClr val="000000"/>
              </a:solidFill>
              <a:latin typeface="Times New Roman" panose="02020603050405020304" pitchFamily="2" charset="0"/>
              <a:ea typeface="宋体" panose="02010600030101010101" pitchFamily="2" charset="-122"/>
              <a:cs typeface="+mn-cs"/>
            </a:endParaRPr>
          </a:p>
          <a:p>
            <a:pPr marL="457200" indent="-457200">
              <a:lnSpc>
                <a:spcPct val="70000"/>
              </a:lnSpc>
              <a:buFont typeface="+mj-ea"/>
              <a:buAutoNum type="circleNumDbPlain" startAt="4"/>
            </a:pPr>
            <a:endParaRPr lang="zh-CN" altLang="en-US" sz="2400" b="1" noProof="1">
              <a:solidFill>
                <a:srgbClr val="000000"/>
              </a:solidFill>
              <a:latin typeface="Times New Roman" panose="02020603050405020304" pitchFamily="2" charset="0"/>
              <a:ea typeface="宋体" panose="02010600030101010101" pitchFamily="2" charset="-122"/>
              <a:cs typeface="+mn-cs"/>
            </a:endParaRPr>
          </a:p>
          <a:p>
            <a:pPr marL="457200" indent="-457200">
              <a:lnSpc>
                <a:spcPct val="70000"/>
              </a:lnSpc>
              <a:buFont typeface="+mj-ea"/>
              <a:buAutoNum type="circleNumDbPlain" startAt="4"/>
            </a:pPr>
            <a:endParaRPr lang="zh-CN" altLang="en-US" sz="2400" b="1" noProof="1">
              <a:solidFill>
                <a:srgbClr val="000000"/>
              </a:solidFill>
              <a:latin typeface="Times New Roman" panose="02020603050405020304" pitchFamily="2" charset="0"/>
              <a:ea typeface="宋体" panose="02010600030101010101" pitchFamily="2" charset="-122"/>
              <a:cs typeface="+mn-cs"/>
            </a:endParaRPr>
          </a:p>
          <a:p>
            <a:pPr marL="457200" indent="-457200">
              <a:lnSpc>
                <a:spcPct val="70000"/>
              </a:lnSpc>
              <a:buFont typeface="+mj-ea"/>
              <a:buAutoNum type="circleNumDbPlain" startAt="4"/>
            </a:pPr>
            <a:endParaRPr lang="zh-CN" altLang="en-US" sz="2400" b="1" noProof="1">
              <a:solidFill>
                <a:srgbClr val="000000"/>
              </a:solidFill>
              <a:latin typeface="Times New Roman" panose="02020603050405020304" pitchFamily="2" charset="0"/>
              <a:ea typeface="宋体" panose="02010600030101010101" pitchFamily="2" charset="-122"/>
              <a:cs typeface="+mn-cs"/>
            </a:endParaRPr>
          </a:p>
          <a:p>
            <a:pPr marL="457200" indent="-457200">
              <a:lnSpc>
                <a:spcPct val="70000"/>
              </a:lnSpc>
              <a:buFont typeface="+mj-ea"/>
              <a:buAutoNum type="circleNumDbPlain" startAt="4"/>
            </a:pPr>
            <a:r>
              <a:rPr lang="en-US" altLang="x-none" sz="2400" b="1" i="1" noProof="1">
                <a:solidFill>
                  <a:srgbClr val="000000"/>
                </a:solidFill>
                <a:latin typeface="Times New Roman" panose="02020603050405020304" pitchFamily="2" charset="0"/>
                <a:ea typeface="宋体" panose="02010600030101010101" pitchFamily="2" charset="-122"/>
                <a:cs typeface="+mn-cs"/>
              </a:rPr>
              <a:t>x</a:t>
            </a:r>
            <a:r>
              <a:rPr lang="en-US" altLang="x-none" sz="2400" b="1" noProof="1">
                <a:solidFill>
                  <a:srgbClr val="000000"/>
                </a:solidFill>
                <a:latin typeface="Times New Roman" panose="02020603050405020304" pitchFamily="2" charset="0"/>
                <a:ea typeface="宋体" panose="02010600030101010101" pitchFamily="2" charset="-122"/>
                <a:cs typeface="+mn-cs"/>
              </a:rPr>
              <a:t>(</a:t>
            </a:r>
            <a:r>
              <a:rPr lang="en-US" altLang="x-none" sz="2400" b="1" i="1" noProof="1">
                <a:solidFill>
                  <a:srgbClr val="000000"/>
                </a:solidFill>
                <a:latin typeface="Times New Roman" panose="02020603050405020304" pitchFamily="2" charset="0"/>
                <a:ea typeface="宋体" panose="02010600030101010101" pitchFamily="2" charset="-122"/>
                <a:cs typeface="+mn-cs"/>
              </a:rPr>
              <a:t>n</a:t>
            </a:r>
            <a:r>
              <a:rPr lang="en-US" altLang="x-none" sz="2400" b="1" noProof="1">
                <a:solidFill>
                  <a:srgbClr val="000000"/>
                </a:solidFill>
                <a:latin typeface="Times New Roman" panose="02020603050405020304" pitchFamily="2" charset="0"/>
                <a:ea typeface="宋体" panose="02010600030101010101" pitchFamily="2" charset="-122"/>
                <a:cs typeface="+mn-cs"/>
              </a:rPr>
              <a:t>)</a:t>
            </a:r>
            <a:r>
              <a:rPr lang="zh-CN" altLang="en-US" sz="2400" b="1" noProof="1">
                <a:solidFill>
                  <a:srgbClr val="000000"/>
                </a:solidFill>
                <a:latin typeface="Times New Roman" panose="02020603050405020304" pitchFamily="2" charset="0"/>
                <a:ea typeface="宋体" panose="02010600030101010101" pitchFamily="2" charset="-122"/>
                <a:cs typeface="+mn-cs"/>
              </a:rPr>
              <a:t>为虚奇序列，           是实奇函数</a:t>
            </a:r>
            <a:endParaRPr lang="zh-CN" altLang="en-US" sz="2400" b="1" noProof="1">
              <a:solidFill>
                <a:srgbClr val="000000"/>
              </a:solidFill>
              <a:latin typeface="Times New Roman" panose="02020603050405020304" pitchFamily="2" charset="0"/>
              <a:ea typeface="宋体" panose="02010600030101010101" pitchFamily="2" charset="-122"/>
            </a:endParaRPr>
          </a:p>
        </p:txBody>
      </p:sp>
      <p:graphicFrame>
        <p:nvGraphicFramePr>
          <p:cNvPr id="150532" name="对象 61448"/>
          <p:cNvGraphicFramePr/>
          <p:nvPr/>
        </p:nvGraphicFramePr>
        <p:xfrm>
          <a:off x="3568700" y="1487488"/>
          <a:ext cx="895350" cy="465137"/>
        </p:xfrm>
        <a:graphic>
          <a:graphicData uri="http://schemas.openxmlformats.org/presentationml/2006/ole">
            <mc:AlternateContent xmlns:mc="http://schemas.openxmlformats.org/markup-compatibility/2006">
              <mc:Choice xmlns:v="urn:schemas-microsoft-com:vml" Requires="v">
                <p:oleObj r:id="rId2" imgW="984250" imgH="469265" progId="Equation.3">
                  <p:embed/>
                </p:oleObj>
              </mc:Choice>
              <mc:Fallback>
                <p:oleObj r:id="rId2" imgW="984250" imgH="469265" progId="Equation.3">
                  <p:embed/>
                  <p:pic>
                    <p:nvPicPr>
                      <p:cNvPr id="0" name="图片 3680"/>
                      <p:cNvPicPr/>
                      <p:nvPr/>
                    </p:nvPicPr>
                    <p:blipFill>
                      <a:blip r:embed="rId3"/>
                      <a:stretch>
                        <a:fillRect/>
                      </a:stretch>
                    </p:blipFill>
                    <p:spPr>
                      <a:xfrm>
                        <a:off x="3568700" y="1487488"/>
                        <a:ext cx="895350" cy="465137"/>
                      </a:xfrm>
                      <a:prstGeom prst="rect">
                        <a:avLst/>
                      </a:prstGeom>
                      <a:noFill/>
                      <a:ln w="38100">
                        <a:noFill/>
                        <a:miter/>
                      </a:ln>
                    </p:spPr>
                  </p:pic>
                </p:oleObj>
              </mc:Fallback>
            </mc:AlternateContent>
          </a:graphicData>
        </a:graphic>
      </p:graphicFrame>
      <p:graphicFrame>
        <p:nvGraphicFramePr>
          <p:cNvPr id="150533" name="对象 61450">
            <a:hlinkClick r:id="" action="ppaction://ole?verb=0"/>
          </p:cNvPr>
          <p:cNvGraphicFramePr>
            <a:graphicFrameLocks noChangeAspect="1"/>
          </p:cNvGraphicFramePr>
          <p:nvPr/>
        </p:nvGraphicFramePr>
        <p:xfrm>
          <a:off x="2122488" y="2151063"/>
          <a:ext cx="3143250" cy="520700"/>
        </p:xfrm>
        <a:graphic>
          <a:graphicData uri="http://schemas.openxmlformats.org/presentationml/2006/ole">
            <mc:AlternateContent xmlns:mc="http://schemas.openxmlformats.org/markup-compatibility/2006">
              <mc:Choice xmlns:v="urn:schemas-microsoft-com:vml" Requires="v">
                <p:oleObj r:id="rId4" imgW="1384300" imgH="228600" progId="Equation.3">
                  <p:embed/>
                </p:oleObj>
              </mc:Choice>
              <mc:Fallback>
                <p:oleObj r:id="rId4" imgW="1384300" imgH="228600" progId="Equation.3">
                  <p:embed/>
                  <p:pic>
                    <p:nvPicPr>
                      <p:cNvPr id="0" name="图片 3683"/>
                      <p:cNvPicPr/>
                      <p:nvPr/>
                    </p:nvPicPr>
                    <p:blipFill>
                      <a:blip r:embed="rId5"/>
                      <a:stretch>
                        <a:fillRect/>
                      </a:stretch>
                    </p:blipFill>
                    <p:spPr>
                      <a:xfrm>
                        <a:off x="2122488" y="2151063"/>
                        <a:ext cx="3143250" cy="520700"/>
                      </a:xfrm>
                      <a:prstGeom prst="rect">
                        <a:avLst/>
                      </a:prstGeom>
                      <a:noFill/>
                      <a:ln w="38100">
                        <a:noFill/>
                        <a:miter/>
                      </a:ln>
                    </p:spPr>
                  </p:pic>
                </p:oleObj>
              </mc:Fallback>
            </mc:AlternateContent>
          </a:graphicData>
        </a:graphic>
      </p:graphicFrame>
      <p:graphicFrame>
        <p:nvGraphicFramePr>
          <p:cNvPr id="150534" name="对象 61451">
            <a:hlinkClick r:id="" action="ppaction://ole?verb=0"/>
          </p:cNvPr>
          <p:cNvGraphicFramePr>
            <a:graphicFrameLocks noChangeAspect="1"/>
          </p:cNvGraphicFramePr>
          <p:nvPr/>
        </p:nvGraphicFramePr>
        <p:xfrm>
          <a:off x="1684338" y="2760663"/>
          <a:ext cx="4256087" cy="508000"/>
        </p:xfrm>
        <a:graphic>
          <a:graphicData uri="http://schemas.openxmlformats.org/presentationml/2006/ole">
            <mc:AlternateContent xmlns:mc="http://schemas.openxmlformats.org/markup-compatibility/2006">
              <mc:Choice xmlns:v="urn:schemas-microsoft-com:vml" Requires="v">
                <p:oleObj r:id="rId6" imgW="1917065" imgH="228600" progId="Equation.3">
                  <p:embed/>
                </p:oleObj>
              </mc:Choice>
              <mc:Fallback>
                <p:oleObj r:id="rId6" imgW="1917065" imgH="228600" progId="Equation.3">
                  <p:embed/>
                  <p:pic>
                    <p:nvPicPr>
                      <p:cNvPr id="0" name="图片 3681"/>
                      <p:cNvPicPr/>
                      <p:nvPr/>
                    </p:nvPicPr>
                    <p:blipFill>
                      <a:blip r:embed="rId7"/>
                      <a:stretch>
                        <a:fillRect/>
                      </a:stretch>
                    </p:blipFill>
                    <p:spPr>
                      <a:xfrm>
                        <a:off x="1684338" y="2760663"/>
                        <a:ext cx="4256087" cy="508000"/>
                      </a:xfrm>
                      <a:prstGeom prst="rect">
                        <a:avLst/>
                      </a:prstGeom>
                      <a:noFill/>
                      <a:ln w="38100">
                        <a:noFill/>
                        <a:miter/>
                      </a:ln>
                    </p:spPr>
                  </p:pic>
                </p:oleObj>
              </mc:Fallback>
            </mc:AlternateContent>
          </a:graphicData>
        </a:graphic>
      </p:graphicFrame>
      <p:graphicFrame>
        <p:nvGraphicFramePr>
          <p:cNvPr id="150535" name="对象 61453">
            <a:hlinkClick r:id="" action="ppaction://ole?verb=0"/>
          </p:cNvPr>
          <p:cNvGraphicFramePr>
            <a:graphicFrameLocks noChangeAspect="1"/>
          </p:cNvGraphicFramePr>
          <p:nvPr/>
        </p:nvGraphicFramePr>
        <p:xfrm>
          <a:off x="1587500" y="4981575"/>
          <a:ext cx="4797425" cy="546100"/>
        </p:xfrm>
        <a:graphic>
          <a:graphicData uri="http://schemas.openxmlformats.org/presentationml/2006/ole">
            <mc:AlternateContent xmlns:mc="http://schemas.openxmlformats.org/markup-compatibility/2006">
              <mc:Choice xmlns:v="urn:schemas-microsoft-com:vml" Requires="v">
                <p:oleObj r:id="rId8" imgW="2005965" imgH="228600" progId="Equation.3">
                  <p:embed/>
                </p:oleObj>
              </mc:Choice>
              <mc:Fallback>
                <p:oleObj r:id="rId8" imgW="2005965" imgH="228600" progId="Equation.3">
                  <p:embed/>
                  <p:pic>
                    <p:nvPicPr>
                      <p:cNvPr id="0" name="图片 3676"/>
                      <p:cNvPicPr/>
                      <p:nvPr/>
                    </p:nvPicPr>
                    <p:blipFill>
                      <a:blip r:embed="rId9"/>
                      <a:stretch>
                        <a:fillRect/>
                      </a:stretch>
                    </p:blipFill>
                    <p:spPr>
                      <a:xfrm>
                        <a:off x="1587500" y="4981575"/>
                        <a:ext cx="4797425" cy="546100"/>
                      </a:xfrm>
                      <a:prstGeom prst="rect">
                        <a:avLst/>
                      </a:prstGeom>
                      <a:noFill/>
                      <a:ln w="38100">
                        <a:noFill/>
                        <a:miter/>
                      </a:ln>
                    </p:spPr>
                  </p:pic>
                </p:oleObj>
              </mc:Fallback>
            </mc:AlternateContent>
          </a:graphicData>
        </a:graphic>
      </p:graphicFrame>
      <p:graphicFrame>
        <p:nvGraphicFramePr>
          <p:cNvPr id="150536" name="对象 61448"/>
          <p:cNvGraphicFramePr/>
          <p:nvPr/>
        </p:nvGraphicFramePr>
        <p:xfrm>
          <a:off x="3551238" y="3767138"/>
          <a:ext cx="895350" cy="465137"/>
        </p:xfrm>
        <a:graphic>
          <a:graphicData uri="http://schemas.openxmlformats.org/presentationml/2006/ole">
            <mc:AlternateContent xmlns:mc="http://schemas.openxmlformats.org/markup-compatibility/2006">
              <mc:Choice xmlns:v="urn:schemas-microsoft-com:vml" Requires="v">
                <p:oleObj r:id="rId2" imgW="984250" imgH="469265" progId="Equation.3">
                  <p:embed/>
                </p:oleObj>
              </mc:Choice>
              <mc:Fallback>
                <p:oleObj r:id="rId2" imgW="984250" imgH="469265" progId="Equation.3">
                  <p:embed/>
                  <p:pic>
                    <p:nvPicPr>
                      <p:cNvPr id="0" name="图片 3673"/>
                      <p:cNvPicPr/>
                      <p:nvPr/>
                    </p:nvPicPr>
                    <p:blipFill>
                      <a:blip r:embed="rId3"/>
                      <a:stretch>
                        <a:fillRect/>
                      </a:stretch>
                    </p:blipFill>
                    <p:spPr>
                      <a:xfrm>
                        <a:off x="3551238" y="3767138"/>
                        <a:ext cx="895350" cy="465137"/>
                      </a:xfrm>
                      <a:prstGeom prst="rect">
                        <a:avLst/>
                      </a:prstGeom>
                      <a:noFill/>
                      <a:ln w="38100">
                        <a:noFill/>
                        <a:miter/>
                      </a:ln>
                    </p:spPr>
                  </p:pic>
                </p:oleObj>
              </mc:Fallback>
            </mc:AlternateContent>
          </a:graphicData>
        </a:graphic>
      </p:graphicFrame>
      <p:graphicFrame>
        <p:nvGraphicFramePr>
          <p:cNvPr id="150537" name="对象 61450">
            <a:hlinkClick r:id="" action="ppaction://ole?verb=0"/>
          </p:cNvPr>
          <p:cNvGraphicFramePr>
            <a:graphicFrameLocks noChangeAspect="1"/>
          </p:cNvGraphicFramePr>
          <p:nvPr/>
        </p:nvGraphicFramePr>
        <p:xfrm>
          <a:off x="2143125" y="4386263"/>
          <a:ext cx="3344863" cy="522287"/>
        </p:xfrm>
        <a:graphic>
          <a:graphicData uri="http://schemas.openxmlformats.org/presentationml/2006/ole">
            <mc:AlternateContent xmlns:mc="http://schemas.openxmlformats.org/markup-compatibility/2006">
              <mc:Choice xmlns:v="urn:schemas-microsoft-com:vml" Requires="v">
                <p:oleObj r:id="rId10" imgW="1473200" imgH="228600" progId="Equation.3">
                  <p:embed/>
                </p:oleObj>
              </mc:Choice>
              <mc:Fallback>
                <p:oleObj r:id="rId10" imgW="1473200" imgH="228600" progId="Equation.3">
                  <p:embed/>
                  <p:pic>
                    <p:nvPicPr>
                      <p:cNvPr id="0" name="图片 3675"/>
                      <p:cNvPicPr/>
                      <p:nvPr/>
                    </p:nvPicPr>
                    <p:blipFill>
                      <a:blip r:embed="rId11"/>
                      <a:stretch>
                        <a:fillRect/>
                      </a:stretch>
                    </p:blipFill>
                    <p:spPr>
                      <a:xfrm>
                        <a:off x="2143125" y="4386263"/>
                        <a:ext cx="3344863" cy="522287"/>
                      </a:xfrm>
                      <a:prstGeom prst="rect">
                        <a:avLst/>
                      </a:prstGeom>
                      <a:noFill/>
                      <a:ln w="38100">
                        <a:noFill/>
                        <a:miter/>
                      </a:ln>
                    </p:spPr>
                  </p:pic>
                </p:oleObj>
              </mc:Fallback>
            </mc:AlternateContent>
          </a:graphicData>
        </a:graphic>
      </p:graphicFrame>
    </p:spTree>
  </p:cSld>
  <p:clrMapOvr>
    <a:masterClrMapping/>
  </p:clrMapOvr>
  <p:transition/>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553" name="标题 69633"/>
          <p:cNvSpPr>
            <a:spLocks noGrp="1"/>
          </p:cNvSpPr>
          <p:nvPr>
            <p:ph type="title"/>
          </p:nvPr>
        </p:nvSpPr>
        <p:spPr>
          <a:xfrm>
            <a:off x="762000" y="458788"/>
            <a:ext cx="5584825" cy="681037"/>
          </a:xfrm>
          <a:ln/>
        </p:spPr>
        <p:txBody>
          <a:bodyPr anchor="ctr" anchorCtr="0"/>
          <a:lstStyle/>
          <a:p>
            <a:r>
              <a:rPr lang="en-US" altLang="zh-CN" sz="2800" b="1" dirty="0">
                <a:solidFill>
                  <a:schemeClr val="tx1"/>
                </a:solidFill>
                <a:latin typeface="Times New Roman" panose="02020603050405020304" pitchFamily="2" charset="0"/>
                <a:ea typeface="宋体" panose="02010600030101010101" pitchFamily="2" charset="-122"/>
              </a:rPr>
              <a:t>2.3.5  周期性序列的DTFT</a:t>
            </a:r>
          </a:p>
        </p:txBody>
      </p:sp>
      <p:sp>
        <p:nvSpPr>
          <p:cNvPr id="151554" name="内容占位符 69634"/>
          <p:cNvSpPr>
            <a:spLocks noGrp="1"/>
          </p:cNvSpPr>
          <p:nvPr>
            <p:ph idx="1"/>
          </p:nvPr>
        </p:nvSpPr>
        <p:spPr>
          <a:xfrm>
            <a:off x="663575" y="1541463"/>
            <a:ext cx="7231063" cy="2846387"/>
          </a:xfrm>
          <a:ln/>
        </p:spPr>
        <p:txBody>
          <a:bodyPr anchor="t" anchorCtr="0"/>
          <a:lstStyle/>
          <a:p>
            <a:pPr>
              <a:lnSpc>
                <a:spcPct val="120000"/>
              </a:lnSpc>
              <a:buNone/>
            </a:pPr>
            <a:r>
              <a:rPr lang="en-US" altLang="zh-CN" b="1">
                <a:latin typeface="Times New Roman" panose="02020603050405020304" pitchFamily="2" charset="0"/>
                <a:ea typeface="宋体" panose="02010600030101010101" pitchFamily="2" charset="-122"/>
              </a:rPr>
              <a:t>   </a:t>
            </a:r>
            <a:r>
              <a:rPr lang="en-US" altLang="zh-CN" sz="2400" b="1">
                <a:latin typeface="Times New Roman" panose="02020603050405020304" pitchFamily="2" charset="0"/>
                <a:ea typeface="宋体" panose="02010600030101010101" pitchFamily="2" charset="-122"/>
              </a:rPr>
              <a:t>        </a:t>
            </a:r>
            <a:r>
              <a:rPr lang="zh-CN" altLang="zh-CN" sz="2400" b="1">
                <a:latin typeface="Times New Roman" panose="02020603050405020304" pitchFamily="2" charset="0"/>
                <a:ea typeface="宋体" panose="02010600030101010101" pitchFamily="2" charset="-122"/>
              </a:rPr>
              <a:t>当</a:t>
            </a:r>
            <a:r>
              <a:rPr lang="en-US" altLang="zh-CN" sz="2400" b="1">
                <a:latin typeface="Times New Roman" panose="02020603050405020304" pitchFamily="2" charset="0"/>
                <a:ea typeface="宋体" panose="02010600030101010101" pitchFamily="2" charset="-122"/>
              </a:rPr>
              <a:t>n     </a:t>
            </a:r>
            <a:r>
              <a:rPr lang="en-US" altLang="zh-CN" sz="2400" b="1">
                <a:latin typeface="微软雅黑" panose="020B0503020204020204" pitchFamily="2" charset="-122"/>
              </a:rPr>
              <a:t>∞</a:t>
            </a:r>
            <a:r>
              <a:rPr lang="zh-CN" altLang="en-US" sz="2400" b="1">
                <a:latin typeface="Times New Roman" panose="02020603050405020304" pitchFamily="2" charset="0"/>
                <a:ea typeface="宋体" panose="02010600030101010101" pitchFamily="2" charset="-122"/>
              </a:rPr>
              <a:t>时，周期性序列不趋于零。故它不是绝对可和的，也不是平方可和的，因而它的傅里叶变换既不是一致收敛的，也不是均方收敛的。然而，当引入冲激函数</a:t>
            </a:r>
            <a:r>
              <a:rPr lang="zh-CN" altLang="en-US" sz="2400">
                <a:latin typeface="Times New Roman" panose="02020603050405020304" pitchFamily="2" charset="0"/>
              </a:rPr>
              <a:t>δ</a:t>
            </a:r>
            <a:r>
              <a:rPr lang="en-US" altLang="zh-CN" sz="2400">
                <a:latin typeface="Times New Roman" panose="02020603050405020304" pitchFamily="2" charset="0"/>
              </a:rPr>
              <a:t>(</a:t>
            </a:r>
            <a:r>
              <a:rPr lang="zh-CN" altLang="en-US" sz="2400">
                <a:latin typeface="Times New Roman" panose="02020603050405020304" pitchFamily="2" charset="0"/>
                <a:sym typeface="微软雅黑" panose="020B0503020204020204" pitchFamily="2" charset="-122"/>
              </a:rPr>
              <a:t>ω</a:t>
            </a:r>
            <a:r>
              <a:rPr lang="en-US" altLang="zh-CN" sz="2400">
                <a:latin typeface="Times New Roman" panose="02020603050405020304" pitchFamily="2" charset="0"/>
              </a:rPr>
              <a:t>)</a:t>
            </a:r>
            <a:r>
              <a:rPr lang="zh-CN" altLang="en-US" sz="2400" b="1">
                <a:latin typeface="Times New Roman" panose="02020603050405020304" pitchFamily="2" charset="0"/>
                <a:ea typeface="宋体" panose="02010600030101010101" pitchFamily="2" charset="-122"/>
              </a:rPr>
              <a:t>后，就可以有它的傅里叶变换存在，这样就能很好地描述周期性序列的频谱特性了。</a:t>
            </a:r>
            <a:endParaRPr lang="en-US" altLang="zh-CN" sz="2400" b="1">
              <a:latin typeface="Times New Roman" panose="02020603050405020304" pitchFamily="2" charset="0"/>
              <a:ea typeface="宋体" panose="02010600030101010101" pitchFamily="2" charset="-122"/>
            </a:endParaRPr>
          </a:p>
        </p:txBody>
      </p:sp>
      <p:cxnSp>
        <p:nvCxnSpPr>
          <p:cNvPr id="3" name="直接箭头连接符 2"/>
          <p:cNvCxnSpPr/>
          <p:nvPr/>
        </p:nvCxnSpPr>
        <p:spPr>
          <a:xfrm>
            <a:off x="2124075" y="1916113"/>
            <a:ext cx="360363" cy="0"/>
          </a:xfrm>
          <a:prstGeom prst="straightConnector1">
            <a:avLst/>
          </a:prstGeom>
          <a:ln>
            <a:tailEnd type="arrow" w="med" len="med"/>
          </a:ln>
        </p:spPr>
        <p:style>
          <a:lnRef idx="3">
            <a:schemeClr val="dk1"/>
          </a:lnRef>
          <a:fillRef idx="0">
            <a:schemeClr val="dk1"/>
          </a:fillRef>
          <a:effectRef idx="2">
            <a:schemeClr val="dk1"/>
          </a:effectRef>
          <a:fontRef idx="minor">
            <a:schemeClr val="tx1"/>
          </a:fontRef>
        </p:style>
      </p:cxnSp>
      <mc:AlternateContent xmlns:mc="http://schemas.openxmlformats.org/markup-compatibility/2006" xmlns:p14="http://schemas.microsoft.com/office/powerpoint/2010/main">
        <mc:Choice Requires="p14">
          <p:contentPart p14:bwMode="auto" r:id="rId2">
            <p14:nvContentPartPr>
              <p14:cNvPr id="22" name="墨迹 21">
                <a:extLst>
                  <a:ext uri="{FF2B5EF4-FFF2-40B4-BE49-F238E27FC236}">
                    <a16:creationId xmlns:a16="http://schemas.microsoft.com/office/drawing/2014/main" id="{684AC720-55D6-56C8-861C-12FB939CD56F}"/>
                  </a:ext>
                </a:extLst>
              </p14:cNvPr>
              <p14:cNvContentPartPr/>
              <p14:nvPr/>
            </p14:nvContentPartPr>
            <p14:xfrm>
              <a:off x="1699345" y="2004905"/>
              <a:ext cx="4248360" cy="64080"/>
            </p14:xfrm>
          </p:contentPart>
        </mc:Choice>
        <mc:Fallback xmlns="">
          <p:pic>
            <p:nvPicPr>
              <p:cNvPr id="22" name="墨迹 21">
                <a:extLst>
                  <a:ext uri="{FF2B5EF4-FFF2-40B4-BE49-F238E27FC236}">
                    <a16:creationId xmlns:a16="http://schemas.microsoft.com/office/drawing/2014/main" id="{684AC720-55D6-56C8-861C-12FB939CD56F}"/>
                  </a:ext>
                </a:extLst>
              </p:cNvPr>
              <p:cNvPicPr/>
              <p:nvPr/>
            </p:nvPicPr>
            <p:blipFill>
              <a:blip r:embed="rId3"/>
              <a:stretch>
                <a:fillRect/>
              </a:stretch>
            </p:blipFill>
            <p:spPr>
              <a:xfrm>
                <a:off x="1681345" y="1987265"/>
                <a:ext cx="4284000" cy="9972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23" name="墨迹 22">
                <a:extLst>
                  <a:ext uri="{FF2B5EF4-FFF2-40B4-BE49-F238E27FC236}">
                    <a16:creationId xmlns:a16="http://schemas.microsoft.com/office/drawing/2014/main" id="{A48EB1AA-5E89-1045-77F2-EA4A94C6DE46}"/>
                  </a:ext>
                </a:extLst>
              </p14:cNvPr>
              <p14:cNvContentPartPr/>
              <p14:nvPr/>
            </p14:nvContentPartPr>
            <p14:xfrm>
              <a:off x="1653625" y="2466065"/>
              <a:ext cx="241200" cy="141840"/>
            </p14:xfrm>
          </p:contentPart>
        </mc:Choice>
        <mc:Fallback xmlns="">
          <p:pic>
            <p:nvPicPr>
              <p:cNvPr id="23" name="墨迹 22">
                <a:extLst>
                  <a:ext uri="{FF2B5EF4-FFF2-40B4-BE49-F238E27FC236}">
                    <a16:creationId xmlns:a16="http://schemas.microsoft.com/office/drawing/2014/main" id="{A48EB1AA-5E89-1045-77F2-EA4A94C6DE46}"/>
                  </a:ext>
                </a:extLst>
              </p:cNvPr>
              <p:cNvPicPr/>
              <p:nvPr/>
            </p:nvPicPr>
            <p:blipFill>
              <a:blip r:embed="rId5"/>
              <a:stretch>
                <a:fillRect/>
              </a:stretch>
            </p:blipFill>
            <p:spPr>
              <a:xfrm>
                <a:off x="1635625" y="2448065"/>
                <a:ext cx="276840" cy="177480"/>
              </a:xfrm>
              <a:prstGeom prst="rect">
                <a:avLst/>
              </a:prstGeom>
            </p:spPr>
          </p:pic>
        </mc:Fallback>
      </mc:AlternateContent>
      <p:grpSp>
        <p:nvGrpSpPr>
          <p:cNvPr id="26" name="组合 25">
            <a:extLst>
              <a:ext uri="{FF2B5EF4-FFF2-40B4-BE49-F238E27FC236}">
                <a16:creationId xmlns:a16="http://schemas.microsoft.com/office/drawing/2014/main" id="{4D63271F-D431-321B-0980-9804C4A93023}"/>
              </a:ext>
            </a:extLst>
          </p:cNvPr>
          <p:cNvGrpSpPr/>
          <p:nvPr/>
        </p:nvGrpSpPr>
        <p:grpSpPr>
          <a:xfrm>
            <a:off x="1764145" y="2963945"/>
            <a:ext cx="2648880" cy="47160"/>
            <a:chOff x="1764145" y="2963945"/>
            <a:chExt cx="2648880" cy="47160"/>
          </a:xfrm>
        </p:grpSpPr>
        <mc:AlternateContent xmlns:mc="http://schemas.openxmlformats.org/markup-compatibility/2006" xmlns:p14="http://schemas.microsoft.com/office/powerpoint/2010/main">
          <mc:Choice Requires="p14">
            <p:contentPart p14:bwMode="auto" r:id="rId6">
              <p14:nvContentPartPr>
                <p14:cNvPr id="24" name="墨迹 23">
                  <a:extLst>
                    <a:ext uri="{FF2B5EF4-FFF2-40B4-BE49-F238E27FC236}">
                      <a16:creationId xmlns:a16="http://schemas.microsoft.com/office/drawing/2014/main" id="{CB2AC846-6994-1920-C5D1-186F82FAA4D0}"/>
                    </a:ext>
                  </a:extLst>
                </p14:cNvPr>
                <p14:cNvContentPartPr/>
                <p14:nvPr/>
              </p14:nvContentPartPr>
              <p14:xfrm>
                <a:off x="1764145" y="2963945"/>
                <a:ext cx="2644920" cy="47160"/>
              </p14:xfrm>
            </p:contentPart>
          </mc:Choice>
          <mc:Fallback xmlns="">
            <p:pic>
              <p:nvPicPr>
                <p:cNvPr id="24" name="墨迹 23">
                  <a:extLst>
                    <a:ext uri="{FF2B5EF4-FFF2-40B4-BE49-F238E27FC236}">
                      <a16:creationId xmlns:a16="http://schemas.microsoft.com/office/drawing/2014/main" id="{CB2AC846-6994-1920-C5D1-186F82FAA4D0}"/>
                    </a:ext>
                  </a:extLst>
                </p:cNvPr>
                <p:cNvPicPr/>
                <p:nvPr/>
              </p:nvPicPr>
              <p:blipFill>
                <a:blip r:embed="rId7"/>
                <a:stretch>
                  <a:fillRect/>
                </a:stretch>
              </p:blipFill>
              <p:spPr>
                <a:xfrm>
                  <a:off x="1746145" y="2946305"/>
                  <a:ext cx="2680560" cy="828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25" name="墨迹 24">
                  <a:extLst>
                    <a:ext uri="{FF2B5EF4-FFF2-40B4-BE49-F238E27FC236}">
                      <a16:creationId xmlns:a16="http://schemas.microsoft.com/office/drawing/2014/main" id="{BC01E668-68F6-4514-2B5D-5F3EF76EE206}"/>
                    </a:ext>
                  </a:extLst>
                </p14:cNvPr>
                <p14:cNvContentPartPr/>
                <p14:nvPr/>
              </p14:nvContentPartPr>
              <p14:xfrm>
                <a:off x="4359385" y="2983385"/>
                <a:ext cx="53640" cy="360"/>
              </p14:xfrm>
            </p:contentPart>
          </mc:Choice>
          <mc:Fallback xmlns="">
            <p:pic>
              <p:nvPicPr>
                <p:cNvPr id="25" name="墨迹 24">
                  <a:extLst>
                    <a:ext uri="{FF2B5EF4-FFF2-40B4-BE49-F238E27FC236}">
                      <a16:creationId xmlns:a16="http://schemas.microsoft.com/office/drawing/2014/main" id="{BC01E668-68F6-4514-2B5D-5F3EF76EE206}"/>
                    </a:ext>
                  </a:extLst>
                </p:cNvPr>
                <p:cNvPicPr/>
                <p:nvPr/>
              </p:nvPicPr>
              <p:blipFill>
                <a:blip r:embed="rId9"/>
                <a:stretch>
                  <a:fillRect/>
                </a:stretch>
              </p:blipFill>
              <p:spPr>
                <a:xfrm>
                  <a:off x="4341385" y="2965385"/>
                  <a:ext cx="89280" cy="360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0">
            <p14:nvContentPartPr>
              <p14:cNvPr id="27" name="墨迹 26">
                <a:extLst>
                  <a:ext uri="{FF2B5EF4-FFF2-40B4-BE49-F238E27FC236}">
                    <a16:creationId xmlns:a16="http://schemas.microsoft.com/office/drawing/2014/main" id="{8BA2F581-22AC-9D3D-6D96-67F61C79AF52}"/>
                  </a:ext>
                </a:extLst>
              </p14:cNvPr>
              <p14:cNvContentPartPr/>
              <p14:nvPr/>
            </p14:nvContentPartPr>
            <p14:xfrm>
              <a:off x="6207265" y="2909225"/>
              <a:ext cx="168120" cy="140400"/>
            </p14:xfrm>
          </p:contentPart>
        </mc:Choice>
        <mc:Fallback xmlns="">
          <p:pic>
            <p:nvPicPr>
              <p:cNvPr id="27" name="墨迹 26">
                <a:extLst>
                  <a:ext uri="{FF2B5EF4-FFF2-40B4-BE49-F238E27FC236}">
                    <a16:creationId xmlns:a16="http://schemas.microsoft.com/office/drawing/2014/main" id="{8BA2F581-22AC-9D3D-6D96-67F61C79AF52}"/>
                  </a:ext>
                </a:extLst>
              </p:cNvPr>
              <p:cNvPicPr/>
              <p:nvPr/>
            </p:nvPicPr>
            <p:blipFill>
              <a:blip r:embed="rId11"/>
              <a:stretch>
                <a:fillRect/>
              </a:stretch>
            </p:blipFill>
            <p:spPr>
              <a:xfrm>
                <a:off x="6189265" y="2891585"/>
                <a:ext cx="203760" cy="17604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28" name="墨迹 27">
                <a:extLst>
                  <a:ext uri="{FF2B5EF4-FFF2-40B4-BE49-F238E27FC236}">
                    <a16:creationId xmlns:a16="http://schemas.microsoft.com/office/drawing/2014/main" id="{AA2780CD-6441-2DED-B728-CDB71B9B8331}"/>
                  </a:ext>
                </a:extLst>
              </p14:cNvPr>
              <p14:cNvContentPartPr/>
              <p14:nvPr/>
            </p14:nvContentPartPr>
            <p14:xfrm>
              <a:off x="2160865" y="3370025"/>
              <a:ext cx="2880000" cy="10800"/>
            </p14:xfrm>
          </p:contentPart>
        </mc:Choice>
        <mc:Fallback xmlns="">
          <p:pic>
            <p:nvPicPr>
              <p:cNvPr id="28" name="墨迹 27">
                <a:extLst>
                  <a:ext uri="{FF2B5EF4-FFF2-40B4-BE49-F238E27FC236}">
                    <a16:creationId xmlns:a16="http://schemas.microsoft.com/office/drawing/2014/main" id="{AA2780CD-6441-2DED-B728-CDB71B9B8331}"/>
                  </a:ext>
                </a:extLst>
              </p:cNvPr>
              <p:cNvPicPr/>
              <p:nvPr/>
            </p:nvPicPr>
            <p:blipFill>
              <a:blip r:embed="rId13"/>
              <a:stretch>
                <a:fillRect/>
              </a:stretch>
            </p:blipFill>
            <p:spPr>
              <a:xfrm>
                <a:off x="2143225" y="3352385"/>
                <a:ext cx="2915640" cy="46440"/>
              </a:xfrm>
              <a:prstGeom prst="rect">
                <a:avLst/>
              </a:prstGeom>
            </p:spPr>
          </p:pic>
        </mc:Fallback>
      </mc:AlternateContent>
    </p:spTree>
  </p:cSld>
  <p:clrMapOvr>
    <a:masterClrMapping/>
  </p:clrMapOvr>
  <p:transition/>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577" name="内容占位符 69634"/>
          <p:cNvSpPr>
            <a:spLocks noGrp="1"/>
          </p:cNvSpPr>
          <p:nvPr>
            <p:ph idx="1"/>
          </p:nvPr>
        </p:nvSpPr>
        <p:spPr>
          <a:xfrm>
            <a:off x="685800" y="1123950"/>
            <a:ext cx="7772400" cy="987425"/>
          </a:xfrm>
          <a:ln/>
        </p:spPr>
        <p:txBody>
          <a:bodyPr anchor="t" anchorCtr="0"/>
          <a:lstStyle/>
          <a:p>
            <a:pPr>
              <a:buNone/>
            </a:pPr>
            <a:r>
              <a:rPr lang="en-US" altLang="zh-CN" b="1">
                <a:latin typeface="Times New Roman" panose="02020603050405020304" pitchFamily="2" charset="0"/>
                <a:ea typeface="宋体" panose="02010600030101010101" pitchFamily="2" charset="-122"/>
              </a:rPr>
              <a:t>1</a:t>
            </a:r>
            <a:r>
              <a:rPr lang="zh-CN" altLang="en-US" b="1">
                <a:latin typeface="Times New Roman" panose="02020603050405020304" pitchFamily="2" charset="0"/>
                <a:ea typeface="宋体" panose="02010600030101010101" pitchFamily="2" charset="-122"/>
              </a:rPr>
              <a:t>、复指数序列的傅里叶变换对</a:t>
            </a:r>
            <a:r>
              <a:rPr lang="zh-CN" altLang="en-US" sz="2400">
                <a:latin typeface="Times New Roman" panose="02020603050405020304" pitchFamily="2" charset="0"/>
                <a:ea typeface="宋体" panose="02010600030101010101" pitchFamily="2" charset="-122"/>
              </a:rPr>
              <a:t>(复指数序列在一定条件下才是时域周期序列)</a:t>
            </a:r>
          </a:p>
        </p:txBody>
      </p:sp>
      <p:graphicFrame>
        <p:nvGraphicFramePr>
          <p:cNvPr id="152578" name="对象 69635"/>
          <p:cNvGraphicFramePr>
            <a:graphicFrameLocks noChangeAspect="1"/>
          </p:cNvGraphicFramePr>
          <p:nvPr/>
        </p:nvGraphicFramePr>
        <p:xfrm>
          <a:off x="1122363" y="2227263"/>
          <a:ext cx="6192837" cy="942975"/>
        </p:xfrm>
        <a:graphic>
          <a:graphicData uri="http://schemas.openxmlformats.org/presentationml/2006/ole">
            <mc:AlternateContent xmlns:mc="http://schemas.openxmlformats.org/markup-compatibility/2006">
              <mc:Choice xmlns:v="urn:schemas-microsoft-com:vml" Requires="v">
                <p:oleObj r:id="rId2" imgW="3199130" imgH="444500" progId="Equation.3">
                  <p:embed/>
                </p:oleObj>
              </mc:Choice>
              <mc:Fallback>
                <p:oleObj r:id="rId2" imgW="3199130" imgH="444500" progId="Equation.3">
                  <p:embed/>
                  <p:pic>
                    <p:nvPicPr>
                      <p:cNvPr id="0" name="图片 3677"/>
                      <p:cNvPicPr/>
                      <p:nvPr/>
                    </p:nvPicPr>
                    <p:blipFill>
                      <a:blip r:embed="rId3"/>
                      <a:stretch>
                        <a:fillRect/>
                      </a:stretch>
                    </p:blipFill>
                    <p:spPr>
                      <a:xfrm>
                        <a:off x="1122363" y="2227263"/>
                        <a:ext cx="6192837" cy="942975"/>
                      </a:xfrm>
                      <a:prstGeom prst="rect">
                        <a:avLst/>
                      </a:prstGeom>
                      <a:noFill/>
                      <a:ln w="38100">
                        <a:noFill/>
                        <a:miter/>
                      </a:ln>
                    </p:spPr>
                  </p:pic>
                </p:oleObj>
              </mc:Fallback>
            </mc:AlternateContent>
          </a:graphicData>
        </a:graphic>
      </p:graphicFrame>
      <p:sp>
        <p:nvSpPr>
          <p:cNvPr id="152579" name="矩形 69636"/>
          <p:cNvSpPr/>
          <p:nvPr/>
        </p:nvSpPr>
        <p:spPr>
          <a:xfrm>
            <a:off x="663575" y="3168650"/>
            <a:ext cx="7942263" cy="2362200"/>
          </a:xfrm>
          <a:prstGeom prst="rect">
            <a:avLst/>
          </a:prstGeom>
          <a:noFill/>
          <a:ln w="9525">
            <a:noFill/>
          </a:ln>
        </p:spPr>
        <p:txBody>
          <a:bodyPr lIns="92075" tIns="46038" rIns="92075" bIns="46038" anchor="t" anchorCtr="0"/>
          <a:lstStyle/>
          <a:p>
            <a:pPr marL="342900" indent="-342900">
              <a:lnSpc>
                <a:spcPct val="140000"/>
              </a:lnSpc>
              <a:spcBef>
                <a:spcPct val="20000"/>
              </a:spcBef>
              <a:buClr>
                <a:schemeClr val="tx2"/>
              </a:buClr>
              <a:buFont typeface="Wingdings" panose="05000000000000000000" pitchFamily="2" charset="2"/>
              <a:buChar char="q"/>
            </a:pPr>
            <a:r>
              <a:rPr lang="zh-CN" altLang="en-US" sz="2400">
                <a:latin typeface="Times New Roman" panose="02020603050405020304" pitchFamily="2" charset="0"/>
                <a:ea typeface="宋体" panose="02010600030101010101" pitchFamily="2" charset="-122"/>
              </a:rPr>
              <a:t>复指数序列</a:t>
            </a:r>
            <a:r>
              <a:rPr lang="en-US" altLang="zh-CN" sz="2400">
                <a:latin typeface="Times New Roman" panose="02020603050405020304" pitchFamily="2" charset="0"/>
                <a:ea typeface="宋体" panose="02010600030101010101" pitchFamily="2" charset="-122"/>
              </a:rPr>
              <a:t>e</a:t>
            </a:r>
            <a:r>
              <a:rPr lang="en-US" altLang="zh-CN" sz="2400" baseline="30000">
                <a:latin typeface="Times New Roman" panose="02020603050405020304" pitchFamily="2" charset="0"/>
                <a:ea typeface="宋体" panose="02010600030101010101" pitchFamily="2" charset="-122"/>
              </a:rPr>
              <a:t>jw0n</a:t>
            </a:r>
            <a:r>
              <a:rPr lang="zh-CN" altLang="en-US" sz="2400">
                <a:latin typeface="Times New Roman" panose="02020603050405020304" pitchFamily="2" charset="0"/>
                <a:ea typeface="宋体" panose="02010600030101010101" pitchFamily="2" charset="-122"/>
              </a:rPr>
              <a:t>的傅里叶变换，是以</a:t>
            </a:r>
            <a:r>
              <a:rPr lang="en-US" altLang="zh-CN" sz="2400">
                <a:latin typeface="Times New Roman" panose="02020603050405020304" pitchFamily="2" charset="0"/>
                <a:ea typeface="宋体" panose="02010600030101010101" pitchFamily="2" charset="-122"/>
              </a:rPr>
              <a:t>w</a:t>
            </a:r>
            <a:r>
              <a:rPr lang="en-US" altLang="zh-CN" sz="2400" baseline="-25000">
                <a:latin typeface="Times New Roman" panose="02020603050405020304" pitchFamily="2" charset="0"/>
                <a:ea typeface="宋体" panose="02010600030101010101" pitchFamily="2" charset="-122"/>
              </a:rPr>
              <a:t>0</a:t>
            </a:r>
            <a:r>
              <a:rPr lang="zh-CN" altLang="en-US" sz="2400">
                <a:latin typeface="Times New Roman" panose="02020603050405020304" pitchFamily="2" charset="0"/>
                <a:ea typeface="宋体" panose="02010600030101010101" pitchFamily="2" charset="-122"/>
              </a:rPr>
              <a:t>为中心，以</a:t>
            </a:r>
            <a:r>
              <a:rPr lang="en-US" altLang="zh-CN" sz="2400">
                <a:latin typeface="Times New Roman" panose="02020603050405020304" pitchFamily="2" charset="0"/>
                <a:ea typeface="宋体" panose="02010600030101010101" pitchFamily="2" charset="-122"/>
              </a:rPr>
              <a:t>2π</a:t>
            </a:r>
            <a:r>
              <a:rPr lang="zh-CN" altLang="en-US" sz="2400">
                <a:latin typeface="Times New Roman" panose="02020603050405020304" pitchFamily="2" charset="0"/>
                <a:ea typeface="宋体" panose="02010600030101010101" pitchFamily="2" charset="-122"/>
              </a:rPr>
              <a:t>的整数倍为间距的一系列冲激函数，其积分面积为</a:t>
            </a:r>
            <a:r>
              <a:rPr lang="en-US" altLang="zh-CN" sz="2400">
                <a:latin typeface="Times New Roman" panose="02020603050405020304" pitchFamily="2" charset="0"/>
                <a:ea typeface="宋体" panose="02010600030101010101" pitchFamily="2" charset="-122"/>
              </a:rPr>
              <a:t>2π</a:t>
            </a:r>
          </a:p>
          <a:p>
            <a:pPr marL="342900" indent="-342900">
              <a:lnSpc>
                <a:spcPct val="140000"/>
              </a:lnSpc>
              <a:spcBef>
                <a:spcPct val="20000"/>
              </a:spcBef>
              <a:buClr>
                <a:schemeClr val="tx2"/>
              </a:buClr>
              <a:buFont typeface="Wingdings" panose="05000000000000000000" pitchFamily="2" charset="2"/>
              <a:buChar char="q"/>
            </a:pPr>
            <a:r>
              <a:rPr lang="zh-CN" altLang="en-US" sz="2400">
                <a:latin typeface="Times New Roman" panose="02020603050405020304" pitchFamily="2" charset="0"/>
                <a:ea typeface="宋体" panose="02010600030101010101" pitchFamily="2" charset="-122"/>
              </a:rPr>
              <a:t>思考，</a:t>
            </a:r>
            <a:r>
              <a:rPr lang="en-US" altLang="zh-CN" sz="2400">
                <a:latin typeface="Times New Roman" panose="02020603050405020304" pitchFamily="2" charset="0"/>
                <a:ea typeface="宋体" panose="02010600030101010101" pitchFamily="2" charset="-122"/>
              </a:rPr>
              <a:t>DTFT[cos(w</a:t>
            </a:r>
            <a:r>
              <a:rPr lang="en-US" altLang="zh-CN" sz="2400" baseline="-25000">
                <a:latin typeface="Times New Roman" panose="02020603050405020304" pitchFamily="2" charset="0"/>
                <a:ea typeface="宋体" panose="02010600030101010101" pitchFamily="2" charset="-122"/>
              </a:rPr>
              <a:t>0</a:t>
            </a:r>
            <a:r>
              <a:rPr lang="en-US" altLang="zh-CN" sz="2400">
                <a:latin typeface="Times New Roman" panose="02020603050405020304" pitchFamily="2" charset="0"/>
                <a:ea typeface="宋体" panose="02010600030101010101" pitchFamily="2" charset="-122"/>
              </a:rPr>
              <a:t>n+φ)]</a:t>
            </a:r>
            <a:r>
              <a:rPr lang="zh-CN" altLang="en-US" sz="2400">
                <a:latin typeface="Times New Roman" panose="02020603050405020304" pitchFamily="2" charset="0"/>
                <a:ea typeface="宋体" panose="02010600030101010101" pitchFamily="2" charset="-122"/>
              </a:rPr>
              <a:t>、 </a:t>
            </a:r>
            <a:r>
              <a:rPr lang="en-US" altLang="zh-CN" sz="2400">
                <a:latin typeface="Times New Roman" panose="02020603050405020304" pitchFamily="2" charset="0"/>
                <a:ea typeface="宋体" panose="02010600030101010101" pitchFamily="2" charset="-122"/>
              </a:rPr>
              <a:t>DTFT[sin(w</a:t>
            </a:r>
            <a:r>
              <a:rPr lang="en-US" altLang="zh-CN" sz="2400" baseline="-25000">
                <a:latin typeface="Times New Roman" panose="02020603050405020304" pitchFamily="2" charset="0"/>
                <a:ea typeface="宋体" panose="02010600030101010101" pitchFamily="2" charset="-122"/>
              </a:rPr>
              <a:t>0</a:t>
            </a:r>
            <a:r>
              <a:rPr lang="en-US" altLang="zh-CN" sz="2400">
                <a:latin typeface="Times New Roman" panose="02020603050405020304" pitchFamily="2" charset="0"/>
                <a:ea typeface="宋体" panose="02010600030101010101" pitchFamily="2" charset="-122"/>
              </a:rPr>
              <a:t>n+φ)]</a:t>
            </a:r>
          </a:p>
        </p:txBody>
      </p:sp>
      <mc:AlternateContent xmlns:mc="http://schemas.openxmlformats.org/markup-compatibility/2006" xmlns:p14="http://schemas.microsoft.com/office/powerpoint/2010/main">
        <mc:Choice Requires="p14">
          <p:contentPart p14:bwMode="auto" r:id="rId4">
            <p14:nvContentPartPr>
              <p14:cNvPr id="34" name="墨迹 33">
                <a:extLst>
                  <a:ext uri="{FF2B5EF4-FFF2-40B4-BE49-F238E27FC236}">
                    <a16:creationId xmlns:a16="http://schemas.microsoft.com/office/drawing/2014/main" id="{A2035B27-D2E8-B2FA-7D75-3A9A90DFBBE2}"/>
                  </a:ext>
                </a:extLst>
              </p14:cNvPr>
              <p14:cNvContentPartPr/>
              <p14:nvPr/>
            </p14:nvContentPartPr>
            <p14:xfrm>
              <a:off x="350785" y="849665"/>
              <a:ext cx="360" cy="360"/>
            </p14:xfrm>
          </p:contentPart>
        </mc:Choice>
        <mc:Fallback xmlns="">
          <p:pic>
            <p:nvPicPr>
              <p:cNvPr id="34" name="墨迹 33">
                <a:extLst>
                  <a:ext uri="{FF2B5EF4-FFF2-40B4-BE49-F238E27FC236}">
                    <a16:creationId xmlns:a16="http://schemas.microsoft.com/office/drawing/2014/main" id="{A2035B27-D2E8-B2FA-7D75-3A9A90DFBBE2}"/>
                  </a:ext>
                </a:extLst>
              </p:cNvPr>
              <p:cNvPicPr/>
              <p:nvPr/>
            </p:nvPicPr>
            <p:blipFill>
              <a:blip r:embed="rId5"/>
              <a:stretch>
                <a:fillRect/>
              </a:stretch>
            </p:blipFill>
            <p:spPr>
              <a:xfrm>
                <a:off x="332785" y="831665"/>
                <a:ext cx="36000" cy="3600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152624" name="墨迹 152623">
                <a:extLst>
                  <a:ext uri="{FF2B5EF4-FFF2-40B4-BE49-F238E27FC236}">
                    <a16:creationId xmlns:a16="http://schemas.microsoft.com/office/drawing/2014/main" id="{ED1454DB-1A08-112A-5747-C42A6F6D3E68}"/>
                  </a:ext>
                </a:extLst>
              </p14:cNvPr>
              <p14:cNvContentPartPr/>
              <p14:nvPr/>
            </p14:nvContentPartPr>
            <p14:xfrm>
              <a:off x="2576665" y="6413825"/>
              <a:ext cx="377640" cy="292680"/>
            </p14:xfrm>
          </p:contentPart>
        </mc:Choice>
        <mc:Fallback xmlns="">
          <p:pic>
            <p:nvPicPr>
              <p:cNvPr id="152624" name="墨迹 152623">
                <a:extLst>
                  <a:ext uri="{FF2B5EF4-FFF2-40B4-BE49-F238E27FC236}">
                    <a16:creationId xmlns:a16="http://schemas.microsoft.com/office/drawing/2014/main" id="{ED1454DB-1A08-112A-5747-C42A6F6D3E68}"/>
                  </a:ext>
                </a:extLst>
              </p:cNvPr>
              <p:cNvPicPr/>
              <p:nvPr/>
            </p:nvPicPr>
            <p:blipFill>
              <a:blip r:embed="rId7"/>
              <a:stretch>
                <a:fillRect/>
              </a:stretch>
            </p:blipFill>
            <p:spPr>
              <a:xfrm>
                <a:off x="2559025" y="6396185"/>
                <a:ext cx="413280" cy="328320"/>
              </a:xfrm>
              <a:prstGeom prst="rect">
                <a:avLst/>
              </a:prstGeom>
            </p:spPr>
          </p:pic>
        </mc:Fallback>
      </mc:AlternateContent>
      <p:grpSp>
        <p:nvGrpSpPr>
          <p:cNvPr id="152663" name="组合 152662">
            <a:extLst>
              <a:ext uri="{FF2B5EF4-FFF2-40B4-BE49-F238E27FC236}">
                <a16:creationId xmlns:a16="http://schemas.microsoft.com/office/drawing/2014/main" id="{211E59B4-F163-D700-0173-E13C1F99DE97}"/>
              </a:ext>
            </a:extLst>
          </p:cNvPr>
          <p:cNvGrpSpPr/>
          <p:nvPr/>
        </p:nvGrpSpPr>
        <p:grpSpPr>
          <a:xfrm>
            <a:off x="341425" y="4612025"/>
            <a:ext cx="2177280" cy="1122480"/>
            <a:chOff x="341425" y="4612025"/>
            <a:chExt cx="2177280" cy="1122480"/>
          </a:xfrm>
        </p:grpSpPr>
        <mc:AlternateContent xmlns:mc="http://schemas.openxmlformats.org/markup-compatibility/2006" xmlns:p14="http://schemas.microsoft.com/office/powerpoint/2010/main">
          <mc:Choice Requires="p14">
            <p:contentPart p14:bwMode="auto" r:id="rId8">
              <p14:nvContentPartPr>
                <p14:cNvPr id="152651" name="墨迹 152650">
                  <a:extLst>
                    <a:ext uri="{FF2B5EF4-FFF2-40B4-BE49-F238E27FC236}">
                      <a16:creationId xmlns:a16="http://schemas.microsoft.com/office/drawing/2014/main" id="{B757FAF0-237F-2E63-E11C-92855D7E8748}"/>
                    </a:ext>
                  </a:extLst>
                </p14:cNvPr>
                <p14:cNvContentPartPr/>
                <p14:nvPr/>
              </p14:nvContentPartPr>
              <p14:xfrm>
                <a:off x="341425" y="4977065"/>
                <a:ext cx="195480" cy="313200"/>
              </p14:xfrm>
            </p:contentPart>
          </mc:Choice>
          <mc:Fallback xmlns="">
            <p:pic>
              <p:nvPicPr>
                <p:cNvPr id="152651" name="墨迹 152650">
                  <a:extLst>
                    <a:ext uri="{FF2B5EF4-FFF2-40B4-BE49-F238E27FC236}">
                      <a16:creationId xmlns:a16="http://schemas.microsoft.com/office/drawing/2014/main" id="{B757FAF0-237F-2E63-E11C-92855D7E8748}"/>
                    </a:ext>
                  </a:extLst>
                </p:cNvPr>
                <p:cNvPicPr/>
                <p:nvPr/>
              </p:nvPicPr>
              <p:blipFill>
                <a:blip r:embed="rId9"/>
                <a:stretch>
                  <a:fillRect/>
                </a:stretch>
              </p:blipFill>
              <p:spPr>
                <a:xfrm>
                  <a:off x="323785" y="4959065"/>
                  <a:ext cx="231120" cy="34884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152652" name="墨迹 152651">
                  <a:extLst>
                    <a:ext uri="{FF2B5EF4-FFF2-40B4-BE49-F238E27FC236}">
                      <a16:creationId xmlns:a16="http://schemas.microsoft.com/office/drawing/2014/main" id="{DBCB5005-EF08-9C0D-8150-A9887AC62BFA}"/>
                    </a:ext>
                  </a:extLst>
                </p14:cNvPr>
                <p14:cNvContentPartPr/>
                <p14:nvPr/>
              </p14:nvContentPartPr>
              <p14:xfrm>
                <a:off x="415585" y="4612025"/>
                <a:ext cx="471600" cy="720720"/>
              </p14:xfrm>
            </p:contentPart>
          </mc:Choice>
          <mc:Fallback xmlns="">
            <p:pic>
              <p:nvPicPr>
                <p:cNvPr id="152652" name="墨迹 152651">
                  <a:extLst>
                    <a:ext uri="{FF2B5EF4-FFF2-40B4-BE49-F238E27FC236}">
                      <a16:creationId xmlns:a16="http://schemas.microsoft.com/office/drawing/2014/main" id="{DBCB5005-EF08-9C0D-8150-A9887AC62BFA}"/>
                    </a:ext>
                  </a:extLst>
                </p:cNvPr>
                <p:cNvPicPr/>
                <p:nvPr/>
              </p:nvPicPr>
              <p:blipFill>
                <a:blip r:embed="rId11"/>
                <a:stretch>
                  <a:fillRect/>
                </a:stretch>
              </p:blipFill>
              <p:spPr>
                <a:xfrm>
                  <a:off x="397585" y="4594385"/>
                  <a:ext cx="507240" cy="75636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152653" name="墨迹 152652">
                  <a:extLst>
                    <a:ext uri="{FF2B5EF4-FFF2-40B4-BE49-F238E27FC236}">
                      <a16:creationId xmlns:a16="http://schemas.microsoft.com/office/drawing/2014/main" id="{0F4D3ADC-C6EB-398A-A6B6-C5F1A1E141F9}"/>
                    </a:ext>
                  </a:extLst>
                </p14:cNvPr>
                <p14:cNvContentPartPr/>
                <p14:nvPr/>
              </p14:nvContentPartPr>
              <p14:xfrm>
                <a:off x="674065" y="5190545"/>
                <a:ext cx="360" cy="9720"/>
              </p14:xfrm>
            </p:contentPart>
          </mc:Choice>
          <mc:Fallback xmlns="">
            <p:pic>
              <p:nvPicPr>
                <p:cNvPr id="152653" name="墨迹 152652">
                  <a:extLst>
                    <a:ext uri="{FF2B5EF4-FFF2-40B4-BE49-F238E27FC236}">
                      <a16:creationId xmlns:a16="http://schemas.microsoft.com/office/drawing/2014/main" id="{0F4D3ADC-C6EB-398A-A6B6-C5F1A1E141F9}"/>
                    </a:ext>
                  </a:extLst>
                </p:cNvPr>
                <p:cNvPicPr/>
                <p:nvPr/>
              </p:nvPicPr>
              <p:blipFill>
                <a:blip r:embed="rId13"/>
                <a:stretch>
                  <a:fillRect/>
                </a:stretch>
              </p:blipFill>
              <p:spPr>
                <a:xfrm>
                  <a:off x="656425" y="5172905"/>
                  <a:ext cx="36000" cy="4536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152655" name="墨迹 152654">
                  <a:extLst>
                    <a:ext uri="{FF2B5EF4-FFF2-40B4-BE49-F238E27FC236}">
                      <a16:creationId xmlns:a16="http://schemas.microsoft.com/office/drawing/2014/main" id="{6B016AE2-8590-185A-6C6C-9C04543A9AE9}"/>
                    </a:ext>
                  </a:extLst>
                </p14:cNvPr>
                <p14:cNvContentPartPr/>
                <p14:nvPr/>
              </p14:nvContentPartPr>
              <p14:xfrm>
                <a:off x="1001305" y="4793105"/>
                <a:ext cx="253800" cy="235800"/>
              </p14:xfrm>
            </p:contentPart>
          </mc:Choice>
          <mc:Fallback xmlns="">
            <p:pic>
              <p:nvPicPr>
                <p:cNvPr id="152655" name="墨迹 152654">
                  <a:extLst>
                    <a:ext uri="{FF2B5EF4-FFF2-40B4-BE49-F238E27FC236}">
                      <a16:creationId xmlns:a16="http://schemas.microsoft.com/office/drawing/2014/main" id="{6B016AE2-8590-185A-6C6C-9C04543A9AE9}"/>
                    </a:ext>
                  </a:extLst>
                </p:cNvPr>
                <p:cNvPicPr/>
                <p:nvPr/>
              </p:nvPicPr>
              <p:blipFill>
                <a:blip r:embed="rId15"/>
                <a:stretch>
                  <a:fillRect/>
                </a:stretch>
              </p:blipFill>
              <p:spPr>
                <a:xfrm>
                  <a:off x="983665" y="4775105"/>
                  <a:ext cx="289440" cy="27144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152656" name="墨迹 152655">
                  <a:extLst>
                    <a:ext uri="{FF2B5EF4-FFF2-40B4-BE49-F238E27FC236}">
                      <a16:creationId xmlns:a16="http://schemas.microsoft.com/office/drawing/2014/main" id="{BB882AB7-AD77-AFDA-4780-BED36C6CE8B9}"/>
                    </a:ext>
                  </a:extLst>
                </p14:cNvPr>
                <p14:cNvContentPartPr/>
                <p14:nvPr/>
              </p14:nvContentPartPr>
              <p14:xfrm>
                <a:off x="1015705" y="4953665"/>
                <a:ext cx="131400" cy="53280"/>
              </p14:xfrm>
            </p:contentPart>
          </mc:Choice>
          <mc:Fallback xmlns="">
            <p:pic>
              <p:nvPicPr>
                <p:cNvPr id="152656" name="墨迹 152655">
                  <a:extLst>
                    <a:ext uri="{FF2B5EF4-FFF2-40B4-BE49-F238E27FC236}">
                      <a16:creationId xmlns:a16="http://schemas.microsoft.com/office/drawing/2014/main" id="{BB882AB7-AD77-AFDA-4780-BED36C6CE8B9}"/>
                    </a:ext>
                  </a:extLst>
                </p:cNvPr>
                <p:cNvPicPr/>
                <p:nvPr/>
              </p:nvPicPr>
              <p:blipFill>
                <a:blip r:embed="rId17"/>
                <a:stretch>
                  <a:fillRect/>
                </a:stretch>
              </p:blipFill>
              <p:spPr>
                <a:xfrm>
                  <a:off x="997705" y="4935665"/>
                  <a:ext cx="167040" cy="8892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152657" name="墨迹 152656">
                  <a:extLst>
                    <a:ext uri="{FF2B5EF4-FFF2-40B4-BE49-F238E27FC236}">
                      <a16:creationId xmlns:a16="http://schemas.microsoft.com/office/drawing/2014/main" id="{DDF25D64-5CC0-BDE3-4694-F161F3FA605B}"/>
                    </a:ext>
                  </a:extLst>
                </p14:cNvPr>
                <p14:cNvContentPartPr/>
                <p14:nvPr/>
              </p14:nvContentPartPr>
              <p14:xfrm>
                <a:off x="1024345" y="4941425"/>
                <a:ext cx="175320" cy="141120"/>
              </p14:xfrm>
            </p:contentPart>
          </mc:Choice>
          <mc:Fallback xmlns="">
            <p:pic>
              <p:nvPicPr>
                <p:cNvPr id="152657" name="墨迹 152656">
                  <a:extLst>
                    <a:ext uri="{FF2B5EF4-FFF2-40B4-BE49-F238E27FC236}">
                      <a16:creationId xmlns:a16="http://schemas.microsoft.com/office/drawing/2014/main" id="{DDF25D64-5CC0-BDE3-4694-F161F3FA605B}"/>
                    </a:ext>
                  </a:extLst>
                </p:cNvPr>
                <p:cNvPicPr/>
                <p:nvPr/>
              </p:nvPicPr>
              <p:blipFill>
                <a:blip r:embed="rId19"/>
                <a:stretch>
                  <a:fillRect/>
                </a:stretch>
              </p:blipFill>
              <p:spPr>
                <a:xfrm>
                  <a:off x="1006345" y="4923425"/>
                  <a:ext cx="210960" cy="17676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152658" name="墨迹 152657">
                  <a:extLst>
                    <a:ext uri="{FF2B5EF4-FFF2-40B4-BE49-F238E27FC236}">
                      <a16:creationId xmlns:a16="http://schemas.microsoft.com/office/drawing/2014/main" id="{5B38CFD9-4189-B207-9CBC-2992D8C64BF8}"/>
                    </a:ext>
                  </a:extLst>
                </p14:cNvPr>
                <p14:cNvContentPartPr/>
                <p14:nvPr/>
              </p14:nvContentPartPr>
              <p14:xfrm>
                <a:off x="1043425" y="5061305"/>
                <a:ext cx="391320" cy="357120"/>
              </p14:xfrm>
            </p:contentPart>
          </mc:Choice>
          <mc:Fallback xmlns="">
            <p:pic>
              <p:nvPicPr>
                <p:cNvPr id="152658" name="墨迹 152657">
                  <a:extLst>
                    <a:ext uri="{FF2B5EF4-FFF2-40B4-BE49-F238E27FC236}">
                      <a16:creationId xmlns:a16="http://schemas.microsoft.com/office/drawing/2014/main" id="{5B38CFD9-4189-B207-9CBC-2992D8C64BF8}"/>
                    </a:ext>
                  </a:extLst>
                </p:cNvPr>
                <p:cNvPicPr/>
                <p:nvPr/>
              </p:nvPicPr>
              <p:blipFill>
                <a:blip r:embed="rId21"/>
                <a:stretch>
                  <a:fillRect/>
                </a:stretch>
              </p:blipFill>
              <p:spPr>
                <a:xfrm>
                  <a:off x="1025785" y="5043665"/>
                  <a:ext cx="426960" cy="39276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152659" name="墨迹 152658">
                  <a:extLst>
                    <a:ext uri="{FF2B5EF4-FFF2-40B4-BE49-F238E27FC236}">
                      <a16:creationId xmlns:a16="http://schemas.microsoft.com/office/drawing/2014/main" id="{222F9A2C-A3BF-F05E-50FF-E3FBA08B00E9}"/>
                    </a:ext>
                  </a:extLst>
                </p14:cNvPr>
                <p14:cNvContentPartPr/>
                <p14:nvPr/>
              </p14:nvContentPartPr>
              <p14:xfrm>
                <a:off x="1117585" y="5089025"/>
                <a:ext cx="53640" cy="112320"/>
              </p14:xfrm>
            </p:contentPart>
          </mc:Choice>
          <mc:Fallback xmlns="">
            <p:pic>
              <p:nvPicPr>
                <p:cNvPr id="152659" name="墨迹 152658">
                  <a:extLst>
                    <a:ext uri="{FF2B5EF4-FFF2-40B4-BE49-F238E27FC236}">
                      <a16:creationId xmlns:a16="http://schemas.microsoft.com/office/drawing/2014/main" id="{222F9A2C-A3BF-F05E-50FF-E3FBA08B00E9}"/>
                    </a:ext>
                  </a:extLst>
                </p:cNvPr>
                <p:cNvPicPr/>
                <p:nvPr/>
              </p:nvPicPr>
              <p:blipFill>
                <a:blip r:embed="rId23"/>
                <a:stretch>
                  <a:fillRect/>
                </a:stretch>
              </p:blipFill>
              <p:spPr>
                <a:xfrm>
                  <a:off x="1099585" y="5071025"/>
                  <a:ext cx="89280" cy="14796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152660" name="墨迹 152659">
                  <a:extLst>
                    <a:ext uri="{FF2B5EF4-FFF2-40B4-BE49-F238E27FC236}">
                      <a16:creationId xmlns:a16="http://schemas.microsoft.com/office/drawing/2014/main" id="{498BC338-8DD7-D894-DA1B-2E4399A692CE}"/>
                    </a:ext>
                  </a:extLst>
                </p14:cNvPr>
                <p14:cNvContentPartPr/>
                <p14:nvPr/>
              </p14:nvContentPartPr>
              <p14:xfrm>
                <a:off x="1265185" y="5199905"/>
                <a:ext cx="25200" cy="360"/>
              </p14:xfrm>
            </p:contentPart>
          </mc:Choice>
          <mc:Fallback xmlns="">
            <p:pic>
              <p:nvPicPr>
                <p:cNvPr id="152660" name="墨迹 152659">
                  <a:extLst>
                    <a:ext uri="{FF2B5EF4-FFF2-40B4-BE49-F238E27FC236}">
                      <a16:creationId xmlns:a16="http://schemas.microsoft.com/office/drawing/2014/main" id="{498BC338-8DD7-D894-DA1B-2E4399A692CE}"/>
                    </a:ext>
                  </a:extLst>
                </p:cNvPr>
                <p:cNvPicPr/>
                <p:nvPr/>
              </p:nvPicPr>
              <p:blipFill>
                <a:blip r:embed="rId25"/>
                <a:stretch>
                  <a:fillRect/>
                </a:stretch>
              </p:blipFill>
              <p:spPr>
                <a:xfrm>
                  <a:off x="1247545" y="5182265"/>
                  <a:ext cx="60840" cy="3600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152661" name="墨迹 152660">
                  <a:extLst>
                    <a:ext uri="{FF2B5EF4-FFF2-40B4-BE49-F238E27FC236}">
                      <a16:creationId xmlns:a16="http://schemas.microsoft.com/office/drawing/2014/main" id="{437013E8-C8E2-55D9-7B80-FC428F1C08D9}"/>
                    </a:ext>
                  </a:extLst>
                </p14:cNvPr>
                <p14:cNvContentPartPr/>
                <p14:nvPr/>
              </p14:nvContentPartPr>
              <p14:xfrm>
                <a:off x="1570105" y="5079305"/>
                <a:ext cx="786960" cy="507960"/>
              </p14:xfrm>
            </p:contentPart>
          </mc:Choice>
          <mc:Fallback xmlns="">
            <p:pic>
              <p:nvPicPr>
                <p:cNvPr id="152661" name="墨迹 152660">
                  <a:extLst>
                    <a:ext uri="{FF2B5EF4-FFF2-40B4-BE49-F238E27FC236}">
                      <a16:creationId xmlns:a16="http://schemas.microsoft.com/office/drawing/2014/main" id="{437013E8-C8E2-55D9-7B80-FC428F1C08D9}"/>
                    </a:ext>
                  </a:extLst>
                </p:cNvPr>
                <p:cNvPicPr/>
                <p:nvPr/>
              </p:nvPicPr>
              <p:blipFill>
                <a:blip r:embed="rId27"/>
                <a:stretch>
                  <a:fillRect/>
                </a:stretch>
              </p:blipFill>
              <p:spPr>
                <a:xfrm>
                  <a:off x="1552105" y="5061665"/>
                  <a:ext cx="822600" cy="54360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152662" name="墨迹 152661">
                  <a:extLst>
                    <a:ext uri="{FF2B5EF4-FFF2-40B4-BE49-F238E27FC236}">
                      <a16:creationId xmlns:a16="http://schemas.microsoft.com/office/drawing/2014/main" id="{9D336534-54DD-8BE9-CEAA-0E0F4317B177}"/>
                    </a:ext>
                  </a:extLst>
                </p14:cNvPr>
                <p14:cNvContentPartPr/>
                <p14:nvPr/>
              </p14:nvContentPartPr>
              <p14:xfrm>
                <a:off x="2244025" y="5532185"/>
                <a:ext cx="274680" cy="202320"/>
              </p14:xfrm>
            </p:contentPart>
          </mc:Choice>
          <mc:Fallback xmlns="">
            <p:pic>
              <p:nvPicPr>
                <p:cNvPr id="152662" name="墨迹 152661">
                  <a:extLst>
                    <a:ext uri="{FF2B5EF4-FFF2-40B4-BE49-F238E27FC236}">
                      <a16:creationId xmlns:a16="http://schemas.microsoft.com/office/drawing/2014/main" id="{9D336534-54DD-8BE9-CEAA-0E0F4317B177}"/>
                    </a:ext>
                  </a:extLst>
                </p:cNvPr>
                <p:cNvPicPr/>
                <p:nvPr/>
              </p:nvPicPr>
              <p:blipFill>
                <a:blip r:embed="rId29"/>
                <a:stretch>
                  <a:fillRect/>
                </a:stretch>
              </p:blipFill>
              <p:spPr>
                <a:xfrm>
                  <a:off x="2226385" y="5514545"/>
                  <a:ext cx="310320" cy="237960"/>
                </a:xfrm>
                <a:prstGeom prst="rect">
                  <a:avLst/>
                </a:prstGeom>
              </p:spPr>
            </p:pic>
          </mc:Fallback>
        </mc:AlternateContent>
      </p:grpSp>
      <p:grpSp>
        <p:nvGrpSpPr>
          <p:cNvPr id="152674" name="组合 152673">
            <a:extLst>
              <a:ext uri="{FF2B5EF4-FFF2-40B4-BE49-F238E27FC236}">
                <a16:creationId xmlns:a16="http://schemas.microsoft.com/office/drawing/2014/main" id="{F68936BD-CD74-8418-4044-FAE4070A5A94}"/>
              </a:ext>
            </a:extLst>
          </p:cNvPr>
          <p:cNvGrpSpPr/>
          <p:nvPr/>
        </p:nvGrpSpPr>
        <p:grpSpPr>
          <a:xfrm>
            <a:off x="3924865" y="4848905"/>
            <a:ext cx="713160" cy="628560"/>
            <a:chOff x="3924865" y="4848905"/>
            <a:chExt cx="713160" cy="628560"/>
          </a:xfrm>
        </p:grpSpPr>
        <mc:AlternateContent xmlns:mc="http://schemas.openxmlformats.org/markup-compatibility/2006" xmlns:p14="http://schemas.microsoft.com/office/powerpoint/2010/main">
          <mc:Choice Requires="p14">
            <p:contentPart p14:bwMode="auto" r:id="rId30">
              <p14:nvContentPartPr>
                <p14:cNvPr id="152664" name="墨迹 152663">
                  <a:extLst>
                    <a:ext uri="{FF2B5EF4-FFF2-40B4-BE49-F238E27FC236}">
                      <a16:creationId xmlns:a16="http://schemas.microsoft.com/office/drawing/2014/main" id="{F8B6BDD1-3B0C-D47E-FF7E-7709F3CCCBE1}"/>
                    </a:ext>
                  </a:extLst>
                </p14:cNvPr>
                <p14:cNvContentPartPr/>
                <p14:nvPr/>
              </p14:nvContentPartPr>
              <p14:xfrm>
                <a:off x="3924865" y="4906145"/>
                <a:ext cx="713160" cy="492120"/>
              </p14:xfrm>
            </p:contentPart>
          </mc:Choice>
          <mc:Fallback xmlns="">
            <p:pic>
              <p:nvPicPr>
                <p:cNvPr id="152664" name="墨迹 152663">
                  <a:extLst>
                    <a:ext uri="{FF2B5EF4-FFF2-40B4-BE49-F238E27FC236}">
                      <a16:creationId xmlns:a16="http://schemas.microsoft.com/office/drawing/2014/main" id="{F8B6BDD1-3B0C-D47E-FF7E-7709F3CCCBE1}"/>
                    </a:ext>
                  </a:extLst>
                </p:cNvPr>
                <p:cNvPicPr/>
                <p:nvPr/>
              </p:nvPicPr>
              <p:blipFill>
                <a:blip r:embed="rId31"/>
                <a:stretch>
                  <a:fillRect/>
                </a:stretch>
              </p:blipFill>
              <p:spPr>
                <a:xfrm>
                  <a:off x="3907225" y="4888145"/>
                  <a:ext cx="748800" cy="52776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152665" name="墨迹 152664">
                  <a:extLst>
                    <a:ext uri="{FF2B5EF4-FFF2-40B4-BE49-F238E27FC236}">
                      <a16:creationId xmlns:a16="http://schemas.microsoft.com/office/drawing/2014/main" id="{A9AC2CF1-FD18-0C76-9B8A-1BF7CF6ED2FC}"/>
                    </a:ext>
                  </a:extLst>
                </p14:cNvPr>
                <p14:cNvContentPartPr/>
                <p14:nvPr/>
              </p14:nvContentPartPr>
              <p14:xfrm>
                <a:off x="4543705" y="4848905"/>
                <a:ext cx="37440" cy="628560"/>
              </p14:xfrm>
            </p:contentPart>
          </mc:Choice>
          <mc:Fallback xmlns="">
            <p:pic>
              <p:nvPicPr>
                <p:cNvPr id="152665" name="墨迹 152664">
                  <a:extLst>
                    <a:ext uri="{FF2B5EF4-FFF2-40B4-BE49-F238E27FC236}">
                      <a16:creationId xmlns:a16="http://schemas.microsoft.com/office/drawing/2014/main" id="{A9AC2CF1-FD18-0C76-9B8A-1BF7CF6ED2FC}"/>
                    </a:ext>
                  </a:extLst>
                </p:cNvPr>
                <p:cNvPicPr/>
                <p:nvPr/>
              </p:nvPicPr>
              <p:blipFill>
                <a:blip r:embed="rId33"/>
                <a:stretch>
                  <a:fillRect/>
                </a:stretch>
              </p:blipFill>
              <p:spPr>
                <a:xfrm>
                  <a:off x="4526065" y="4830905"/>
                  <a:ext cx="73080" cy="66420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152666" name="墨迹 152665">
                  <a:extLst>
                    <a:ext uri="{FF2B5EF4-FFF2-40B4-BE49-F238E27FC236}">
                      <a16:creationId xmlns:a16="http://schemas.microsoft.com/office/drawing/2014/main" id="{FBB5E869-28DB-7235-F005-6AE50C4F994A}"/>
                    </a:ext>
                  </a:extLst>
                </p14:cNvPr>
                <p14:cNvContentPartPr/>
                <p14:nvPr/>
              </p14:nvContentPartPr>
              <p14:xfrm>
                <a:off x="4470265" y="5329145"/>
                <a:ext cx="43920" cy="9720"/>
              </p14:xfrm>
            </p:contentPart>
          </mc:Choice>
          <mc:Fallback xmlns="">
            <p:pic>
              <p:nvPicPr>
                <p:cNvPr id="152666" name="墨迹 152665">
                  <a:extLst>
                    <a:ext uri="{FF2B5EF4-FFF2-40B4-BE49-F238E27FC236}">
                      <a16:creationId xmlns:a16="http://schemas.microsoft.com/office/drawing/2014/main" id="{FBB5E869-28DB-7235-F005-6AE50C4F994A}"/>
                    </a:ext>
                  </a:extLst>
                </p:cNvPr>
                <p:cNvPicPr/>
                <p:nvPr/>
              </p:nvPicPr>
              <p:blipFill>
                <a:blip r:embed="rId35"/>
                <a:stretch>
                  <a:fillRect/>
                </a:stretch>
              </p:blipFill>
              <p:spPr>
                <a:xfrm>
                  <a:off x="4452265" y="5311505"/>
                  <a:ext cx="79560" cy="45360"/>
                </a:xfrm>
                <a:prstGeom prst="rect">
                  <a:avLst/>
                </a:prstGeom>
              </p:spPr>
            </p:pic>
          </mc:Fallback>
        </mc:AlternateContent>
      </p:grpSp>
      <p:grpSp>
        <p:nvGrpSpPr>
          <p:cNvPr id="152673" name="组合 152672">
            <a:extLst>
              <a:ext uri="{FF2B5EF4-FFF2-40B4-BE49-F238E27FC236}">
                <a16:creationId xmlns:a16="http://schemas.microsoft.com/office/drawing/2014/main" id="{FB067179-1B8E-B80E-EA55-7F55BAB52F40}"/>
              </a:ext>
            </a:extLst>
          </p:cNvPr>
          <p:cNvGrpSpPr/>
          <p:nvPr/>
        </p:nvGrpSpPr>
        <p:grpSpPr>
          <a:xfrm>
            <a:off x="4958425" y="4747385"/>
            <a:ext cx="563760" cy="690480"/>
            <a:chOff x="4958425" y="4747385"/>
            <a:chExt cx="563760" cy="690480"/>
          </a:xfrm>
        </p:grpSpPr>
        <mc:AlternateContent xmlns:mc="http://schemas.openxmlformats.org/markup-compatibility/2006" xmlns:p14="http://schemas.microsoft.com/office/powerpoint/2010/main">
          <mc:Choice Requires="p14">
            <p:contentPart p14:bwMode="auto" r:id="rId36">
              <p14:nvContentPartPr>
                <p14:cNvPr id="152667" name="墨迹 152666">
                  <a:extLst>
                    <a:ext uri="{FF2B5EF4-FFF2-40B4-BE49-F238E27FC236}">
                      <a16:creationId xmlns:a16="http://schemas.microsoft.com/office/drawing/2014/main" id="{DC9B463A-DB31-48FC-B88B-9F2BA5874490}"/>
                    </a:ext>
                  </a:extLst>
                </p14:cNvPr>
                <p14:cNvContentPartPr/>
                <p14:nvPr/>
              </p14:nvContentPartPr>
              <p14:xfrm>
                <a:off x="5132305" y="4793465"/>
                <a:ext cx="21600" cy="492120"/>
              </p14:xfrm>
            </p:contentPart>
          </mc:Choice>
          <mc:Fallback xmlns="">
            <p:pic>
              <p:nvPicPr>
                <p:cNvPr id="152667" name="墨迹 152666">
                  <a:extLst>
                    <a:ext uri="{FF2B5EF4-FFF2-40B4-BE49-F238E27FC236}">
                      <a16:creationId xmlns:a16="http://schemas.microsoft.com/office/drawing/2014/main" id="{DC9B463A-DB31-48FC-B88B-9F2BA5874490}"/>
                    </a:ext>
                  </a:extLst>
                </p:cNvPr>
                <p:cNvPicPr/>
                <p:nvPr/>
              </p:nvPicPr>
              <p:blipFill>
                <a:blip r:embed="rId37"/>
                <a:stretch>
                  <a:fillRect/>
                </a:stretch>
              </p:blipFill>
              <p:spPr>
                <a:xfrm>
                  <a:off x="5114665" y="4775465"/>
                  <a:ext cx="57240" cy="527760"/>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152668" name="墨迹 152667">
                  <a:extLst>
                    <a:ext uri="{FF2B5EF4-FFF2-40B4-BE49-F238E27FC236}">
                      <a16:creationId xmlns:a16="http://schemas.microsoft.com/office/drawing/2014/main" id="{4760D97C-6707-2541-4EF2-E0EDA7F41A17}"/>
                    </a:ext>
                  </a:extLst>
                </p14:cNvPr>
                <p14:cNvContentPartPr/>
                <p14:nvPr/>
              </p14:nvContentPartPr>
              <p14:xfrm>
                <a:off x="4958425" y="4986065"/>
                <a:ext cx="203040" cy="203040"/>
              </p14:xfrm>
            </p:contentPart>
          </mc:Choice>
          <mc:Fallback xmlns="">
            <p:pic>
              <p:nvPicPr>
                <p:cNvPr id="152668" name="墨迹 152667">
                  <a:extLst>
                    <a:ext uri="{FF2B5EF4-FFF2-40B4-BE49-F238E27FC236}">
                      <a16:creationId xmlns:a16="http://schemas.microsoft.com/office/drawing/2014/main" id="{4760D97C-6707-2541-4EF2-E0EDA7F41A17}"/>
                    </a:ext>
                  </a:extLst>
                </p:cNvPr>
                <p:cNvPicPr/>
                <p:nvPr/>
              </p:nvPicPr>
              <p:blipFill>
                <a:blip r:embed="rId39"/>
                <a:stretch>
                  <a:fillRect/>
                </a:stretch>
              </p:blipFill>
              <p:spPr>
                <a:xfrm>
                  <a:off x="4940785" y="4968065"/>
                  <a:ext cx="238680" cy="238680"/>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152669" name="墨迹 152668">
                  <a:extLst>
                    <a:ext uri="{FF2B5EF4-FFF2-40B4-BE49-F238E27FC236}">
                      <a16:creationId xmlns:a16="http://schemas.microsoft.com/office/drawing/2014/main" id="{28FC8188-F598-9A19-37D3-4A26000BF0EC}"/>
                    </a:ext>
                  </a:extLst>
                </p14:cNvPr>
                <p14:cNvContentPartPr/>
                <p14:nvPr/>
              </p14:nvContentPartPr>
              <p14:xfrm>
                <a:off x="5291785" y="4747385"/>
                <a:ext cx="19440" cy="690480"/>
              </p14:xfrm>
            </p:contentPart>
          </mc:Choice>
          <mc:Fallback xmlns="">
            <p:pic>
              <p:nvPicPr>
                <p:cNvPr id="152669" name="墨迹 152668">
                  <a:extLst>
                    <a:ext uri="{FF2B5EF4-FFF2-40B4-BE49-F238E27FC236}">
                      <a16:creationId xmlns:a16="http://schemas.microsoft.com/office/drawing/2014/main" id="{28FC8188-F598-9A19-37D3-4A26000BF0EC}"/>
                    </a:ext>
                  </a:extLst>
                </p:cNvPr>
                <p:cNvPicPr/>
                <p:nvPr/>
              </p:nvPicPr>
              <p:blipFill>
                <a:blip r:embed="rId41"/>
                <a:stretch>
                  <a:fillRect/>
                </a:stretch>
              </p:blipFill>
              <p:spPr>
                <a:xfrm>
                  <a:off x="5274145" y="4729385"/>
                  <a:ext cx="55080" cy="726120"/>
                </a:xfrm>
                <a:prstGeom prst="rect">
                  <a:avLst/>
                </a:prstGeom>
              </p:spPr>
            </p:pic>
          </mc:Fallback>
        </mc:AlternateContent>
        <mc:AlternateContent xmlns:mc="http://schemas.openxmlformats.org/markup-compatibility/2006" xmlns:p14="http://schemas.microsoft.com/office/powerpoint/2010/main">
          <mc:Choice Requires="p14">
            <p:contentPart p14:bwMode="auto" r:id="rId42">
              <p14:nvContentPartPr>
                <p14:cNvPr id="152670" name="墨迹 152669">
                  <a:extLst>
                    <a:ext uri="{FF2B5EF4-FFF2-40B4-BE49-F238E27FC236}">
                      <a16:creationId xmlns:a16="http://schemas.microsoft.com/office/drawing/2014/main" id="{C05207A2-7BB4-5E4B-B01F-25517952A613}"/>
                    </a:ext>
                  </a:extLst>
                </p14:cNvPr>
                <p14:cNvContentPartPr/>
                <p14:nvPr/>
              </p14:nvContentPartPr>
              <p14:xfrm>
                <a:off x="5356945" y="4959785"/>
                <a:ext cx="119520" cy="37440"/>
              </p14:xfrm>
            </p:contentPart>
          </mc:Choice>
          <mc:Fallback xmlns="">
            <p:pic>
              <p:nvPicPr>
                <p:cNvPr id="152670" name="墨迹 152669">
                  <a:extLst>
                    <a:ext uri="{FF2B5EF4-FFF2-40B4-BE49-F238E27FC236}">
                      <a16:creationId xmlns:a16="http://schemas.microsoft.com/office/drawing/2014/main" id="{C05207A2-7BB4-5E4B-B01F-25517952A613}"/>
                    </a:ext>
                  </a:extLst>
                </p:cNvPr>
                <p:cNvPicPr/>
                <p:nvPr/>
              </p:nvPicPr>
              <p:blipFill>
                <a:blip r:embed="rId43"/>
                <a:stretch>
                  <a:fillRect/>
                </a:stretch>
              </p:blipFill>
              <p:spPr>
                <a:xfrm>
                  <a:off x="5339305" y="4942145"/>
                  <a:ext cx="155160" cy="73080"/>
                </a:xfrm>
                <a:prstGeom prst="rect">
                  <a:avLst/>
                </a:prstGeom>
              </p:spPr>
            </p:pic>
          </mc:Fallback>
        </mc:AlternateContent>
        <mc:AlternateContent xmlns:mc="http://schemas.openxmlformats.org/markup-compatibility/2006" xmlns:p14="http://schemas.microsoft.com/office/powerpoint/2010/main">
          <mc:Choice Requires="p14">
            <p:contentPart p14:bwMode="auto" r:id="rId44">
              <p14:nvContentPartPr>
                <p14:cNvPr id="152671" name="墨迹 152670">
                  <a:extLst>
                    <a:ext uri="{FF2B5EF4-FFF2-40B4-BE49-F238E27FC236}">
                      <a16:creationId xmlns:a16="http://schemas.microsoft.com/office/drawing/2014/main" id="{48183733-BD09-B75B-F7FC-948F77D9B25B}"/>
                    </a:ext>
                  </a:extLst>
                </p14:cNvPr>
                <p14:cNvContentPartPr/>
                <p14:nvPr/>
              </p14:nvContentPartPr>
              <p14:xfrm>
                <a:off x="5319865" y="5070305"/>
                <a:ext cx="128160" cy="56160"/>
              </p14:xfrm>
            </p:contentPart>
          </mc:Choice>
          <mc:Fallback xmlns="">
            <p:pic>
              <p:nvPicPr>
                <p:cNvPr id="152671" name="墨迹 152670">
                  <a:extLst>
                    <a:ext uri="{FF2B5EF4-FFF2-40B4-BE49-F238E27FC236}">
                      <a16:creationId xmlns:a16="http://schemas.microsoft.com/office/drawing/2014/main" id="{48183733-BD09-B75B-F7FC-948F77D9B25B}"/>
                    </a:ext>
                  </a:extLst>
                </p:cNvPr>
                <p:cNvPicPr/>
                <p:nvPr/>
              </p:nvPicPr>
              <p:blipFill>
                <a:blip r:embed="rId45"/>
                <a:stretch>
                  <a:fillRect/>
                </a:stretch>
              </p:blipFill>
              <p:spPr>
                <a:xfrm>
                  <a:off x="5302225" y="5052305"/>
                  <a:ext cx="163800" cy="91800"/>
                </a:xfrm>
                <a:prstGeom prst="rect">
                  <a:avLst/>
                </a:prstGeom>
              </p:spPr>
            </p:pic>
          </mc:Fallback>
        </mc:AlternateContent>
        <mc:AlternateContent xmlns:mc="http://schemas.openxmlformats.org/markup-compatibility/2006" xmlns:p14="http://schemas.microsoft.com/office/powerpoint/2010/main">
          <mc:Choice Requires="p14">
            <p:contentPart p14:bwMode="auto" r:id="rId46">
              <p14:nvContentPartPr>
                <p14:cNvPr id="152672" name="墨迹 152671">
                  <a:extLst>
                    <a:ext uri="{FF2B5EF4-FFF2-40B4-BE49-F238E27FC236}">
                      <a16:creationId xmlns:a16="http://schemas.microsoft.com/office/drawing/2014/main" id="{BE1872C5-6BA0-82A7-80A8-30C69AD4DE1A}"/>
                    </a:ext>
                  </a:extLst>
                </p14:cNvPr>
                <p14:cNvContentPartPr/>
                <p14:nvPr/>
              </p14:nvContentPartPr>
              <p14:xfrm>
                <a:off x="5347585" y="5134385"/>
                <a:ext cx="174600" cy="47520"/>
              </p14:xfrm>
            </p:contentPart>
          </mc:Choice>
          <mc:Fallback xmlns="">
            <p:pic>
              <p:nvPicPr>
                <p:cNvPr id="152672" name="墨迹 152671">
                  <a:extLst>
                    <a:ext uri="{FF2B5EF4-FFF2-40B4-BE49-F238E27FC236}">
                      <a16:creationId xmlns:a16="http://schemas.microsoft.com/office/drawing/2014/main" id="{BE1872C5-6BA0-82A7-80A8-30C69AD4DE1A}"/>
                    </a:ext>
                  </a:extLst>
                </p:cNvPr>
                <p:cNvPicPr/>
                <p:nvPr/>
              </p:nvPicPr>
              <p:blipFill>
                <a:blip r:embed="rId47"/>
                <a:stretch>
                  <a:fillRect/>
                </a:stretch>
              </p:blipFill>
              <p:spPr>
                <a:xfrm>
                  <a:off x="5329585" y="5116385"/>
                  <a:ext cx="210240" cy="8316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48">
            <p14:nvContentPartPr>
              <p14:cNvPr id="152596" name="墨迹 152595">
                <a:extLst>
                  <a:ext uri="{FF2B5EF4-FFF2-40B4-BE49-F238E27FC236}">
                    <a16:creationId xmlns:a16="http://schemas.microsoft.com/office/drawing/2014/main" id="{7D3F3557-278C-D200-8730-3474C17FEB3D}"/>
                  </a:ext>
                </a:extLst>
              </p14:cNvPr>
              <p14:cNvContentPartPr/>
              <p14:nvPr/>
            </p14:nvContentPartPr>
            <p14:xfrm>
              <a:off x="3472705" y="6317345"/>
              <a:ext cx="61920" cy="113760"/>
            </p14:xfrm>
          </p:contentPart>
        </mc:Choice>
        <mc:Fallback xmlns="">
          <p:pic>
            <p:nvPicPr>
              <p:cNvPr id="152596" name="墨迹 152595">
                <a:extLst>
                  <a:ext uri="{FF2B5EF4-FFF2-40B4-BE49-F238E27FC236}">
                    <a16:creationId xmlns:a16="http://schemas.microsoft.com/office/drawing/2014/main" id="{7D3F3557-278C-D200-8730-3474C17FEB3D}"/>
                  </a:ext>
                </a:extLst>
              </p:cNvPr>
              <p:cNvPicPr/>
              <p:nvPr/>
            </p:nvPicPr>
            <p:blipFill>
              <a:blip r:embed="rId49"/>
              <a:stretch>
                <a:fillRect/>
              </a:stretch>
            </p:blipFill>
            <p:spPr>
              <a:xfrm>
                <a:off x="3454705" y="6299705"/>
                <a:ext cx="97560" cy="149400"/>
              </a:xfrm>
              <a:prstGeom prst="rect">
                <a:avLst/>
              </a:prstGeom>
            </p:spPr>
          </p:pic>
        </mc:Fallback>
      </mc:AlternateContent>
      <mc:AlternateContent xmlns:mc="http://schemas.openxmlformats.org/markup-compatibility/2006" xmlns:p14="http://schemas.microsoft.com/office/powerpoint/2010/main">
        <mc:Choice Requires="p14">
          <p:contentPart p14:bwMode="auto" r:id="rId50">
            <p14:nvContentPartPr>
              <p14:cNvPr id="152598" name="墨迹 152597">
                <a:extLst>
                  <a:ext uri="{FF2B5EF4-FFF2-40B4-BE49-F238E27FC236}">
                    <a16:creationId xmlns:a16="http://schemas.microsoft.com/office/drawing/2014/main" id="{C42864D5-4FE3-0D90-3C78-D9942E2D9F17}"/>
                  </a:ext>
                </a:extLst>
              </p14:cNvPr>
              <p14:cNvContentPartPr/>
              <p14:nvPr/>
            </p14:nvContentPartPr>
            <p14:xfrm>
              <a:off x="3971305" y="5901545"/>
              <a:ext cx="360" cy="230040"/>
            </p14:xfrm>
          </p:contentPart>
        </mc:Choice>
        <mc:Fallback xmlns="">
          <p:pic>
            <p:nvPicPr>
              <p:cNvPr id="152598" name="墨迹 152597">
                <a:extLst>
                  <a:ext uri="{FF2B5EF4-FFF2-40B4-BE49-F238E27FC236}">
                    <a16:creationId xmlns:a16="http://schemas.microsoft.com/office/drawing/2014/main" id="{C42864D5-4FE3-0D90-3C78-D9942E2D9F17}"/>
                  </a:ext>
                </a:extLst>
              </p:cNvPr>
              <p:cNvPicPr/>
              <p:nvPr/>
            </p:nvPicPr>
            <p:blipFill>
              <a:blip r:embed="rId51"/>
              <a:stretch>
                <a:fillRect/>
              </a:stretch>
            </p:blipFill>
            <p:spPr>
              <a:xfrm>
                <a:off x="3953665" y="5883905"/>
                <a:ext cx="36000" cy="265680"/>
              </a:xfrm>
              <a:prstGeom prst="rect">
                <a:avLst/>
              </a:prstGeom>
            </p:spPr>
          </p:pic>
        </mc:Fallback>
      </mc:AlternateContent>
      <mc:AlternateContent xmlns:mc="http://schemas.openxmlformats.org/markup-compatibility/2006" xmlns:p14="http://schemas.microsoft.com/office/powerpoint/2010/main">
        <mc:Choice Requires="p14">
          <p:contentPart p14:bwMode="auto" r:id="rId52">
            <p14:nvContentPartPr>
              <p14:cNvPr id="152599" name="墨迹 152598">
                <a:extLst>
                  <a:ext uri="{FF2B5EF4-FFF2-40B4-BE49-F238E27FC236}">
                    <a16:creationId xmlns:a16="http://schemas.microsoft.com/office/drawing/2014/main" id="{5EB7426C-3F42-551E-79B8-5A100431A0AA}"/>
                  </a:ext>
                </a:extLst>
              </p14:cNvPr>
              <p14:cNvContentPartPr/>
              <p14:nvPr/>
            </p14:nvContentPartPr>
            <p14:xfrm>
              <a:off x="3971305" y="6021425"/>
              <a:ext cx="100800" cy="65880"/>
            </p14:xfrm>
          </p:contentPart>
        </mc:Choice>
        <mc:Fallback xmlns="">
          <p:pic>
            <p:nvPicPr>
              <p:cNvPr id="152599" name="墨迹 152598">
                <a:extLst>
                  <a:ext uri="{FF2B5EF4-FFF2-40B4-BE49-F238E27FC236}">
                    <a16:creationId xmlns:a16="http://schemas.microsoft.com/office/drawing/2014/main" id="{5EB7426C-3F42-551E-79B8-5A100431A0AA}"/>
                  </a:ext>
                </a:extLst>
              </p:cNvPr>
              <p:cNvPicPr/>
              <p:nvPr/>
            </p:nvPicPr>
            <p:blipFill>
              <a:blip r:embed="rId53"/>
              <a:stretch>
                <a:fillRect/>
              </a:stretch>
            </p:blipFill>
            <p:spPr>
              <a:xfrm>
                <a:off x="3953665" y="6003425"/>
                <a:ext cx="136440" cy="101520"/>
              </a:xfrm>
              <a:prstGeom prst="rect">
                <a:avLst/>
              </a:prstGeom>
            </p:spPr>
          </p:pic>
        </mc:Fallback>
      </mc:AlternateContent>
      <mc:AlternateContent xmlns:mc="http://schemas.openxmlformats.org/markup-compatibility/2006" xmlns:p14="http://schemas.microsoft.com/office/powerpoint/2010/main">
        <mc:Choice Requires="p14">
          <p:contentPart p14:bwMode="auto" r:id="rId54">
            <p14:nvContentPartPr>
              <p14:cNvPr id="152600" name="墨迹 152599">
                <a:extLst>
                  <a:ext uri="{FF2B5EF4-FFF2-40B4-BE49-F238E27FC236}">
                    <a16:creationId xmlns:a16="http://schemas.microsoft.com/office/drawing/2014/main" id="{EB449DB0-505D-1791-1C73-48C7E29192A0}"/>
                  </a:ext>
                </a:extLst>
              </p14:cNvPr>
              <p14:cNvContentPartPr/>
              <p14:nvPr/>
            </p14:nvContentPartPr>
            <p14:xfrm>
              <a:off x="3813625" y="6003785"/>
              <a:ext cx="269280" cy="123120"/>
            </p14:xfrm>
          </p:contentPart>
        </mc:Choice>
        <mc:Fallback xmlns="">
          <p:pic>
            <p:nvPicPr>
              <p:cNvPr id="152600" name="墨迹 152599">
                <a:extLst>
                  <a:ext uri="{FF2B5EF4-FFF2-40B4-BE49-F238E27FC236}">
                    <a16:creationId xmlns:a16="http://schemas.microsoft.com/office/drawing/2014/main" id="{EB449DB0-505D-1791-1C73-48C7E29192A0}"/>
                  </a:ext>
                </a:extLst>
              </p:cNvPr>
              <p:cNvPicPr/>
              <p:nvPr/>
            </p:nvPicPr>
            <p:blipFill>
              <a:blip r:embed="rId55"/>
              <a:stretch>
                <a:fillRect/>
              </a:stretch>
            </p:blipFill>
            <p:spPr>
              <a:xfrm>
                <a:off x="3795985" y="5985785"/>
                <a:ext cx="304920" cy="158760"/>
              </a:xfrm>
              <a:prstGeom prst="rect">
                <a:avLst/>
              </a:prstGeom>
            </p:spPr>
          </p:pic>
        </mc:Fallback>
      </mc:AlternateContent>
      <mc:AlternateContent xmlns:mc="http://schemas.openxmlformats.org/markup-compatibility/2006" xmlns:p14="http://schemas.microsoft.com/office/powerpoint/2010/main">
        <mc:Choice Requires="p14">
          <p:contentPart p14:bwMode="auto" r:id="rId56">
            <p14:nvContentPartPr>
              <p14:cNvPr id="152601" name="墨迹 152600">
                <a:extLst>
                  <a:ext uri="{FF2B5EF4-FFF2-40B4-BE49-F238E27FC236}">
                    <a16:creationId xmlns:a16="http://schemas.microsoft.com/office/drawing/2014/main" id="{C7B477EA-66FD-F373-C075-FDFE363BCADE}"/>
                  </a:ext>
                </a:extLst>
              </p14:cNvPr>
              <p14:cNvContentPartPr/>
              <p14:nvPr/>
            </p14:nvContentPartPr>
            <p14:xfrm>
              <a:off x="3994345" y="6160385"/>
              <a:ext cx="32760" cy="210600"/>
            </p14:xfrm>
          </p:contentPart>
        </mc:Choice>
        <mc:Fallback xmlns="">
          <p:pic>
            <p:nvPicPr>
              <p:cNvPr id="152601" name="墨迹 152600">
                <a:extLst>
                  <a:ext uri="{FF2B5EF4-FFF2-40B4-BE49-F238E27FC236}">
                    <a16:creationId xmlns:a16="http://schemas.microsoft.com/office/drawing/2014/main" id="{C7B477EA-66FD-F373-C075-FDFE363BCADE}"/>
                  </a:ext>
                </a:extLst>
              </p:cNvPr>
              <p:cNvPicPr/>
              <p:nvPr/>
            </p:nvPicPr>
            <p:blipFill>
              <a:blip r:embed="rId57"/>
              <a:stretch>
                <a:fillRect/>
              </a:stretch>
            </p:blipFill>
            <p:spPr>
              <a:xfrm>
                <a:off x="3976705" y="6142385"/>
                <a:ext cx="68400" cy="246240"/>
              </a:xfrm>
              <a:prstGeom prst="rect">
                <a:avLst/>
              </a:prstGeom>
            </p:spPr>
          </p:pic>
        </mc:Fallback>
      </mc:AlternateContent>
      <mc:AlternateContent xmlns:mc="http://schemas.openxmlformats.org/markup-compatibility/2006" xmlns:p14="http://schemas.microsoft.com/office/powerpoint/2010/main">
        <mc:Choice Requires="p14">
          <p:contentPart p14:bwMode="auto" r:id="rId58">
            <p14:nvContentPartPr>
              <p14:cNvPr id="152602" name="墨迹 152601">
                <a:extLst>
                  <a:ext uri="{FF2B5EF4-FFF2-40B4-BE49-F238E27FC236}">
                    <a16:creationId xmlns:a16="http://schemas.microsoft.com/office/drawing/2014/main" id="{4C58C998-80D5-346C-1454-A2145A97B43D}"/>
                  </a:ext>
                </a:extLst>
              </p14:cNvPr>
              <p14:cNvContentPartPr/>
              <p14:nvPr/>
            </p14:nvContentPartPr>
            <p14:xfrm>
              <a:off x="3919465" y="6280625"/>
              <a:ext cx="339480" cy="256320"/>
            </p14:xfrm>
          </p:contentPart>
        </mc:Choice>
        <mc:Fallback xmlns="">
          <p:pic>
            <p:nvPicPr>
              <p:cNvPr id="152602" name="墨迹 152601">
                <a:extLst>
                  <a:ext uri="{FF2B5EF4-FFF2-40B4-BE49-F238E27FC236}">
                    <a16:creationId xmlns:a16="http://schemas.microsoft.com/office/drawing/2014/main" id="{4C58C998-80D5-346C-1454-A2145A97B43D}"/>
                  </a:ext>
                </a:extLst>
              </p:cNvPr>
              <p:cNvPicPr/>
              <p:nvPr/>
            </p:nvPicPr>
            <p:blipFill>
              <a:blip r:embed="rId59"/>
              <a:stretch>
                <a:fillRect/>
              </a:stretch>
            </p:blipFill>
            <p:spPr>
              <a:xfrm>
                <a:off x="3901465" y="6262625"/>
                <a:ext cx="375120" cy="291960"/>
              </a:xfrm>
              <a:prstGeom prst="rect">
                <a:avLst/>
              </a:prstGeom>
            </p:spPr>
          </p:pic>
        </mc:Fallback>
      </mc:AlternateContent>
      <mc:AlternateContent xmlns:mc="http://schemas.openxmlformats.org/markup-compatibility/2006" xmlns:p14="http://schemas.microsoft.com/office/powerpoint/2010/main">
        <mc:Choice Requires="p14">
          <p:contentPart p14:bwMode="auto" r:id="rId60">
            <p14:nvContentPartPr>
              <p14:cNvPr id="152603" name="墨迹 152602">
                <a:extLst>
                  <a:ext uri="{FF2B5EF4-FFF2-40B4-BE49-F238E27FC236}">
                    <a16:creationId xmlns:a16="http://schemas.microsoft.com/office/drawing/2014/main" id="{096187AD-D177-509A-1E08-41D2113D75D9}"/>
                  </a:ext>
                </a:extLst>
              </p14:cNvPr>
              <p14:cNvContentPartPr/>
              <p14:nvPr/>
            </p14:nvContentPartPr>
            <p14:xfrm>
              <a:off x="4154905" y="5985065"/>
              <a:ext cx="205200" cy="374400"/>
            </p14:xfrm>
          </p:contentPart>
        </mc:Choice>
        <mc:Fallback xmlns="">
          <p:pic>
            <p:nvPicPr>
              <p:cNvPr id="152603" name="墨迹 152602">
                <a:extLst>
                  <a:ext uri="{FF2B5EF4-FFF2-40B4-BE49-F238E27FC236}">
                    <a16:creationId xmlns:a16="http://schemas.microsoft.com/office/drawing/2014/main" id="{096187AD-D177-509A-1E08-41D2113D75D9}"/>
                  </a:ext>
                </a:extLst>
              </p:cNvPr>
              <p:cNvPicPr/>
              <p:nvPr/>
            </p:nvPicPr>
            <p:blipFill>
              <a:blip r:embed="rId61"/>
              <a:stretch>
                <a:fillRect/>
              </a:stretch>
            </p:blipFill>
            <p:spPr>
              <a:xfrm>
                <a:off x="4137265" y="5967065"/>
                <a:ext cx="240840" cy="410040"/>
              </a:xfrm>
              <a:prstGeom prst="rect">
                <a:avLst/>
              </a:prstGeom>
            </p:spPr>
          </p:pic>
        </mc:Fallback>
      </mc:AlternateContent>
      <mc:AlternateContent xmlns:mc="http://schemas.openxmlformats.org/markup-compatibility/2006" xmlns:p14="http://schemas.microsoft.com/office/powerpoint/2010/main">
        <mc:Choice Requires="p14">
          <p:contentPart p14:bwMode="auto" r:id="rId62">
            <p14:nvContentPartPr>
              <p14:cNvPr id="152604" name="墨迹 152603">
                <a:extLst>
                  <a:ext uri="{FF2B5EF4-FFF2-40B4-BE49-F238E27FC236}">
                    <a16:creationId xmlns:a16="http://schemas.microsoft.com/office/drawing/2014/main" id="{014A43C8-E6D7-4C92-9B3B-AEE313B75C61}"/>
                  </a:ext>
                </a:extLst>
              </p14:cNvPr>
              <p14:cNvContentPartPr/>
              <p14:nvPr/>
            </p14:nvContentPartPr>
            <p14:xfrm>
              <a:off x="4184425" y="6206825"/>
              <a:ext cx="110520" cy="331560"/>
            </p14:xfrm>
          </p:contentPart>
        </mc:Choice>
        <mc:Fallback xmlns="">
          <p:pic>
            <p:nvPicPr>
              <p:cNvPr id="152604" name="墨迹 152603">
                <a:extLst>
                  <a:ext uri="{FF2B5EF4-FFF2-40B4-BE49-F238E27FC236}">
                    <a16:creationId xmlns:a16="http://schemas.microsoft.com/office/drawing/2014/main" id="{014A43C8-E6D7-4C92-9B3B-AEE313B75C61}"/>
                  </a:ext>
                </a:extLst>
              </p:cNvPr>
              <p:cNvPicPr/>
              <p:nvPr/>
            </p:nvPicPr>
            <p:blipFill>
              <a:blip r:embed="rId63"/>
              <a:stretch>
                <a:fillRect/>
              </a:stretch>
            </p:blipFill>
            <p:spPr>
              <a:xfrm>
                <a:off x="4166785" y="6188825"/>
                <a:ext cx="146160" cy="367200"/>
              </a:xfrm>
              <a:prstGeom prst="rect">
                <a:avLst/>
              </a:prstGeom>
            </p:spPr>
          </p:pic>
        </mc:Fallback>
      </mc:AlternateContent>
      <mc:AlternateContent xmlns:mc="http://schemas.openxmlformats.org/markup-compatibility/2006" xmlns:p14="http://schemas.microsoft.com/office/powerpoint/2010/main">
        <mc:Choice Requires="p14">
          <p:contentPart p14:bwMode="auto" r:id="rId64">
            <p14:nvContentPartPr>
              <p14:cNvPr id="152605" name="墨迹 152604">
                <a:extLst>
                  <a:ext uri="{FF2B5EF4-FFF2-40B4-BE49-F238E27FC236}">
                    <a16:creationId xmlns:a16="http://schemas.microsoft.com/office/drawing/2014/main" id="{1358B82E-DF52-A151-E532-CCCDB1FCD055}"/>
                  </a:ext>
                </a:extLst>
              </p14:cNvPr>
              <p14:cNvContentPartPr/>
              <p14:nvPr/>
            </p14:nvContentPartPr>
            <p14:xfrm>
              <a:off x="4276225" y="6418505"/>
              <a:ext cx="400680" cy="93960"/>
            </p14:xfrm>
          </p:contentPart>
        </mc:Choice>
        <mc:Fallback xmlns="">
          <p:pic>
            <p:nvPicPr>
              <p:cNvPr id="152605" name="墨迹 152604">
                <a:extLst>
                  <a:ext uri="{FF2B5EF4-FFF2-40B4-BE49-F238E27FC236}">
                    <a16:creationId xmlns:a16="http://schemas.microsoft.com/office/drawing/2014/main" id="{1358B82E-DF52-A151-E532-CCCDB1FCD055}"/>
                  </a:ext>
                </a:extLst>
              </p:cNvPr>
              <p:cNvPicPr/>
              <p:nvPr/>
            </p:nvPicPr>
            <p:blipFill>
              <a:blip r:embed="rId65"/>
              <a:stretch>
                <a:fillRect/>
              </a:stretch>
            </p:blipFill>
            <p:spPr>
              <a:xfrm>
                <a:off x="4258225" y="6400505"/>
                <a:ext cx="436320" cy="129600"/>
              </a:xfrm>
              <a:prstGeom prst="rect">
                <a:avLst/>
              </a:prstGeom>
            </p:spPr>
          </p:pic>
        </mc:Fallback>
      </mc:AlternateContent>
      <mc:AlternateContent xmlns:mc="http://schemas.openxmlformats.org/markup-compatibility/2006" xmlns:p14="http://schemas.microsoft.com/office/powerpoint/2010/main">
        <mc:Choice Requires="p14">
          <p:contentPart p14:bwMode="auto" r:id="rId66">
            <p14:nvContentPartPr>
              <p14:cNvPr id="152675" name="墨迹 152674">
                <a:extLst>
                  <a:ext uri="{FF2B5EF4-FFF2-40B4-BE49-F238E27FC236}">
                    <a16:creationId xmlns:a16="http://schemas.microsoft.com/office/drawing/2014/main" id="{42F3C16F-76A2-6F1F-C311-555C19C65F75}"/>
                  </a:ext>
                </a:extLst>
              </p14:cNvPr>
              <p14:cNvContentPartPr/>
              <p14:nvPr/>
            </p14:nvContentPartPr>
            <p14:xfrm>
              <a:off x="4673305" y="5943665"/>
              <a:ext cx="270360" cy="143640"/>
            </p14:xfrm>
          </p:contentPart>
        </mc:Choice>
        <mc:Fallback xmlns="">
          <p:pic>
            <p:nvPicPr>
              <p:cNvPr id="152675" name="墨迹 152674">
                <a:extLst>
                  <a:ext uri="{FF2B5EF4-FFF2-40B4-BE49-F238E27FC236}">
                    <a16:creationId xmlns:a16="http://schemas.microsoft.com/office/drawing/2014/main" id="{42F3C16F-76A2-6F1F-C311-555C19C65F75}"/>
                  </a:ext>
                </a:extLst>
              </p:cNvPr>
              <p:cNvPicPr/>
              <p:nvPr/>
            </p:nvPicPr>
            <p:blipFill>
              <a:blip r:embed="rId67"/>
              <a:stretch>
                <a:fillRect/>
              </a:stretch>
            </p:blipFill>
            <p:spPr>
              <a:xfrm>
                <a:off x="4655665" y="5925665"/>
                <a:ext cx="306000" cy="179280"/>
              </a:xfrm>
              <a:prstGeom prst="rect">
                <a:avLst/>
              </a:prstGeom>
            </p:spPr>
          </p:pic>
        </mc:Fallback>
      </mc:AlternateContent>
      <mc:AlternateContent xmlns:mc="http://schemas.openxmlformats.org/markup-compatibility/2006" xmlns:p14="http://schemas.microsoft.com/office/powerpoint/2010/main">
        <mc:Choice Requires="p14">
          <p:contentPart p14:bwMode="auto" r:id="rId68">
            <p14:nvContentPartPr>
              <p14:cNvPr id="152676" name="墨迹 152675">
                <a:extLst>
                  <a:ext uri="{FF2B5EF4-FFF2-40B4-BE49-F238E27FC236}">
                    <a16:creationId xmlns:a16="http://schemas.microsoft.com/office/drawing/2014/main" id="{98FD0812-8A40-3E44-A6C3-F55A0F721201}"/>
                  </a:ext>
                </a:extLst>
              </p14:cNvPr>
              <p14:cNvContentPartPr/>
              <p14:nvPr/>
            </p14:nvContentPartPr>
            <p14:xfrm>
              <a:off x="4746745" y="5920265"/>
              <a:ext cx="270360" cy="361080"/>
            </p14:xfrm>
          </p:contentPart>
        </mc:Choice>
        <mc:Fallback xmlns="">
          <p:pic>
            <p:nvPicPr>
              <p:cNvPr id="152676" name="墨迹 152675">
                <a:extLst>
                  <a:ext uri="{FF2B5EF4-FFF2-40B4-BE49-F238E27FC236}">
                    <a16:creationId xmlns:a16="http://schemas.microsoft.com/office/drawing/2014/main" id="{98FD0812-8A40-3E44-A6C3-F55A0F721201}"/>
                  </a:ext>
                </a:extLst>
              </p:cNvPr>
              <p:cNvPicPr/>
              <p:nvPr/>
            </p:nvPicPr>
            <p:blipFill>
              <a:blip r:embed="rId69"/>
              <a:stretch>
                <a:fillRect/>
              </a:stretch>
            </p:blipFill>
            <p:spPr>
              <a:xfrm>
                <a:off x="4728745" y="5902265"/>
                <a:ext cx="306000" cy="396720"/>
              </a:xfrm>
              <a:prstGeom prst="rect">
                <a:avLst/>
              </a:prstGeom>
            </p:spPr>
          </p:pic>
        </mc:Fallback>
      </mc:AlternateContent>
      <mc:AlternateContent xmlns:mc="http://schemas.openxmlformats.org/markup-compatibility/2006" xmlns:p14="http://schemas.microsoft.com/office/powerpoint/2010/main">
        <mc:Choice Requires="p14">
          <p:contentPart p14:bwMode="auto" r:id="rId70">
            <p14:nvContentPartPr>
              <p14:cNvPr id="152677" name="墨迹 152676">
                <a:extLst>
                  <a:ext uri="{FF2B5EF4-FFF2-40B4-BE49-F238E27FC236}">
                    <a16:creationId xmlns:a16="http://schemas.microsoft.com/office/drawing/2014/main" id="{03A96554-7D72-36E4-6577-A7982F48DF5C}"/>
                  </a:ext>
                </a:extLst>
              </p14:cNvPr>
              <p14:cNvContentPartPr/>
              <p14:nvPr/>
            </p14:nvContentPartPr>
            <p14:xfrm>
              <a:off x="4844665" y="6058865"/>
              <a:ext cx="60120" cy="442080"/>
            </p14:xfrm>
          </p:contentPart>
        </mc:Choice>
        <mc:Fallback xmlns="">
          <p:pic>
            <p:nvPicPr>
              <p:cNvPr id="152677" name="墨迹 152676">
                <a:extLst>
                  <a:ext uri="{FF2B5EF4-FFF2-40B4-BE49-F238E27FC236}">
                    <a16:creationId xmlns:a16="http://schemas.microsoft.com/office/drawing/2014/main" id="{03A96554-7D72-36E4-6577-A7982F48DF5C}"/>
                  </a:ext>
                </a:extLst>
              </p:cNvPr>
              <p:cNvPicPr/>
              <p:nvPr/>
            </p:nvPicPr>
            <p:blipFill>
              <a:blip r:embed="rId71"/>
              <a:stretch>
                <a:fillRect/>
              </a:stretch>
            </p:blipFill>
            <p:spPr>
              <a:xfrm>
                <a:off x="4826665" y="6040865"/>
                <a:ext cx="95760" cy="477720"/>
              </a:xfrm>
              <a:prstGeom prst="rect">
                <a:avLst/>
              </a:prstGeom>
            </p:spPr>
          </p:pic>
        </mc:Fallback>
      </mc:AlternateContent>
      <mc:AlternateContent xmlns:mc="http://schemas.openxmlformats.org/markup-compatibility/2006" xmlns:p14="http://schemas.microsoft.com/office/powerpoint/2010/main">
        <mc:Choice Requires="p14">
          <p:contentPart p14:bwMode="auto" r:id="rId72">
            <p14:nvContentPartPr>
              <p14:cNvPr id="152678" name="墨迹 152677">
                <a:extLst>
                  <a:ext uri="{FF2B5EF4-FFF2-40B4-BE49-F238E27FC236}">
                    <a16:creationId xmlns:a16="http://schemas.microsoft.com/office/drawing/2014/main" id="{816F9C56-C54C-14B0-8ECF-0AD715BCB904}"/>
                  </a:ext>
                </a:extLst>
              </p14:cNvPr>
              <p14:cNvContentPartPr/>
              <p14:nvPr/>
            </p14:nvContentPartPr>
            <p14:xfrm>
              <a:off x="4487905" y="5883545"/>
              <a:ext cx="369720" cy="547560"/>
            </p14:xfrm>
          </p:contentPart>
        </mc:Choice>
        <mc:Fallback xmlns="">
          <p:pic>
            <p:nvPicPr>
              <p:cNvPr id="152678" name="墨迹 152677">
                <a:extLst>
                  <a:ext uri="{FF2B5EF4-FFF2-40B4-BE49-F238E27FC236}">
                    <a16:creationId xmlns:a16="http://schemas.microsoft.com/office/drawing/2014/main" id="{816F9C56-C54C-14B0-8ECF-0AD715BCB904}"/>
                  </a:ext>
                </a:extLst>
              </p:cNvPr>
              <p:cNvPicPr/>
              <p:nvPr/>
            </p:nvPicPr>
            <p:blipFill>
              <a:blip r:embed="rId73"/>
              <a:stretch>
                <a:fillRect/>
              </a:stretch>
            </p:blipFill>
            <p:spPr>
              <a:xfrm>
                <a:off x="4469905" y="5865545"/>
                <a:ext cx="405360" cy="583200"/>
              </a:xfrm>
              <a:prstGeom prst="rect">
                <a:avLst/>
              </a:prstGeom>
            </p:spPr>
          </p:pic>
        </mc:Fallback>
      </mc:AlternateContent>
      <mc:AlternateContent xmlns:mc="http://schemas.openxmlformats.org/markup-compatibility/2006" xmlns:p14="http://schemas.microsoft.com/office/powerpoint/2010/main">
        <mc:Choice Requires="p14">
          <p:contentPart p14:bwMode="auto" r:id="rId74">
            <p14:nvContentPartPr>
              <p14:cNvPr id="152679" name="墨迹 152678">
                <a:extLst>
                  <a:ext uri="{FF2B5EF4-FFF2-40B4-BE49-F238E27FC236}">
                    <a16:creationId xmlns:a16="http://schemas.microsoft.com/office/drawing/2014/main" id="{3AA2993D-7156-2B12-41CF-4F166A14A531}"/>
                  </a:ext>
                </a:extLst>
              </p14:cNvPr>
              <p14:cNvContentPartPr/>
              <p14:nvPr/>
            </p14:nvContentPartPr>
            <p14:xfrm>
              <a:off x="4627225" y="6298985"/>
              <a:ext cx="814680" cy="286920"/>
            </p14:xfrm>
          </p:contentPart>
        </mc:Choice>
        <mc:Fallback xmlns="">
          <p:pic>
            <p:nvPicPr>
              <p:cNvPr id="152679" name="墨迹 152678">
                <a:extLst>
                  <a:ext uri="{FF2B5EF4-FFF2-40B4-BE49-F238E27FC236}">
                    <a16:creationId xmlns:a16="http://schemas.microsoft.com/office/drawing/2014/main" id="{3AA2993D-7156-2B12-41CF-4F166A14A531}"/>
                  </a:ext>
                </a:extLst>
              </p:cNvPr>
              <p:cNvPicPr/>
              <p:nvPr/>
            </p:nvPicPr>
            <p:blipFill>
              <a:blip r:embed="rId75"/>
              <a:stretch>
                <a:fillRect/>
              </a:stretch>
            </p:blipFill>
            <p:spPr>
              <a:xfrm>
                <a:off x="4609585" y="6280985"/>
                <a:ext cx="850320" cy="322560"/>
              </a:xfrm>
              <a:prstGeom prst="rect">
                <a:avLst/>
              </a:prstGeom>
            </p:spPr>
          </p:pic>
        </mc:Fallback>
      </mc:AlternateContent>
      <mc:AlternateContent xmlns:mc="http://schemas.openxmlformats.org/markup-compatibility/2006" xmlns:p14="http://schemas.microsoft.com/office/powerpoint/2010/main">
        <mc:Choice Requires="p14">
          <p:contentPart p14:bwMode="auto" r:id="rId76">
            <p14:nvContentPartPr>
              <p14:cNvPr id="152680" name="墨迹 152679">
                <a:extLst>
                  <a:ext uri="{FF2B5EF4-FFF2-40B4-BE49-F238E27FC236}">
                    <a16:creationId xmlns:a16="http://schemas.microsoft.com/office/drawing/2014/main" id="{0B6EFB72-CDC4-58B3-B7F1-EB02CDECE600}"/>
                  </a:ext>
                </a:extLst>
              </p14:cNvPr>
              <p14:cNvContentPartPr/>
              <p14:nvPr/>
            </p14:nvContentPartPr>
            <p14:xfrm>
              <a:off x="5281705" y="5883545"/>
              <a:ext cx="223920" cy="610560"/>
            </p14:xfrm>
          </p:contentPart>
        </mc:Choice>
        <mc:Fallback xmlns="">
          <p:pic>
            <p:nvPicPr>
              <p:cNvPr id="152680" name="墨迹 152679">
                <a:extLst>
                  <a:ext uri="{FF2B5EF4-FFF2-40B4-BE49-F238E27FC236}">
                    <a16:creationId xmlns:a16="http://schemas.microsoft.com/office/drawing/2014/main" id="{0B6EFB72-CDC4-58B3-B7F1-EB02CDECE600}"/>
                  </a:ext>
                </a:extLst>
              </p:cNvPr>
              <p:cNvPicPr/>
              <p:nvPr/>
            </p:nvPicPr>
            <p:blipFill>
              <a:blip r:embed="rId77"/>
              <a:stretch>
                <a:fillRect/>
              </a:stretch>
            </p:blipFill>
            <p:spPr>
              <a:xfrm>
                <a:off x="5263705" y="5865545"/>
                <a:ext cx="259560" cy="646200"/>
              </a:xfrm>
              <a:prstGeom prst="rect">
                <a:avLst/>
              </a:prstGeom>
            </p:spPr>
          </p:pic>
        </mc:Fallback>
      </mc:AlternateContent>
      <mc:AlternateContent xmlns:mc="http://schemas.openxmlformats.org/markup-compatibility/2006" xmlns:p14="http://schemas.microsoft.com/office/powerpoint/2010/main">
        <mc:Choice Requires="p14">
          <p:contentPart p14:bwMode="auto" r:id="rId78">
            <p14:nvContentPartPr>
              <p14:cNvPr id="152681" name="墨迹 152680">
                <a:extLst>
                  <a:ext uri="{FF2B5EF4-FFF2-40B4-BE49-F238E27FC236}">
                    <a16:creationId xmlns:a16="http://schemas.microsoft.com/office/drawing/2014/main" id="{F772556B-EBC7-47E7-4B32-2CAD383AD9FD}"/>
                  </a:ext>
                </a:extLst>
              </p14:cNvPr>
              <p14:cNvContentPartPr/>
              <p14:nvPr/>
            </p14:nvContentPartPr>
            <p14:xfrm>
              <a:off x="5541625" y="5755385"/>
              <a:ext cx="148680" cy="165240"/>
            </p14:xfrm>
          </p:contentPart>
        </mc:Choice>
        <mc:Fallback xmlns="">
          <p:pic>
            <p:nvPicPr>
              <p:cNvPr id="152681" name="墨迹 152680">
                <a:extLst>
                  <a:ext uri="{FF2B5EF4-FFF2-40B4-BE49-F238E27FC236}">
                    <a16:creationId xmlns:a16="http://schemas.microsoft.com/office/drawing/2014/main" id="{F772556B-EBC7-47E7-4B32-2CAD383AD9FD}"/>
                  </a:ext>
                </a:extLst>
              </p:cNvPr>
              <p:cNvPicPr/>
              <p:nvPr/>
            </p:nvPicPr>
            <p:blipFill>
              <a:blip r:embed="rId79"/>
              <a:stretch>
                <a:fillRect/>
              </a:stretch>
            </p:blipFill>
            <p:spPr>
              <a:xfrm>
                <a:off x="5523625" y="5737745"/>
                <a:ext cx="184320" cy="200880"/>
              </a:xfrm>
              <a:prstGeom prst="rect">
                <a:avLst/>
              </a:prstGeom>
            </p:spPr>
          </p:pic>
        </mc:Fallback>
      </mc:AlternateContent>
      <mc:AlternateContent xmlns:mc="http://schemas.openxmlformats.org/markup-compatibility/2006" xmlns:p14="http://schemas.microsoft.com/office/powerpoint/2010/main">
        <mc:Choice Requires="p14">
          <p:contentPart p14:bwMode="auto" r:id="rId80">
            <p14:nvContentPartPr>
              <p14:cNvPr id="152682" name="墨迹 152681">
                <a:extLst>
                  <a:ext uri="{FF2B5EF4-FFF2-40B4-BE49-F238E27FC236}">
                    <a16:creationId xmlns:a16="http://schemas.microsoft.com/office/drawing/2014/main" id="{4B2BA964-9C6F-1EB0-8089-35471E88C985}"/>
                  </a:ext>
                </a:extLst>
              </p14:cNvPr>
              <p14:cNvContentPartPr/>
              <p14:nvPr/>
            </p14:nvContentPartPr>
            <p14:xfrm>
              <a:off x="5455945" y="5735585"/>
              <a:ext cx="392040" cy="462600"/>
            </p14:xfrm>
          </p:contentPart>
        </mc:Choice>
        <mc:Fallback xmlns="">
          <p:pic>
            <p:nvPicPr>
              <p:cNvPr id="152682" name="墨迹 152681">
                <a:extLst>
                  <a:ext uri="{FF2B5EF4-FFF2-40B4-BE49-F238E27FC236}">
                    <a16:creationId xmlns:a16="http://schemas.microsoft.com/office/drawing/2014/main" id="{4B2BA964-9C6F-1EB0-8089-35471E88C985}"/>
                  </a:ext>
                </a:extLst>
              </p:cNvPr>
              <p:cNvPicPr/>
              <p:nvPr/>
            </p:nvPicPr>
            <p:blipFill>
              <a:blip r:embed="rId81"/>
              <a:stretch>
                <a:fillRect/>
              </a:stretch>
            </p:blipFill>
            <p:spPr>
              <a:xfrm>
                <a:off x="5438305" y="5717585"/>
                <a:ext cx="427680" cy="498240"/>
              </a:xfrm>
              <a:prstGeom prst="rect">
                <a:avLst/>
              </a:prstGeom>
            </p:spPr>
          </p:pic>
        </mc:Fallback>
      </mc:AlternateContent>
      <mc:AlternateContent xmlns:mc="http://schemas.openxmlformats.org/markup-compatibility/2006" xmlns:p14="http://schemas.microsoft.com/office/powerpoint/2010/main">
        <mc:Choice Requires="p14">
          <p:contentPart p14:bwMode="auto" r:id="rId82">
            <p14:nvContentPartPr>
              <p14:cNvPr id="152683" name="墨迹 152682">
                <a:extLst>
                  <a:ext uri="{FF2B5EF4-FFF2-40B4-BE49-F238E27FC236}">
                    <a16:creationId xmlns:a16="http://schemas.microsoft.com/office/drawing/2014/main" id="{07A5EE07-C1FB-B066-D7A2-801DD047ED54}"/>
                  </a:ext>
                </a:extLst>
              </p14:cNvPr>
              <p14:cNvContentPartPr/>
              <p14:nvPr/>
            </p14:nvContentPartPr>
            <p14:xfrm>
              <a:off x="5517865" y="6178745"/>
              <a:ext cx="316440" cy="232560"/>
            </p14:xfrm>
          </p:contentPart>
        </mc:Choice>
        <mc:Fallback xmlns="">
          <p:pic>
            <p:nvPicPr>
              <p:cNvPr id="152683" name="墨迹 152682">
                <a:extLst>
                  <a:ext uri="{FF2B5EF4-FFF2-40B4-BE49-F238E27FC236}">
                    <a16:creationId xmlns:a16="http://schemas.microsoft.com/office/drawing/2014/main" id="{07A5EE07-C1FB-B066-D7A2-801DD047ED54}"/>
                  </a:ext>
                </a:extLst>
              </p:cNvPr>
              <p:cNvPicPr/>
              <p:nvPr/>
            </p:nvPicPr>
            <p:blipFill>
              <a:blip r:embed="rId83"/>
              <a:stretch>
                <a:fillRect/>
              </a:stretch>
            </p:blipFill>
            <p:spPr>
              <a:xfrm>
                <a:off x="5499865" y="6161105"/>
                <a:ext cx="352080" cy="268200"/>
              </a:xfrm>
              <a:prstGeom prst="rect">
                <a:avLst/>
              </a:prstGeom>
            </p:spPr>
          </p:pic>
        </mc:Fallback>
      </mc:AlternateContent>
      <mc:AlternateContent xmlns:mc="http://schemas.openxmlformats.org/markup-compatibility/2006" xmlns:p14="http://schemas.microsoft.com/office/powerpoint/2010/main">
        <mc:Choice Requires="p14">
          <p:contentPart p14:bwMode="auto" r:id="rId84">
            <p14:nvContentPartPr>
              <p14:cNvPr id="152684" name="墨迹 152683">
                <a:extLst>
                  <a:ext uri="{FF2B5EF4-FFF2-40B4-BE49-F238E27FC236}">
                    <a16:creationId xmlns:a16="http://schemas.microsoft.com/office/drawing/2014/main" id="{A34C5A77-DF15-A473-ED8E-D79102715970}"/>
                  </a:ext>
                </a:extLst>
              </p14:cNvPr>
              <p14:cNvContentPartPr/>
              <p14:nvPr/>
            </p14:nvContentPartPr>
            <p14:xfrm>
              <a:off x="5479705" y="6271265"/>
              <a:ext cx="246960" cy="280800"/>
            </p14:xfrm>
          </p:contentPart>
        </mc:Choice>
        <mc:Fallback xmlns="">
          <p:pic>
            <p:nvPicPr>
              <p:cNvPr id="152684" name="墨迹 152683">
                <a:extLst>
                  <a:ext uri="{FF2B5EF4-FFF2-40B4-BE49-F238E27FC236}">
                    <a16:creationId xmlns:a16="http://schemas.microsoft.com/office/drawing/2014/main" id="{A34C5A77-DF15-A473-ED8E-D79102715970}"/>
                  </a:ext>
                </a:extLst>
              </p:cNvPr>
              <p:cNvPicPr/>
              <p:nvPr/>
            </p:nvPicPr>
            <p:blipFill>
              <a:blip r:embed="rId85"/>
              <a:stretch>
                <a:fillRect/>
              </a:stretch>
            </p:blipFill>
            <p:spPr>
              <a:xfrm>
                <a:off x="5461705" y="6253625"/>
                <a:ext cx="282600" cy="316440"/>
              </a:xfrm>
              <a:prstGeom prst="rect">
                <a:avLst/>
              </a:prstGeom>
            </p:spPr>
          </p:pic>
        </mc:Fallback>
      </mc:AlternateContent>
      <mc:AlternateContent xmlns:mc="http://schemas.openxmlformats.org/markup-compatibility/2006" xmlns:p14="http://schemas.microsoft.com/office/powerpoint/2010/main">
        <mc:Choice Requires="p14">
          <p:contentPart p14:bwMode="auto" r:id="rId86">
            <p14:nvContentPartPr>
              <p14:cNvPr id="152685" name="墨迹 152684">
                <a:extLst>
                  <a:ext uri="{FF2B5EF4-FFF2-40B4-BE49-F238E27FC236}">
                    <a16:creationId xmlns:a16="http://schemas.microsoft.com/office/drawing/2014/main" id="{9485AD1E-5247-DDD9-F78E-0A6D4A9BC6BC}"/>
                  </a:ext>
                </a:extLst>
              </p14:cNvPr>
              <p14:cNvContentPartPr/>
              <p14:nvPr/>
            </p14:nvContentPartPr>
            <p14:xfrm>
              <a:off x="5698585" y="6474665"/>
              <a:ext cx="285840" cy="111240"/>
            </p14:xfrm>
          </p:contentPart>
        </mc:Choice>
        <mc:Fallback xmlns="">
          <p:pic>
            <p:nvPicPr>
              <p:cNvPr id="152685" name="墨迹 152684">
                <a:extLst>
                  <a:ext uri="{FF2B5EF4-FFF2-40B4-BE49-F238E27FC236}">
                    <a16:creationId xmlns:a16="http://schemas.microsoft.com/office/drawing/2014/main" id="{9485AD1E-5247-DDD9-F78E-0A6D4A9BC6BC}"/>
                  </a:ext>
                </a:extLst>
              </p:cNvPr>
              <p:cNvPicPr/>
              <p:nvPr/>
            </p:nvPicPr>
            <p:blipFill>
              <a:blip r:embed="rId87"/>
              <a:stretch>
                <a:fillRect/>
              </a:stretch>
            </p:blipFill>
            <p:spPr>
              <a:xfrm>
                <a:off x="5680945" y="6456665"/>
                <a:ext cx="321480" cy="146880"/>
              </a:xfrm>
              <a:prstGeom prst="rect">
                <a:avLst/>
              </a:prstGeom>
            </p:spPr>
          </p:pic>
        </mc:Fallback>
      </mc:AlternateContent>
      <mc:AlternateContent xmlns:mc="http://schemas.openxmlformats.org/markup-compatibility/2006" xmlns:p14="http://schemas.microsoft.com/office/powerpoint/2010/main">
        <mc:Choice Requires="p14">
          <p:contentPart p14:bwMode="auto" r:id="rId88">
            <p14:nvContentPartPr>
              <p14:cNvPr id="152686" name="墨迹 152685">
                <a:extLst>
                  <a:ext uri="{FF2B5EF4-FFF2-40B4-BE49-F238E27FC236}">
                    <a16:creationId xmlns:a16="http://schemas.microsoft.com/office/drawing/2014/main" id="{938CD949-325A-8AE4-8EEA-1727EEC5E870}"/>
                  </a:ext>
                </a:extLst>
              </p14:cNvPr>
              <p14:cNvContentPartPr/>
              <p14:nvPr/>
            </p14:nvContentPartPr>
            <p14:xfrm>
              <a:off x="1754785" y="6628025"/>
              <a:ext cx="4357080" cy="226800"/>
            </p14:xfrm>
          </p:contentPart>
        </mc:Choice>
        <mc:Fallback xmlns="">
          <p:pic>
            <p:nvPicPr>
              <p:cNvPr id="152686" name="墨迹 152685">
                <a:extLst>
                  <a:ext uri="{FF2B5EF4-FFF2-40B4-BE49-F238E27FC236}">
                    <a16:creationId xmlns:a16="http://schemas.microsoft.com/office/drawing/2014/main" id="{938CD949-325A-8AE4-8EEA-1727EEC5E870}"/>
                  </a:ext>
                </a:extLst>
              </p:cNvPr>
              <p:cNvPicPr/>
              <p:nvPr/>
            </p:nvPicPr>
            <p:blipFill>
              <a:blip r:embed="rId89"/>
              <a:stretch>
                <a:fillRect/>
              </a:stretch>
            </p:blipFill>
            <p:spPr>
              <a:xfrm>
                <a:off x="1736785" y="6610025"/>
                <a:ext cx="4392720" cy="262440"/>
              </a:xfrm>
              <a:prstGeom prst="rect">
                <a:avLst/>
              </a:prstGeom>
            </p:spPr>
          </p:pic>
        </mc:Fallback>
      </mc:AlternateContent>
      <p:grpSp>
        <p:nvGrpSpPr>
          <p:cNvPr id="152696" name="组合 152695">
            <a:extLst>
              <a:ext uri="{FF2B5EF4-FFF2-40B4-BE49-F238E27FC236}">
                <a16:creationId xmlns:a16="http://schemas.microsoft.com/office/drawing/2014/main" id="{71BB2C35-A313-853D-46AC-29F9986F77D6}"/>
              </a:ext>
            </a:extLst>
          </p:cNvPr>
          <p:cNvGrpSpPr/>
          <p:nvPr/>
        </p:nvGrpSpPr>
        <p:grpSpPr>
          <a:xfrm>
            <a:off x="1817425" y="5883545"/>
            <a:ext cx="1490040" cy="810000"/>
            <a:chOff x="1817425" y="5883545"/>
            <a:chExt cx="1490040" cy="810000"/>
          </a:xfrm>
        </p:grpSpPr>
        <mc:AlternateContent xmlns:mc="http://schemas.openxmlformats.org/markup-compatibility/2006" xmlns:p14="http://schemas.microsoft.com/office/powerpoint/2010/main">
          <mc:Choice Requires="p14">
            <p:contentPart p14:bwMode="auto" r:id="rId90">
              <p14:nvContentPartPr>
                <p14:cNvPr id="38" name="墨迹 37">
                  <a:extLst>
                    <a:ext uri="{FF2B5EF4-FFF2-40B4-BE49-F238E27FC236}">
                      <a16:creationId xmlns:a16="http://schemas.microsoft.com/office/drawing/2014/main" id="{1DD6AA34-1094-7CE4-AF30-8478B39B0557}"/>
                    </a:ext>
                  </a:extLst>
                </p14:cNvPr>
                <p14:cNvContentPartPr/>
                <p14:nvPr/>
              </p14:nvContentPartPr>
              <p14:xfrm>
                <a:off x="1929385" y="6225185"/>
                <a:ext cx="75240" cy="170280"/>
              </p14:xfrm>
            </p:contentPart>
          </mc:Choice>
          <mc:Fallback xmlns="">
            <p:pic>
              <p:nvPicPr>
                <p:cNvPr id="38" name="墨迹 37">
                  <a:extLst>
                    <a:ext uri="{FF2B5EF4-FFF2-40B4-BE49-F238E27FC236}">
                      <a16:creationId xmlns:a16="http://schemas.microsoft.com/office/drawing/2014/main" id="{1DD6AA34-1094-7CE4-AF30-8478B39B0557}"/>
                    </a:ext>
                  </a:extLst>
                </p:cNvPr>
                <p:cNvPicPr/>
                <p:nvPr/>
              </p:nvPicPr>
              <p:blipFill>
                <a:blip r:embed="rId91"/>
                <a:stretch>
                  <a:fillRect/>
                </a:stretch>
              </p:blipFill>
              <p:spPr>
                <a:xfrm>
                  <a:off x="1911745" y="6207545"/>
                  <a:ext cx="110880" cy="205920"/>
                </a:xfrm>
                <a:prstGeom prst="rect">
                  <a:avLst/>
                </a:prstGeom>
              </p:spPr>
            </p:pic>
          </mc:Fallback>
        </mc:AlternateContent>
        <mc:AlternateContent xmlns:mc="http://schemas.openxmlformats.org/markup-compatibility/2006" xmlns:p14="http://schemas.microsoft.com/office/powerpoint/2010/main">
          <mc:Choice Requires="p14">
            <p:contentPart p14:bwMode="auto" r:id="rId92">
              <p14:nvContentPartPr>
                <p14:cNvPr id="39" name="墨迹 38">
                  <a:extLst>
                    <a:ext uri="{FF2B5EF4-FFF2-40B4-BE49-F238E27FC236}">
                      <a16:creationId xmlns:a16="http://schemas.microsoft.com/office/drawing/2014/main" id="{732B6181-CC36-D526-29D9-56813500DD93}"/>
                    </a:ext>
                  </a:extLst>
                </p14:cNvPr>
                <p14:cNvContentPartPr/>
                <p14:nvPr/>
              </p14:nvContentPartPr>
              <p14:xfrm>
                <a:off x="1817425" y="6261905"/>
                <a:ext cx="362520" cy="297360"/>
              </p14:xfrm>
            </p:contentPart>
          </mc:Choice>
          <mc:Fallback xmlns="">
            <p:pic>
              <p:nvPicPr>
                <p:cNvPr id="39" name="墨迹 38">
                  <a:extLst>
                    <a:ext uri="{FF2B5EF4-FFF2-40B4-BE49-F238E27FC236}">
                      <a16:creationId xmlns:a16="http://schemas.microsoft.com/office/drawing/2014/main" id="{732B6181-CC36-D526-29D9-56813500DD93}"/>
                    </a:ext>
                  </a:extLst>
                </p:cNvPr>
                <p:cNvPicPr/>
                <p:nvPr/>
              </p:nvPicPr>
              <p:blipFill>
                <a:blip r:embed="rId93"/>
                <a:stretch>
                  <a:fillRect/>
                </a:stretch>
              </p:blipFill>
              <p:spPr>
                <a:xfrm>
                  <a:off x="1799785" y="6244265"/>
                  <a:ext cx="398160" cy="333000"/>
                </a:xfrm>
                <a:prstGeom prst="rect">
                  <a:avLst/>
                </a:prstGeom>
              </p:spPr>
            </p:pic>
          </mc:Fallback>
        </mc:AlternateContent>
        <mc:AlternateContent xmlns:mc="http://schemas.openxmlformats.org/markup-compatibility/2006" xmlns:p14="http://schemas.microsoft.com/office/powerpoint/2010/main">
          <mc:Choice Requires="p14">
            <p:contentPart p14:bwMode="auto" r:id="rId94">
              <p14:nvContentPartPr>
                <p14:cNvPr id="53" name="墨迹 52">
                  <a:extLst>
                    <a:ext uri="{FF2B5EF4-FFF2-40B4-BE49-F238E27FC236}">
                      <a16:creationId xmlns:a16="http://schemas.microsoft.com/office/drawing/2014/main" id="{B11FFF21-F2A4-C4DE-B6ED-785EB938EFE3}"/>
                    </a:ext>
                  </a:extLst>
                </p14:cNvPr>
                <p14:cNvContentPartPr/>
                <p14:nvPr/>
              </p14:nvContentPartPr>
              <p14:xfrm>
                <a:off x="2438065" y="5956625"/>
                <a:ext cx="335520" cy="619560"/>
              </p14:xfrm>
            </p:contentPart>
          </mc:Choice>
          <mc:Fallback xmlns="">
            <p:pic>
              <p:nvPicPr>
                <p:cNvPr id="53" name="墨迹 52">
                  <a:extLst>
                    <a:ext uri="{FF2B5EF4-FFF2-40B4-BE49-F238E27FC236}">
                      <a16:creationId xmlns:a16="http://schemas.microsoft.com/office/drawing/2014/main" id="{B11FFF21-F2A4-C4DE-B6ED-785EB938EFE3}"/>
                    </a:ext>
                  </a:extLst>
                </p:cNvPr>
                <p:cNvPicPr/>
                <p:nvPr/>
              </p:nvPicPr>
              <p:blipFill>
                <a:blip r:embed="rId95"/>
                <a:stretch>
                  <a:fillRect/>
                </a:stretch>
              </p:blipFill>
              <p:spPr>
                <a:xfrm>
                  <a:off x="2420425" y="5938625"/>
                  <a:ext cx="371160" cy="655200"/>
                </a:xfrm>
                <a:prstGeom prst="rect">
                  <a:avLst/>
                </a:prstGeom>
              </p:spPr>
            </p:pic>
          </mc:Fallback>
        </mc:AlternateContent>
        <mc:AlternateContent xmlns:mc="http://schemas.openxmlformats.org/markup-compatibility/2006" xmlns:p14="http://schemas.microsoft.com/office/powerpoint/2010/main">
          <mc:Choice Requires="p14">
            <p:contentPart p14:bwMode="auto" r:id="rId96">
              <p14:nvContentPartPr>
                <p14:cNvPr id="54" name="墨迹 53">
                  <a:extLst>
                    <a:ext uri="{FF2B5EF4-FFF2-40B4-BE49-F238E27FC236}">
                      <a16:creationId xmlns:a16="http://schemas.microsoft.com/office/drawing/2014/main" id="{517FF646-7A64-9DE6-B9D6-CE7E7D2DCFE3}"/>
                    </a:ext>
                  </a:extLst>
                </p14:cNvPr>
                <p14:cNvContentPartPr/>
                <p14:nvPr/>
              </p14:nvContentPartPr>
              <p14:xfrm>
                <a:off x="2484145" y="6195305"/>
                <a:ext cx="87840" cy="39240"/>
              </p14:xfrm>
            </p:contentPart>
          </mc:Choice>
          <mc:Fallback xmlns="">
            <p:pic>
              <p:nvPicPr>
                <p:cNvPr id="54" name="墨迹 53">
                  <a:extLst>
                    <a:ext uri="{FF2B5EF4-FFF2-40B4-BE49-F238E27FC236}">
                      <a16:creationId xmlns:a16="http://schemas.microsoft.com/office/drawing/2014/main" id="{517FF646-7A64-9DE6-B9D6-CE7E7D2DCFE3}"/>
                    </a:ext>
                  </a:extLst>
                </p:cNvPr>
                <p:cNvPicPr/>
                <p:nvPr/>
              </p:nvPicPr>
              <p:blipFill>
                <a:blip r:embed="rId97"/>
                <a:stretch>
                  <a:fillRect/>
                </a:stretch>
              </p:blipFill>
              <p:spPr>
                <a:xfrm>
                  <a:off x="2466505" y="6177665"/>
                  <a:ext cx="123480" cy="74880"/>
                </a:xfrm>
                <a:prstGeom prst="rect">
                  <a:avLst/>
                </a:prstGeom>
              </p:spPr>
            </p:pic>
          </mc:Fallback>
        </mc:AlternateContent>
        <mc:AlternateContent xmlns:mc="http://schemas.openxmlformats.org/markup-compatibility/2006" xmlns:p14="http://schemas.microsoft.com/office/powerpoint/2010/main">
          <mc:Choice Requires="p14">
            <p:contentPart p14:bwMode="auto" r:id="rId98">
              <p14:nvContentPartPr>
                <p14:cNvPr id="55" name="墨迹 54">
                  <a:extLst>
                    <a:ext uri="{FF2B5EF4-FFF2-40B4-BE49-F238E27FC236}">
                      <a16:creationId xmlns:a16="http://schemas.microsoft.com/office/drawing/2014/main" id="{7A7E6F92-9C62-C9B7-8A10-D9701FF831DA}"/>
                    </a:ext>
                  </a:extLst>
                </p14:cNvPr>
                <p14:cNvContentPartPr/>
                <p14:nvPr/>
              </p14:nvContentPartPr>
              <p14:xfrm>
                <a:off x="2441665" y="6142025"/>
                <a:ext cx="143640" cy="201240"/>
              </p14:xfrm>
            </p:contentPart>
          </mc:Choice>
          <mc:Fallback xmlns="">
            <p:pic>
              <p:nvPicPr>
                <p:cNvPr id="55" name="墨迹 54">
                  <a:extLst>
                    <a:ext uri="{FF2B5EF4-FFF2-40B4-BE49-F238E27FC236}">
                      <a16:creationId xmlns:a16="http://schemas.microsoft.com/office/drawing/2014/main" id="{7A7E6F92-9C62-C9B7-8A10-D9701FF831DA}"/>
                    </a:ext>
                  </a:extLst>
                </p:cNvPr>
                <p:cNvPicPr/>
                <p:nvPr/>
              </p:nvPicPr>
              <p:blipFill>
                <a:blip r:embed="rId99"/>
                <a:stretch>
                  <a:fillRect/>
                </a:stretch>
              </p:blipFill>
              <p:spPr>
                <a:xfrm>
                  <a:off x="2424025" y="6124025"/>
                  <a:ext cx="179280" cy="236880"/>
                </a:xfrm>
                <a:prstGeom prst="rect">
                  <a:avLst/>
                </a:prstGeom>
              </p:spPr>
            </p:pic>
          </mc:Fallback>
        </mc:AlternateContent>
        <mc:AlternateContent xmlns:mc="http://schemas.openxmlformats.org/markup-compatibility/2006" xmlns:p14="http://schemas.microsoft.com/office/powerpoint/2010/main">
          <mc:Choice Requires="p14">
            <p:contentPart p14:bwMode="auto" r:id="rId100">
              <p14:nvContentPartPr>
                <p14:cNvPr id="56" name="墨迹 55">
                  <a:extLst>
                    <a:ext uri="{FF2B5EF4-FFF2-40B4-BE49-F238E27FC236}">
                      <a16:creationId xmlns:a16="http://schemas.microsoft.com/office/drawing/2014/main" id="{1344DC20-5E68-C641-21C1-172E6C070251}"/>
                    </a:ext>
                  </a:extLst>
                </p14:cNvPr>
                <p14:cNvContentPartPr/>
                <p14:nvPr/>
              </p14:nvContentPartPr>
              <p14:xfrm>
                <a:off x="2519785" y="6363425"/>
                <a:ext cx="68040" cy="84960"/>
              </p14:xfrm>
            </p:contentPart>
          </mc:Choice>
          <mc:Fallback xmlns="">
            <p:pic>
              <p:nvPicPr>
                <p:cNvPr id="56" name="墨迹 55">
                  <a:extLst>
                    <a:ext uri="{FF2B5EF4-FFF2-40B4-BE49-F238E27FC236}">
                      <a16:creationId xmlns:a16="http://schemas.microsoft.com/office/drawing/2014/main" id="{1344DC20-5E68-C641-21C1-172E6C070251}"/>
                    </a:ext>
                  </a:extLst>
                </p:cNvPr>
                <p:cNvPicPr/>
                <p:nvPr/>
              </p:nvPicPr>
              <p:blipFill>
                <a:blip r:embed="rId101"/>
                <a:stretch>
                  <a:fillRect/>
                </a:stretch>
              </p:blipFill>
              <p:spPr>
                <a:xfrm>
                  <a:off x="2502145" y="6345785"/>
                  <a:ext cx="103680" cy="120600"/>
                </a:xfrm>
                <a:prstGeom prst="rect">
                  <a:avLst/>
                </a:prstGeom>
              </p:spPr>
            </p:pic>
          </mc:Fallback>
        </mc:AlternateContent>
        <mc:AlternateContent xmlns:mc="http://schemas.openxmlformats.org/markup-compatibility/2006" xmlns:p14="http://schemas.microsoft.com/office/powerpoint/2010/main">
          <mc:Choice Requires="p14">
            <p:contentPart p14:bwMode="auto" r:id="rId102">
              <p14:nvContentPartPr>
                <p14:cNvPr id="57" name="墨迹 56">
                  <a:extLst>
                    <a:ext uri="{FF2B5EF4-FFF2-40B4-BE49-F238E27FC236}">
                      <a16:creationId xmlns:a16="http://schemas.microsoft.com/office/drawing/2014/main" id="{C432D00E-098A-E103-DF12-AFD2FC7FE5E5}"/>
                    </a:ext>
                  </a:extLst>
                </p14:cNvPr>
                <p14:cNvContentPartPr/>
                <p14:nvPr/>
              </p14:nvContentPartPr>
              <p14:xfrm>
                <a:off x="2780065" y="5912705"/>
                <a:ext cx="167400" cy="109440"/>
              </p14:xfrm>
            </p:contentPart>
          </mc:Choice>
          <mc:Fallback xmlns="">
            <p:pic>
              <p:nvPicPr>
                <p:cNvPr id="57" name="墨迹 56">
                  <a:extLst>
                    <a:ext uri="{FF2B5EF4-FFF2-40B4-BE49-F238E27FC236}">
                      <a16:creationId xmlns:a16="http://schemas.microsoft.com/office/drawing/2014/main" id="{C432D00E-098A-E103-DF12-AFD2FC7FE5E5}"/>
                    </a:ext>
                  </a:extLst>
                </p:cNvPr>
                <p:cNvPicPr/>
                <p:nvPr/>
              </p:nvPicPr>
              <p:blipFill>
                <a:blip r:embed="rId103"/>
                <a:stretch>
                  <a:fillRect/>
                </a:stretch>
              </p:blipFill>
              <p:spPr>
                <a:xfrm>
                  <a:off x="2762065" y="5895065"/>
                  <a:ext cx="203040" cy="145080"/>
                </a:xfrm>
                <a:prstGeom prst="rect">
                  <a:avLst/>
                </a:prstGeom>
              </p:spPr>
            </p:pic>
          </mc:Fallback>
        </mc:AlternateContent>
        <mc:AlternateContent xmlns:mc="http://schemas.openxmlformats.org/markup-compatibility/2006" xmlns:p14="http://schemas.microsoft.com/office/powerpoint/2010/main">
          <mc:Choice Requires="p14">
            <p:contentPart p14:bwMode="auto" r:id="rId104">
              <p14:nvContentPartPr>
                <p14:cNvPr id="58" name="墨迹 57">
                  <a:extLst>
                    <a:ext uri="{FF2B5EF4-FFF2-40B4-BE49-F238E27FC236}">
                      <a16:creationId xmlns:a16="http://schemas.microsoft.com/office/drawing/2014/main" id="{31BF0893-148A-FEF3-952E-3A488D7990E4}"/>
                    </a:ext>
                  </a:extLst>
                </p14:cNvPr>
                <p14:cNvContentPartPr/>
                <p14:nvPr/>
              </p14:nvContentPartPr>
              <p14:xfrm>
                <a:off x="2899225" y="5892545"/>
                <a:ext cx="10800" cy="395280"/>
              </p14:xfrm>
            </p:contentPart>
          </mc:Choice>
          <mc:Fallback xmlns="">
            <p:pic>
              <p:nvPicPr>
                <p:cNvPr id="58" name="墨迹 57">
                  <a:extLst>
                    <a:ext uri="{FF2B5EF4-FFF2-40B4-BE49-F238E27FC236}">
                      <a16:creationId xmlns:a16="http://schemas.microsoft.com/office/drawing/2014/main" id="{31BF0893-148A-FEF3-952E-3A488D7990E4}"/>
                    </a:ext>
                  </a:extLst>
                </p:cNvPr>
                <p:cNvPicPr/>
                <p:nvPr/>
              </p:nvPicPr>
              <p:blipFill>
                <a:blip r:embed="rId105"/>
                <a:stretch>
                  <a:fillRect/>
                </a:stretch>
              </p:blipFill>
              <p:spPr>
                <a:xfrm>
                  <a:off x="2881585" y="5874905"/>
                  <a:ext cx="46440" cy="430920"/>
                </a:xfrm>
                <a:prstGeom prst="rect">
                  <a:avLst/>
                </a:prstGeom>
              </p:spPr>
            </p:pic>
          </mc:Fallback>
        </mc:AlternateContent>
        <mc:AlternateContent xmlns:mc="http://schemas.openxmlformats.org/markup-compatibility/2006" xmlns:p14="http://schemas.microsoft.com/office/powerpoint/2010/main">
          <mc:Choice Requires="p14">
            <p:contentPart p14:bwMode="auto" r:id="rId106">
              <p14:nvContentPartPr>
                <p14:cNvPr id="59" name="墨迹 58">
                  <a:extLst>
                    <a:ext uri="{FF2B5EF4-FFF2-40B4-BE49-F238E27FC236}">
                      <a16:creationId xmlns:a16="http://schemas.microsoft.com/office/drawing/2014/main" id="{9E421EFC-BFDD-95B7-A01A-0E6D87655916}"/>
                    </a:ext>
                  </a:extLst>
                </p14:cNvPr>
                <p14:cNvContentPartPr/>
                <p14:nvPr/>
              </p14:nvContentPartPr>
              <p14:xfrm>
                <a:off x="2918665" y="5883545"/>
                <a:ext cx="76320" cy="451800"/>
              </p14:xfrm>
            </p:contentPart>
          </mc:Choice>
          <mc:Fallback xmlns="">
            <p:pic>
              <p:nvPicPr>
                <p:cNvPr id="59" name="墨迹 58">
                  <a:extLst>
                    <a:ext uri="{FF2B5EF4-FFF2-40B4-BE49-F238E27FC236}">
                      <a16:creationId xmlns:a16="http://schemas.microsoft.com/office/drawing/2014/main" id="{9E421EFC-BFDD-95B7-A01A-0E6D87655916}"/>
                    </a:ext>
                  </a:extLst>
                </p:cNvPr>
                <p:cNvPicPr/>
                <p:nvPr/>
              </p:nvPicPr>
              <p:blipFill>
                <a:blip r:embed="rId107"/>
                <a:stretch>
                  <a:fillRect/>
                </a:stretch>
              </p:blipFill>
              <p:spPr>
                <a:xfrm>
                  <a:off x="2900665" y="5865545"/>
                  <a:ext cx="111960" cy="487440"/>
                </a:xfrm>
                <a:prstGeom prst="rect">
                  <a:avLst/>
                </a:prstGeom>
              </p:spPr>
            </p:pic>
          </mc:Fallback>
        </mc:AlternateContent>
        <mc:AlternateContent xmlns:mc="http://schemas.openxmlformats.org/markup-compatibility/2006" xmlns:p14="http://schemas.microsoft.com/office/powerpoint/2010/main">
          <mc:Choice Requires="p14">
            <p:contentPart p14:bwMode="auto" r:id="rId108">
              <p14:nvContentPartPr>
                <p14:cNvPr id="60" name="墨迹 59">
                  <a:extLst>
                    <a:ext uri="{FF2B5EF4-FFF2-40B4-BE49-F238E27FC236}">
                      <a16:creationId xmlns:a16="http://schemas.microsoft.com/office/drawing/2014/main" id="{3D56FCB4-116A-3CF1-92EC-17A352280F48}"/>
                    </a:ext>
                  </a:extLst>
                </p14:cNvPr>
                <p14:cNvContentPartPr/>
                <p14:nvPr/>
              </p14:nvContentPartPr>
              <p14:xfrm>
                <a:off x="2776825" y="6243545"/>
                <a:ext cx="377280" cy="130320"/>
              </p14:xfrm>
            </p:contentPart>
          </mc:Choice>
          <mc:Fallback xmlns="">
            <p:pic>
              <p:nvPicPr>
                <p:cNvPr id="60" name="墨迹 59">
                  <a:extLst>
                    <a:ext uri="{FF2B5EF4-FFF2-40B4-BE49-F238E27FC236}">
                      <a16:creationId xmlns:a16="http://schemas.microsoft.com/office/drawing/2014/main" id="{3D56FCB4-116A-3CF1-92EC-17A352280F48}"/>
                    </a:ext>
                  </a:extLst>
                </p:cNvPr>
                <p:cNvPicPr/>
                <p:nvPr/>
              </p:nvPicPr>
              <p:blipFill>
                <a:blip r:embed="rId109"/>
                <a:stretch>
                  <a:fillRect/>
                </a:stretch>
              </p:blipFill>
              <p:spPr>
                <a:xfrm>
                  <a:off x="2759185" y="6225545"/>
                  <a:ext cx="412920" cy="165960"/>
                </a:xfrm>
                <a:prstGeom prst="rect">
                  <a:avLst/>
                </a:prstGeom>
              </p:spPr>
            </p:pic>
          </mc:Fallback>
        </mc:AlternateContent>
        <mc:AlternateContent xmlns:mc="http://schemas.openxmlformats.org/markup-compatibility/2006" xmlns:p14="http://schemas.microsoft.com/office/powerpoint/2010/main">
          <mc:Choice Requires="p14">
            <p:contentPart p14:bwMode="auto" r:id="rId110">
              <p14:nvContentPartPr>
                <p14:cNvPr id="61" name="墨迹 60">
                  <a:extLst>
                    <a:ext uri="{FF2B5EF4-FFF2-40B4-BE49-F238E27FC236}">
                      <a16:creationId xmlns:a16="http://schemas.microsoft.com/office/drawing/2014/main" id="{D5C508FD-C03A-D221-06C1-1302CEDD9F03}"/>
                    </a:ext>
                  </a:extLst>
                </p14:cNvPr>
                <p14:cNvContentPartPr/>
                <p14:nvPr/>
              </p14:nvContentPartPr>
              <p14:xfrm>
                <a:off x="2920465" y="6409865"/>
                <a:ext cx="96840" cy="67320"/>
              </p14:xfrm>
            </p:contentPart>
          </mc:Choice>
          <mc:Fallback xmlns="">
            <p:pic>
              <p:nvPicPr>
                <p:cNvPr id="61" name="墨迹 60">
                  <a:extLst>
                    <a:ext uri="{FF2B5EF4-FFF2-40B4-BE49-F238E27FC236}">
                      <a16:creationId xmlns:a16="http://schemas.microsoft.com/office/drawing/2014/main" id="{D5C508FD-C03A-D221-06C1-1302CEDD9F03}"/>
                    </a:ext>
                  </a:extLst>
                </p:cNvPr>
                <p:cNvPicPr/>
                <p:nvPr/>
              </p:nvPicPr>
              <p:blipFill>
                <a:blip r:embed="rId111"/>
                <a:stretch>
                  <a:fillRect/>
                </a:stretch>
              </p:blipFill>
              <p:spPr>
                <a:xfrm>
                  <a:off x="2902825" y="6392225"/>
                  <a:ext cx="132480" cy="102960"/>
                </a:xfrm>
                <a:prstGeom prst="rect">
                  <a:avLst/>
                </a:prstGeom>
              </p:spPr>
            </p:pic>
          </mc:Fallback>
        </mc:AlternateContent>
        <mc:AlternateContent xmlns:mc="http://schemas.openxmlformats.org/markup-compatibility/2006" xmlns:p14="http://schemas.microsoft.com/office/powerpoint/2010/main">
          <mc:Choice Requires="p14">
            <p:contentPart p14:bwMode="auto" r:id="rId112">
              <p14:nvContentPartPr>
                <p14:cNvPr id="62" name="墨迹 61">
                  <a:extLst>
                    <a:ext uri="{FF2B5EF4-FFF2-40B4-BE49-F238E27FC236}">
                      <a16:creationId xmlns:a16="http://schemas.microsoft.com/office/drawing/2014/main" id="{677ADA4D-F49B-675E-223D-7B982B84FFED}"/>
                    </a:ext>
                  </a:extLst>
                </p14:cNvPr>
                <p14:cNvContentPartPr/>
                <p14:nvPr/>
              </p14:nvContentPartPr>
              <p14:xfrm>
                <a:off x="2908945" y="6087305"/>
                <a:ext cx="51120" cy="18360"/>
              </p14:xfrm>
            </p:contentPart>
          </mc:Choice>
          <mc:Fallback xmlns="">
            <p:pic>
              <p:nvPicPr>
                <p:cNvPr id="62" name="墨迹 61">
                  <a:extLst>
                    <a:ext uri="{FF2B5EF4-FFF2-40B4-BE49-F238E27FC236}">
                      <a16:creationId xmlns:a16="http://schemas.microsoft.com/office/drawing/2014/main" id="{677ADA4D-F49B-675E-223D-7B982B84FFED}"/>
                    </a:ext>
                  </a:extLst>
                </p:cNvPr>
                <p:cNvPicPr/>
                <p:nvPr/>
              </p:nvPicPr>
              <p:blipFill>
                <a:blip r:embed="rId113"/>
                <a:stretch>
                  <a:fillRect/>
                </a:stretch>
              </p:blipFill>
              <p:spPr>
                <a:xfrm>
                  <a:off x="2891305" y="6069305"/>
                  <a:ext cx="86760" cy="54000"/>
                </a:xfrm>
                <a:prstGeom prst="rect">
                  <a:avLst/>
                </a:prstGeom>
              </p:spPr>
            </p:pic>
          </mc:Fallback>
        </mc:AlternateContent>
        <mc:AlternateContent xmlns:mc="http://schemas.openxmlformats.org/markup-compatibility/2006" xmlns:p14="http://schemas.microsoft.com/office/powerpoint/2010/main">
          <mc:Choice Requires="p14">
            <p:contentPart p14:bwMode="auto" r:id="rId114">
              <p14:nvContentPartPr>
                <p14:cNvPr id="63" name="墨迹 62">
                  <a:extLst>
                    <a:ext uri="{FF2B5EF4-FFF2-40B4-BE49-F238E27FC236}">
                      <a16:creationId xmlns:a16="http://schemas.microsoft.com/office/drawing/2014/main" id="{BFF58EE5-E5FD-DF8F-D758-AA584FBB71FE}"/>
                    </a:ext>
                  </a:extLst>
                </p14:cNvPr>
                <p14:cNvContentPartPr/>
                <p14:nvPr/>
              </p14:nvContentPartPr>
              <p14:xfrm>
                <a:off x="2918665" y="6152465"/>
                <a:ext cx="106920" cy="45360"/>
              </p14:xfrm>
            </p:contentPart>
          </mc:Choice>
          <mc:Fallback xmlns="">
            <p:pic>
              <p:nvPicPr>
                <p:cNvPr id="63" name="墨迹 62">
                  <a:extLst>
                    <a:ext uri="{FF2B5EF4-FFF2-40B4-BE49-F238E27FC236}">
                      <a16:creationId xmlns:a16="http://schemas.microsoft.com/office/drawing/2014/main" id="{BFF58EE5-E5FD-DF8F-D758-AA584FBB71FE}"/>
                    </a:ext>
                  </a:extLst>
                </p:cNvPr>
                <p:cNvPicPr/>
                <p:nvPr/>
              </p:nvPicPr>
              <p:blipFill>
                <a:blip r:embed="rId115"/>
                <a:stretch>
                  <a:fillRect/>
                </a:stretch>
              </p:blipFill>
              <p:spPr>
                <a:xfrm>
                  <a:off x="2900665" y="6134825"/>
                  <a:ext cx="142560" cy="81000"/>
                </a:xfrm>
                <a:prstGeom prst="rect">
                  <a:avLst/>
                </a:prstGeom>
              </p:spPr>
            </p:pic>
          </mc:Fallback>
        </mc:AlternateContent>
        <mc:AlternateContent xmlns:mc="http://schemas.openxmlformats.org/markup-compatibility/2006" xmlns:p14="http://schemas.microsoft.com/office/powerpoint/2010/main">
          <mc:Choice Requires="p14">
            <p:contentPart p14:bwMode="auto" r:id="rId116">
              <p14:nvContentPartPr>
                <p14:cNvPr id="152576" name="墨迹 152575">
                  <a:extLst>
                    <a:ext uri="{FF2B5EF4-FFF2-40B4-BE49-F238E27FC236}">
                      <a16:creationId xmlns:a16="http://schemas.microsoft.com/office/drawing/2014/main" id="{36BDE848-4B20-0BEF-7E93-1F0951F1E9A3}"/>
                    </a:ext>
                  </a:extLst>
                </p14:cNvPr>
                <p14:cNvContentPartPr/>
                <p14:nvPr/>
              </p14:nvContentPartPr>
              <p14:xfrm>
                <a:off x="3079225" y="6058865"/>
                <a:ext cx="35640" cy="423360"/>
              </p14:xfrm>
            </p:contentPart>
          </mc:Choice>
          <mc:Fallback xmlns="">
            <p:pic>
              <p:nvPicPr>
                <p:cNvPr id="152576" name="墨迹 152575">
                  <a:extLst>
                    <a:ext uri="{FF2B5EF4-FFF2-40B4-BE49-F238E27FC236}">
                      <a16:creationId xmlns:a16="http://schemas.microsoft.com/office/drawing/2014/main" id="{36BDE848-4B20-0BEF-7E93-1F0951F1E9A3}"/>
                    </a:ext>
                  </a:extLst>
                </p:cNvPr>
                <p:cNvPicPr/>
                <p:nvPr/>
              </p:nvPicPr>
              <p:blipFill>
                <a:blip r:embed="rId117"/>
                <a:stretch>
                  <a:fillRect/>
                </a:stretch>
              </p:blipFill>
              <p:spPr>
                <a:xfrm>
                  <a:off x="3061585" y="6040865"/>
                  <a:ext cx="71280" cy="459000"/>
                </a:xfrm>
                <a:prstGeom prst="rect">
                  <a:avLst/>
                </a:prstGeom>
              </p:spPr>
            </p:pic>
          </mc:Fallback>
        </mc:AlternateContent>
        <mc:AlternateContent xmlns:mc="http://schemas.openxmlformats.org/markup-compatibility/2006" xmlns:p14="http://schemas.microsoft.com/office/powerpoint/2010/main">
          <mc:Choice Requires="p14">
            <p:contentPart p14:bwMode="auto" r:id="rId118">
              <p14:nvContentPartPr>
                <p14:cNvPr id="152580" name="墨迹 152579">
                  <a:extLst>
                    <a:ext uri="{FF2B5EF4-FFF2-40B4-BE49-F238E27FC236}">
                      <a16:creationId xmlns:a16="http://schemas.microsoft.com/office/drawing/2014/main" id="{7CD43E76-A194-C64A-DE86-7385D1A9881E}"/>
                    </a:ext>
                  </a:extLst>
                </p14:cNvPr>
                <p14:cNvContentPartPr/>
                <p14:nvPr/>
              </p14:nvContentPartPr>
              <p14:xfrm>
                <a:off x="3066265" y="5938985"/>
                <a:ext cx="241200" cy="754560"/>
              </p14:xfrm>
            </p:contentPart>
          </mc:Choice>
          <mc:Fallback xmlns="">
            <p:pic>
              <p:nvPicPr>
                <p:cNvPr id="152580" name="墨迹 152579">
                  <a:extLst>
                    <a:ext uri="{FF2B5EF4-FFF2-40B4-BE49-F238E27FC236}">
                      <a16:creationId xmlns:a16="http://schemas.microsoft.com/office/drawing/2014/main" id="{7CD43E76-A194-C64A-DE86-7385D1A9881E}"/>
                    </a:ext>
                  </a:extLst>
                </p:cNvPr>
                <p:cNvPicPr/>
                <p:nvPr/>
              </p:nvPicPr>
              <p:blipFill>
                <a:blip r:embed="rId119"/>
                <a:stretch>
                  <a:fillRect/>
                </a:stretch>
              </p:blipFill>
              <p:spPr>
                <a:xfrm>
                  <a:off x="3048265" y="5920985"/>
                  <a:ext cx="276840" cy="790200"/>
                </a:xfrm>
                <a:prstGeom prst="rect">
                  <a:avLst/>
                </a:prstGeom>
              </p:spPr>
            </p:pic>
          </mc:Fallback>
        </mc:AlternateContent>
        <mc:AlternateContent xmlns:mc="http://schemas.openxmlformats.org/markup-compatibility/2006" xmlns:p14="http://schemas.microsoft.com/office/powerpoint/2010/main">
          <mc:Choice Requires="p14">
            <p:contentPart p14:bwMode="auto" r:id="rId120">
              <p14:nvContentPartPr>
                <p14:cNvPr id="152581" name="墨迹 152580">
                  <a:extLst>
                    <a:ext uri="{FF2B5EF4-FFF2-40B4-BE49-F238E27FC236}">
                      <a16:creationId xmlns:a16="http://schemas.microsoft.com/office/drawing/2014/main" id="{F710DD6F-3DB1-BF33-77DF-80CEF74E9784}"/>
                    </a:ext>
                  </a:extLst>
                </p14:cNvPr>
                <p14:cNvContentPartPr/>
                <p14:nvPr/>
              </p14:nvContentPartPr>
              <p14:xfrm>
                <a:off x="3121705" y="6086585"/>
                <a:ext cx="82440" cy="19080"/>
              </p14:xfrm>
            </p:contentPart>
          </mc:Choice>
          <mc:Fallback xmlns="">
            <p:pic>
              <p:nvPicPr>
                <p:cNvPr id="152581" name="墨迹 152580">
                  <a:extLst>
                    <a:ext uri="{FF2B5EF4-FFF2-40B4-BE49-F238E27FC236}">
                      <a16:creationId xmlns:a16="http://schemas.microsoft.com/office/drawing/2014/main" id="{F710DD6F-3DB1-BF33-77DF-80CEF74E9784}"/>
                    </a:ext>
                  </a:extLst>
                </p:cNvPr>
                <p:cNvPicPr/>
                <p:nvPr/>
              </p:nvPicPr>
              <p:blipFill>
                <a:blip r:embed="rId121"/>
                <a:stretch>
                  <a:fillRect/>
                </a:stretch>
              </p:blipFill>
              <p:spPr>
                <a:xfrm>
                  <a:off x="3104065" y="6068585"/>
                  <a:ext cx="118080" cy="54720"/>
                </a:xfrm>
                <a:prstGeom prst="rect">
                  <a:avLst/>
                </a:prstGeom>
              </p:spPr>
            </p:pic>
          </mc:Fallback>
        </mc:AlternateContent>
        <mc:AlternateContent xmlns:mc="http://schemas.openxmlformats.org/markup-compatibility/2006" xmlns:p14="http://schemas.microsoft.com/office/powerpoint/2010/main">
          <mc:Choice Requires="p14">
            <p:contentPart p14:bwMode="auto" r:id="rId122">
              <p14:nvContentPartPr>
                <p14:cNvPr id="152582" name="墨迹 152581">
                  <a:extLst>
                    <a:ext uri="{FF2B5EF4-FFF2-40B4-BE49-F238E27FC236}">
                      <a16:creationId xmlns:a16="http://schemas.microsoft.com/office/drawing/2014/main" id="{71B89551-9BF2-5391-458D-1D61E4C5792A}"/>
                    </a:ext>
                  </a:extLst>
                </p14:cNvPr>
                <p14:cNvContentPartPr/>
                <p14:nvPr/>
              </p14:nvContentPartPr>
              <p14:xfrm>
                <a:off x="3121705" y="6226625"/>
                <a:ext cx="175320" cy="35640"/>
              </p14:xfrm>
            </p:contentPart>
          </mc:Choice>
          <mc:Fallback xmlns="">
            <p:pic>
              <p:nvPicPr>
                <p:cNvPr id="152582" name="墨迹 152581">
                  <a:extLst>
                    <a:ext uri="{FF2B5EF4-FFF2-40B4-BE49-F238E27FC236}">
                      <a16:creationId xmlns:a16="http://schemas.microsoft.com/office/drawing/2014/main" id="{71B89551-9BF2-5391-458D-1D61E4C5792A}"/>
                    </a:ext>
                  </a:extLst>
                </p:cNvPr>
                <p:cNvPicPr/>
                <p:nvPr/>
              </p:nvPicPr>
              <p:blipFill>
                <a:blip r:embed="rId123"/>
                <a:stretch>
                  <a:fillRect/>
                </a:stretch>
              </p:blipFill>
              <p:spPr>
                <a:xfrm>
                  <a:off x="3104065" y="6208985"/>
                  <a:ext cx="210960" cy="71280"/>
                </a:xfrm>
                <a:prstGeom prst="rect">
                  <a:avLst/>
                </a:prstGeom>
              </p:spPr>
            </p:pic>
          </mc:Fallback>
        </mc:AlternateContent>
        <mc:AlternateContent xmlns:mc="http://schemas.openxmlformats.org/markup-compatibility/2006" xmlns:p14="http://schemas.microsoft.com/office/powerpoint/2010/main">
          <mc:Choice Requires="p14">
            <p:contentPart p14:bwMode="auto" r:id="rId124">
              <p14:nvContentPartPr>
                <p14:cNvPr id="152583" name="墨迹 152582">
                  <a:extLst>
                    <a:ext uri="{FF2B5EF4-FFF2-40B4-BE49-F238E27FC236}">
                      <a16:creationId xmlns:a16="http://schemas.microsoft.com/office/drawing/2014/main" id="{3630B986-5857-636C-0304-947A6A05DCFC}"/>
                    </a:ext>
                  </a:extLst>
                </p14:cNvPr>
                <p14:cNvContentPartPr/>
                <p14:nvPr/>
              </p14:nvContentPartPr>
              <p14:xfrm>
                <a:off x="3140065" y="6077585"/>
                <a:ext cx="91440" cy="9720"/>
              </p14:xfrm>
            </p:contentPart>
          </mc:Choice>
          <mc:Fallback xmlns="">
            <p:pic>
              <p:nvPicPr>
                <p:cNvPr id="152583" name="墨迹 152582">
                  <a:extLst>
                    <a:ext uri="{FF2B5EF4-FFF2-40B4-BE49-F238E27FC236}">
                      <a16:creationId xmlns:a16="http://schemas.microsoft.com/office/drawing/2014/main" id="{3630B986-5857-636C-0304-947A6A05DCFC}"/>
                    </a:ext>
                  </a:extLst>
                </p:cNvPr>
                <p:cNvPicPr/>
                <p:nvPr/>
              </p:nvPicPr>
              <p:blipFill>
                <a:blip r:embed="rId125"/>
                <a:stretch>
                  <a:fillRect/>
                </a:stretch>
              </p:blipFill>
              <p:spPr>
                <a:xfrm>
                  <a:off x="3122425" y="6059585"/>
                  <a:ext cx="127080" cy="45360"/>
                </a:xfrm>
                <a:prstGeom prst="rect">
                  <a:avLst/>
                </a:prstGeom>
              </p:spPr>
            </p:pic>
          </mc:Fallback>
        </mc:AlternateContent>
        <mc:AlternateContent xmlns:mc="http://schemas.openxmlformats.org/markup-compatibility/2006" xmlns:p14="http://schemas.microsoft.com/office/powerpoint/2010/main">
          <mc:Choice Requires="p14">
            <p:contentPart p14:bwMode="auto" r:id="rId126">
              <p14:nvContentPartPr>
                <p14:cNvPr id="152584" name="墨迹 152583">
                  <a:extLst>
                    <a:ext uri="{FF2B5EF4-FFF2-40B4-BE49-F238E27FC236}">
                      <a16:creationId xmlns:a16="http://schemas.microsoft.com/office/drawing/2014/main" id="{6F6781F1-D9CD-3762-A76B-5F016A76E655}"/>
                    </a:ext>
                  </a:extLst>
                </p14:cNvPr>
                <p14:cNvContentPartPr/>
                <p14:nvPr/>
              </p14:nvContentPartPr>
              <p14:xfrm>
                <a:off x="3130705" y="6280625"/>
                <a:ext cx="82440" cy="360"/>
              </p14:xfrm>
            </p:contentPart>
          </mc:Choice>
          <mc:Fallback xmlns="">
            <p:pic>
              <p:nvPicPr>
                <p:cNvPr id="152584" name="墨迹 152583">
                  <a:extLst>
                    <a:ext uri="{FF2B5EF4-FFF2-40B4-BE49-F238E27FC236}">
                      <a16:creationId xmlns:a16="http://schemas.microsoft.com/office/drawing/2014/main" id="{6F6781F1-D9CD-3762-A76B-5F016A76E655}"/>
                    </a:ext>
                  </a:extLst>
                </p:cNvPr>
                <p:cNvPicPr/>
                <p:nvPr/>
              </p:nvPicPr>
              <p:blipFill>
                <a:blip r:embed="rId127"/>
                <a:stretch>
                  <a:fillRect/>
                </a:stretch>
              </p:blipFill>
              <p:spPr>
                <a:xfrm>
                  <a:off x="3113065" y="6262625"/>
                  <a:ext cx="118080" cy="36000"/>
                </a:xfrm>
                <a:prstGeom prst="rect">
                  <a:avLst/>
                </a:prstGeom>
              </p:spPr>
            </p:pic>
          </mc:Fallback>
        </mc:AlternateContent>
        <mc:AlternateContent xmlns:mc="http://schemas.openxmlformats.org/markup-compatibility/2006" xmlns:p14="http://schemas.microsoft.com/office/powerpoint/2010/main">
          <mc:Choice Requires="p14">
            <p:contentPart p14:bwMode="auto" r:id="rId128">
              <p14:nvContentPartPr>
                <p14:cNvPr id="152688" name="墨迹 152687">
                  <a:extLst>
                    <a:ext uri="{FF2B5EF4-FFF2-40B4-BE49-F238E27FC236}">
                      <a16:creationId xmlns:a16="http://schemas.microsoft.com/office/drawing/2014/main" id="{2AFDCC75-4DDB-392E-8D5A-2573729DC951}"/>
                    </a:ext>
                  </a:extLst>
                </p14:cNvPr>
                <p14:cNvContentPartPr/>
                <p14:nvPr/>
              </p14:nvContentPartPr>
              <p14:xfrm>
                <a:off x="2304505" y="6068225"/>
                <a:ext cx="89640" cy="559440"/>
              </p14:xfrm>
            </p:contentPart>
          </mc:Choice>
          <mc:Fallback xmlns="">
            <p:pic>
              <p:nvPicPr>
                <p:cNvPr id="152688" name="墨迹 152687">
                  <a:extLst>
                    <a:ext uri="{FF2B5EF4-FFF2-40B4-BE49-F238E27FC236}">
                      <a16:creationId xmlns:a16="http://schemas.microsoft.com/office/drawing/2014/main" id="{2AFDCC75-4DDB-392E-8D5A-2573729DC951}"/>
                    </a:ext>
                  </a:extLst>
                </p:cNvPr>
                <p:cNvPicPr/>
                <p:nvPr/>
              </p:nvPicPr>
              <p:blipFill>
                <a:blip r:embed="rId129"/>
                <a:stretch>
                  <a:fillRect/>
                </a:stretch>
              </p:blipFill>
              <p:spPr>
                <a:xfrm>
                  <a:off x="2286505" y="6050225"/>
                  <a:ext cx="125280" cy="595080"/>
                </a:xfrm>
                <a:prstGeom prst="rect">
                  <a:avLst/>
                </a:prstGeom>
              </p:spPr>
            </p:pic>
          </mc:Fallback>
        </mc:AlternateContent>
        <mc:AlternateContent xmlns:mc="http://schemas.openxmlformats.org/markup-compatibility/2006" xmlns:p14="http://schemas.microsoft.com/office/powerpoint/2010/main">
          <mc:Choice Requires="p14">
            <p:contentPart p14:bwMode="auto" r:id="rId130">
              <p14:nvContentPartPr>
                <p14:cNvPr id="152689" name="墨迹 152688">
                  <a:extLst>
                    <a:ext uri="{FF2B5EF4-FFF2-40B4-BE49-F238E27FC236}">
                      <a16:creationId xmlns:a16="http://schemas.microsoft.com/office/drawing/2014/main" id="{F1FE9850-3BBB-5D24-A5C5-590F37C87835}"/>
                    </a:ext>
                  </a:extLst>
                </p14:cNvPr>
                <p14:cNvContentPartPr/>
                <p14:nvPr/>
              </p14:nvContentPartPr>
              <p14:xfrm>
                <a:off x="2475145" y="6178385"/>
                <a:ext cx="116280" cy="28800"/>
              </p14:xfrm>
            </p:contentPart>
          </mc:Choice>
          <mc:Fallback xmlns="">
            <p:pic>
              <p:nvPicPr>
                <p:cNvPr id="152689" name="墨迹 152688">
                  <a:extLst>
                    <a:ext uri="{FF2B5EF4-FFF2-40B4-BE49-F238E27FC236}">
                      <a16:creationId xmlns:a16="http://schemas.microsoft.com/office/drawing/2014/main" id="{F1FE9850-3BBB-5D24-A5C5-590F37C87835}"/>
                    </a:ext>
                  </a:extLst>
                </p:cNvPr>
                <p:cNvPicPr/>
                <p:nvPr/>
              </p:nvPicPr>
              <p:blipFill>
                <a:blip r:embed="rId131"/>
                <a:stretch>
                  <a:fillRect/>
                </a:stretch>
              </p:blipFill>
              <p:spPr>
                <a:xfrm>
                  <a:off x="2457505" y="6160745"/>
                  <a:ext cx="151920" cy="64440"/>
                </a:xfrm>
                <a:prstGeom prst="rect">
                  <a:avLst/>
                </a:prstGeom>
              </p:spPr>
            </p:pic>
          </mc:Fallback>
        </mc:AlternateContent>
        <mc:AlternateContent xmlns:mc="http://schemas.openxmlformats.org/markup-compatibility/2006" xmlns:p14="http://schemas.microsoft.com/office/powerpoint/2010/main">
          <mc:Choice Requires="p14">
            <p:contentPart p14:bwMode="auto" r:id="rId132">
              <p14:nvContentPartPr>
                <p14:cNvPr id="152690" name="墨迹 152689">
                  <a:extLst>
                    <a:ext uri="{FF2B5EF4-FFF2-40B4-BE49-F238E27FC236}">
                      <a16:creationId xmlns:a16="http://schemas.microsoft.com/office/drawing/2014/main" id="{45171AE2-C8F6-9658-E5AD-EC045251BE18}"/>
                    </a:ext>
                  </a:extLst>
                </p14:cNvPr>
                <p14:cNvContentPartPr/>
                <p14:nvPr/>
              </p14:nvContentPartPr>
              <p14:xfrm>
                <a:off x="2509705" y="6105305"/>
                <a:ext cx="57960" cy="198720"/>
              </p14:xfrm>
            </p:contentPart>
          </mc:Choice>
          <mc:Fallback xmlns="">
            <p:pic>
              <p:nvPicPr>
                <p:cNvPr id="152690" name="墨迹 152689">
                  <a:extLst>
                    <a:ext uri="{FF2B5EF4-FFF2-40B4-BE49-F238E27FC236}">
                      <a16:creationId xmlns:a16="http://schemas.microsoft.com/office/drawing/2014/main" id="{45171AE2-C8F6-9658-E5AD-EC045251BE18}"/>
                    </a:ext>
                  </a:extLst>
                </p:cNvPr>
                <p:cNvPicPr/>
                <p:nvPr/>
              </p:nvPicPr>
              <p:blipFill>
                <a:blip r:embed="rId133"/>
                <a:stretch>
                  <a:fillRect/>
                </a:stretch>
              </p:blipFill>
              <p:spPr>
                <a:xfrm>
                  <a:off x="2492065" y="6087305"/>
                  <a:ext cx="93600" cy="234360"/>
                </a:xfrm>
                <a:prstGeom prst="rect">
                  <a:avLst/>
                </a:prstGeom>
              </p:spPr>
            </p:pic>
          </mc:Fallback>
        </mc:AlternateContent>
        <mc:AlternateContent xmlns:mc="http://schemas.openxmlformats.org/markup-compatibility/2006" xmlns:p14="http://schemas.microsoft.com/office/powerpoint/2010/main">
          <mc:Choice Requires="p14">
            <p:contentPart p14:bwMode="auto" r:id="rId134">
              <p14:nvContentPartPr>
                <p14:cNvPr id="152691" name="墨迹 152690">
                  <a:extLst>
                    <a:ext uri="{FF2B5EF4-FFF2-40B4-BE49-F238E27FC236}">
                      <a16:creationId xmlns:a16="http://schemas.microsoft.com/office/drawing/2014/main" id="{E1611EAA-6B0F-11C8-4E57-29191665EAC7}"/>
                    </a:ext>
                  </a:extLst>
                </p14:cNvPr>
                <p14:cNvContentPartPr/>
                <p14:nvPr/>
              </p14:nvContentPartPr>
              <p14:xfrm>
                <a:off x="2465785" y="6326705"/>
                <a:ext cx="267840" cy="360"/>
              </p14:xfrm>
            </p:contentPart>
          </mc:Choice>
          <mc:Fallback xmlns="">
            <p:pic>
              <p:nvPicPr>
                <p:cNvPr id="152691" name="墨迹 152690">
                  <a:extLst>
                    <a:ext uri="{FF2B5EF4-FFF2-40B4-BE49-F238E27FC236}">
                      <a16:creationId xmlns:a16="http://schemas.microsoft.com/office/drawing/2014/main" id="{E1611EAA-6B0F-11C8-4E57-29191665EAC7}"/>
                    </a:ext>
                  </a:extLst>
                </p:cNvPr>
                <p:cNvPicPr/>
                <p:nvPr/>
              </p:nvPicPr>
              <p:blipFill>
                <a:blip r:embed="rId135"/>
                <a:stretch>
                  <a:fillRect/>
                </a:stretch>
              </p:blipFill>
              <p:spPr>
                <a:xfrm>
                  <a:off x="2447785" y="6309065"/>
                  <a:ext cx="303480" cy="36000"/>
                </a:xfrm>
                <a:prstGeom prst="rect">
                  <a:avLst/>
                </a:prstGeom>
              </p:spPr>
            </p:pic>
          </mc:Fallback>
        </mc:AlternateContent>
        <mc:AlternateContent xmlns:mc="http://schemas.openxmlformats.org/markup-compatibility/2006" xmlns:p14="http://schemas.microsoft.com/office/powerpoint/2010/main">
          <mc:Choice Requires="p14">
            <p:contentPart p14:bwMode="auto" r:id="rId136">
              <p14:nvContentPartPr>
                <p14:cNvPr id="152693" name="墨迹 152692">
                  <a:extLst>
                    <a:ext uri="{FF2B5EF4-FFF2-40B4-BE49-F238E27FC236}">
                      <a16:creationId xmlns:a16="http://schemas.microsoft.com/office/drawing/2014/main" id="{5E05F68B-CF79-F36F-5FFB-99775172B519}"/>
                    </a:ext>
                  </a:extLst>
                </p14:cNvPr>
                <p14:cNvContentPartPr/>
                <p14:nvPr/>
              </p14:nvContentPartPr>
              <p14:xfrm>
                <a:off x="2470105" y="6396905"/>
                <a:ext cx="192240" cy="99360"/>
              </p14:xfrm>
            </p:contentPart>
          </mc:Choice>
          <mc:Fallback xmlns="">
            <p:pic>
              <p:nvPicPr>
                <p:cNvPr id="152693" name="墨迹 152692">
                  <a:extLst>
                    <a:ext uri="{FF2B5EF4-FFF2-40B4-BE49-F238E27FC236}">
                      <a16:creationId xmlns:a16="http://schemas.microsoft.com/office/drawing/2014/main" id="{5E05F68B-CF79-F36F-5FFB-99775172B519}"/>
                    </a:ext>
                  </a:extLst>
                </p:cNvPr>
                <p:cNvPicPr/>
                <p:nvPr/>
              </p:nvPicPr>
              <p:blipFill>
                <a:blip r:embed="rId137"/>
                <a:stretch>
                  <a:fillRect/>
                </a:stretch>
              </p:blipFill>
              <p:spPr>
                <a:xfrm>
                  <a:off x="2452465" y="6379265"/>
                  <a:ext cx="227880" cy="135000"/>
                </a:xfrm>
                <a:prstGeom prst="rect">
                  <a:avLst/>
                </a:prstGeom>
              </p:spPr>
            </p:pic>
          </mc:Fallback>
        </mc:AlternateContent>
        <mc:AlternateContent xmlns:mc="http://schemas.openxmlformats.org/markup-compatibility/2006" xmlns:p14="http://schemas.microsoft.com/office/powerpoint/2010/main">
          <mc:Choice Requires="p14">
            <p:contentPart p14:bwMode="auto" r:id="rId138">
              <p14:nvContentPartPr>
                <p14:cNvPr id="152694" name="墨迹 152693">
                  <a:extLst>
                    <a:ext uri="{FF2B5EF4-FFF2-40B4-BE49-F238E27FC236}">
                      <a16:creationId xmlns:a16="http://schemas.microsoft.com/office/drawing/2014/main" id="{9BCDE750-E34C-79E6-2EB2-6E96F1DC290B}"/>
                    </a:ext>
                  </a:extLst>
                </p14:cNvPr>
                <p14:cNvContentPartPr/>
                <p14:nvPr/>
              </p14:nvContentPartPr>
              <p14:xfrm>
                <a:off x="2522305" y="6409865"/>
                <a:ext cx="45360" cy="18000"/>
              </p14:xfrm>
            </p:contentPart>
          </mc:Choice>
          <mc:Fallback xmlns="">
            <p:pic>
              <p:nvPicPr>
                <p:cNvPr id="152694" name="墨迹 152693">
                  <a:extLst>
                    <a:ext uri="{FF2B5EF4-FFF2-40B4-BE49-F238E27FC236}">
                      <a16:creationId xmlns:a16="http://schemas.microsoft.com/office/drawing/2014/main" id="{9BCDE750-E34C-79E6-2EB2-6E96F1DC290B}"/>
                    </a:ext>
                  </a:extLst>
                </p:cNvPr>
                <p:cNvPicPr/>
                <p:nvPr/>
              </p:nvPicPr>
              <p:blipFill>
                <a:blip r:embed="rId139"/>
                <a:stretch>
                  <a:fillRect/>
                </a:stretch>
              </p:blipFill>
              <p:spPr>
                <a:xfrm>
                  <a:off x="2504665" y="6392225"/>
                  <a:ext cx="81000" cy="53640"/>
                </a:xfrm>
                <a:prstGeom prst="rect">
                  <a:avLst/>
                </a:prstGeom>
              </p:spPr>
            </p:pic>
          </mc:Fallback>
        </mc:AlternateContent>
        <mc:AlternateContent xmlns:mc="http://schemas.openxmlformats.org/markup-compatibility/2006" xmlns:p14="http://schemas.microsoft.com/office/powerpoint/2010/main">
          <mc:Choice Requires="p14">
            <p:contentPart p14:bwMode="auto" r:id="rId140">
              <p14:nvContentPartPr>
                <p14:cNvPr id="152695" name="墨迹 152694">
                  <a:extLst>
                    <a:ext uri="{FF2B5EF4-FFF2-40B4-BE49-F238E27FC236}">
                      <a16:creationId xmlns:a16="http://schemas.microsoft.com/office/drawing/2014/main" id="{B98DC6B5-5826-6DC7-7EF5-A719F26CA65D}"/>
                    </a:ext>
                  </a:extLst>
                </p14:cNvPr>
                <p14:cNvContentPartPr/>
                <p14:nvPr/>
              </p14:nvContentPartPr>
              <p14:xfrm>
                <a:off x="2530585" y="6437585"/>
                <a:ext cx="34200" cy="65880"/>
              </p14:xfrm>
            </p:contentPart>
          </mc:Choice>
          <mc:Fallback xmlns="">
            <p:pic>
              <p:nvPicPr>
                <p:cNvPr id="152695" name="墨迹 152694">
                  <a:extLst>
                    <a:ext uri="{FF2B5EF4-FFF2-40B4-BE49-F238E27FC236}">
                      <a16:creationId xmlns:a16="http://schemas.microsoft.com/office/drawing/2014/main" id="{B98DC6B5-5826-6DC7-7EF5-A719F26CA65D}"/>
                    </a:ext>
                  </a:extLst>
                </p:cNvPr>
                <p:cNvPicPr/>
                <p:nvPr/>
              </p:nvPicPr>
              <p:blipFill>
                <a:blip r:embed="rId141"/>
                <a:stretch>
                  <a:fillRect/>
                </a:stretch>
              </p:blipFill>
              <p:spPr>
                <a:xfrm>
                  <a:off x="2512945" y="6419585"/>
                  <a:ext cx="69840" cy="101520"/>
                </a:xfrm>
                <a:prstGeom prst="rect">
                  <a:avLst/>
                </a:prstGeom>
              </p:spPr>
            </p:pic>
          </mc:Fallback>
        </mc:AlternateContent>
      </p:grpSp>
      <p:grpSp>
        <p:nvGrpSpPr>
          <p:cNvPr id="152703" name="组合 152702">
            <a:extLst>
              <a:ext uri="{FF2B5EF4-FFF2-40B4-BE49-F238E27FC236}">
                <a16:creationId xmlns:a16="http://schemas.microsoft.com/office/drawing/2014/main" id="{CBD5A078-2946-50BA-60B7-0A0038DDFE12}"/>
              </a:ext>
            </a:extLst>
          </p:cNvPr>
          <p:cNvGrpSpPr/>
          <p:nvPr/>
        </p:nvGrpSpPr>
        <p:grpSpPr>
          <a:xfrm>
            <a:off x="6585985" y="4525625"/>
            <a:ext cx="618480" cy="915480"/>
            <a:chOff x="6585985" y="4525625"/>
            <a:chExt cx="618480" cy="915480"/>
          </a:xfrm>
        </p:grpSpPr>
        <mc:AlternateContent xmlns:mc="http://schemas.openxmlformats.org/markup-compatibility/2006" xmlns:p14="http://schemas.microsoft.com/office/powerpoint/2010/main">
          <mc:Choice Requires="p14">
            <p:contentPart p14:bwMode="auto" r:id="rId142">
              <p14:nvContentPartPr>
                <p14:cNvPr id="152698" name="墨迹 152697">
                  <a:extLst>
                    <a:ext uri="{FF2B5EF4-FFF2-40B4-BE49-F238E27FC236}">
                      <a16:creationId xmlns:a16="http://schemas.microsoft.com/office/drawing/2014/main" id="{6E8A5BDA-1C93-403C-2681-1031E037C1B5}"/>
                    </a:ext>
                  </a:extLst>
                </p14:cNvPr>
                <p14:cNvContentPartPr/>
                <p14:nvPr/>
              </p14:nvContentPartPr>
              <p14:xfrm>
                <a:off x="6585985" y="4784105"/>
                <a:ext cx="212760" cy="414720"/>
              </p14:xfrm>
            </p:contentPart>
          </mc:Choice>
          <mc:Fallback xmlns="">
            <p:pic>
              <p:nvPicPr>
                <p:cNvPr id="152698" name="墨迹 152697">
                  <a:extLst>
                    <a:ext uri="{FF2B5EF4-FFF2-40B4-BE49-F238E27FC236}">
                      <a16:creationId xmlns:a16="http://schemas.microsoft.com/office/drawing/2014/main" id="{6E8A5BDA-1C93-403C-2681-1031E037C1B5}"/>
                    </a:ext>
                  </a:extLst>
                </p:cNvPr>
                <p:cNvPicPr/>
                <p:nvPr/>
              </p:nvPicPr>
              <p:blipFill>
                <a:blip r:embed="rId143"/>
                <a:stretch>
                  <a:fillRect/>
                </a:stretch>
              </p:blipFill>
              <p:spPr>
                <a:xfrm>
                  <a:off x="6567985" y="4766465"/>
                  <a:ext cx="248400" cy="450360"/>
                </a:xfrm>
                <a:prstGeom prst="rect">
                  <a:avLst/>
                </a:prstGeom>
              </p:spPr>
            </p:pic>
          </mc:Fallback>
        </mc:AlternateContent>
        <mc:AlternateContent xmlns:mc="http://schemas.openxmlformats.org/markup-compatibility/2006" xmlns:p14="http://schemas.microsoft.com/office/powerpoint/2010/main">
          <mc:Choice Requires="p14">
            <p:contentPart p14:bwMode="auto" r:id="rId144">
              <p14:nvContentPartPr>
                <p14:cNvPr id="152699" name="墨迹 152698">
                  <a:extLst>
                    <a:ext uri="{FF2B5EF4-FFF2-40B4-BE49-F238E27FC236}">
                      <a16:creationId xmlns:a16="http://schemas.microsoft.com/office/drawing/2014/main" id="{2D340C15-0599-5A67-780F-BE57003F3F87}"/>
                    </a:ext>
                  </a:extLst>
                </p14:cNvPr>
                <p14:cNvContentPartPr/>
                <p14:nvPr/>
              </p14:nvContentPartPr>
              <p14:xfrm>
                <a:off x="6661945" y="5018825"/>
                <a:ext cx="153360" cy="200160"/>
              </p14:xfrm>
            </p:contentPart>
          </mc:Choice>
          <mc:Fallback xmlns="">
            <p:pic>
              <p:nvPicPr>
                <p:cNvPr id="152699" name="墨迹 152698">
                  <a:extLst>
                    <a:ext uri="{FF2B5EF4-FFF2-40B4-BE49-F238E27FC236}">
                      <a16:creationId xmlns:a16="http://schemas.microsoft.com/office/drawing/2014/main" id="{2D340C15-0599-5A67-780F-BE57003F3F87}"/>
                    </a:ext>
                  </a:extLst>
                </p:cNvPr>
                <p:cNvPicPr/>
                <p:nvPr/>
              </p:nvPicPr>
              <p:blipFill>
                <a:blip r:embed="rId145"/>
                <a:stretch>
                  <a:fillRect/>
                </a:stretch>
              </p:blipFill>
              <p:spPr>
                <a:xfrm>
                  <a:off x="6643945" y="5001185"/>
                  <a:ext cx="189000" cy="235800"/>
                </a:xfrm>
                <a:prstGeom prst="rect">
                  <a:avLst/>
                </a:prstGeom>
              </p:spPr>
            </p:pic>
          </mc:Fallback>
        </mc:AlternateContent>
        <mc:AlternateContent xmlns:mc="http://schemas.openxmlformats.org/markup-compatibility/2006" xmlns:p14="http://schemas.microsoft.com/office/powerpoint/2010/main">
          <mc:Choice Requires="p14">
            <p:contentPart p14:bwMode="auto" r:id="rId146">
              <p14:nvContentPartPr>
                <p14:cNvPr id="152700" name="墨迹 152699">
                  <a:extLst>
                    <a:ext uri="{FF2B5EF4-FFF2-40B4-BE49-F238E27FC236}">
                      <a16:creationId xmlns:a16="http://schemas.microsoft.com/office/drawing/2014/main" id="{1BD51448-66F3-D030-2122-4EB2034E3F21}"/>
                    </a:ext>
                  </a:extLst>
                </p14:cNvPr>
                <p14:cNvContentPartPr/>
                <p14:nvPr/>
              </p14:nvContentPartPr>
              <p14:xfrm>
                <a:off x="6880825" y="4711385"/>
                <a:ext cx="323640" cy="294840"/>
              </p14:xfrm>
            </p:contentPart>
          </mc:Choice>
          <mc:Fallback xmlns="">
            <p:pic>
              <p:nvPicPr>
                <p:cNvPr id="152700" name="墨迹 152699">
                  <a:extLst>
                    <a:ext uri="{FF2B5EF4-FFF2-40B4-BE49-F238E27FC236}">
                      <a16:creationId xmlns:a16="http://schemas.microsoft.com/office/drawing/2014/main" id="{1BD51448-66F3-D030-2122-4EB2034E3F21}"/>
                    </a:ext>
                  </a:extLst>
                </p:cNvPr>
                <p:cNvPicPr/>
                <p:nvPr/>
              </p:nvPicPr>
              <p:blipFill>
                <a:blip r:embed="rId147"/>
                <a:stretch>
                  <a:fillRect/>
                </a:stretch>
              </p:blipFill>
              <p:spPr>
                <a:xfrm>
                  <a:off x="6862825" y="4693745"/>
                  <a:ext cx="359280" cy="330480"/>
                </a:xfrm>
                <a:prstGeom prst="rect">
                  <a:avLst/>
                </a:prstGeom>
              </p:spPr>
            </p:pic>
          </mc:Fallback>
        </mc:AlternateContent>
        <mc:AlternateContent xmlns:mc="http://schemas.openxmlformats.org/markup-compatibility/2006" xmlns:p14="http://schemas.microsoft.com/office/powerpoint/2010/main">
          <mc:Choice Requires="p14">
            <p:contentPart p14:bwMode="auto" r:id="rId148">
              <p14:nvContentPartPr>
                <p14:cNvPr id="152701" name="墨迹 152700">
                  <a:extLst>
                    <a:ext uri="{FF2B5EF4-FFF2-40B4-BE49-F238E27FC236}">
                      <a16:creationId xmlns:a16="http://schemas.microsoft.com/office/drawing/2014/main" id="{CEF40F1C-758C-EAD2-E18D-9F098AAB7441}"/>
                    </a:ext>
                  </a:extLst>
                </p14:cNvPr>
                <p14:cNvContentPartPr/>
                <p14:nvPr/>
              </p14:nvContentPartPr>
              <p14:xfrm>
                <a:off x="6984145" y="4525625"/>
                <a:ext cx="138600" cy="915480"/>
              </p14:xfrm>
            </p:contentPart>
          </mc:Choice>
          <mc:Fallback xmlns="">
            <p:pic>
              <p:nvPicPr>
                <p:cNvPr id="152701" name="墨迹 152700">
                  <a:extLst>
                    <a:ext uri="{FF2B5EF4-FFF2-40B4-BE49-F238E27FC236}">
                      <a16:creationId xmlns:a16="http://schemas.microsoft.com/office/drawing/2014/main" id="{CEF40F1C-758C-EAD2-E18D-9F098AAB7441}"/>
                    </a:ext>
                  </a:extLst>
                </p:cNvPr>
                <p:cNvPicPr/>
                <p:nvPr/>
              </p:nvPicPr>
              <p:blipFill>
                <a:blip r:embed="rId149"/>
                <a:stretch>
                  <a:fillRect/>
                </a:stretch>
              </p:blipFill>
              <p:spPr>
                <a:xfrm>
                  <a:off x="6966505" y="4507625"/>
                  <a:ext cx="174240" cy="951120"/>
                </a:xfrm>
                <a:prstGeom prst="rect">
                  <a:avLst/>
                </a:prstGeom>
              </p:spPr>
            </p:pic>
          </mc:Fallback>
        </mc:AlternateContent>
        <mc:AlternateContent xmlns:mc="http://schemas.openxmlformats.org/markup-compatibility/2006" xmlns:p14="http://schemas.microsoft.com/office/powerpoint/2010/main">
          <mc:Choice Requires="p14">
            <p:contentPart p14:bwMode="auto" r:id="rId150">
              <p14:nvContentPartPr>
                <p14:cNvPr id="152702" name="墨迹 152701">
                  <a:extLst>
                    <a:ext uri="{FF2B5EF4-FFF2-40B4-BE49-F238E27FC236}">
                      <a16:creationId xmlns:a16="http://schemas.microsoft.com/office/drawing/2014/main" id="{A6D6192A-82AD-8881-23EF-EAB1F12CE200}"/>
                    </a:ext>
                  </a:extLst>
                </p14:cNvPr>
                <p14:cNvContentPartPr/>
                <p14:nvPr/>
              </p14:nvContentPartPr>
              <p14:xfrm>
                <a:off x="6982705" y="5181545"/>
                <a:ext cx="38160" cy="5760"/>
              </p14:xfrm>
            </p:contentPart>
          </mc:Choice>
          <mc:Fallback xmlns="">
            <p:pic>
              <p:nvPicPr>
                <p:cNvPr id="152702" name="墨迹 152701">
                  <a:extLst>
                    <a:ext uri="{FF2B5EF4-FFF2-40B4-BE49-F238E27FC236}">
                      <a16:creationId xmlns:a16="http://schemas.microsoft.com/office/drawing/2014/main" id="{A6D6192A-82AD-8881-23EF-EAB1F12CE200}"/>
                    </a:ext>
                  </a:extLst>
                </p:cNvPr>
                <p:cNvPicPr/>
                <p:nvPr/>
              </p:nvPicPr>
              <p:blipFill>
                <a:blip r:embed="rId151"/>
                <a:stretch>
                  <a:fillRect/>
                </a:stretch>
              </p:blipFill>
              <p:spPr>
                <a:xfrm>
                  <a:off x="6964705" y="5163545"/>
                  <a:ext cx="73800" cy="41400"/>
                </a:xfrm>
                <a:prstGeom prst="rect">
                  <a:avLst/>
                </a:prstGeom>
              </p:spPr>
            </p:pic>
          </mc:Fallback>
        </mc:AlternateContent>
      </p:grpSp>
    </p:spTree>
  </p:cSld>
  <p:clrMapOvr>
    <a:masterClrMapping/>
  </p:clrMapOvr>
  <p:transition/>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01" name="矩形 70657"/>
          <p:cNvSpPr/>
          <p:nvPr/>
        </p:nvSpPr>
        <p:spPr>
          <a:xfrm>
            <a:off x="304800" y="533400"/>
            <a:ext cx="4864100" cy="685800"/>
          </a:xfrm>
          <a:prstGeom prst="rect">
            <a:avLst/>
          </a:prstGeom>
          <a:noFill/>
          <a:ln w="9525">
            <a:noFill/>
          </a:ln>
        </p:spPr>
        <p:txBody>
          <a:bodyPr lIns="92075" tIns="46038" rIns="92075" bIns="46038" anchor="t" anchorCtr="0"/>
          <a:lstStyle/>
          <a:p>
            <a:pPr marL="342900" indent="-342900">
              <a:spcBef>
                <a:spcPct val="20000"/>
              </a:spcBef>
              <a:buClr>
                <a:schemeClr val="tx2"/>
              </a:buClr>
            </a:pPr>
            <a:r>
              <a:rPr lang="en-US" altLang="zh-CN" sz="2800" b="1">
                <a:latin typeface="Times New Roman" panose="02020603050405020304" pitchFamily="2" charset="0"/>
                <a:ea typeface="宋体" panose="02010600030101010101" pitchFamily="2" charset="-122"/>
              </a:rPr>
              <a:t>2</a:t>
            </a:r>
            <a:r>
              <a:rPr lang="zh-CN" altLang="en-US" sz="2800" b="1">
                <a:latin typeface="Times New Roman" panose="02020603050405020304" pitchFamily="2" charset="0"/>
                <a:ea typeface="宋体" panose="02010600030101010101" pitchFamily="2" charset="-122"/>
              </a:rPr>
              <a:t>、常数序列的傅里叶变换对</a:t>
            </a:r>
          </a:p>
        </p:txBody>
      </p:sp>
      <p:graphicFrame>
        <p:nvGraphicFramePr>
          <p:cNvPr id="153602" name="对象 70658"/>
          <p:cNvGraphicFramePr>
            <a:graphicFrameLocks noChangeAspect="1"/>
          </p:cNvGraphicFramePr>
          <p:nvPr/>
        </p:nvGraphicFramePr>
        <p:xfrm>
          <a:off x="1527175" y="1177925"/>
          <a:ext cx="5495925" cy="950913"/>
        </p:xfrm>
        <a:graphic>
          <a:graphicData uri="http://schemas.openxmlformats.org/presentationml/2006/ole">
            <mc:AlternateContent xmlns:mc="http://schemas.openxmlformats.org/markup-compatibility/2006">
              <mc:Choice xmlns:v="urn:schemas-microsoft-com:vml" Requires="v">
                <p:oleObj r:id="rId2" imgW="2411730" imgH="444500" progId="Equation.3">
                  <p:embed/>
                </p:oleObj>
              </mc:Choice>
              <mc:Fallback>
                <p:oleObj r:id="rId2" imgW="2411730" imgH="444500" progId="Equation.3">
                  <p:embed/>
                  <p:pic>
                    <p:nvPicPr>
                      <p:cNvPr id="0" name="图片 3678"/>
                      <p:cNvPicPr/>
                      <p:nvPr/>
                    </p:nvPicPr>
                    <p:blipFill>
                      <a:blip r:embed="rId3"/>
                      <a:stretch>
                        <a:fillRect/>
                      </a:stretch>
                    </p:blipFill>
                    <p:spPr>
                      <a:xfrm>
                        <a:off x="1527175" y="1177925"/>
                        <a:ext cx="5495925" cy="950913"/>
                      </a:xfrm>
                      <a:prstGeom prst="rect">
                        <a:avLst/>
                      </a:prstGeom>
                      <a:noFill/>
                      <a:ln w="38100">
                        <a:noFill/>
                        <a:miter/>
                      </a:ln>
                    </p:spPr>
                  </p:pic>
                </p:oleObj>
              </mc:Fallback>
            </mc:AlternateContent>
          </a:graphicData>
        </a:graphic>
      </p:graphicFrame>
      <p:sp>
        <p:nvSpPr>
          <p:cNvPr id="153603" name="矩形 70659"/>
          <p:cNvSpPr/>
          <p:nvPr/>
        </p:nvSpPr>
        <p:spPr>
          <a:xfrm>
            <a:off x="731838" y="2209800"/>
            <a:ext cx="7800975" cy="1295400"/>
          </a:xfrm>
          <a:prstGeom prst="rect">
            <a:avLst/>
          </a:prstGeom>
          <a:noFill/>
          <a:ln w="9525">
            <a:noFill/>
          </a:ln>
        </p:spPr>
        <p:txBody>
          <a:bodyPr lIns="92075" tIns="46038" rIns="92075" bIns="46038" anchor="t" anchorCtr="0"/>
          <a:lstStyle/>
          <a:p>
            <a:pPr marL="342900" indent="-342900">
              <a:lnSpc>
                <a:spcPct val="140000"/>
              </a:lnSpc>
              <a:spcBef>
                <a:spcPct val="20000"/>
              </a:spcBef>
              <a:buClr>
                <a:schemeClr val="tx2"/>
              </a:buClr>
              <a:buFont typeface="Wingdings" panose="05000000000000000000" pitchFamily="2" charset="2"/>
              <a:buChar char="q"/>
            </a:pPr>
            <a:r>
              <a:rPr lang="zh-CN" altLang="en-US" sz="2400" dirty="0">
                <a:latin typeface="Times New Roman" panose="02020603050405020304" pitchFamily="2" charset="0"/>
                <a:ea typeface="宋体" panose="02010600030101010101" pitchFamily="2" charset="-122"/>
              </a:rPr>
              <a:t>常数序列的傅里叶变换，是以</a:t>
            </a:r>
            <a:r>
              <a:rPr lang="en-US" altLang="zh-CN" sz="2400" dirty="0">
                <a:latin typeface="Times New Roman" panose="02020603050405020304" pitchFamily="2" charset="0"/>
                <a:ea typeface="宋体" panose="02010600030101010101" pitchFamily="2" charset="-122"/>
              </a:rPr>
              <a:t>w=0</a:t>
            </a:r>
            <a:r>
              <a:rPr lang="zh-CN" altLang="en-US" sz="2400" dirty="0">
                <a:latin typeface="Times New Roman" panose="02020603050405020304" pitchFamily="2" charset="0"/>
                <a:ea typeface="宋体" panose="02010600030101010101" pitchFamily="2" charset="-122"/>
              </a:rPr>
              <a:t>为中心，以</a:t>
            </a:r>
            <a:r>
              <a:rPr lang="en-US" altLang="zh-CN" sz="2400" dirty="0">
                <a:latin typeface="Times New Roman" panose="02020603050405020304" pitchFamily="2" charset="0"/>
                <a:ea typeface="宋体" panose="02010600030101010101" pitchFamily="2" charset="-122"/>
              </a:rPr>
              <a:t>2</a:t>
            </a:r>
            <a:r>
              <a:rPr lang="en-US" altLang="zh-CN" sz="2400" dirty="0">
                <a:latin typeface="Times New Roman" panose="02020603050405020304" pitchFamily="2" charset="0"/>
                <a:ea typeface="宋体" panose="02010600030101010101" pitchFamily="2" charset="-122"/>
                <a:sym typeface="微软雅黑" panose="020B0503020204020204" pitchFamily="2" charset="-122"/>
              </a:rPr>
              <a:t>π</a:t>
            </a:r>
            <a:r>
              <a:rPr lang="zh-CN" altLang="en-US" sz="2400" dirty="0">
                <a:latin typeface="Times New Roman" panose="02020603050405020304" pitchFamily="2" charset="0"/>
                <a:ea typeface="宋体" panose="02010600030101010101" pitchFamily="2" charset="-122"/>
              </a:rPr>
              <a:t>的整数倍为间距的一系列冲激函数，其积分面积为</a:t>
            </a:r>
            <a:r>
              <a:rPr lang="en-US" altLang="zh-CN" sz="2400" dirty="0">
                <a:latin typeface="Times New Roman" panose="02020603050405020304" pitchFamily="2" charset="0"/>
                <a:ea typeface="宋体" panose="02010600030101010101" pitchFamily="2" charset="-122"/>
              </a:rPr>
              <a:t>2</a:t>
            </a:r>
            <a:r>
              <a:rPr lang="en-US" altLang="zh-CN" sz="2400" dirty="0">
                <a:latin typeface="Times New Roman" panose="02020603050405020304" pitchFamily="2" charset="0"/>
                <a:ea typeface="宋体" panose="02010600030101010101" pitchFamily="2" charset="-122"/>
                <a:sym typeface="微软雅黑" panose="020B0503020204020204" pitchFamily="2" charset="-122"/>
              </a:rPr>
              <a:t>π</a:t>
            </a:r>
            <a:endParaRPr lang="en-US" altLang="zh-CN" sz="2400" dirty="0">
              <a:latin typeface="Times New Roman" panose="02020603050405020304" pitchFamily="2" charset="0"/>
              <a:ea typeface="宋体" panose="02010600030101010101" pitchFamily="2" charset="-122"/>
            </a:endParaRPr>
          </a:p>
        </p:txBody>
      </p:sp>
      <p:sp>
        <p:nvSpPr>
          <p:cNvPr id="153604" name="矩形 70660"/>
          <p:cNvSpPr/>
          <p:nvPr/>
        </p:nvSpPr>
        <p:spPr>
          <a:xfrm>
            <a:off x="304800" y="3505200"/>
            <a:ext cx="7772400" cy="685800"/>
          </a:xfrm>
          <a:prstGeom prst="rect">
            <a:avLst/>
          </a:prstGeom>
          <a:noFill/>
          <a:ln w="9525">
            <a:noFill/>
          </a:ln>
        </p:spPr>
        <p:txBody>
          <a:bodyPr lIns="92075" tIns="46038" rIns="92075" bIns="46038" anchor="t" anchorCtr="0"/>
          <a:lstStyle/>
          <a:p>
            <a:pPr marL="342900" indent="-342900">
              <a:spcBef>
                <a:spcPct val="20000"/>
              </a:spcBef>
              <a:buClr>
                <a:schemeClr val="tx2"/>
              </a:buClr>
            </a:pPr>
            <a:r>
              <a:rPr lang="en-US" altLang="zh-CN" sz="2800" b="1" dirty="0">
                <a:latin typeface="Times New Roman" panose="02020603050405020304" pitchFamily="2" charset="0"/>
                <a:ea typeface="宋体" panose="02010600030101010101" pitchFamily="2" charset="-122"/>
              </a:rPr>
              <a:t>3</a:t>
            </a:r>
            <a:r>
              <a:rPr lang="zh-CN" altLang="en-US" sz="2800" b="1" dirty="0">
                <a:latin typeface="Times New Roman" panose="02020603050405020304" pitchFamily="2" charset="0"/>
                <a:ea typeface="宋体" panose="02010600030101010101" pitchFamily="2" charset="-122"/>
              </a:rPr>
              <a:t>、周期为</a:t>
            </a:r>
            <a:r>
              <a:rPr lang="en-US" altLang="zh-CN" sz="2800" b="1" dirty="0">
                <a:latin typeface="Times New Roman" panose="02020603050405020304" pitchFamily="2" charset="0"/>
                <a:ea typeface="宋体" panose="02010600030101010101" pitchFamily="2" charset="-122"/>
              </a:rPr>
              <a:t>N</a:t>
            </a:r>
            <a:r>
              <a:rPr lang="zh-CN" altLang="en-US" sz="2800" b="1" dirty="0">
                <a:latin typeface="Times New Roman" panose="02020603050405020304" pitchFamily="2" charset="0"/>
                <a:ea typeface="宋体" panose="02010600030101010101" pitchFamily="2" charset="-122"/>
              </a:rPr>
              <a:t>的单位抽样序列串的傅里叶变换对</a:t>
            </a:r>
          </a:p>
        </p:txBody>
      </p:sp>
      <p:graphicFrame>
        <p:nvGraphicFramePr>
          <p:cNvPr id="153605" name="对象 70661"/>
          <p:cNvGraphicFramePr>
            <a:graphicFrameLocks noChangeAspect="1"/>
          </p:cNvGraphicFramePr>
          <p:nvPr/>
        </p:nvGraphicFramePr>
        <p:xfrm>
          <a:off x="1527175" y="4141788"/>
          <a:ext cx="5956300" cy="963612"/>
        </p:xfrm>
        <a:graphic>
          <a:graphicData uri="http://schemas.openxmlformats.org/presentationml/2006/ole">
            <mc:AlternateContent xmlns:mc="http://schemas.openxmlformats.org/markup-compatibility/2006">
              <mc:Choice xmlns:v="urn:schemas-microsoft-com:vml" Requires="v">
                <p:oleObj r:id="rId4" imgW="2540000" imgH="457200" progId="Equation.3">
                  <p:embed/>
                </p:oleObj>
              </mc:Choice>
              <mc:Fallback>
                <p:oleObj r:id="rId4" imgW="2540000" imgH="457200" progId="Equation.3">
                  <p:embed/>
                  <p:pic>
                    <p:nvPicPr>
                      <p:cNvPr id="0" name="图片 3687"/>
                      <p:cNvPicPr/>
                      <p:nvPr/>
                    </p:nvPicPr>
                    <p:blipFill>
                      <a:blip r:embed="rId5"/>
                      <a:stretch>
                        <a:fillRect/>
                      </a:stretch>
                    </p:blipFill>
                    <p:spPr>
                      <a:xfrm>
                        <a:off x="1527175" y="4141788"/>
                        <a:ext cx="5956300" cy="963612"/>
                      </a:xfrm>
                      <a:prstGeom prst="rect">
                        <a:avLst/>
                      </a:prstGeom>
                      <a:noFill/>
                      <a:ln w="38100">
                        <a:noFill/>
                        <a:miter/>
                      </a:ln>
                    </p:spPr>
                  </p:pic>
                </p:oleObj>
              </mc:Fallback>
            </mc:AlternateContent>
          </a:graphicData>
        </a:graphic>
      </p:graphicFrame>
      <p:sp>
        <p:nvSpPr>
          <p:cNvPr id="153606" name="矩形 70662"/>
          <p:cNvSpPr/>
          <p:nvPr/>
        </p:nvSpPr>
        <p:spPr>
          <a:xfrm>
            <a:off x="620713" y="5105400"/>
            <a:ext cx="7769225" cy="1600200"/>
          </a:xfrm>
          <a:prstGeom prst="rect">
            <a:avLst/>
          </a:prstGeom>
          <a:noFill/>
          <a:ln w="9525">
            <a:noFill/>
          </a:ln>
        </p:spPr>
        <p:txBody>
          <a:bodyPr lIns="92075" tIns="46038" rIns="92075" bIns="46038" anchor="t" anchorCtr="0"/>
          <a:lstStyle/>
          <a:p>
            <a:pPr marL="342900" indent="-342900">
              <a:lnSpc>
                <a:spcPct val="120000"/>
              </a:lnSpc>
              <a:spcBef>
                <a:spcPct val="20000"/>
              </a:spcBef>
              <a:buClr>
                <a:schemeClr val="tx2"/>
              </a:buClr>
              <a:buFont typeface="Wingdings" panose="05000000000000000000" pitchFamily="2" charset="2"/>
              <a:buChar char="q"/>
            </a:pPr>
            <a:r>
              <a:rPr lang="zh-CN" altLang="en-US" sz="2400">
                <a:latin typeface="Times New Roman" panose="02020603050405020304" pitchFamily="2" charset="0"/>
                <a:ea typeface="宋体" panose="02010600030101010101" pitchFamily="2" charset="-122"/>
              </a:rPr>
              <a:t>周期为</a:t>
            </a:r>
            <a:r>
              <a:rPr lang="en-US" altLang="zh-CN" sz="2400">
                <a:latin typeface="Times New Roman" panose="02020603050405020304" pitchFamily="2" charset="0"/>
                <a:ea typeface="宋体" panose="02010600030101010101" pitchFamily="2" charset="-122"/>
              </a:rPr>
              <a:t>N</a:t>
            </a:r>
            <a:r>
              <a:rPr lang="zh-CN" altLang="en-US" sz="2400">
                <a:latin typeface="Times New Roman" panose="02020603050405020304" pitchFamily="2" charset="0"/>
                <a:ea typeface="宋体" panose="02010600030101010101" pitchFamily="2" charset="-122"/>
              </a:rPr>
              <a:t>的单位抽样序列，其傅里叶变换是频率在</a:t>
            </a:r>
            <a:r>
              <a:rPr lang="en-US" altLang="zh-CN" sz="2400">
                <a:latin typeface="Times New Roman" panose="02020603050405020304" pitchFamily="2" charset="0"/>
                <a:ea typeface="宋体" panose="02010600030101010101" pitchFamily="2" charset="-122"/>
              </a:rPr>
              <a:t>w=2</a:t>
            </a:r>
            <a:r>
              <a:rPr lang="en-US" altLang="zh-CN" sz="2400">
                <a:latin typeface="Times New Roman" panose="02020603050405020304" pitchFamily="2" charset="0"/>
                <a:ea typeface="宋体" panose="02010600030101010101" pitchFamily="2" charset="-122"/>
                <a:sym typeface="微软雅黑" panose="020B0503020204020204" pitchFamily="2" charset="-122"/>
              </a:rPr>
              <a:t>π</a:t>
            </a:r>
            <a:r>
              <a:rPr lang="en-US" altLang="zh-CN" sz="2400">
                <a:latin typeface="Times New Roman" panose="02020603050405020304" pitchFamily="2" charset="0"/>
                <a:ea typeface="宋体" panose="02010600030101010101" pitchFamily="2" charset="-122"/>
              </a:rPr>
              <a:t>/N</a:t>
            </a:r>
            <a:r>
              <a:rPr lang="zh-CN" altLang="en-US" sz="2400">
                <a:latin typeface="Times New Roman" panose="02020603050405020304" pitchFamily="2" charset="0"/>
                <a:ea typeface="宋体" panose="02010600030101010101" pitchFamily="2" charset="-122"/>
              </a:rPr>
              <a:t>的整数倍上的一系列冲激函数之和，这些冲激函数的积分面积为</a:t>
            </a:r>
            <a:r>
              <a:rPr lang="en-US" altLang="zh-CN" sz="2400">
                <a:latin typeface="Times New Roman" panose="02020603050405020304" pitchFamily="2" charset="0"/>
                <a:ea typeface="宋体" panose="02010600030101010101" pitchFamily="2" charset="-122"/>
              </a:rPr>
              <a:t>2</a:t>
            </a:r>
            <a:r>
              <a:rPr lang="en-US" altLang="zh-CN" sz="2400">
                <a:latin typeface="Times New Roman" panose="02020603050405020304" pitchFamily="2" charset="0"/>
                <a:ea typeface="宋体" panose="02010600030101010101" pitchFamily="2" charset="-122"/>
                <a:sym typeface="微软雅黑" panose="020B0503020204020204" pitchFamily="2" charset="-122"/>
              </a:rPr>
              <a:t>π</a:t>
            </a:r>
            <a:r>
              <a:rPr lang="en-US" altLang="zh-CN" sz="2400">
                <a:latin typeface="Times New Roman" panose="02020603050405020304" pitchFamily="2" charset="0"/>
                <a:ea typeface="宋体" panose="02010600030101010101" pitchFamily="2" charset="-122"/>
              </a:rPr>
              <a:t>/N</a:t>
            </a:r>
          </a:p>
        </p:txBody>
      </p:sp>
      <p:grpSp>
        <p:nvGrpSpPr>
          <p:cNvPr id="153657" name="组合 153656">
            <a:extLst>
              <a:ext uri="{FF2B5EF4-FFF2-40B4-BE49-F238E27FC236}">
                <a16:creationId xmlns:a16="http://schemas.microsoft.com/office/drawing/2014/main" id="{B8E7F4C5-47F9-F43E-5AF1-F5A306234C41}"/>
              </a:ext>
            </a:extLst>
          </p:cNvPr>
          <p:cNvGrpSpPr/>
          <p:nvPr/>
        </p:nvGrpSpPr>
        <p:grpSpPr>
          <a:xfrm>
            <a:off x="3195865" y="110945"/>
            <a:ext cx="2561760" cy="555840"/>
            <a:chOff x="3195865" y="110945"/>
            <a:chExt cx="2561760" cy="555840"/>
          </a:xfrm>
        </p:grpSpPr>
        <mc:AlternateContent xmlns:mc="http://schemas.openxmlformats.org/markup-compatibility/2006" xmlns:p14="http://schemas.microsoft.com/office/powerpoint/2010/main">
          <mc:Choice Requires="p14">
            <p:contentPart p14:bwMode="auto" r:id="rId6">
              <p14:nvContentPartPr>
                <p14:cNvPr id="153635" name="墨迹 153634">
                  <a:extLst>
                    <a:ext uri="{FF2B5EF4-FFF2-40B4-BE49-F238E27FC236}">
                      <a16:creationId xmlns:a16="http://schemas.microsoft.com/office/drawing/2014/main" id="{0CE262F7-A037-2B57-7122-C62570310CD1}"/>
                    </a:ext>
                  </a:extLst>
                </p14:cNvPr>
                <p14:cNvContentPartPr/>
                <p14:nvPr/>
              </p14:nvContentPartPr>
              <p14:xfrm>
                <a:off x="3195865" y="221465"/>
                <a:ext cx="159120" cy="213480"/>
              </p14:xfrm>
            </p:contentPart>
          </mc:Choice>
          <mc:Fallback xmlns="">
            <p:pic>
              <p:nvPicPr>
                <p:cNvPr id="153635" name="墨迹 153634">
                  <a:extLst>
                    <a:ext uri="{FF2B5EF4-FFF2-40B4-BE49-F238E27FC236}">
                      <a16:creationId xmlns:a16="http://schemas.microsoft.com/office/drawing/2014/main" id="{0CE262F7-A037-2B57-7122-C62570310CD1}"/>
                    </a:ext>
                  </a:extLst>
                </p:cNvPr>
                <p:cNvPicPr/>
                <p:nvPr/>
              </p:nvPicPr>
              <p:blipFill>
                <a:blip r:embed="rId7"/>
                <a:stretch>
                  <a:fillRect/>
                </a:stretch>
              </p:blipFill>
              <p:spPr>
                <a:xfrm>
                  <a:off x="3177865" y="203825"/>
                  <a:ext cx="194760" cy="24912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153636" name="墨迹 153635">
                  <a:extLst>
                    <a:ext uri="{FF2B5EF4-FFF2-40B4-BE49-F238E27FC236}">
                      <a16:creationId xmlns:a16="http://schemas.microsoft.com/office/drawing/2014/main" id="{4DCE2D19-51CE-AA11-984A-E76BB923DC11}"/>
                    </a:ext>
                  </a:extLst>
                </p14:cNvPr>
                <p14:cNvContentPartPr/>
                <p14:nvPr/>
              </p14:nvContentPartPr>
              <p14:xfrm>
                <a:off x="3306385" y="249545"/>
                <a:ext cx="324000" cy="27720"/>
              </p14:xfrm>
            </p:contentPart>
          </mc:Choice>
          <mc:Fallback xmlns="">
            <p:pic>
              <p:nvPicPr>
                <p:cNvPr id="153636" name="墨迹 153635">
                  <a:extLst>
                    <a:ext uri="{FF2B5EF4-FFF2-40B4-BE49-F238E27FC236}">
                      <a16:creationId xmlns:a16="http://schemas.microsoft.com/office/drawing/2014/main" id="{4DCE2D19-51CE-AA11-984A-E76BB923DC11}"/>
                    </a:ext>
                  </a:extLst>
                </p:cNvPr>
                <p:cNvPicPr/>
                <p:nvPr/>
              </p:nvPicPr>
              <p:blipFill>
                <a:blip r:embed="rId9"/>
                <a:stretch>
                  <a:fillRect/>
                </a:stretch>
              </p:blipFill>
              <p:spPr>
                <a:xfrm>
                  <a:off x="3288745" y="231545"/>
                  <a:ext cx="359640" cy="6336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153637" name="墨迹 153636">
                  <a:extLst>
                    <a:ext uri="{FF2B5EF4-FFF2-40B4-BE49-F238E27FC236}">
                      <a16:creationId xmlns:a16="http://schemas.microsoft.com/office/drawing/2014/main" id="{8542A9B5-D06D-BC38-31A5-9F6CE7B96A74}"/>
                    </a:ext>
                  </a:extLst>
                </p14:cNvPr>
                <p14:cNvContentPartPr/>
                <p14:nvPr/>
              </p14:nvContentPartPr>
              <p14:xfrm>
                <a:off x="3427345" y="286265"/>
                <a:ext cx="64080" cy="132480"/>
              </p14:xfrm>
            </p:contentPart>
          </mc:Choice>
          <mc:Fallback xmlns="">
            <p:pic>
              <p:nvPicPr>
                <p:cNvPr id="153637" name="墨迹 153636">
                  <a:extLst>
                    <a:ext uri="{FF2B5EF4-FFF2-40B4-BE49-F238E27FC236}">
                      <a16:creationId xmlns:a16="http://schemas.microsoft.com/office/drawing/2014/main" id="{8542A9B5-D06D-BC38-31A5-9F6CE7B96A74}"/>
                    </a:ext>
                  </a:extLst>
                </p:cNvPr>
                <p:cNvPicPr/>
                <p:nvPr/>
              </p:nvPicPr>
              <p:blipFill>
                <a:blip r:embed="rId11"/>
                <a:stretch>
                  <a:fillRect/>
                </a:stretch>
              </p:blipFill>
              <p:spPr>
                <a:xfrm>
                  <a:off x="3409705" y="268265"/>
                  <a:ext cx="99720" cy="16812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153638" name="墨迹 153637">
                  <a:extLst>
                    <a:ext uri="{FF2B5EF4-FFF2-40B4-BE49-F238E27FC236}">
                      <a16:creationId xmlns:a16="http://schemas.microsoft.com/office/drawing/2014/main" id="{070915AB-77C6-BB1E-06C1-17F9EDE02473}"/>
                    </a:ext>
                  </a:extLst>
                </p14:cNvPr>
                <p14:cNvContentPartPr/>
                <p14:nvPr/>
              </p14:nvContentPartPr>
              <p14:xfrm>
                <a:off x="3537505" y="341705"/>
                <a:ext cx="69120" cy="142560"/>
              </p14:xfrm>
            </p:contentPart>
          </mc:Choice>
          <mc:Fallback xmlns="">
            <p:pic>
              <p:nvPicPr>
                <p:cNvPr id="153638" name="墨迹 153637">
                  <a:extLst>
                    <a:ext uri="{FF2B5EF4-FFF2-40B4-BE49-F238E27FC236}">
                      <a16:creationId xmlns:a16="http://schemas.microsoft.com/office/drawing/2014/main" id="{070915AB-77C6-BB1E-06C1-17F9EDE02473}"/>
                    </a:ext>
                  </a:extLst>
                </p:cNvPr>
                <p:cNvPicPr/>
                <p:nvPr/>
              </p:nvPicPr>
              <p:blipFill>
                <a:blip r:embed="rId13"/>
                <a:stretch>
                  <a:fillRect/>
                </a:stretch>
              </p:blipFill>
              <p:spPr>
                <a:xfrm>
                  <a:off x="3519505" y="323705"/>
                  <a:ext cx="104760" cy="17820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153639" name="墨迹 153638">
                  <a:extLst>
                    <a:ext uri="{FF2B5EF4-FFF2-40B4-BE49-F238E27FC236}">
                      <a16:creationId xmlns:a16="http://schemas.microsoft.com/office/drawing/2014/main" id="{D571B0EB-EC80-8DFC-0D24-E2E9844D063A}"/>
                    </a:ext>
                  </a:extLst>
                </p14:cNvPr>
                <p14:cNvContentPartPr/>
                <p14:nvPr/>
              </p14:nvContentPartPr>
              <p14:xfrm>
                <a:off x="3701305" y="138665"/>
                <a:ext cx="162360" cy="363240"/>
              </p14:xfrm>
            </p:contentPart>
          </mc:Choice>
          <mc:Fallback xmlns="">
            <p:pic>
              <p:nvPicPr>
                <p:cNvPr id="153639" name="墨迹 153638">
                  <a:extLst>
                    <a:ext uri="{FF2B5EF4-FFF2-40B4-BE49-F238E27FC236}">
                      <a16:creationId xmlns:a16="http://schemas.microsoft.com/office/drawing/2014/main" id="{D571B0EB-EC80-8DFC-0D24-E2E9844D063A}"/>
                    </a:ext>
                  </a:extLst>
                </p:cNvPr>
                <p:cNvPicPr/>
                <p:nvPr/>
              </p:nvPicPr>
              <p:blipFill>
                <a:blip r:embed="rId15"/>
                <a:stretch>
                  <a:fillRect/>
                </a:stretch>
              </p:blipFill>
              <p:spPr>
                <a:xfrm>
                  <a:off x="3683665" y="120665"/>
                  <a:ext cx="198000" cy="39888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153641" name="墨迹 153640">
                  <a:extLst>
                    <a:ext uri="{FF2B5EF4-FFF2-40B4-BE49-F238E27FC236}">
                      <a16:creationId xmlns:a16="http://schemas.microsoft.com/office/drawing/2014/main" id="{0534750F-D768-49A9-BB79-FE823FCE7100}"/>
                    </a:ext>
                  </a:extLst>
                </p14:cNvPr>
                <p14:cNvContentPartPr/>
                <p14:nvPr/>
              </p14:nvContentPartPr>
              <p14:xfrm>
                <a:off x="3639385" y="123185"/>
                <a:ext cx="212040" cy="451440"/>
              </p14:xfrm>
            </p:contentPart>
          </mc:Choice>
          <mc:Fallback xmlns="">
            <p:pic>
              <p:nvPicPr>
                <p:cNvPr id="153641" name="墨迹 153640">
                  <a:extLst>
                    <a:ext uri="{FF2B5EF4-FFF2-40B4-BE49-F238E27FC236}">
                      <a16:creationId xmlns:a16="http://schemas.microsoft.com/office/drawing/2014/main" id="{0534750F-D768-49A9-BB79-FE823FCE7100}"/>
                    </a:ext>
                  </a:extLst>
                </p:cNvPr>
                <p:cNvPicPr/>
                <p:nvPr/>
              </p:nvPicPr>
              <p:blipFill>
                <a:blip r:embed="rId17"/>
                <a:stretch>
                  <a:fillRect/>
                </a:stretch>
              </p:blipFill>
              <p:spPr>
                <a:xfrm>
                  <a:off x="3621745" y="105185"/>
                  <a:ext cx="247680" cy="48708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153643" name="墨迹 153642">
                  <a:extLst>
                    <a:ext uri="{FF2B5EF4-FFF2-40B4-BE49-F238E27FC236}">
                      <a16:creationId xmlns:a16="http://schemas.microsoft.com/office/drawing/2014/main" id="{668F299C-F9A8-6576-5DC6-43124F5FC19C}"/>
                    </a:ext>
                  </a:extLst>
                </p14:cNvPr>
                <p14:cNvContentPartPr/>
                <p14:nvPr/>
              </p14:nvContentPartPr>
              <p14:xfrm>
                <a:off x="3665665" y="110945"/>
                <a:ext cx="213840" cy="429120"/>
              </p14:xfrm>
            </p:contentPart>
          </mc:Choice>
          <mc:Fallback xmlns="">
            <p:pic>
              <p:nvPicPr>
                <p:cNvPr id="153643" name="墨迹 153642">
                  <a:extLst>
                    <a:ext uri="{FF2B5EF4-FFF2-40B4-BE49-F238E27FC236}">
                      <a16:creationId xmlns:a16="http://schemas.microsoft.com/office/drawing/2014/main" id="{668F299C-F9A8-6576-5DC6-43124F5FC19C}"/>
                    </a:ext>
                  </a:extLst>
                </p:cNvPr>
                <p:cNvPicPr/>
                <p:nvPr/>
              </p:nvPicPr>
              <p:blipFill>
                <a:blip r:embed="rId19"/>
                <a:stretch>
                  <a:fillRect/>
                </a:stretch>
              </p:blipFill>
              <p:spPr>
                <a:xfrm>
                  <a:off x="3647665" y="92945"/>
                  <a:ext cx="249480" cy="46476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153645" name="墨迹 153644">
                  <a:extLst>
                    <a:ext uri="{FF2B5EF4-FFF2-40B4-BE49-F238E27FC236}">
                      <a16:creationId xmlns:a16="http://schemas.microsoft.com/office/drawing/2014/main" id="{C8FA1DD8-029D-7D26-463A-D341AC564561}"/>
                    </a:ext>
                  </a:extLst>
                </p14:cNvPr>
                <p14:cNvContentPartPr/>
                <p14:nvPr/>
              </p14:nvContentPartPr>
              <p14:xfrm>
                <a:off x="3897145" y="212105"/>
                <a:ext cx="145440" cy="303840"/>
              </p14:xfrm>
            </p:contentPart>
          </mc:Choice>
          <mc:Fallback xmlns="">
            <p:pic>
              <p:nvPicPr>
                <p:cNvPr id="153645" name="墨迹 153644">
                  <a:extLst>
                    <a:ext uri="{FF2B5EF4-FFF2-40B4-BE49-F238E27FC236}">
                      <a16:creationId xmlns:a16="http://schemas.microsoft.com/office/drawing/2014/main" id="{C8FA1DD8-029D-7D26-463A-D341AC564561}"/>
                    </a:ext>
                  </a:extLst>
                </p:cNvPr>
                <p:cNvPicPr/>
                <p:nvPr/>
              </p:nvPicPr>
              <p:blipFill>
                <a:blip r:embed="rId21"/>
                <a:stretch>
                  <a:fillRect/>
                </a:stretch>
              </p:blipFill>
              <p:spPr>
                <a:xfrm>
                  <a:off x="3879505" y="194465"/>
                  <a:ext cx="181080" cy="33948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153647" name="墨迹 153646">
                  <a:extLst>
                    <a:ext uri="{FF2B5EF4-FFF2-40B4-BE49-F238E27FC236}">
                      <a16:creationId xmlns:a16="http://schemas.microsoft.com/office/drawing/2014/main" id="{8C865372-206E-C97F-6035-3F94F68CE957}"/>
                    </a:ext>
                  </a:extLst>
                </p14:cNvPr>
                <p14:cNvContentPartPr/>
                <p14:nvPr/>
              </p14:nvContentPartPr>
              <p14:xfrm>
                <a:off x="4118185" y="276905"/>
                <a:ext cx="252720" cy="162360"/>
              </p14:xfrm>
            </p:contentPart>
          </mc:Choice>
          <mc:Fallback xmlns="">
            <p:pic>
              <p:nvPicPr>
                <p:cNvPr id="153647" name="墨迹 153646">
                  <a:extLst>
                    <a:ext uri="{FF2B5EF4-FFF2-40B4-BE49-F238E27FC236}">
                      <a16:creationId xmlns:a16="http://schemas.microsoft.com/office/drawing/2014/main" id="{8C865372-206E-C97F-6035-3F94F68CE957}"/>
                    </a:ext>
                  </a:extLst>
                </p:cNvPr>
                <p:cNvPicPr/>
                <p:nvPr/>
              </p:nvPicPr>
              <p:blipFill>
                <a:blip r:embed="rId23"/>
                <a:stretch>
                  <a:fillRect/>
                </a:stretch>
              </p:blipFill>
              <p:spPr>
                <a:xfrm>
                  <a:off x="4100185" y="258905"/>
                  <a:ext cx="288360" cy="19800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153648" name="墨迹 153647">
                  <a:extLst>
                    <a:ext uri="{FF2B5EF4-FFF2-40B4-BE49-F238E27FC236}">
                      <a16:creationId xmlns:a16="http://schemas.microsoft.com/office/drawing/2014/main" id="{B1D36DD9-1258-6828-5675-4442AF6C466F}"/>
                    </a:ext>
                  </a:extLst>
                </p14:cNvPr>
                <p14:cNvContentPartPr/>
                <p14:nvPr/>
              </p14:nvContentPartPr>
              <p14:xfrm>
                <a:off x="4451905" y="310025"/>
                <a:ext cx="97560" cy="50400"/>
              </p14:xfrm>
            </p:contentPart>
          </mc:Choice>
          <mc:Fallback xmlns="">
            <p:pic>
              <p:nvPicPr>
                <p:cNvPr id="153648" name="墨迹 153647">
                  <a:extLst>
                    <a:ext uri="{FF2B5EF4-FFF2-40B4-BE49-F238E27FC236}">
                      <a16:creationId xmlns:a16="http://schemas.microsoft.com/office/drawing/2014/main" id="{B1D36DD9-1258-6828-5675-4442AF6C466F}"/>
                    </a:ext>
                  </a:extLst>
                </p:cNvPr>
                <p:cNvPicPr/>
                <p:nvPr/>
              </p:nvPicPr>
              <p:blipFill>
                <a:blip r:embed="rId25"/>
                <a:stretch>
                  <a:fillRect/>
                </a:stretch>
              </p:blipFill>
              <p:spPr>
                <a:xfrm>
                  <a:off x="4433905" y="292385"/>
                  <a:ext cx="133200" cy="8604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153649" name="墨迹 153648">
                  <a:extLst>
                    <a:ext uri="{FF2B5EF4-FFF2-40B4-BE49-F238E27FC236}">
                      <a16:creationId xmlns:a16="http://schemas.microsoft.com/office/drawing/2014/main" id="{A51A5C36-20FA-AC97-94CD-CBE4DB4F1E64}"/>
                    </a:ext>
                  </a:extLst>
                </p14:cNvPr>
                <p14:cNvContentPartPr/>
                <p14:nvPr/>
              </p14:nvContentPartPr>
              <p14:xfrm>
                <a:off x="4589065" y="221465"/>
                <a:ext cx="401760" cy="223920"/>
              </p14:xfrm>
            </p:contentPart>
          </mc:Choice>
          <mc:Fallback xmlns="">
            <p:pic>
              <p:nvPicPr>
                <p:cNvPr id="153649" name="墨迹 153648">
                  <a:extLst>
                    <a:ext uri="{FF2B5EF4-FFF2-40B4-BE49-F238E27FC236}">
                      <a16:creationId xmlns:a16="http://schemas.microsoft.com/office/drawing/2014/main" id="{A51A5C36-20FA-AC97-94CD-CBE4DB4F1E64}"/>
                    </a:ext>
                  </a:extLst>
                </p:cNvPr>
                <p:cNvPicPr/>
                <p:nvPr/>
              </p:nvPicPr>
              <p:blipFill>
                <a:blip r:embed="rId27"/>
                <a:stretch>
                  <a:fillRect/>
                </a:stretch>
              </p:blipFill>
              <p:spPr>
                <a:xfrm>
                  <a:off x="4571065" y="203825"/>
                  <a:ext cx="437400" cy="25956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153650" name="墨迹 153649">
                  <a:extLst>
                    <a:ext uri="{FF2B5EF4-FFF2-40B4-BE49-F238E27FC236}">
                      <a16:creationId xmlns:a16="http://schemas.microsoft.com/office/drawing/2014/main" id="{EFD5A347-9E39-F9A9-EAD6-FD466408A0E7}"/>
                    </a:ext>
                  </a:extLst>
                </p14:cNvPr>
                <p14:cNvContentPartPr/>
                <p14:nvPr/>
              </p14:nvContentPartPr>
              <p14:xfrm>
                <a:off x="4932145" y="240185"/>
                <a:ext cx="286560" cy="27720"/>
              </p14:xfrm>
            </p:contentPart>
          </mc:Choice>
          <mc:Fallback xmlns="">
            <p:pic>
              <p:nvPicPr>
                <p:cNvPr id="153650" name="墨迹 153649">
                  <a:extLst>
                    <a:ext uri="{FF2B5EF4-FFF2-40B4-BE49-F238E27FC236}">
                      <a16:creationId xmlns:a16="http://schemas.microsoft.com/office/drawing/2014/main" id="{EFD5A347-9E39-F9A9-EAD6-FD466408A0E7}"/>
                    </a:ext>
                  </a:extLst>
                </p:cNvPr>
                <p:cNvPicPr/>
                <p:nvPr/>
              </p:nvPicPr>
              <p:blipFill>
                <a:blip r:embed="rId29"/>
                <a:stretch>
                  <a:fillRect/>
                </a:stretch>
              </p:blipFill>
              <p:spPr>
                <a:xfrm>
                  <a:off x="4914145" y="222545"/>
                  <a:ext cx="322200" cy="6336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153651" name="墨迹 153650">
                  <a:extLst>
                    <a:ext uri="{FF2B5EF4-FFF2-40B4-BE49-F238E27FC236}">
                      <a16:creationId xmlns:a16="http://schemas.microsoft.com/office/drawing/2014/main" id="{BEA8ACF3-DBD6-34D4-A901-15346956FFA9}"/>
                    </a:ext>
                  </a:extLst>
                </p14:cNvPr>
                <p14:cNvContentPartPr/>
                <p14:nvPr/>
              </p14:nvContentPartPr>
              <p14:xfrm>
                <a:off x="5051665" y="249185"/>
                <a:ext cx="56160" cy="182160"/>
              </p14:xfrm>
            </p:contentPart>
          </mc:Choice>
          <mc:Fallback xmlns="">
            <p:pic>
              <p:nvPicPr>
                <p:cNvPr id="153651" name="墨迹 153650">
                  <a:extLst>
                    <a:ext uri="{FF2B5EF4-FFF2-40B4-BE49-F238E27FC236}">
                      <a16:creationId xmlns:a16="http://schemas.microsoft.com/office/drawing/2014/main" id="{BEA8ACF3-DBD6-34D4-A901-15346956FFA9}"/>
                    </a:ext>
                  </a:extLst>
                </p:cNvPr>
                <p:cNvPicPr/>
                <p:nvPr/>
              </p:nvPicPr>
              <p:blipFill>
                <a:blip r:embed="rId31"/>
                <a:stretch>
                  <a:fillRect/>
                </a:stretch>
              </p:blipFill>
              <p:spPr>
                <a:xfrm>
                  <a:off x="5033665" y="231185"/>
                  <a:ext cx="91800" cy="21780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153652" name="墨迹 153651">
                  <a:extLst>
                    <a:ext uri="{FF2B5EF4-FFF2-40B4-BE49-F238E27FC236}">
                      <a16:creationId xmlns:a16="http://schemas.microsoft.com/office/drawing/2014/main" id="{9AC25DEB-D2B0-2A47-2AA8-3B074297EAA6}"/>
                    </a:ext>
                  </a:extLst>
                </p14:cNvPr>
                <p14:cNvContentPartPr/>
                <p14:nvPr/>
              </p14:nvContentPartPr>
              <p14:xfrm>
                <a:off x="5098105" y="299945"/>
                <a:ext cx="128160" cy="128880"/>
              </p14:xfrm>
            </p:contentPart>
          </mc:Choice>
          <mc:Fallback xmlns="">
            <p:pic>
              <p:nvPicPr>
                <p:cNvPr id="153652" name="墨迹 153651">
                  <a:extLst>
                    <a:ext uri="{FF2B5EF4-FFF2-40B4-BE49-F238E27FC236}">
                      <a16:creationId xmlns:a16="http://schemas.microsoft.com/office/drawing/2014/main" id="{9AC25DEB-D2B0-2A47-2AA8-3B074297EAA6}"/>
                    </a:ext>
                  </a:extLst>
                </p:cNvPr>
                <p:cNvPicPr/>
                <p:nvPr/>
              </p:nvPicPr>
              <p:blipFill>
                <a:blip r:embed="rId33"/>
                <a:stretch>
                  <a:fillRect/>
                </a:stretch>
              </p:blipFill>
              <p:spPr>
                <a:xfrm>
                  <a:off x="5080465" y="281945"/>
                  <a:ext cx="163800" cy="16452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153653" name="墨迹 153652">
                  <a:extLst>
                    <a:ext uri="{FF2B5EF4-FFF2-40B4-BE49-F238E27FC236}">
                      <a16:creationId xmlns:a16="http://schemas.microsoft.com/office/drawing/2014/main" id="{5113DC0A-D24A-CECA-9CF9-CBD3A57CA955}"/>
                    </a:ext>
                  </a:extLst>
                </p14:cNvPr>
                <p14:cNvContentPartPr/>
                <p14:nvPr/>
              </p14:nvContentPartPr>
              <p14:xfrm>
                <a:off x="5301145" y="147665"/>
                <a:ext cx="28080" cy="325800"/>
              </p14:xfrm>
            </p:contentPart>
          </mc:Choice>
          <mc:Fallback xmlns="">
            <p:pic>
              <p:nvPicPr>
                <p:cNvPr id="153653" name="墨迹 153652">
                  <a:extLst>
                    <a:ext uri="{FF2B5EF4-FFF2-40B4-BE49-F238E27FC236}">
                      <a16:creationId xmlns:a16="http://schemas.microsoft.com/office/drawing/2014/main" id="{5113DC0A-D24A-CECA-9CF9-CBD3A57CA955}"/>
                    </a:ext>
                  </a:extLst>
                </p:cNvPr>
                <p:cNvPicPr/>
                <p:nvPr/>
              </p:nvPicPr>
              <p:blipFill>
                <a:blip r:embed="rId35"/>
                <a:stretch>
                  <a:fillRect/>
                </a:stretch>
              </p:blipFill>
              <p:spPr>
                <a:xfrm>
                  <a:off x="5283505" y="129665"/>
                  <a:ext cx="63720" cy="361440"/>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153654" name="墨迹 153653">
                  <a:extLst>
                    <a:ext uri="{FF2B5EF4-FFF2-40B4-BE49-F238E27FC236}">
                      <a16:creationId xmlns:a16="http://schemas.microsoft.com/office/drawing/2014/main" id="{7CF01CCC-F681-C78A-A773-22C01CB7BAE1}"/>
                    </a:ext>
                  </a:extLst>
                </p14:cNvPr>
                <p14:cNvContentPartPr/>
                <p14:nvPr/>
              </p14:nvContentPartPr>
              <p14:xfrm>
                <a:off x="5392225" y="240185"/>
                <a:ext cx="179280" cy="190080"/>
              </p14:xfrm>
            </p:contentPart>
          </mc:Choice>
          <mc:Fallback xmlns="">
            <p:pic>
              <p:nvPicPr>
                <p:cNvPr id="153654" name="墨迹 153653">
                  <a:extLst>
                    <a:ext uri="{FF2B5EF4-FFF2-40B4-BE49-F238E27FC236}">
                      <a16:creationId xmlns:a16="http://schemas.microsoft.com/office/drawing/2014/main" id="{7CF01CCC-F681-C78A-A773-22C01CB7BAE1}"/>
                    </a:ext>
                  </a:extLst>
                </p:cNvPr>
                <p:cNvPicPr/>
                <p:nvPr/>
              </p:nvPicPr>
              <p:blipFill>
                <a:blip r:embed="rId37"/>
                <a:stretch>
                  <a:fillRect/>
                </a:stretch>
              </p:blipFill>
              <p:spPr>
                <a:xfrm>
                  <a:off x="5374225" y="222185"/>
                  <a:ext cx="214920" cy="225720"/>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153655" name="墨迹 153654">
                  <a:extLst>
                    <a:ext uri="{FF2B5EF4-FFF2-40B4-BE49-F238E27FC236}">
                      <a16:creationId xmlns:a16="http://schemas.microsoft.com/office/drawing/2014/main" id="{58D018DF-FDC1-48F2-8B3D-66BD63DD8A4E}"/>
                    </a:ext>
                  </a:extLst>
                </p14:cNvPr>
                <p14:cNvContentPartPr/>
                <p14:nvPr/>
              </p14:nvContentPartPr>
              <p14:xfrm>
                <a:off x="5661865" y="193745"/>
                <a:ext cx="95760" cy="314640"/>
              </p14:xfrm>
            </p:contentPart>
          </mc:Choice>
          <mc:Fallback xmlns="">
            <p:pic>
              <p:nvPicPr>
                <p:cNvPr id="153655" name="墨迹 153654">
                  <a:extLst>
                    <a:ext uri="{FF2B5EF4-FFF2-40B4-BE49-F238E27FC236}">
                      <a16:creationId xmlns:a16="http://schemas.microsoft.com/office/drawing/2014/main" id="{58D018DF-FDC1-48F2-8B3D-66BD63DD8A4E}"/>
                    </a:ext>
                  </a:extLst>
                </p:cNvPr>
                <p:cNvPicPr/>
                <p:nvPr/>
              </p:nvPicPr>
              <p:blipFill>
                <a:blip r:embed="rId39"/>
                <a:stretch>
                  <a:fillRect/>
                </a:stretch>
              </p:blipFill>
              <p:spPr>
                <a:xfrm>
                  <a:off x="5643865" y="175745"/>
                  <a:ext cx="131400" cy="350280"/>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153656" name="墨迹 153655">
                  <a:extLst>
                    <a:ext uri="{FF2B5EF4-FFF2-40B4-BE49-F238E27FC236}">
                      <a16:creationId xmlns:a16="http://schemas.microsoft.com/office/drawing/2014/main" id="{EC925440-8247-F55C-6436-0F9EC85DCFD7}"/>
                    </a:ext>
                  </a:extLst>
                </p14:cNvPr>
                <p14:cNvContentPartPr/>
                <p14:nvPr/>
              </p14:nvContentPartPr>
              <p14:xfrm>
                <a:off x="4080385" y="591545"/>
                <a:ext cx="124200" cy="75240"/>
              </p14:xfrm>
            </p:contentPart>
          </mc:Choice>
          <mc:Fallback xmlns="">
            <p:pic>
              <p:nvPicPr>
                <p:cNvPr id="153656" name="墨迹 153655">
                  <a:extLst>
                    <a:ext uri="{FF2B5EF4-FFF2-40B4-BE49-F238E27FC236}">
                      <a16:creationId xmlns:a16="http://schemas.microsoft.com/office/drawing/2014/main" id="{EC925440-8247-F55C-6436-0F9EC85DCFD7}"/>
                    </a:ext>
                  </a:extLst>
                </p:cNvPr>
                <p:cNvPicPr/>
                <p:nvPr/>
              </p:nvPicPr>
              <p:blipFill>
                <a:blip r:embed="rId41"/>
                <a:stretch>
                  <a:fillRect/>
                </a:stretch>
              </p:blipFill>
              <p:spPr>
                <a:xfrm>
                  <a:off x="4062745" y="573905"/>
                  <a:ext cx="159840" cy="110880"/>
                </a:xfrm>
                <a:prstGeom prst="rect">
                  <a:avLst/>
                </a:prstGeom>
              </p:spPr>
            </p:pic>
          </mc:Fallback>
        </mc:AlternateContent>
      </p:grpSp>
      <p:grpSp>
        <p:nvGrpSpPr>
          <p:cNvPr id="153662" name="组合 153661">
            <a:extLst>
              <a:ext uri="{FF2B5EF4-FFF2-40B4-BE49-F238E27FC236}">
                <a16:creationId xmlns:a16="http://schemas.microsoft.com/office/drawing/2014/main" id="{102E4D70-4093-FC8A-578D-493FF3E88FBE}"/>
              </a:ext>
            </a:extLst>
          </p:cNvPr>
          <p:cNvGrpSpPr/>
          <p:nvPr/>
        </p:nvGrpSpPr>
        <p:grpSpPr>
          <a:xfrm>
            <a:off x="4313305" y="2114705"/>
            <a:ext cx="2863440" cy="242280"/>
            <a:chOff x="4313305" y="2114705"/>
            <a:chExt cx="2863440" cy="242280"/>
          </a:xfrm>
        </p:grpSpPr>
        <mc:AlternateContent xmlns:mc="http://schemas.openxmlformats.org/markup-compatibility/2006" xmlns:p14="http://schemas.microsoft.com/office/powerpoint/2010/main">
          <mc:Choice Requires="p14">
            <p:contentPart p14:bwMode="auto" r:id="rId42">
              <p14:nvContentPartPr>
                <p14:cNvPr id="153658" name="墨迹 153657">
                  <a:extLst>
                    <a:ext uri="{FF2B5EF4-FFF2-40B4-BE49-F238E27FC236}">
                      <a16:creationId xmlns:a16="http://schemas.microsoft.com/office/drawing/2014/main" id="{10DB1E4F-CEBF-E65A-1818-3E3E6AF8BD23}"/>
                    </a:ext>
                  </a:extLst>
                </p14:cNvPr>
                <p14:cNvContentPartPr/>
                <p14:nvPr/>
              </p14:nvContentPartPr>
              <p14:xfrm>
                <a:off x="4313305" y="2114705"/>
                <a:ext cx="2863440" cy="10800"/>
              </p14:xfrm>
            </p:contentPart>
          </mc:Choice>
          <mc:Fallback xmlns="">
            <p:pic>
              <p:nvPicPr>
                <p:cNvPr id="153658" name="墨迹 153657">
                  <a:extLst>
                    <a:ext uri="{FF2B5EF4-FFF2-40B4-BE49-F238E27FC236}">
                      <a16:creationId xmlns:a16="http://schemas.microsoft.com/office/drawing/2014/main" id="{10DB1E4F-CEBF-E65A-1818-3E3E6AF8BD23}"/>
                    </a:ext>
                  </a:extLst>
                </p:cNvPr>
                <p:cNvPicPr/>
                <p:nvPr/>
              </p:nvPicPr>
              <p:blipFill>
                <a:blip r:embed="rId43"/>
                <a:stretch>
                  <a:fillRect/>
                </a:stretch>
              </p:blipFill>
              <p:spPr>
                <a:xfrm>
                  <a:off x="4295305" y="2097065"/>
                  <a:ext cx="2899080" cy="46440"/>
                </a:xfrm>
                <a:prstGeom prst="rect">
                  <a:avLst/>
                </a:prstGeom>
              </p:spPr>
            </p:pic>
          </mc:Fallback>
        </mc:AlternateContent>
        <mc:AlternateContent xmlns:mc="http://schemas.openxmlformats.org/markup-compatibility/2006" xmlns:p14="http://schemas.microsoft.com/office/powerpoint/2010/main">
          <mc:Choice Requires="p14">
            <p:contentPart p14:bwMode="auto" r:id="rId44">
              <p14:nvContentPartPr>
                <p14:cNvPr id="153659" name="墨迹 153658">
                  <a:extLst>
                    <a:ext uri="{FF2B5EF4-FFF2-40B4-BE49-F238E27FC236}">
                      <a16:creationId xmlns:a16="http://schemas.microsoft.com/office/drawing/2014/main" id="{8E076C6D-7189-9C84-C40E-C54349D488C9}"/>
                    </a:ext>
                  </a:extLst>
                </p14:cNvPr>
                <p14:cNvContentPartPr/>
                <p14:nvPr/>
              </p14:nvContentPartPr>
              <p14:xfrm>
                <a:off x="5354065" y="2235305"/>
                <a:ext cx="196560" cy="121680"/>
              </p14:xfrm>
            </p:contentPart>
          </mc:Choice>
          <mc:Fallback xmlns="">
            <p:pic>
              <p:nvPicPr>
                <p:cNvPr id="153659" name="墨迹 153658">
                  <a:extLst>
                    <a:ext uri="{FF2B5EF4-FFF2-40B4-BE49-F238E27FC236}">
                      <a16:creationId xmlns:a16="http://schemas.microsoft.com/office/drawing/2014/main" id="{8E076C6D-7189-9C84-C40E-C54349D488C9}"/>
                    </a:ext>
                  </a:extLst>
                </p:cNvPr>
                <p:cNvPicPr/>
                <p:nvPr/>
              </p:nvPicPr>
              <p:blipFill>
                <a:blip r:embed="rId45"/>
                <a:stretch>
                  <a:fillRect/>
                </a:stretch>
              </p:blipFill>
              <p:spPr>
                <a:xfrm>
                  <a:off x="5336425" y="2217305"/>
                  <a:ext cx="232200" cy="157320"/>
                </a:xfrm>
                <a:prstGeom prst="rect">
                  <a:avLst/>
                </a:prstGeom>
              </p:spPr>
            </p:pic>
          </mc:Fallback>
        </mc:AlternateContent>
        <mc:AlternateContent xmlns:mc="http://schemas.openxmlformats.org/markup-compatibility/2006" xmlns:p14="http://schemas.microsoft.com/office/powerpoint/2010/main">
          <mc:Choice Requires="p14">
            <p:contentPart p14:bwMode="auto" r:id="rId46">
              <p14:nvContentPartPr>
                <p14:cNvPr id="153660" name="墨迹 153659">
                  <a:extLst>
                    <a:ext uri="{FF2B5EF4-FFF2-40B4-BE49-F238E27FC236}">
                      <a16:creationId xmlns:a16="http://schemas.microsoft.com/office/drawing/2014/main" id="{807ACC25-7A49-823B-1911-6BFEEB7F5930}"/>
                    </a:ext>
                  </a:extLst>
                </p14:cNvPr>
                <p14:cNvContentPartPr/>
                <p14:nvPr/>
              </p14:nvContentPartPr>
              <p14:xfrm>
                <a:off x="5449105" y="2244305"/>
                <a:ext cx="141480" cy="78480"/>
              </p14:xfrm>
            </p:contentPart>
          </mc:Choice>
          <mc:Fallback xmlns="">
            <p:pic>
              <p:nvPicPr>
                <p:cNvPr id="153660" name="墨迹 153659">
                  <a:extLst>
                    <a:ext uri="{FF2B5EF4-FFF2-40B4-BE49-F238E27FC236}">
                      <a16:creationId xmlns:a16="http://schemas.microsoft.com/office/drawing/2014/main" id="{807ACC25-7A49-823B-1911-6BFEEB7F5930}"/>
                    </a:ext>
                  </a:extLst>
                </p:cNvPr>
                <p:cNvPicPr/>
                <p:nvPr/>
              </p:nvPicPr>
              <p:blipFill>
                <a:blip r:embed="rId47"/>
                <a:stretch>
                  <a:fillRect/>
                </a:stretch>
              </p:blipFill>
              <p:spPr>
                <a:xfrm>
                  <a:off x="5431465" y="2226305"/>
                  <a:ext cx="177120" cy="114120"/>
                </a:xfrm>
                <a:prstGeom prst="rect">
                  <a:avLst/>
                </a:prstGeom>
              </p:spPr>
            </p:pic>
          </mc:Fallback>
        </mc:AlternateContent>
        <mc:AlternateContent xmlns:mc="http://schemas.openxmlformats.org/markup-compatibility/2006" xmlns:p14="http://schemas.microsoft.com/office/powerpoint/2010/main">
          <mc:Choice Requires="p14">
            <p:contentPart p14:bwMode="auto" r:id="rId48">
              <p14:nvContentPartPr>
                <p14:cNvPr id="153661" name="墨迹 153660">
                  <a:extLst>
                    <a:ext uri="{FF2B5EF4-FFF2-40B4-BE49-F238E27FC236}">
                      <a16:creationId xmlns:a16="http://schemas.microsoft.com/office/drawing/2014/main" id="{1C6E5E2C-B952-6238-829F-5D759752FCBF}"/>
                    </a:ext>
                  </a:extLst>
                </p14:cNvPr>
                <p14:cNvContentPartPr/>
                <p14:nvPr/>
              </p14:nvContentPartPr>
              <p14:xfrm>
                <a:off x="5486185" y="2345825"/>
                <a:ext cx="91800" cy="360"/>
              </p14:xfrm>
            </p:contentPart>
          </mc:Choice>
          <mc:Fallback xmlns="">
            <p:pic>
              <p:nvPicPr>
                <p:cNvPr id="153661" name="墨迹 153660">
                  <a:extLst>
                    <a:ext uri="{FF2B5EF4-FFF2-40B4-BE49-F238E27FC236}">
                      <a16:creationId xmlns:a16="http://schemas.microsoft.com/office/drawing/2014/main" id="{1C6E5E2C-B952-6238-829F-5D759752FCBF}"/>
                    </a:ext>
                  </a:extLst>
                </p:cNvPr>
                <p:cNvPicPr/>
                <p:nvPr/>
              </p:nvPicPr>
              <p:blipFill>
                <a:blip r:embed="rId49"/>
                <a:stretch>
                  <a:fillRect/>
                </a:stretch>
              </p:blipFill>
              <p:spPr>
                <a:xfrm>
                  <a:off x="5468185" y="2327825"/>
                  <a:ext cx="127440" cy="36000"/>
                </a:xfrm>
                <a:prstGeom prst="rect">
                  <a:avLst/>
                </a:prstGeom>
              </p:spPr>
            </p:pic>
          </mc:Fallback>
        </mc:AlternateContent>
      </p:grpSp>
      <p:grpSp>
        <p:nvGrpSpPr>
          <p:cNvPr id="153665" name="组合 153664">
            <a:extLst>
              <a:ext uri="{FF2B5EF4-FFF2-40B4-BE49-F238E27FC236}">
                <a16:creationId xmlns:a16="http://schemas.microsoft.com/office/drawing/2014/main" id="{E6ED66D7-6271-FF62-1F4C-6FAAF0C4CA92}"/>
              </a:ext>
            </a:extLst>
          </p:cNvPr>
          <p:cNvGrpSpPr/>
          <p:nvPr/>
        </p:nvGrpSpPr>
        <p:grpSpPr>
          <a:xfrm>
            <a:off x="1228105" y="2704025"/>
            <a:ext cx="3057480" cy="65880"/>
            <a:chOff x="1228105" y="2704025"/>
            <a:chExt cx="3057480" cy="65880"/>
          </a:xfrm>
        </p:grpSpPr>
        <mc:AlternateContent xmlns:mc="http://schemas.openxmlformats.org/markup-compatibility/2006" xmlns:p14="http://schemas.microsoft.com/office/powerpoint/2010/main">
          <mc:Choice Requires="p14">
            <p:contentPart p14:bwMode="auto" r:id="rId50">
              <p14:nvContentPartPr>
                <p14:cNvPr id="153663" name="墨迹 153662">
                  <a:extLst>
                    <a:ext uri="{FF2B5EF4-FFF2-40B4-BE49-F238E27FC236}">
                      <a16:creationId xmlns:a16="http://schemas.microsoft.com/office/drawing/2014/main" id="{3AE748DE-E265-B84F-DA8F-CD3FA775B38A}"/>
                    </a:ext>
                  </a:extLst>
                </p14:cNvPr>
                <p14:cNvContentPartPr/>
                <p14:nvPr/>
              </p14:nvContentPartPr>
              <p14:xfrm>
                <a:off x="1228105" y="2705825"/>
                <a:ext cx="1098360" cy="64080"/>
              </p14:xfrm>
            </p:contentPart>
          </mc:Choice>
          <mc:Fallback xmlns="">
            <p:pic>
              <p:nvPicPr>
                <p:cNvPr id="153663" name="墨迹 153662">
                  <a:extLst>
                    <a:ext uri="{FF2B5EF4-FFF2-40B4-BE49-F238E27FC236}">
                      <a16:creationId xmlns:a16="http://schemas.microsoft.com/office/drawing/2014/main" id="{3AE748DE-E265-B84F-DA8F-CD3FA775B38A}"/>
                    </a:ext>
                  </a:extLst>
                </p:cNvPr>
                <p:cNvPicPr/>
                <p:nvPr/>
              </p:nvPicPr>
              <p:blipFill>
                <a:blip r:embed="rId51"/>
                <a:stretch>
                  <a:fillRect/>
                </a:stretch>
              </p:blipFill>
              <p:spPr>
                <a:xfrm>
                  <a:off x="1210465" y="2688185"/>
                  <a:ext cx="1134000" cy="99720"/>
                </a:xfrm>
                <a:prstGeom prst="rect">
                  <a:avLst/>
                </a:prstGeom>
              </p:spPr>
            </p:pic>
          </mc:Fallback>
        </mc:AlternateContent>
        <mc:AlternateContent xmlns:mc="http://schemas.openxmlformats.org/markup-compatibility/2006" xmlns:p14="http://schemas.microsoft.com/office/powerpoint/2010/main">
          <mc:Choice Requires="p14">
            <p:contentPart p14:bwMode="auto" r:id="rId52">
              <p14:nvContentPartPr>
                <p14:cNvPr id="153664" name="墨迹 153663">
                  <a:extLst>
                    <a:ext uri="{FF2B5EF4-FFF2-40B4-BE49-F238E27FC236}">
                      <a16:creationId xmlns:a16="http://schemas.microsoft.com/office/drawing/2014/main" id="{7995082D-D0C8-DA3E-B92C-976FF54DEC78}"/>
                    </a:ext>
                  </a:extLst>
                </p14:cNvPr>
                <p14:cNvContentPartPr/>
                <p14:nvPr/>
              </p14:nvContentPartPr>
              <p14:xfrm>
                <a:off x="2318185" y="2704025"/>
                <a:ext cx="1967400" cy="58680"/>
              </p14:xfrm>
            </p:contentPart>
          </mc:Choice>
          <mc:Fallback xmlns="">
            <p:pic>
              <p:nvPicPr>
                <p:cNvPr id="153664" name="墨迹 153663">
                  <a:extLst>
                    <a:ext uri="{FF2B5EF4-FFF2-40B4-BE49-F238E27FC236}">
                      <a16:creationId xmlns:a16="http://schemas.microsoft.com/office/drawing/2014/main" id="{7995082D-D0C8-DA3E-B92C-976FF54DEC78}"/>
                    </a:ext>
                  </a:extLst>
                </p:cNvPr>
                <p:cNvPicPr/>
                <p:nvPr/>
              </p:nvPicPr>
              <p:blipFill>
                <a:blip r:embed="rId53"/>
                <a:stretch>
                  <a:fillRect/>
                </a:stretch>
              </p:blipFill>
              <p:spPr>
                <a:xfrm>
                  <a:off x="2300185" y="2686025"/>
                  <a:ext cx="2003040" cy="9432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54">
            <p14:nvContentPartPr>
              <p14:cNvPr id="153666" name="墨迹 153665">
                <a:extLst>
                  <a:ext uri="{FF2B5EF4-FFF2-40B4-BE49-F238E27FC236}">
                    <a16:creationId xmlns:a16="http://schemas.microsoft.com/office/drawing/2014/main" id="{019973FE-FF62-F08B-7D88-FE8B3C9E78AC}"/>
                  </a:ext>
                </a:extLst>
              </p14:cNvPr>
              <p14:cNvContentPartPr/>
              <p14:nvPr/>
            </p14:nvContentPartPr>
            <p14:xfrm>
              <a:off x="5209345" y="2669105"/>
              <a:ext cx="1244160" cy="46800"/>
            </p14:xfrm>
          </p:contentPart>
        </mc:Choice>
        <mc:Fallback xmlns="">
          <p:pic>
            <p:nvPicPr>
              <p:cNvPr id="153666" name="墨迹 153665">
                <a:extLst>
                  <a:ext uri="{FF2B5EF4-FFF2-40B4-BE49-F238E27FC236}">
                    <a16:creationId xmlns:a16="http://schemas.microsoft.com/office/drawing/2014/main" id="{019973FE-FF62-F08B-7D88-FE8B3C9E78AC}"/>
                  </a:ext>
                </a:extLst>
              </p:cNvPr>
              <p:cNvPicPr/>
              <p:nvPr/>
            </p:nvPicPr>
            <p:blipFill>
              <a:blip r:embed="rId55"/>
              <a:stretch>
                <a:fillRect/>
              </a:stretch>
            </p:blipFill>
            <p:spPr>
              <a:xfrm>
                <a:off x="5191345" y="2651105"/>
                <a:ext cx="1279800" cy="82440"/>
              </a:xfrm>
              <a:prstGeom prst="rect">
                <a:avLst/>
              </a:prstGeom>
            </p:spPr>
          </p:pic>
        </mc:Fallback>
      </mc:AlternateContent>
      <mc:AlternateContent xmlns:mc="http://schemas.openxmlformats.org/markup-compatibility/2006" xmlns:p14="http://schemas.microsoft.com/office/powerpoint/2010/main">
        <mc:Choice Requires="p14">
          <p:contentPart p14:bwMode="auto" r:id="rId56">
            <p14:nvContentPartPr>
              <p14:cNvPr id="153667" name="墨迹 153666">
                <a:extLst>
                  <a:ext uri="{FF2B5EF4-FFF2-40B4-BE49-F238E27FC236}">
                    <a16:creationId xmlns:a16="http://schemas.microsoft.com/office/drawing/2014/main" id="{F18959C9-2082-9831-C9B8-6F41C1AB6165}"/>
                  </a:ext>
                </a:extLst>
              </p14:cNvPr>
              <p14:cNvContentPartPr/>
              <p14:nvPr/>
            </p14:nvContentPartPr>
            <p14:xfrm>
              <a:off x="2078065" y="4811825"/>
              <a:ext cx="1439280" cy="56520"/>
            </p14:xfrm>
          </p:contentPart>
        </mc:Choice>
        <mc:Fallback xmlns="">
          <p:pic>
            <p:nvPicPr>
              <p:cNvPr id="153667" name="墨迹 153666">
                <a:extLst>
                  <a:ext uri="{FF2B5EF4-FFF2-40B4-BE49-F238E27FC236}">
                    <a16:creationId xmlns:a16="http://schemas.microsoft.com/office/drawing/2014/main" id="{F18959C9-2082-9831-C9B8-6F41C1AB6165}"/>
                  </a:ext>
                </a:extLst>
              </p:cNvPr>
              <p:cNvPicPr/>
              <p:nvPr/>
            </p:nvPicPr>
            <p:blipFill>
              <a:blip r:embed="rId57"/>
              <a:stretch>
                <a:fillRect/>
              </a:stretch>
            </p:blipFill>
            <p:spPr>
              <a:xfrm>
                <a:off x="2060065" y="4793825"/>
                <a:ext cx="1474920" cy="92160"/>
              </a:xfrm>
              <a:prstGeom prst="rect">
                <a:avLst/>
              </a:prstGeom>
            </p:spPr>
          </p:pic>
        </mc:Fallback>
      </mc:AlternateContent>
      <mc:AlternateContent xmlns:mc="http://schemas.openxmlformats.org/markup-compatibility/2006" xmlns:p14="http://schemas.microsoft.com/office/powerpoint/2010/main">
        <mc:Choice Requires="p14">
          <p:contentPart p14:bwMode="auto" r:id="rId58">
            <p14:nvContentPartPr>
              <p14:cNvPr id="153668" name="墨迹 153667">
                <a:extLst>
                  <a:ext uri="{FF2B5EF4-FFF2-40B4-BE49-F238E27FC236}">
                    <a16:creationId xmlns:a16="http://schemas.microsoft.com/office/drawing/2014/main" id="{003DFC3A-AEDF-DA7C-C589-FF53DE429F25}"/>
                  </a:ext>
                </a:extLst>
              </p14:cNvPr>
              <p14:cNvContentPartPr/>
              <p14:nvPr/>
            </p14:nvContentPartPr>
            <p14:xfrm>
              <a:off x="49105" y="3604745"/>
              <a:ext cx="655200" cy="514440"/>
            </p14:xfrm>
          </p:contentPart>
        </mc:Choice>
        <mc:Fallback xmlns="">
          <p:pic>
            <p:nvPicPr>
              <p:cNvPr id="153668" name="墨迹 153667">
                <a:extLst>
                  <a:ext uri="{FF2B5EF4-FFF2-40B4-BE49-F238E27FC236}">
                    <a16:creationId xmlns:a16="http://schemas.microsoft.com/office/drawing/2014/main" id="{003DFC3A-AEDF-DA7C-C589-FF53DE429F25}"/>
                  </a:ext>
                </a:extLst>
              </p:cNvPr>
              <p:cNvPicPr/>
              <p:nvPr/>
            </p:nvPicPr>
            <p:blipFill>
              <a:blip r:embed="rId59"/>
              <a:stretch>
                <a:fillRect/>
              </a:stretch>
            </p:blipFill>
            <p:spPr>
              <a:xfrm>
                <a:off x="31465" y="3586745"/>
                <a:ext cx="690840" cy="550080"/>
              </a:xfrm>
              <a:prstGeom prst="rect">
                <a:avLst/>
              </a:prstGeom>
            </p:spPr>
          </p:pic>
        </mc:Fallback>
      </mc:AlternateContent>
      <p:grpSp>
        <p:nvGrpSpPr>
          <p:cNvPr id="12" name="组合 11">
            <a:extLst>
              <a:ext uri="{FF2B5EF4-FFF2-40B4-BE49-F238E27FC236}">
                <a16:creationId xmlns:a16="http://schemas.microsoft.com/office/drawing/2014/main" id="{5BB56BCE-9C5E-95A0-0D05-5F17D9430987}"/>
              </a:ext>
            </a:extLst>
          </p:cNvPr>
          <p:cNvGrpSpPr/>
          <p:nvPr/>
        </p:nvGrpSpPr>
        <p:grpSpPr>
          <a:xfrm>
            <a:off x="2179465" y="4829465"/>
            <a:ext cx="1339560" cy="66240"/>
            <a:chOff x="2179465" y="4829465"/>
            <a:chExt cx="1339560" cy="66240"/>
          </a:xfrm>
        </p:grpSpPr>
        <mc:AlternateContent xmlns:mc="http://schemas.openxmlformats.org/markup-compatibility/2006" xmlns:p14="http://schemas.microsoft.com/office/powerpoint/2010/main">
          <mc:Choice Requires="p14">
            <p:contentPart p14:bwMode="auto" r:id="rId60">
              <p14:nvContentPartPr>
                <p14:cNvPr id="2" name="墨迹 1">
                  <a:extLst>
                    <a:ext uri="{FF2B5EF4-FFF2-40B4-BE49-F238E27FC236}">
                      <a16:creationId xmlns:a16="http://schemas.microsoft.com/office/drawing/2014/main" id="{AB43B034-1EC4-6CF4-FAD8-0B2B7E1747A3}"/>
                    </a:ext>
                  </a:extLst>
                </p14:cNvPr>
                <p14:cNvContentPartPr/>
                <p14:nvPr/>
              </p14:nvContentPartPr>
              <p14:xfrm>
                <a:off x="2179465" y="4875905"/>
                <a:ext cx="1274040" cy="19800"/>
              </p14:xfrm>
            </p:contentPart>
          </mc:Choice>
          <mc:Fallback xmlns="">
            <p:pic>
              <p:nvPicPr>
                <p:cNvPr id="2" name="墨迹 1">
                  <a:extLst>
                    <a:ext uri="{FF2B5EF4-FFF2-40B4-BE49-F238E27FC236}">
                      <a16:creationId xmlns:a16="http://schemas.microsoft.com/office/drawing/2014/main" id="{AB43B034-1EC4-6CF4-FAD8-0B2B7E1747A3}"/>
                    </a:ext>
                  </a:extLst>
                </p:cNvPr>
                <p:cNvPicPr/>
                <p:nvPr/>
              </p:nvPicPr>
              <p:blipFill>
                <a:blip r:embed="rId61"/>
                <a:stretch>
                  <a:fillRect/>
                </a:stretch>
              </p:blipFill>
              <p:spPr>
                <a:xfrm>
                  <a:off x="2161825" y="4857905"/>
                  <a:ext cx="1309680" cy="55440"/>
                </a:xfrm>
                <a:prstGeom prst="rect">
                  <a:avLst/>
                </a:prstGeom>
              </p:spPr>
            </p:pic>
          </mc:Fallback>
        </mc:AlternateContent>
        <mc:AlternateContent xmlns:mc="http://schemas.openxmlformats.org/markup-compatibility/2006" xmlns:p14="http://schemas.microsoft.com/office/powerpoint/2010/main">
          <mc:Choice Requires="p14">
            <p:contentPart p14:bwMode="auto" r:id="rId62">
              <p14:nvContentPartPr>
                <p14:cNvPr id="3" name="墨迹 2">
                  <a:extLst>
                    <a:ext uri="{FF2B5EF4-FFF2-40B4-BE49-F238E27FC236}">
                      <a16:creationId xmlns:a16="http://schemas.microsoft.com/office/drawing/2014/main" id="{465578F0-789F-C49D-B24B-E6B343D75F81}"/>
                    </a:ext>
                  </a:extLst>
                </p14:cNvPr>
                <p14:cNvContentPartPr/>
                <p14:nvPr/>
              </p14:nvContentPartPr>
              <p14:xfrm>
                <a:off x="2299705" y="4885985"/>
                <a:ext cx="718200" cy="360"/>
              </p14:xfrm>
            </p:contentPart>
          </mc:Choice>
          <mc:Fallback xmlns="">
            <p:pic>
              <p:nvPicPr>
                <p:cNvPr id="3" name="墨迹 2">
                  <a:extLst>
                    <a:ext uri="{FF2B5EF4-FFF2-40B4-BE49-F238E27FC236}">
                      <a16:creationId xmlns:a16="http://schemas.microsoft.com/office/drawing/2014/main" id="{465578F0-789F-C49D-B24B-E6B343D75F81}"/>
                    </a:ext>
                  </a:extLst>
                </p:cNvPr>
                <p:cNvPicPr/>
                <p:nvPr/>
              </p:nvPicPr>
              <p:blipFill>
                <a:blip r:embed="rId63"/>
                <a:stretch>
                  <a:fillRect/>
                </a:stretch>
              </p:blipFill>
              <p:spPr>
                <a:xfrm>
                  <a:off x="2281705" y="4867985"/>
                  <a:ext cx="753840" cy="36000"/>
                </a:xfrm>
                <a:prstGeom prst="rect">
                  <a:avLst/>
                </a:prstGeom>
              </p:spPr>
            </p:pic>
          </mc:Fallback>
        </mc:AlternateContent>
        <mc:AlternateContent xmlns:mc="http://schemas.openxmlformats.org/markup-compatibility/2006" xmlns:p14="http://schemas.microsoft.com/office/powerpoint/2010/main">
          <mc:Choice Requires="p14">
            <p:contentPart p14:bwMode="auto" r:id="rId64">
              <p14:nvContentPartPr>
                <p14:cNvPr id="4" name="墨迹 3">
                  <a:extLst>
                    <a:ext uri="{FF2B5EF4-FFF2-40B4-BE49-F238E27FC236}">
                      <a16:creationId xmlns:a16="http://schemas.microsoft.com/office/drawing/2014/main" id="{4F925882-1060-BF02-3678-3A6BACD78285}"/>
                    </a:ext>
                  </a:extLst>
                </p14:cNvPr>
                <p14:cNvContentPartPr/>
                <p14:nvPr/>
              </p14:nvContentPartPr>
              <p14:xfrm>
                <a:off x="2419585" y="4885625"/>
                <a:ext cx="600120" cy="10080"/>
              </p14:xfrm>
            </p:contentPart>
          </mc:Choice>
          <mc:Fallback xmlns="">
            <p:pic>
              <p:nvPicPr>
                <p:cNvPr id="4" name="墨迹 3">
                  <a:extLst>
                    <a:ext uri="{FF2B5EF4-FFF2-40B4-BE49-F238E27FC236}">
                      <a16:creationId xmlns:a16="http://schemas.microsoft.com/office/drawing/2014/main" id="{4F925882-1060-BF02-3678-3A6BACD78285}"/>
                    </a:ext>
                  </a:extLst>
                </p:cNvPr>
                <p:cNvPicPr/>
                <p:nvPr/>
              </p:nvPicPr>
              <p:blipFill>
                <a:blip r:embed="rId65"/>
                <a:stretch>
                  <a:fillRect/>
                </a:stretch>
              </p:blipFill>
              <p:spPr>
                <a:xfrm>
                  <a:off x="2401945" y="4867625"/>
                  <a:ext cx="635760" cy="45720"/>
                </a:xfrm>
                <a:prstGeom prst="rect">
                  <a:avLst/>
                </a:prstGeom>
              </p:spPr>
            </p:pic>
          </mc:Fallback>
        </mc:AlternateContent>
        <mc:AlternateContent xmlns:mc="http://schemas.openxmlformats.org/markup-compatibility/2006" xmlns:p14="http://schemas.microsoft.com/office/powerpoint/2010/main">
          <mc:Choice Requires="p14">
            <p:contentPart p14:bwMode="auto" r:id="rId66">
              <p14:nvContentPartPr>
                <p14:cNvPr id="5" name="墨迹 4">
                  <a:extLst>
                    <a:ext uri="{FF2B5EF4-FFF2-40B4-BE49-F238E27FC236}">
                      <a16:creationId xmlns:a16="http://schemas.microsoft.com/office/drawing/2014/main" id="{16AC2E9D-97BB-101A-342B-CB9B22ADB663}"/>
                    </a:ext>
                  </a:extLst>
                </p14:cNvPr>
                <p14:cNvContentPartPr/>
                <p14:nvPr/>
              </p14:nvContentPartPr>
              <p14:xfrm>
                <a:off x="2512105" y="4876265"/>
                <a:ext cx="500400" cy="9720"/>
              </p14:xfrm>
            </p:contentPart>
          </mc:Choice>
          <mc:Fallback xmlns="">
            <p:pic>
              <p:nvPicPr>
                <p:cNvPr id="5" name="墨迹 4">
                  <a:extLst>
                    <a:ext uri="{FF2B5EF4-FFF2-40B4-BE49-F238E27FC236}">
                      <a16:creationId xmlns:a16="http://schemas.microsoft.com/office/drawing/2014/main" id="{16AC2E9D-97BB-101A-342B-CB9B22ADB663}"/>
                    </a:ext>
                  </a:extLst>
                </p:cNvPr>
                <p:cNvPicPr/>
                <p:nvPr/>
              </p:nvPicPr>
              <p:blipFill>
                <a:blip r:embed="rId67"/>
                <a:stretch>
                  <a:fillRect/>
                </a:stretch>
              </p:blipFill>
              <p:spPr>
                <a:xfrm>
                  <a:off x="2494465" y="4858625"/>
                  <a:ext cx="536040" cy="45360"/>
                </a:xfrm>
                <a:prstGeom prst="rect">
                  <a:avLst/>
                </a:prstGeom>
              </p:spPr>
            </p:pic>
          </mc:Fallback>
        </mc:AlternateContent>
        <mc:AlternateContent xmlns:mc="http://schemas.openxmlformats.org/markup-compatibility/2006" xmlns:p14="http://schemas.microsoft.com/office/powerpoint/2010/main">
          <mc:Choice Requires="p14">
            <p:contentPart p14:bwMode="auto" r:id="rId68">
              <p14:nvContentPartPr>
                <p14:cNvPr id="6" name="墨迹 5">
                  <a:extLst>
                    <a:ext uri="{FF2B5EF4-FFF2-40B4-BE49-F238E27FC236}">
                      <a16:creationId xmlns:a16="http://schemas.microsoft.com/office/drawing/2014/main" id="{D9997BC5-C901-F669-21E2-BE56A52BFBEF}"/>
                    </a:ext>
                  </a:extLst>
                </p14:cNvPr>
                <p14:cNvContentPartPr/>
                <p14:nvPr/>
              </p14:nvContentPartPr>
              <p14:xfrm>
                <a:off x="2410585" y="4839905"/>
                <a:ext cx="429840" cy="360"/>
              </p14:xfrm>
            </p:contentPart>
          </mc:Choice>
          <mc:Fallback xmlns="">
            <p:pic>
              <p:nvPicPr>
                <p:cNvPr id="6" name="墨迹 5">
                  <a:extLst>
                    <a:ext uri="{FF2B5EF4-FFF2-40B4-BE49-F238E27FC236}">
                      <a16:creationId xmlns:a16="http://schemas.microsoft.com/office/drawing/2014/main" id="{D9997BC5-C901-F669-21E2-BE56A52BFBEF}"/>
                    </a:ext>
                  </a:extLst>
                </p:cNvPr>
                <p:cNvPicPr/>
                <p:nvPr/>
              </p:nvPicPr>
              <p:blipFill>
                <a:blip r:embed="rId69"/>
                <a:stretch>
                  <a:fillRect/>
                </a:stretch>
              </p:blipFill>
              <p:spPr>
                <a:xfrm>
                  <a:off x="2392945" y="4821905"/>
                  <a:ext cx="465480" cy="36000"/>
                </a:xfrm>
                <a:prstGeom prst="rect">
                  <a:avLst/>
                </a:prstGeom>
              </p:spPr>
            </p:pic>
          </mc:Fallback>
        </mc:AlternateContent>
        <mc:AlternateContent xmlns:mc="http://schemas.openxmlformats.org/markup-compatibility/2006" xmlns:p14="http://schemas.microsoft.com/office/powerpoint/2010/main">
          <mc:Choice Requires="p14">
            <p:contentPart p14:bwMode="auto" r:id="rId70">
              <p14:nvContentPartPr>
                <p14:cNvPr id="7" name="墨迹 6">
                  <a:extLst>
                    <a:ext uri="{FF2B5EF4-FFF2-40B4-BE49-F238E27FC236}">
                      <a16:creationId xmlns:a16="http://schemas.microsoft.com/office/drawing/2014/main" id="{249A575D-8EC0-A1E7-B66E-E624741DC7F2}"/>
                    </a:ext>
                  </a:extLst>
                </p14:cNvPr>
                <p14:cNvContentPartPr/>
                <p14:nvPr/>
              </p14:nvContentPartPr>
              <p14:xfrm>
                <a:off x="2355145" y="4839905"/>
                <a:ext cx="962640" cy="7560"/>
              </p14:xfrm>
            </p:contentPart>
          </mc:Choice>
          <mc:Fallback xmlns="">
            <p:pic>
              <p:nvPicPr>
                <p:cNvPr id="7" name="墨迹 6">
                  <a:extLst>
                    <a:ext uri="{FF2B5EF4-FFF2-40B4-BE49-F238E27FC236}">
                      <a16:creationId xmlns:a16="http://schemas.microsoft.com/office/drawing/2014/main" id="{249A575D-8EC0-A1E7-B66E-E624741DC7F2}"/>
                    </a:ext>
                  </a:extLst>
                </p:cNvPr>
                <p:cNvPicPr/>
                <p:nvPr/>
              </p:nvPicPr>
              <p:blipFill>
                <a:blip r:embed="rId71"/>
                <a:stretch>
                  <a:fillRect/>
                </a:stretch>
              </p:blipFill>
              <p:spPr>
                <a:xfrm>
                  <a:off x="2337145" y="4821905"/>
                  <a:ext cx="998280" cy="43200"/>
                </a:xfrm>
                <a:prstGeom prst="rect">
                  <a:avLst/>
                </a:prstGeom>
              </p:spPr>
            </p:pic>
          </mc:Fallback>
        </mc:AlternateContent>
        <mc:AlternateContent xmlns:mc="http://schemas.openxmlformats.org/markup-compatibility/2006" xmlns:p14="http://schemas.microsoft.com/office/powerpoint/2010/main">
          <mc:Choice Requires="p14">
            <p:contentPart p14:bwMode="auto" r:id="rId72">
              <p14:nvContentPartPr>
                <p14:cNvPr id="8" name="墨迹 7">
                  <a:extLst>
                    <a:ext uri="{FF2B5EF4-FFF2-40B4-BE49-F238E27FC236}">
                      <a16:creationId xmlns:a16="http://schemas.microsoft.com/office/drawing/2014/main" id="{A76E3E5A-C1D8-1312-E0BF-5A9AE3900B80}"/>
                    </a:ext>
                  </a:extLst>
                </p14:cNvPr>
                <p14:cNvContentPartPr/>
                <p14:nvPr/>
              </p14:nvContentPartPr>
              <p14:xfrm>
                <a:off x="2632345" y="4829465"/>
                <a:ext cx="826200" cy="19800"/>
              </p14:xfrm>
            </p:contentPart>
          </mc:Choice>
          <mc:Fallback xmlns="">
            <p:pic>
              <p:nvPicPr>
                <p:cNvPr id="8" name="墨迹 7">
                  <a:extLst>
                    <a:ext uri="{FF2B5EF4-FFF2-40B4-BE49-F238E27FC236}">
                      <a16:creationId xmlns:a16="http://schemas.microsoft.com/office/drawing/2014/main" id="{A76E3E5A-C1D8-1312-E0BF-5A9AE3900B80}"/>
                    </a:ext>
                  </a:extLst>
                </p:cNvPr>
                <p:cNvPicPr/>
                <p:nvPr/>
              </p:nvPicPr>
              <p:blipFill>
                <a:blip r:embed="rId73"/>
                <a:stretch>
                  <a:fillRect/>
                </a:stretch>
              </p:blipFill>
              <p:spPr>
                <a:xfrm>
                  <a:off x="2614345" y="4811465"/>
                  <a:ext cx="861840" cy="55440"/>
                </a:xfrm>
                <a:prstGeom prst="rect">
                  <a:avLst/>
                </a:prstGeom>
              </p:spPr>
            </p:pic>
          </mc:Fallback>
        </mc:AlternateContent>
        <mc:AlternateContent xmlns:mc="http://schemas.openxmlformats.org/markup-compatibility/2006" xmlns:p14="http://schemas.microsoft.com/office/powerpoint/2010/main">
          <mc:Choice Requires="p14">
            <p:contentPart p14:bwMode="auto" r:id="rId74">
              <p14:nvContentPartPr>
                <p14:cNvPr id="9" name="墨迹 8">
                  <a:extLst>
                    <a:ext uri="{FF2B5EF4-FFF2-40B4-BE49-F238E27FC236}">
                      <a16:creationId xmlns:a16="http://schemas.microsoft.com/office/drawing/2014/main" id="{CB84F0EE-62D8-FD06-B896-9853ADCCE94E}"/>
                    </a:ext>
                  </a:extLst>
                </p14:cNvPr>
                <p14:cNvContentPartPr/>
                <p14:nvPr/>
              </p14:nvContentPartPr>
              <p14:xfrm>
                <a:off x="2733865" y="4829825"/>
                <a:ext cx="604440" cy="10080"/>
              </p14:xfrm>
            </p:contentPart>
          </mc:Choice>
          <mc:Fallback xmlns="">
            <p:pic>
              <p:nvPicPr>
                <p:cNvPr id="9" name="墨迹 8">
                  <a:extLst>
                    <a:ext uri="{FF2B5EF4-FFF2-40B4-BE49-F238E27FC236}">
                      <a16:creationId xmlns:a16="http://schemas.microsoft.com/office/drawing/2014/main" id="{CB84F0EE-62D8-FD06-B896-9853ADCCE94E}"/>
                    </a:ext>
                  </a:extLst>
                </p:cNvPr>
                <p:cNvPicPr/>
                <p:nvPr/>
              </p:nvPicPr>
              <p:blipFill>
                <a:blip r:embed="rId75"/>
                <a:stretch>
                  <a:fillRect/>
                </a:stretch>
              </p:blipFill>
              <p:spPr>
                <a:xfrm>
                  <a:off x="2716225" y="4812185"/>
                  <a:ext cx="640080" cy="45720"/>
                </a:xfrm>
                <a:prstGeom prst="rect">
                  <a:avLst/>
                </a:prstGeom>
              </p:spPr>
            </p:pic>
          </mc:Fallback>
        </mc:AlternateContent>
        <mc:AlternateContent xmlns:mc="http://schemas.openxmlformats.org/markup-compatibility/2006" xmlns:p14="http://schemas.microsoft.com/office/powerpoint/2010/main">
          <mc:Choice Requires="p14">
            <p:contentPart p14:bwMode="auto" r:id="rId76">
              <p14:nvContentPartPr>
                <p14:cNvPr id="10" name="墨迹 9">
                  <a:extLst>
                    <a:ext uri="{FF2B5EF4-FFF2-40B4-BE49-F238E27FC236}">
                      <a16:creationId xmlns:a16="http://schemas.microsoft.com/office/drawing/2014/main" id="{D63B446F-4C3A-1BC6-A2D3-9FB31C1752E7}"/>
                    </a:ext>
                  </a:extLst>
                </p14:cNvPr>
                <p14:cNvContentPartPr/>
                <p14:nvPr/>
              </p14:nvContentPartPr>
              <p14:xfrm>
                <a:off x="3001705" y="4839545"/>
                <a:ext cx="517320" cy="9720"/>
              </p14:xfrm>
            </p:contentPart>
          </mc:Choice>
          <mc:Fallback xmlns="">
            <p:pic>
              <p:nvPicPr>
                <p:cNvPr id="10" name="墨迹 9">
                  <a:extLst>
                    <a:ext uri="{FF2B5EF4-FFF2-40B4-BE49-F238E27FC236}">
                      <a16:creationId xmlns:a16="http://schemas.microsoft.com/office/drawing/2014/main" id="{D63B446F-4C3A-1BC6-A2D3-9FB31C1752E7}"/>
                    </a:ext>
                  </a:extLst>
                </p:cNvPr>
                <p:cNvPicPr/>
                <p:nvPr/>
              </p:nvPicPr>
              <p:blipFill>
                <a:blip r:embed="rId77"/>
                <a:stretch>
                  <a:fillRect/>
                </a:stretch>
              </p:blipFill>
              <p:spPr>
                <a:xfrm>
                  <a:off x="2983705" y="4821545"/>
                  <a:ext cx="552960" cy="4536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78">
            <p14:nvContentPartPr>
              <p14:cNvPr id="11" name="墨迹 10">
                <a:extLst>
                  <a:ext uri="{FF2B5EF4-FFF2-40B4-BE49-F238E27FC236}">
                    <a16:creationId xmlns:a16="http://schemas.microsoft.com/office/drawing/2014/main" id="{CA99EEB4-87D7-D01C-3A5A-053BA127FE1E}"/>
                  </a:ext>
                </a:extLst>
              </p14:cNvPr>
              <p14:cNvContentPartPr/>
              <p14:nvPr/>
            </p14:nvContentPartPr>
            <p14:xfrm>
              <a:off x="5532865" y="5080025"/>
              <a:ext cx="199080" cy="141840"/>
            </p14:xfrm>
          </p:contentPart>
        </mc:Choice>
        <mc:Fallback xmlns="">
          <p:pic>
            <p:nvPicPr>
              <p:cNvPr id="11" name="墨迹 10">
                <a:extLst>
                  <a:ext uri="{FF2B5EF4-FFF2-40B4-BE49-F238E27FC236}">
                    <a16:creationId xmlns:a16="http://schemas.microsoft.com/office/drawing/2014/main" id="{CA99EEB4-87D7-D01C-3A5A-053BA127FE1E}"/>
                  </a:ext>
                </a:extLst>
              </p:cNvPr>
              <p:cNvPicPr/>
              <p:nvPr/>
            </p:nvPicPr>
            <p:blipFill>
              <a:blip r:embed="rId79"/>
              <a:stretch>
                <a:fillRect/>
              </a:stretch>
            </p:blipFill>
            <p:spPr>
              <a:xfrm>
                <a:off x="5515225" y="5062025"/>
                <a:ext cx="234720" cy="177480"/>
              </a:xfrm>
              <a:prstGeom prst="rect">
                <a:avLst/>
              </a:prstGeom>
            </p:spPr>
          </p:pic>
        </mc:Fallback>
      </mc:AlternateContent>
    </p:spTree>
  </p:cSld>
  <p:clrMapOvr>
    <a:masterClrMapping/>
  </p:clrMapOvr>
  <p:transition/>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5" name="矩形 71681"/>
          <p:cNvSpPr/>
          <p:nvPr/>
        </p:nvSpPr>
        <p:spPr>
          <a:xfrm>
            <a:off x="152400" y="304800"/>
            <a:ext cx="8915400" cy="685800"/>
          </a:xfrm>
          <a:prstGeom prst="rect">
            <a:avLst/>
          </a:prstGeom>
          <a:noFill/>
          <a:ln w="9525">
            <a:noFill/>
          </a:ln>
        </p:spPr>
        <p:txBody>
          <a:bodyPr lIns="92075" tIns="46038" rIns="92075" bIns="46038" anchor="t" anchorCtr="0"/>
          <a:lstStyle/>
          <a:p>
            <a:pPr marL="342900" indent="-342900">
              <a:spcBef>
                <a:spcPct val="20000"/>
              </a:spcBef>
              <a:buClr>
                <a:schemeClr val="tx2"/>
              </a:buClr>
            </a:pPr>
            <a:r>
              <a:rPr lang="en-US" altLang="zh-CN" sz="2800" b="1">
                <a:latin typeface="Times New Roman" panose="02020603050405020304" pitchFamily="2" charset="0"/>
                <a:ea typeface="宋体" panose="02010600030101010101" pitchFamily="2" charset="-122"/>
              </a:rPr>
              <a:t>4</a:t>
            </a:r>
            <a:r>
              <a:rPr lang="zh-CN" altLang="en-US" sz="2800" b="1">
                <a:latin typeface="Times New Roman" panose="02020603050405020304" pitchFamily="2" charset="0"/>
                <a:ea typeface="宋体" panose="02010600030101010101" pitchFamily="2" charset="-122"/>
              </a:rPr>
              <a:t>、一般性的周期为</a:t>
            </a:r>
            <a:r>
              <a:rPr lang="en-US" altLang="zh-CN" sz="2800" b="1">
                <a:latin typeface="Times New Roman" panose="02020603050405020304" pitchFamily="2" charset="0"/>
                <a:ea typeface="宋体" panose="02010600030101010101" pitchFamily="2" charset="-122"/>
              </a:rPr>
              <a:t>N</a:t>
            </a:r>
            <a:r>
              <a:rPr lang="zh-CN" altLang="en-US" sz="2800" b="1">
                <a:latin typeface="Times New Roman" panose="02020603050405020304" pitchFamily="2" charset="0"/>
                <a:ea typeface="宋体" panose="02010600030101010101" pitchFamily="2" charset="-122"/>
              </a:rPr>
              <a:t>的周期性序列的傅里叶变换</a:t>
            </a:r>
          </a:p>
        </p:txBody>
      </p:sp>
      <p:graphicFrame>
        <p:nvGraphicFramePr>
          <p:cNvPr id="154626" name="对象 71682"/>
          <p:cNvGraphicFramePr>
            <a:graphicFrameLocks noChangeAspect="1"/>
          </p:cNvGraphicFramePr>
          <p:nvPr/>
        </p:nvGraphicFramePr>
        <p:xfrm>
          <a:off x="960438" y="1930400"/>
          <a:ext cx="7586662" cy="4225925"/>
        </p:xfrm>
        <a:graphic>
          <a:graphicData uri="http://schemas.openxmlformats.org/presentationml/2006/ole">
            <mc:AlternateContent xmlns:mc="http://schemas.openxmlformats.org/markup-compatibility/2006">
              <mc:Choice xmlns:v="urn:schemas-microsoft-com:vml" Requires="v">
                <p:oleObj r:id="rId2" imgW="3467100" imgH="2070100" progId="Equation.3">
                  <p:embed/>
                </p:oleObj>
              </mc:Choice>
              <mc:Fallback>
                <p:oleObj r:id="rId2" imgW="3467100" imgH="2070100" progId="Equation.3">
                  <p:embed/>
                  <p:pic>
                    <p:nvPicPr>
                      <p:cNvPr id="0" name="图片 3691"/>
                      <p:cNvPicPr/>
                      <p:nvPr/>
                    </p:nvPicPr>
                    <p:blipFill>
                      <a:blip r:embed="rId3"/>
                      <a:stretch>
                        <a:fillRect/>
                      </a:stretch>
                    </p:blipFill>
                    <p:spPr>
                      <a:xfrm>
                        <a:off x="960438" y="1930400"/>
                        <a:ext cx="7586662" cy="4225925"/>
                      </a:xfrm>
                      <a:prstGeom prst="rect">
                        <a:avLst/>
                      </a:prstGeom>
                      <a:noFill/>
                      <a:ln w="38100">
                        <a:noFill/>
                        <a:miter/>
                      </a:ln>
                    </p:spPr>
                  </p:pic>
                </p:oleObj>
              </mc:Fallback>
            </mc:AlternateContent>
          </a:graphicData>
        </a:graphic>
      </p:graphicFrame>
      <p:graphicFrame>
        <p:nvGraphicFramePr>
          <p:cNvPr id="154627" name="对象 71683"/>
          <p:cNvGraphicFramePr>
            <a:graphicFrameLocks noChangeAspect="1"/>
          </p:cNvGraphicFramePr>
          <p:nvPr/>
        </p:nvGraphicFramePr>
        <p:xfrm>
          <a:off x="803275" y="838200"/>
          <a:ext cx="6518275" cy="898525"/>
        </p:xfrm>
        <a:graphic>
          <a:graphicData uri="http://schemas.openxmlformats.org/presentationml/2006/ole">
            <mc:AlternateContent xmlns:mc="http://schemas.openxmlformats.org/markup-compatibility/2006">
              <mc:Choice xmlns:v="urn:schemas-microsoft-com:vml" Requires="v">
                <p:oleObj r:id="rId4" imgW="2894330" imgH="444500" progId="Equation.3">
                  <p:embed/>
                </p:oleObj>
              </mc:Choice>
              <mc:Fallback>
                <p:oleObj r:id="rId4" imgW="2894330" imgH="444500" progId="Equation.3">
                  <p:embed/>
                  <p:pic>
                    <p:nvPicPr>
                      <p:cNvPr id="0" name="图片 3690"/>
                      <p:cNvPicPr/>
                      <p:nvPr/>
                    </p:nvPicPr>
                    <p:blipFill>
                      <a:blip r:embed="rId5"/>
                      <a:stretch>
                        <a:fillRect/>
                      </a:stretch>
                    </p:blipFill>
                    <p:spPr>
                      <a:xfrm>
                        <a:off x="803275" y="838200"/>
                        <a:ext cx="6518275" cy="898525"/>
                      </a:xfrm>
                      <a:prstGeom prst="rect">
                        <a:avLst/>
                      </a:prstGeom>
                      <a:noFill/>
                      <a:ln w="38100">
                        <a:noFill/>
                        <a:miter/>
                      </a:ln>
                    </p:spPr>
                  </p:pic>
                </p:oleObj>
              </mc:Fallback>
            </mc:AlternateContent>
          </a:graphicData>
        </a:graphic>
      </p:graphicFrame>
      <p:sp>
        <p:nvSpPr>
          <p:cNvPr id="154628" name="燕尾形箭头 71684"/>
          <p:cNvSpPr/>
          <p:nvPr/>
        </p:nvSpPr>
        <p:spPr>
          <a:xfrm>
            <a:off x="935038" y="2001838"/>
            <a:ext cx="720725" cy="315912"/>
          </a:xfrm>
          <a:prstGeom prst="notchedRightArrow">
            <a:avLst>
              <a:gd name="adj1" fmla="val 50000"/>
              <a:gd name="adj2" fmla="val 54690"/>
            </a:avLst>
          </a:prstGeom>
          <a:solidFill>
            <a:schemeClr val="accent1"/>
          </a:solidFill>
          <a:ln w="12700" cap="flat" cmpd="sng">
            <a:solidFill>
              <a:schemeClr val="tx1"/>
            </a:solidFill>
            <a:prstDash val="solid"/>
            <a:miter/>
            <a:headEnd type="none" w="med" len="med"/>
            <a:tailEnd type="none" w="med" len="med"/>
          </a:ln>
        </p:spPr>
        <p:txBody>
          <a:bodyPr anchor="t" anchorCtr="0"/>
          <a:lstStyle/>
          <a:p>
            <a:endParaRPr lang="zh-CN" altLang="en-US" sz="2800">
              <a:latin typeface="Times New Roman" panose="02020603050405020304" pitchFamily="2" charset="0"/>
              <a:ea typeface="宋体" panose="02010600030101010101" pitchFamily="2" charset="-122"/>
            </a:endParaRPr>
          </a:p>
        </p:txBody>
      </p:sp>
      <p:sp>
        <p:nvSpPr>
          <p:cNvPr id="154629" name="文本框 1"/>
          <p:cNvSpPr txBox="1"/>
          <p:nvPr/>
        </p:nvSpPr>
        <p:spPr>
          <a:xfrm>
            <a:off x="6372225" y="2565400"/>
            <a:ext cx="1158875" cy="646113"/>
          </a:xfrm>
          <a:prstGeom prst="rect">
            <a:avLst/>
          </a:prstGeom>
          <a:noFill/>
          <a:ln w="9525">
            <a:noFill/>
          </a:ln>
        </p:spPr>
        <p:txBody>
          <a:bodyPr wrap="square" anchor="t" anchorCtr="0">
            <a:spAutoFit/>
          </a:bodyPr>
          <a:lstStyle/>
          <a:p>
            <a:r>
              <a:rPr lang="zh-CN" altLang="en-US" b="1">
                <a:solidFill>
                  <a:srgbClr val="C00000"/>
                </a:solidFill>
                <a:latin typeface="Times New Roman" panose="02020603050405020304" pitchFamily="2" charset="0"/>
                <a:ea typeface="宋体" panose="02010600030101010101" pitchFamily="2" charset="-122"/>
              </a:rPr>
              <a:t>时域卷积，频域相乘</a:t>
            </a:r>
          </a:p>
        </p:txBody>
      </p:sp>
      <p:sp>
        <p:nvSpPr>
          <p:cNvPr id="3" name="矩形 2"/>
          <p:cNvSpPr/>
          <p:nvPr/>
        </p:nvSpPr>
        <p:spPr>
          <a:xfrm>
            <a:off x="3190875" y="3484563"/>
            <a:ext cx="1046163" cy="585788"/>
          </a:xfrm>
          <a:prstGeom prst="rect">
            <a:avLst/>
          </a:prstGeom>
          <a:noFill/>
          <a:ln w="19050">
            <a:solidFill>
              <a:srgbClr val="FF0000"/>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endParaRPr lang="zh-CN" altLang="en-US" strike="noStrike" noProof="1"/>
          </a:p>
        </p:txBody>
      </p:sp>
      <p:sp>
        <p:nvSpPr>
          <p:cNvPr id="4" name="矩形 3"/>
          <p:cNvSpPr/>
          <p:nvPr/>
        </p:nvSpPr>
        <p:spPr>
          <a:xfrm>
            <a:off x="3117850" y="5330825"/>
            <a:ext cx="3400425" cy="825500"/>
          </a:xfrm>
          <a:prstGeom prst="rect">
            <a:avLst/>
          </a:prstGeom>
          <a:noFill/>
          <a:ln w="19050">
            <a:solidFill>
              <a:srgbClr val="FF0000"/>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endParaRPr lang="zh-CN" altLang="en-US" strike="noStrike" noProof="1"/>
          </a:p>
        </p:txBody>
      </p:sp>
      <p:grpSp>
        <p:nvGrpSpPr>
          <p:cNvPr id="6" name="组合 5">
            <a:extLst>
              <a:ext uri="{FF2B5EF4-FFF2-40B4-BE49-F238E27FC236}">
                <a16:creationId xmlns:a16="http://schemas.microsoft.com/office/drawing/2014/main" id="{61CA6373-3B51-8F79-A537-0A4EF63AA6B2}"/>
              </a:ext>
            </a:extLst>
          </p:cNvPr>
          <p:cNvGrpSpPr/>
          <p:nvPr/>
        </p:nvGrpSpPr>
        <p:grpSpPr>
          <a:xfrm>
            <a:off x="4534945" y="4036025"/>
            <a:ext cx="1098720" cy="242280"/>
            <a:chOff x="4534945" y="4036025"/>
            <a:chExt cx="1098720" cy="242280"/>
          </a:xfrm>
        </p:grpSpPr>
        <mc:AlternateContent xmlns:mc="http://schemas.openxmlformats.org/markup-compatibility/2006" xmlns:p14="http://schemas.microsoft.com/office/powerpoint/2010/main">
          <mc:Choice Requires="p14">
            <p:contentPart p14:bwMode="auto" r:id="rId6">
              <p14:nvContentPartPr>
                <p14:cNvPr id="2" name="墨迹 1">
                  <a:extLst>
                    <a:ext uri="{FF2B5EF4-FFF2-40B4-BE49-F238E27FC236}">
                      <a16:creationId xmlns:a16="http://schemas.microsoft.com/office/drawing/2014/main" id="{A3492914-0AF6-CEA1-E809-A6B8D76F379A}"/>
                    </a:ext>
                  </a:extLst>
                </p14:cNvPr>
                <p14:cNvContentPartPr/>
                <p14:nvPr/>
              </p14:nvContentPartPr>
              <p14:xfrm>
                <a:off x="4534945" y="4036025"/>
                <a:ext cx="1098720" cy="19800"/>
              </p14:xfrm>
            </p:contentPart>
          </mc:Choice>
          <mc:Fallback xmlns="">
            <p:pic>
              <p:nvPicPr>
                <p:cNvPr id="2" name="墨迹 1">
                  <a:extLst>
                    <a:ext uri="{FF2B5EF4-FFF2-40B4-BE49-F238E27FC236}">
                      <a16:creationId xmlns:a16="http://schemas.microsoft.com/office/drawing/2014/main" id="{A3492914-0AF6-CEA1-E809-A6B8D76F379A}"/>
                    </a:ext>
                  </a:extLst>
                </p:cNvPr>
                <p:cNvPicPr/>
                <p:nvPr/>
              </p:nvPicPr>
              <p:blipFill>
                <a:blip r:embed="rId7"/>
                <a:stretch>
                  <a:fillRect/>
                </a:stretch>
              </p:blipFill>
              <p:spPr>
                <a:xfrm>
                  <a:off x="4516945" y="4018385"/>
                  <a:ext cx="1134360" cy="5544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5" name="墨迹 4">
                  <a:extLst>
                    <a:ext uri="{FF2B5EF4-FFF2-40B4-BE49-F238E27FC236}">
                      <a16:creationId xmlns:a16="http://schemas.microsoft.com/office/drawing/2014/main" id="{FE9010B1-7082-09A2-9D65-136B15B95CC0}"/>
                    </a:ext>
                  </a:extLst>
                </p14:cNvPr>
                <p14:cNvContentPartPr/>
                <p14:nvPr/>
              </p14:nvContentPartPr>
              <p14:xfrm>
                <a:off x="4872985" y="4111265"/>
                <a:ext cx="311040" cy="167040"/>
              </p14:xfrm>
            </p:contentPart>
          </mc:Choice>
          <mc:Fallback xmlns="">
            <p:pic>
              <p:nvPicPr>
                <p:cNvPr id="5" name="墨迹 4">
                  <a:extLst>
                    <a:ext uri="{FF2B5EF4-FFF2-40B4-BE49-F238E27FC236}">
                      <a16:creationId xmlns:a16="http://schemas.microsoft.com/office/drawing/2014/main" id="{FE9010B1-7082-09A2-9D65-136B15B95CC0}"/>
                    </a:ext>
                  </a:extLst>
                </p:cNvPr>
                <p:cNvPicPr/>
                <p:nvPr/>
              </p:nvPicPr>
              <p:blipFill>
                <a:blip r:embed="rId9"/>
                <a:stretch>
                  <a:fillRect/>
                </a:stretch>
              </p:blipFill>
              <p:spPr>
                <a:xfrm>
                  <a:off x="4855345" y="4093265"/>
                  <a:ext cx="346680" cy="202680"/>
                </a:xfrm>
                <a:prstGeom prst="rect">
                  <a:avLst/>
                </a:prstGeom>
              </p:spPr>
            </p:pic>
          </mc:Fallback>
        </mc:AlternateContent>
      </p:grpSp>
      <p:grpSp>
        <p:nvGrpSpPr>
          <p:cNvPr id="33" name="组合 32">
            <a:extLst>
              <a:ext uri="{FF2B5EF4-FFF2-40B4-BE49-F238E27FC236}">
                <a16:creationId xmlns:a16="http://schemas.microsoft.com/office/drawing/2014/main" id="{9AB208E2-E565-826A-E56D-5B6C870F14E4}"/>
              </a:ext>
            </a:extLst>
          </p:cNvPr>
          <p:cNvGrpSpPr/>
          <p:nvPr/>
        </p:nvGrpSpPr>
        <p:grpSpPr>
          <a:xfrm>
            <a:off x="284785" y="4303865"/>
            <a:ext cx="1830600" cy="855720"/>
            <a:chOff x="284785" y="4303865"/>
            <a:chExt cx="1830600" cy="855720"/>
          </a:xfrm>
        </p:grpSpPr>
        <mc:AlternateContent xmlns:mc="http://schemas.openxmlformats.org/markup-compatibility/2006" xmlns:p14="http://schemas.microsoft.com/office/powerpoint/2010/main">
          <mc:Choice Requires="p14">
            <p:contentPart p14:bwMode="auto" r:id="rId10">
              <p14:nvContentPartPr>
                <p14:cNvPr id="7" name="墨迹 6">
                  <a:extLst>
                    <a:ext uri="{FF2B5EF4-FFF2-40B4-BE49-F238E27FC236}">
                      <a16:creationId xmlns:a16="http://schemas.microsoft.com/office/drawing/2014/main" id="{8FA998E0-7CF1-B025-6546-A090C596E942}"/>
                    </a:ext>
                  </a:extLst>
                </p14:cNvPr>
                <p14:cNvContentPartPr/>
                <p14:nvPr/>
              </p14:nvContentPartPr>
              <p14:xfrm>
                <a:off x="387745" y="4534625"/>
                <a:ext cx="254160" cy="140760"/>
              </p14:xfrm>
            </p:contentPart>
          </mc:Choice>
          <mc:Fallback xmlns="">
            <p:pic>
              <p:nvPicPr>
                <p:cNvPr id="7" name="墨迹 6">
                  <a:extLst>
                    <a:ext uri="{FF2B5EF4-FFF2-40B4-BE49-F238E27FC236}">
                      <a16:creationId xmlns:a16="http://schemas.microsoft.com/office/drawing/2014/main" id="{8FA998E0-7CF1-B025-6546-A090C596E942}"/>
                    </a:ext>
                  </a:extLst>
                </p:cNvPr>
                <p:cNvPicPr/>
                <p:nvPr/>
              </p:nvPicPr>
              <p:blipFill>
                <a:blip r:embed="rId11"/>
                <a:stretch>
                  <a:fillRect/>
                </a:stretch>
              </p:blipFill>
              <p:spPr>
                <a:xfrm>
                  <a:off x="369745" y="4516625"/>
                  <a:ext cx="289800" cy="17640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8" name="墨迹 7">
                  <a:extLst>
                    <a:ext uri="{FF2B5EF4-FFF2-40B4-BE49-F238E27FC236}">
                      <a16:creationId xmlns:a16="http://schemas.microsoft.com/office/drawing/2014/main" id="{25D08D2B-4F1F-A966-BBB2-72C79FC03D24}"/>
                    </a:ext>
                  </a:extLst>
                </p14:cNvPr>
                <p14:cNvContentPartPr/>
                <p14:nvPr/>
              </p14:nvContentPartPr>
              <p14:xfrm>
                <a:off x="655585" y="4488185"/>
                <a:ext cx="211680" cy="19080"/>
              </p14:xfrm>
            </p:contentPart>
          </mc:Choice>
          <mc:Fallback xmlns="">
            <p:pic>
              <p:nvPicPr>
                <p:cNvPr id="8" name="墨迹 7">
                  <a:extLst>
                    <a:ext uri="{FF2B5EF4-FFF2-40B4-BE49-F238E27FC236}">
                      <a16:creationId xmlns:a16="http://schemas.microsoft.com/office/drawing/2014/main" id="{25D08D2B-4F1F-A966-BBB2-72C79FC03D24}"/>
                    </a:ext>
                  </a:extLst>
                </p:cNvPr>
                <p:cNvPicPr/>
                <p:nvPr/>
              </p:nvPicPr>
              <p:blipFill>
                <a:blip r:embed="rId13"/>
                <a:stretch>
                  <a:fillRect/>
                </a:stretch>
              </p:blipFill>
              <p:spPr>
                <a:xfrm>
                  <a:off x="637945" y="4470545"/>
                  <a:ext cx="247320" cy="5472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9" name="墨迹 8">
                  <a:extLst>
                    <a:ext uri="{FF2B5EF4-FFF2-40B4-BE49-F238E27FC236}">
                      <a16:creationId xmlns:a16="http://schemas.microsoft.com/office/drawing/2014/main" id="{57DDD3AD-D3E8-BEED-552B-4930F6DEDEBB}"/>
                    </a:ext>
                  </a:extLst>
                </p14:cNvPr>
                <p14:cNvContentPartPr/>
                <p14:nvPr/>
              </p14:nvContentPartPr>
              <p14:xfrm>
                <a:off x="647665" y="4553345"/>
                <a:ext cx="54720" cy="101160"/>
              </p14:xfrm>
            </p:contentPart>
          </mc:Choice>
          <mc:Fallback xmlns="">
            <p:pic>
              <p:nvPicPr>
                <p:cNvPr id="9" name="墨迹 8">
                  <a:extLst>
                    <a:ext uri="{FF2B5EF4-FFF2-40B4-BE49-F238E27FC236}">
                      <a16:creationId xmlns:a16="http://schemas.microsoft.com/office/drawing/2014/main" id="{57DDD3AD-D3E8-BEED-552B-4930F6DEDEBB}"/>
                    </a:ext>
                  </a:extLst>
                </p:cNvPr>
                <p:cNvPicPr/>
                <p:nvPr/>
              </p:nvPicPr>
              <p:blipFill>
                <a:blip r:embed="rId15"/>
                <a:stretch>
                  <a:fillRect/>
                </a:stretch>
              </p:blipFill>
              <p:spPr>
                <a:xfrm>
                  <a:off x="629665" y="4535705"/>
                  <a:ext cx="90360" cy="13680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10" name="墨迹 9">
                  <a:extLst>
                    <a:ext uri="{FF2B5EF4-FFF2-40B4-BE49-F238E27FC236}">
                      <a16:creationId xmlns:a16="http://schemas.microsoft.com/office/drawing/2014/main" id="{5116B021-5357-9D75-0EB2-F6DA702CCC1F}"/>
                    </a:ext>
                  </a:extLst>
                </p14:cNvPr>
                <p14:cNvContentPartPr/>
                <p14:nvPr/>
              </p14:nvContentPartPr>
              <p14:xfrm>
                <a:off x="720385" y="4571705"/>
                <a:ext cx="137520" cy="112320"/>
              </p14:xfrm>
            </p:contentPart>
          </mc:Choice>
          <mc:Fallback xmlns="">
            <p:pic>
              <p:nvPicPr>
                <p:cNvPr id="10" name="墨迹 9">
                  <a:extLst>
                    <a:ext uri="{FF2B5EF4-FFF2-40B4-BE49-F238E27FC236}">
                      <a16:creationId xmlns:a16="http://schemas.microsoft.com/office/drawing/2014/main" id="{5116B021-5357-9D75-0EB2-F6DA702CCC1F}"/>
                    </a:ext>
                  </a:extLst>
                </p:cNvPr>
                <p:cNvPicPr/>
                <p:nvPr/>
              </p:nvPicPr>
              <p:blipFill>
                <a:blip r:embed="rId17"/>
                <a:stretch>
                  <a:fillRect/>
                </a:stretch>
              </p:blipFill>
              <p:spPr>
                <a:xfrm>
                  <a:off x="702385" y="4553705"/>
                  <a:ext cx="173160" cy="14796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11" name="墨迹 10">
                  <a:extLst>
                    <a:ext uri="{FF2B5EF4-FFF2-40B4-BE49-F238E27FC236}">
                      <a16:creationId xmlns:a16="http://schemas.microsoft.com/office/drawing/2014/main" id="{7D04D5BA-59F1-E61D-6FDC-3DA24CCEC04C}"/>
                    </a:ext>
                  </a:extLst>
                </p14:cNvPr>
                <p14:cNvContentPartPr/>
                <p14:nvPr/>
              </p14:nvContentPartPr>
              <p14:xfrm>
                <a:off x="284785" y="4756745"/>
                <a:ext cx="720720" cy="46800"/>
              </p14:xfrm>
            </p:contentPart>
          </mc:Choice>
          <mc:Fallback xmlns="">
            <p:pic>
              <p:nvPicPr>
                <p:cNvPr id="11" name="墨迹 10">
                  <a:extLst>
                    <a:ext uri="{FF2B5EF4-FFF2-40B4-BE49-F238E27FC236}">
                      <a16:creationId xmlns:a16="http://schemas.microsoft.com/office/drawing/2014/main" id="{7D04D5BA-59F1-E61D-6FDC-3DA24CCEC04C}"/>
                    </a:ext>
                  </a:extLst>
                </p:cNvPr>
                <p:cNvPicPr/>
                <p:nvPr/>
              </p:nvPicPr>
              <p:blipFill>
                <a:blip r:embed="rId19"/>
                <a:stretch>
                  <a:fillRect/>
                </a:stretch>
              </p:blipFill>
              <p:spPr>
                <a:xfrm>
                  <a:off x="267145" y="4738745"/>
                  <a:ext cx="756360" cy="8244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13" name="墨迹 12">
                  <a:extLst>
                    <a:ext uri="{FF2B5EF4-FFF2-40B4-BE49-F238E27FC236}">
                      <a16:creationId xmlns:a16="http://schemas.microsoft.com/office/drawing/2014/main" id="{19C9FC6C-0C4F-25F6-02B0-341FC5D3CE69}"/>
                    </a:ext>
                  </a:extLst>
                </p14:cNvPr>
                <p14:cNvContentPartPr/>
                <p14:nvPr/>
              </p14:nvContentPartPr>
              <p14:xfrm>
                <a:off x="479185" y="4858265"/>
                <a:ext cx="84240" cy="174240"/>
              </p14:xfrm>
            </p:contentPart>
          </mc:Choice>
          <mc:Fallback xmlns="">
            <p:pic>
              <p:nvPicPr>
                <p:cNvPr id="13" name="墨迹 12">
                  <a:extLst>
                    <a:ext uri="{FF2B5EF4-FFF2-40B4-BE49-F238E27FC236}">
                      <a16:creationId xmlns:a16="http://schemas.microsoft.com/office/drawing/2014/main" id="{19C9FC6C-0C4F-25F6-02B0-341FC5D3CE69}"/>
                    </a:ext>
                  </a:extLst>
                </p:cNvPr>
                <p:cNvPicPr/>
                <p:nvPr/>
              </p:nvPicPr>
              <p:blipFill>
                <a:blip r:embed="rId21"/>
                <a:stretch>
                  <a:fillRect/>
                </a:stretch>
              </p:blipFill>
              <p:spPr>
                <a:xfrm>
                  <a:off x="461545" y="4840265"/>
                  <a:ext cx="119880" cy="20988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14" name="墨迹 13">
                  <a:extLst>
                    <a:ext uri="{FF2B5EF4-FFF2-40B4-BE49-F238E27FC236}">
                      <a16:creationId xmlns:a16="http://schemas.microsoft.com/office/drawing/2014/main" id="{8C505A82-2155-7DC7-7264-4439896602B6}"/>
                    </a:ext>
                  </a:extLst>
                </p14:cNvPr>
                <p14:cNvContentPartPr/>
                <p14:nvPr/>
              </p14:nvContentPartPr>
              <p14:xfrm>
                <a:off x="544705" y="4885985"/>
                <a:ext cx="139320" cy="142560"/>
              </p14:xfrm>
            </p:contentPart>
          </mc:Choice>
          <mc:Fallback xmlns="">
            <p:pic>
              <p:nvPicPr>
                <p:cNvPr id="14" name="墨迹 13">
                  <a:extLst>
                    <a:ext uri="{FF2B5EF4-FFF2-40B4-BE49-F238E27FC236}">
                      <a16:creationId xmlns:a16="http://schemas.microsoft.com/office/drawing/2014/main" id="{8C505A82-2155-7DC7-7264-4439896602B6}"/>
                    </a:ext>
                  </a:extLst>
                </p:cNvPr>
                <p:cNvPicPr/>
                <p:nvPr/>
              </p:nvPicPr>
              <p:blipFill>
                <a:blip r:embed="rId23"/>
                <a:stretch>
                  <a:fillRect/>
                </a:stretch>
              </p:blipFill>
              <p:spPr>
                <a:xfrm>
                  <a:off x="527065" y="4867985"/>
                  <a:ext cx="174960" cy="17820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15" name="墨迹 14">
                  <a:extLst>
                    <a:ext uri="{FF2B5EF4-FFF2-40B4-BE49-F238E27FC236}">
                      <a16:creationId xmlns:a16="http://schemas.microsoft.com/office/drawing/2014/main" id="{55E549DD-B464-8C88-8ED0-8B370D355CEE}"/>
                    </a:ext>
                  </a:extLst>
                </p14:cNvPr>
                <p14:cNvContentPartPr/>
                <p14:nvPr/>
              </p14:nvContentPartPr>
              <p14:xfrm>
                <a:off x="664225" y="4858265"/>
                <a:ext cx="37800" cy="183600"/>
              </p14:xfrm>
            </p:contentPart>
          </mc:Choice>
          <mc:Fallback xmlns="">
            <p:pic>
              <p:nvPicPr>
                <p:cNvPr id="15" name="墨迹 14">
                  <a:extLst>
                    <a:ext uri="{FF2B5EF4-FFF2-40B4-BE49-F238E27FC236}">
                      <a16:creationId xmlns:a16="http://schemas.microsoft.com/office/drawing/2014/main" id="{55E549DD-B464-8C88-8ED0-8B370D355CEE}"/>
                    </a:ext>
                  </a:extLst>
                </p:cNvPr>
                <p:cNvPicPr/>
                <p:nvPr/>
              </p:nvPicPr>
              <p:blipFill>
                <a:blip r:embed="rId25"/>
                <a:stretch>
                  <a:fillRect/>
                </a:stretch>
              </p:blipFill>
              <p:spPr>
                <a:xfrm>
                  <a:off x="646585" y="4840265"/>
                  <a:ext cx="73440" cy="21924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16" name="墨迹 15">
                  <a:extLst>
                    <a:ext uri="{FF2B5EF4-FFF2-40B4-BE49-F238E27FC236}">
                      <a16:creationId xmlns:a16="http://schemas.microsoft.com/office/drawing/2014/main" id="{DE10047B-B18F-C296-068C-E63D75A75220}"/>
                    </a:ext>
                  </a:extLst>
                </p14:cNvPr>
                <p14:cNvContentPartPr/>
                <p14:nvPr/>
              </p14:nvContentPartPr>
              <p14:xfrm>
                <a:off x="1117105" y="4562705"/>
                <a:ext cx="396000" cy="360"/>
              </p14:xfrm>
            </p:contentPart>
          </mc:Choice>
          <mc:Fallback xmlns="">
            <p:pic>
              <p:nvPicPr>
                <p:cNvPr id="16" name="墨迹 15">
                  <a:extLst>
                    <a:ext uri="{FF2B5EF4-FFF2-40B4-BE49-F238E27FC236}">
                      <a16:creationId xmlns:a16="http://schemas.microsoft.com/office/drawing/2014/main" id="{DE10047B-B18F-C296-068C-E63D75A75220}"/>
                    </a:ext>
                  </a:extLst>
                </p:cNvPr>
                <p:cNvPicPr/>
                <p:nvPr/>
              </p:nvPicPr>
              <p:blipFill>
                <a:blip r:embed="rId27"/>
                <a:stretch>
                  <a:fillRect/>
                </a:stretch>
              </p:blipFill>
              <p:spPr>
                <a:xfrm>
                  <a:off x="1099465" y="4544705"/>
                  <a:ext cx="431640" cy="3600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18" name="墨迹 17">
                  <a:extLst>
                    <a:ext uri="{FF2B5EF4-FFF2-40B4-BE49-F238E27FC236}">
                      <a16:creationId xmlns:a16="http://schemas.microsoft.com/office/drawing/2014/main" id="{EFC3821D-230F-080B-D649-7CC9CCBEBB5B}"/>
                    </a:ext>
                  </a:extLst>
                </p14:cNvPr>
                <p14:cNvContentPartPr/>
                <p14:nvPr/>
              </p14:nvContentPartPr>
              <p14:xfrm>
                <a:off x="1138345" y="4571705"/>
                <a:ext cx="488160" cy="277920"/>
              </p14:xfrm>
            </p:contentPart>
          </mc:Choice>
          <mc:Fallback xmlns="">
            <p:pic>
              <p:nvPicPr>
                <p:cNvPr id="18" name="墨迹 17">
                  <a:extLst>
                    <a:ext uri="{FF2B5EF4-FFF2-40B4-BE49-F238E27FC236}">
                      <a16:creationId xmlns:a16="http://schemas.microsoft.com/office/drawing/2014/main" id="{EFC3821D-230F-080B-D649-7CC9CCBEBB5B}"/>
                    </a:ext>
                  </a:extLst>
                </p:cNvPr>
                <p:cNvPicPr/>
                <p:nvPr/>
              </p:nvPicPr>
              <p:blipFill>
                <a:blip r:embed="rId29"/>
                <a:stretch>
                  <a:fillRect/>
                </a:stretch>
              </p:blipFill>
              <p:spPr>
                <a:xfrm>
                  <a:off x="1120345" y="4553705"/>
                  <a:ext cx="523800" cy="31356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19" name="墨迹 18">
                  <a:extLst>
                    <a:ext uri="{FF2B5EF4-FFF2-40B4-BE49-F238E27FC236}">
                      <a16:creationId xmlns:a16="http://schemas.microsoft.com/office/drawing/2014/main" id="{2960EF4A-B602-9AB7-0376-A296AB540135}"/>
                    </a:ext>
                  </a:extLst>
                </p14:cNvPr>
                <p14:cNvContentPartPr/>
                <p14:nvPr/>
              </p14:nvContentPartPr>
              <p14:xfrm>
                <a:off x="1091545" y="4922705"/>
                <a:ext cx="46440" cy="236880"/>
              </p14:xfrm>
            </p:contentPart>
          </mc:Choice>
          <mc:Fallback xmlns="">
            <p:pic>
              <p:nvPicPr>
                <p:cNvPr id="19" name="墨迹 18">
                  <a:extLst>
                    <a:ext uri="{FF2B5EF4-FFF2-40B4-BE49-F238E27FC236}">
                      <a16:creationId xmlns:a16="http://schemas.microsoft.com/office/drawing/2014/main" id="{2960EF4A-B602-9AB7-0376-A296AB540135}"/>
                    </a:ext>
                  </a:extLst>
                </p:cNvPr>
                <p:cNvPicPr/>
                <p:nvPr/>
              </p:nvPicPr>
              <p:blipFill>
                <a:blip r:embed="rId31"/>
                <a:stretch>
                  <a:fillRect/>
                </a:stretch>
              </p:blipFill>
              <p:spPr>
                <a:xfrm>
                  <a:off x="1073545" y="4905065"/>
                  <a:ext cx="82080" cy="27252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20" name="墨迹 19">
                  <a:extLst>
                    <a:ext uri="{FF2B5EF4-FFF2-40B4-BE49-F238E27FC236}">
                      <a16:creationId xmlns:a16="http://schemas.microsoft.com/office/drawing/2014/main" id="{EF09420B-3DBE-9D33-D919-190AED451586}"/>
                    </a:ext>
                  </a:extLst>
                </p14:cNvPr>
                <p14:cNvContentPartPr/>
                <p14:nvPr/>
              </p14:nvContentPartPr>
              <p14:xfrm>
                <a:off x="1093345" y="4987505"/>
                <a:ext cx="163080" cy="145080"/>
              </p14:xfrm>
            </p:contentPart>
          </mc:Choice>
          <mc:Fallback xmlns="">
            <p:pic>
              <p:nvPicPr>
                <p:cNvPr id="20" name="墨迹 19">
                  <a:extLst>
                    <a:ext uri="{FF2B5EF4-FFF2-40B4-BE49-F238E27FC236}">
                      <a16:creationId xmlns:a16="http://schemas.microsoft.com/office/drawing/2014/main" id="{EF09420B-3DBE-9D33-D919-190AED451586}"/>
                    </a:ext>
                  </a:extLst>
                </p:cNvPr>
                <p:cNvPicPr/>
                <p:nvPr/>
              </p:nvPicPr>
              <p:blipFill>
                <a:blip r:embed="rId33"/>
                <a:stretch>
                  <a:fillRect/>
                </a:stretch>
              </p:blipFill>
              <p:spPr>
                <a:xfrm>
                  <a:off x="1075345" y="4969505"/>
                  <a:ext cx="198720" cy="18072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21" name="墨迹 20">
                  <a:extLst>
                    <a:ext uri="{FF2B5EF4-FFF2-40B4-BE49-F238E27FC236}">
                      <a16:creationId xmlns:a16="http://schemas.microsoft.com/office/drawing/2014/main" id="{E3BF1E21-FE9B-49D9-EF31-04689B75B5E5}"/>
                    </a:ext>
                  </a:extLst>
                </p14:cNvPr>
                <p14:cNvContentPartPr/>
                <p14:nvPr/>
              </p14:nvContentPartPr>
              <p14:xfrm>
                <a:off x="1255705" y="5024585"/>
                <a:ext cx="138240" cy="360"/>
              </p14:xfrm>
            </p:contentPart>
          </mc:Choice>
          <mc:Fallback xmlns="">
            <p:pic>
              <p:nvPicPr>
                <p:cNvPr id="21" name="墨迹 20">
                  <a:extLst>
                    <a:ext uri="{FF2B5EF4-FFF2-40B4-BE49-F238E27FC236}">
                      <a16:creationId xmlns:a16="http://schemas.microsoft.com/office/drawing/2014/main" id="{E3BF1E21-FE9B-49D9-EF31-04689B75B5E5}"/>
                    </a:ext>
                  </a:extLst>
                </p:cNvPr>
                <p:cNvPicPr/>
                <p:nvPr/>
              </p:nvPicPr>
              <p:blipFill>
                <a:blip r:embed="rId35"/>
                <a:stretch>
                  <a:fillRect/>
                </a:stretch>
              </p:blipFill>
              <p:spPr>
                <a:xfrm>
                  <a:off x="1238065" y="5006585"/>
                  <a:ext cx="173880" cy="36000"/>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22" name="墨迹 21">
                  <a:extLst>
                    <a:ext uri="{FF2B5EF4-FFF2-40B4-BE49-F238E27FC236}">
                      <a16:creationId xmlns:a16="http://schemas.microsoft.com/office/drawing/2014/main" id="{D1EA85E9-E35F-C8E6-00E0-DD3B534ACF7C}"/>
                    </a:ext>
                  </a:extLst>
                </p14:cNvPr>
                <p14:cNvContentPartPr/>
                <p14:nvPr/>
              </p14:nvContentPartPr>
              <p14:xfrm>
                <a:off x="1302145" y="5051945"/>
                <a:ext cx="91440" cy="10080"/>
              </p14:xfrm>
            </p:contentPart>
          </mc:Choice>
          <mc:Fallback xmlns="">
            <p:pic>
              <p:nvPicPr>
                <p:cNvPr id="22" name="墨迹 21">
                  <a:extLst>
                    <a:ext uri="{FF2B5EF4-FFF2-40B4-BE49-F238E27FC236}">
                      <a16:creationId xmlns:a16="http://schemas.microsoft.com/office/drawing/2014/main" id="{D1EA85E9-E35F-C8E6-00E0-DD3B534ACF7C}"/>
                    </a:ext>
                  </a:extLst>
                </p:cNvPr>
                <p:cNvPicPr/>
                <p:nvPr/>
              </p:nvPicPr>
              <p:blipFill>
                <a:blip r:embed="rId37"/>
                <a:stretch>
                  <a:fillRect/>
                </a:stretch>
              </p:blipFill>
              <p:spPr>
                <a:xfrm>
                  <a:off x="1284505" y="5034305"/>
                  <a:ext cx="127080" cy="45720"/>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24" name="墨迹 23">
                  <a:extLst>
                    <a:ext uri="{FF2B5EF4-FFF2-40B4-BE49-F238E27FC236}">
                      <a16:creationId xmlns:a16="http://schemas.microsoft.com/office/drawing/2014/main" id="{EC663C30-4A59-1483-ACF7-BF20325914C2}"/>
                    </a:ext>
                  </a:extLst>
                </p14:cNvPr>
                <p14:cNvContentPartPr/>
                <p14:nvPr/>
              </p14:nvContentPartPr>
              <p14:xfrm>
                <a:off x="1514545" y="4987505"/>
                <a:ext cx="20880" cy="69120"/>
              </p14:xfrm>
            </p:contentPart>
          </mc:Choice>
          <mc:Fallback xmlns="">
            <p:pic>
              <p:nvPicPr>
                <p:cNvPr id="24" name="墨迹 23">
                  <a:extLst>
                    <a:ext uri="{FF2B5EF4-FFF2-40B4-BE49-F238E27FC236}">
                      <a16:creationId xmlns:a16="http://schemas.microsoft.com/office/drawing/2014/main" id="{EC663C30-4A59-1483-ACF7-BF20325914C2}"/>
                    </a:ext>
                  </a:extLst>
                </p:cNvPr>
                <p:cNvPicPr/>
                <p:nvPr/>
              </p:nvPicPr>
              <p:blipFill>
                <a:blip r:embed="rId39"/>
                <a:stretch>
                  <a:fillRect/>
                </a:stretch>
              </p:blipFill>
              <p:spPr>
                <a:xfrm>
                  <a:off x="1496545" y="4969505"/>
                  <a:ext cx="56520" cy="104760"/>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25" name="墨迹 24">
                  <a:extLst>
                    <a:ext uri="{FF2B5EF4-FFF2-40B4-BE49-F238E27FC236}">
                      <a16:creationId xmlns:a16="http://schemas.microsoft.com/office/drawing/2014/main" id="{99A756B7-2DDA-479C-857D-92E0222D2353}"/>
                    </a:ext>
                  </a:extLst>
                </p14:cNvPr>
                <p14:cNvContentPartPr/>
                <p14:nvPr/>
              </p14:nvContentPartPr>
              <p14:xfrm>
                <a:off x="1542625" y="5032865"/>
                <a:ext cx="53280" cy="19440"/>
              </p14:xfrm>
            </p:contentPart>
          </mc:Choice>
          <mc:Fallback xmlns="">
            <p:pic>
              <p:nvPicPr>
                <p:cNvPr id="25" name="墨迹 24">
                  <a:extLst>
                    <a:ext uri="{FF2B5EF4-FFF2-40B4-BE49-F238E27FC236}">
                      <a16:creationId xmlns:a16="http://schemas.microsoft.com/office/drawing/2014/main" id="{99A756B7-2DDA-479C-857D-92E0222D2353}"/>
                    </a:ext>
                  </a:extLst>
                </p:cNvPr>
                <p:cNvPicPr/>
                <p:nvPr/>
              </p:nvPicPr>
              <p:blipFill>
                <a:blip r:embed="rId41"/>
                <a:stretch>
                  <a:fillRect/>
                </a:stretch>
              </p:blipFill>
              <p:spPr>
                <a:xfrm>
                  <a:off x="1524625" y="5014865"/>
                  <a:ext cx="88920" cy="55080"/>
                </a:xfrm>
                <a:prstGeom prst="rect">
                  <a:avLst/>
                </a:prstGeom>
              </p:spPr>
            </p:pic>
          </mc:Fallback>
        </mc:AlternateContent>
        <mc:AlternateContent xmlns:mc="http://schemas.openxmlformats.org/markup-compatibility/2006" xmlns:p14="http://schemas.microsoft.com/office/powerpoint/2010/main">
          <mc:Choice Requires="p14">
            <p:contentPart p14:bwMode="auto" r:id="rId42">
              <p14:nvContentPartPr>
                <p14:cNvPr id="26" name="墨迹 25">
                  <a:extLst>
                    <a:ext uri="{FF2B5EF4-FFF2-40B4-BE49-F238E27FC236}">
                      <a16:creationId xmlns:a16="http://schemas.microsoft.com/office/drawing/2014/main" id="{B5A4809A-71EC-1E52-737B-AE76AACFE6ED}"/>
                    </a:ext>
                  </a:extLst>
                </p14:cNvPr>
                <p14:cNvContentPartPr/>
                <p14:nvPr/>
              </p14:nvContentPartPr>
              <p14:xfrm>
                <a:off x="1671505" y="4936745"/>
                <a:ext cx="140400" cy="106200"/>
              </p14:xfrm>
            </p:contentPart>
          </mc:Choice>
          <mc:Fallback xmlns="">
            <p:pic>
              <p:nvPicPr>
                <p:cNvPr id="26" name="墨迹 25">
                  <a:extLst>
                    <a:ext uri="{FF2B5EF4-FFF2-40B4-BE49-F238E27FC236}">
                      <a16:creationId xmlns:a16="http://schemas.microsoft.com/office/drawing/2014/main" id="{B5A4809A-71EC-1E52-737B-AE76AACFE6ED}"/>
                    </a:ext>
                  </a:extLst>
                </p:cNvPr>
                <p:cNvPicPr/>
                <p:nvPr/>
              </p:nvPicPr>
              <p:blipFill>
                <a:blip r:embed="rId43"/>
                <a:stretch>
                  <a:fillRect/>
                </a:stretch>
              </p:blipFill>
              <p:spPr>
                <a:xfrm>
                  <a:off x="1653865" y="4918745"/>
                  <a:ext cx="176040" cy="141840"/>
                </a:xfrm>
                <a:prstGeom prst="rect">
                  <a:avLst/>
                </a:prstGeom>
              </p:spPr>
            </p:pic>
          </mc:Fallback>
        </mc:AlternateContent>
        <mc:AlternateContent xmlns:mc="http://schemas.openxmlformats.org/markup-compatibility/2006" xmlns:p14="http://schemas.microsoft.com/office/powerpoint/2010/main">
          <mc:Choice Requires="p14">
            <p:contentPart p14:bwMode="auto" r:id="rId44">
              <p14:nvContentPartPr>
                <p14:cNvPr id="27" name="墨迹 26">
                  <a:extLst>
                    <a:ext uri="{FF2B5EF4-FFF2-40B4-BE49-F238E27FC236}">
                      <a16:creationId xmlns:a16="http://schemas.microsoft.com/office/drawing/2014/main" id="{2712FBAC-E578-2AD7-3F1B-C3616E6CE6DC}"/>
                    </a:ext>
                  </a:extLst>
                </p14:cNvPr>
                <p14:cNvContentPartPr/>
                <p14:nvPr/>
              </p14:nvContentPartPr>
              <p14:xfrm>
                <a:off x="1182265" y="4353545"/>
                <a:ext cx="119520" cy="15120"/>
              </p14:xfrm>
            </p:contentPart>
          </mc:Choice>
          <mc:Fallback xmlns="">
            <p:pic>
              <p:nvPicPr>
                <p:cNvPr id="27" name="墨迹 26">
                  <a:extLst>
                    <a:ext uri="{FF2B5EF4-FFF2-40B4-BE49-F238E27FC236}">
                      <a16:creationId xmlns:a16="http://schemas.microsoft.com/office/drawing/2014/main" id="{2712FBAC-E578-2AD7-3F1B-C3616E6CE6DC}"/>
                    </a:ext>
                  </a:extLst>
                </p:cNvPr>
                <p:cNvPicPr/>
                <p:nvPr/>
              </p:nvPicPr>
              <p:blipFill>
                <a:blip r:embed="rId45"/>
                <a:stretch>
                  <a:fillRect/>
                </a:stretch>
              </p:blipFill>
              <p:spPr>
                <a:xfrm>
                  <a:off x="1164265" y="4335905"/>
                  <a:ext cx="155160" cy="50760"/>
                </a:xfrm>
                <a:prstGeom prst="rect">
                  <a:avLst/>
                </a:prstGeom>
              </p:spPr>
            </p:pic>
          </mc:Fallback>
        </mc:AlternateContent>
        <mc:AlternateContent xmlns:mc="http://schemas.openxmlformats.org/markup-compatibility/2006" xmlns:p14="http://schemas.microsoft.com/office/powerpoint/2010/main">
          <mc:Choice Requires="p14">
            <p:contentPart p14:bwMode="auto" r:id="rId46">
              <p14:nvContentPartPr>
                <p14:cNvPr id="28" name="墨迹 27">
                  <a:extLst>
                    <a:ext uri="{FF2B5EF4-FFF2-40B4-BE49-F238E27FC236}">
                      <a16:creationId xmlns:a16="http://schemas.microsoft.com/office/drawing/2014/main" id="{7C3534FB-8BEA-B81B-77E4-04919A61AFEF}"/>
                    </a:ext>
                  </a:extLst>
                </p14:cNvPr>
                <p14:cNvContentPartPr/>
                <p14:nvPr/>
              </p14:nvContentPartPr>
              <p14:xfrm>
                <a:off x="1255705" y="4303865"/>
                <a:ext cx="23760" cy="187200"/>
              </p14:xfrm>
            </p:contentPart>
          </mc:Choice>
          <mc:Fallback xmlns="">
            <p:pic>
              <p:nvPicPr>
                <p:cNvPr id="28" name="墨迹 27">
                  <a:extLst>
                    <a:ext uri="{FF2B5EF4-FFF2-40B4-BE49-F238E27FC236}">
                      <a16:creationId xmlns:a16="http://schemas.microsoft.com/office/drawing/2014/main" id="{7C3534FB-8BEA-B81B-77E4-04919A61AFEF}"/>
                    </a:ext>
                  </a:extLst>
                </p:cNvPr>
                <p:cNvPicPr/>
                <p:nvPr/>
              </p:nvPicPr>
              <p:blipFill>
                <a:blip r:embed="rId47"/>
                <a:stretch>
                  <a:fillRect/>
                </a:stretch>
              </p:blipFill>
              <p:spPr>
                <a:xfrm>
                  <a:off x="1238065" y="4286225"/>
                  <a:ext cx="59400" cy="222840"/>
                </a:xfrm>
                <a:prstGeom prst="rect">
                  <a:avLst/>
                </a:prstGeom>
              </p:spPr>
            </p:pic>
          </mc:Fallback>
        </mc:AlternateContent>
        <mc:AlternateContent xmlns:mc="http://schemas.openxmlformats.org/markup-compatibility/2006" xmlns:p14="http://schemas.microsoft.com/office/powerpoint/2010/main">
          <mc:Choice Requires="p14">
            <p:contentPart p14:bwMode="auto" r:id="rId48">
              <p14:nvContentPartPr>
                <p14:cNvPr id="29" name="墨迹 28">
                  <a:extLst>
                    <a:ext uri="{FF2B5EF4-FFF2-40B4-BE49-F238E27FC236}">
                      <a16:creationId xmlns:a16="http://schemas.microsoft.com/office/drawing/2014/main" id="{1276E772-7AFE-7289-B2DD-793AB651A77F}"/>
                    </a:ext>
                  </a:extLst>
                </p14:cNvPr>
                <p14:cNvContentPartPr/>
                <p14:nvPr/>
              </p14:nvContentPartPr>
              <p14:xfrm>
                <a:off x="1329865" y="4346705"/>
                <a:ext cx="214560" cy="153720"/>
              </p14:xfrm>
            </p:contentPart>
          </mc:Choice>
          <mc:Fallback xmlns="">
            <p:pic>
              <p:nvPicPr>
                <p:cNvPr id="29" name="墨迹 28">
                  <a:extLst>
                    <a:ext uri="{FF2B5EF4-FFF2-40B4-BE49-F238E27FC236}">
                      <a16:creationId xmlns:a16="http://schemas.microsoft.com/office/drawing/2014/main" id="{1276E772-7AFE-7289-B2DD-793AB651A77F}"/>
                    </a:ext>
                  </a:extLst>
                </p:cNvPr>
                <p:cNvPicPr/>
                <p:nvPr/>
              </p:nvPicPr>
              <p:blipFill>
                <a:blip r:embed="rId49"/>
                <a:stretch>
                  <a:fillRect/>
                </a:stretch>
              </p:blipFill>
              <p:spPr>
                <a:xfrm>
                  <a:off x="1311865" y="4328705"/>
                  <a:ext cx="250200" cy="189360"/>
                </a:xfrm>
                <a:prstGeom prst="rect">
                  <a:avLst/>
                </a:prstGeom>
              </p:spPr>
            </p:pic>
          </mc:Fallback>
        </mc:AlternateContent>
        <mc:AlternateContent xmlns:mc="http://schemas.openxmlformats.org/markup-compatibility/2006" xmlns:p14="http://schemas.microsoft.com/office/powerpoint/2010/main">
          <mc:Choice Requires="p14">
            <p:contentPart p14:bwMode="auto" r:id="rId50">
              <p14:nvContentPartPr>
                <p14:cNvPr id="31" name="墨迹 30">
                  <a:extLst>
                    <a:ext uri="{FF2B5EF4-FFF2-40B4-BE49-F238E27FC236}">
                      <a16:creationId xmlns:a16="http://schemas.microsoft.com/office/drawing/2014/main" id="{1684707E-7FB9-DF87-8156-1E305300C180}"/>
                    </a:ext>
                  </a:extLst>
                </p14:cNvPr>
                <p14:cNvContentPartPr/>
                <p14:nvPr/>
              </p14:nvContentPartPr>
              <p14:xfrm>
                <a:off x="1819465" y="4562705"/>
                <a:ext cx="295920" cy="433440"/>
              </p14:xfrm>
            </p:contentPart>
          </mc:Choice>
          <mc:Fallback xmlns="">
            <p:pic>
              <p:nvPicPr>
                <p:cNvPr id="31" name="墨迹 30">
                  <a:extLst>
                    <a:ext uri="{FF2B5EF4-FFF2-40B4-BE49-F238E27FC236}">
                      <a16:creationId xmlns:a16="http://schemas.microsoft.com/office/drawing/2014/main" id="{1684707E-7FB9-DF87-8156-1E305300C180}"/>
                    </a:ext>
                  </a:extLst>
                </p:cNvPr>
                <p:cNvPicPr/>
                <p:nvPr/>
              </p:nvPicPr>
              <p:blipFill>
                <a:blip r:embed="rId51"/>
                <a:stretch>
                  <a:fillRect/>
                </a:stretch>
              </p:blipFill>
              <p:spPr>
                <a:xfrm>
                  <a:off x="1801465" y="4544705"/>
                  <a:ext cx="331560" cy="469080"/>
                </a:xfrm>
                <a:prstGeom prst="rect">
                  <a:avLst/>
                </a:prstGeom>
              </p:spPr>
            </p:pic>
          </mc:Fallback>
        </mc:AlternateContent>
        <mc:AlternateContent xmlns:mc="http://schemas.openxmlformats.org/markup-compatibility/2006" xmlns:p14="http://schemas.microsoft.com/office/powerpoint/2010/main">
          <mc:Choice Requires="p14">
            <p:contentPart p14:bwMode="auto" r:id="rId52">
              <p14:nvContentPartPr>
                <p14:cNvPr id="32" name="墨迹 31">
                  <a:extLst>
                    <a:ext uri="{FF2B5EF4-FFF2-40B4-BE49-F238E27FC236}">
                      <a16:creationId xmlns:a16="http://schemas.microsoft.com/office/drawing/2014/main" id="{DEDA8759-C1EB-1AAE-3525-CFE0FA627A17}"/>
                    </a:ext>
                  </a:extLst>
                </p14:cNvPr>
                <p14:cNvContentPartPr/>
                <p14:nvPr/>
              </p14:nvContentPartPr>
              <p14:xfrm>
                <a:off x="1726225" y="4553345"/>
                <a:ext cx="250560" cy="386280"/>
              </p14:xfrm>
            </p:contentPart>
          </mc:Choice>
          <mc:Fallback xmlns="">
            <p:pic>
              <p:nvPicPr>
                <p:cNvPr id="32" name="墨迹 31">
                  <a:extLst>
                    <a:ext uri="{FF2B5EF4-FFF2-40B4-BE49-F238E27FC236}">
                      <a16:creationId xmlns:a16="http://schemas.microsoft.com/office/drawing/2014/main" id="{DEDA8759-C1EB-1AAE-3525-CFE0FA627A17}"/>
                    </a:ext>
                  </a:extLst>
                </p:cNvPr>
                <p:cNvPicPr/>
                <p:nvPr/>
              </p:nvPicPr>
              <p:blipFill>
                <a:blip r:embed="rId53"/>
                <a:stretch>
                  <a:fillRect/>
                </a:stretch>
              </p:blipFill>
              <p:spPr>
                <a:xfrm>
                  <a:off x="1708225" y="4535705"/>
                  <a:ext cx="286200" cy="42192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54">
            <p14:nvContentPartPr>
              <p14:cNvPr id="34" name="墨迹 33">
                <a:extLst>
                  <a:ext uri="{FF2B5EF4-FFF2-40B4-BE49-F238E27FC236}">
                    <a16:creationId xmlns:a16="http://schemas.microsoft.com/office/drawing/2014/main" id="{2D3FC973-750F-9E2F-A960-AB73E51A0B48}"/>
                  </a:ext>
                </a:extLst>
              </p14:cNvPr>
              <p14:cNvContentPartPr/>
              <p14:nvPr/>
            </p14:nvContentPartPr>
            <p14:xfrm>
              <a:off x="4346305" y="5923865"/>
              <a:ext cx="203760" cy="191880"/>
            </p14:xfrm>
          </p:contentPart>
        </mc:Choice>
        <mc:Fallback xmlns="">
          <p:pic>
            <p:nvPicPr>
              <p:cNvPr id="34" name="墨迹 33">
                <a:extLst>
                  <a:ext uri="{FF2B5EF4-FFF2-40B4-BE49-F238E27FC236}">
                    <a16:creationId xmlns:a16="http://schemas.microsoft.com/office/drawing/2014/main" id="{2D3FC973-750F-9E2F-A960-AB73E51A0B48}"/>
                  </a:ext>
                </a:extLst>
              </p:cNvPr>
              <p:cNvPicPr/>
              <p:nvPr/>
            </p:nvPicPr>
            <p:blipFill>
              <a:blip r:embed="rId55"/>
              <a:stretch>
                <a:fillRect/>
              </a:stretch>
            </p:blipFill>
            <p:spPr>
              <a:xfrm>
                <a:off x="4328305" y="5905865"/>
                <a:ext cx="239400" cy="227520"/>
              </a:xfrm>
              <a:prstGeom prst="rect">
                <a:avLst/>
              </a:prstGeom>
            </p:spPr>
          </p:pic>
        </mc:Fallback>
      </mc:AlternateContent>
    </p:spTree>
  </p:cSld>
  <p:clrMapOvr>
    <a:masterClrMapping/>
  </p:clrMapOvr>
  <p:transition/>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55649" name="对象 72705"/>
          <p:cNvGraphicFramePr>
            <a:graphicFrameLocks noChangeAspect="1"/>
          </p:cNvGraphicFramePr>
          <p:nvPr/>
        </p:nvGraphicFramePr>
        <p:xfrm>
          <a:off x="971550" y="3355975"/>
          <a:ext cx="7342188" cy="1784350"/>
        </p:xfrm>
        <a:graphic>
          <a:graphicData uri="http://schemas.openxmlformats.org/presentationml/2006/ole">
            <mc:AlternateContent xmlns:mc="http://schemas.openxmlformats.org/markup-compatibility/2006">
              <mc:Choice xmlns:v="urn:schemas-microsoft-com:vml" Requires="v">
                <p:oleObj r:id="rId2" imgW="3288665" imgH="889000" progId="Equation.3">
                  <p:embed/>
                </p:oleObj>
              </mc:Choice>
              <mc:Fallback>
                <p:oleObj r:id="rId2" imgW="3288665" imgH="889000" progId="Equation.3">
                  <p:embed/>
                  <p:pic>
                    <p:nvPicPr>
                      <p:cNvPr id="0" name="图片 3685"/>
                      <p:cNvPicPr/>
                      <p:nvPr/>
                    </p:nvPicPr>
                    <p:blipFill>
                      <a:blip r:embed="rId3"/>
                      <a:stretch>
                        <a:fillRect/>
                      </a:stretch>
                    </p:blipFill>
                    <p:spPr>
                      <a:xfrm>
                        <a:off x="971550" y="3355975"/>
                        <a:ext cx="7342188" cy="1784350"/>
                      </a:xfrm>
                      <a:prstGeom prst="rect">
                        <a:avLst/>
                      </a:prstGeom>
                      <a:noFill/>
                      <a:ln w="38100">
                        <a:noFill/>
                        <a:miter/>
                      </a:ln>
                    </p:spPr>
                  </p:pic>
                </p:oleObj>
              </mc:Fallback>
            </mc:AlternateContent>
          </a:graphicData>
        </a:graphic>
      </p:graphicFrame>
      <p:grpSp>
        <p:nvGrpSpPr>
          <p:cNvPr id="155650" name="组合 72706"/>
          <p:cNvGrpSpPr/>
          <p:nvPr/>
        </p:nvGrpSpPr>
        <p:grpSpPr>
          <a:xfrm>
            <a:off x="219075" y="406400"/>
            <a:ext cx="8229600" cy="2222500"/>
            <a:chOff x="0" y="0"/>
            <a:chExt cx="5184" cy="1338"/>
          </a:xfrm>
        </p:grpSpPr>
        <p:sp>
          <p:nvSpPr>
            <p:cNvPr id="155651" name="矩形 72707"/>
            <p:cNvSpPr/>
            <p:nvPr/>
          </p:nvSpPr>
          <p:spPr>
            <a:xfrm>
              <a:off x="0" y="0"/>
              <a:ext cx="5184" cy="1338"/>
            </a:xfrm>
            <a:prstGeom prst="rect">
              <a:avLst/>
            </a:prstGeom>
            <a:noFill/>
            <a:ln w="9525">
              <a:noFill/>
            </a:ln>
          </p:spPr>
          <p:txBody>
            <a:bodyPr lIns="92075" tIns="46038" rIns="92075" bIns="46038" anchor="t" anchorCtr="0"/>
            <a:lstStyle/>
            <a:p>
              <a:pPr marL="342900" indent="-342900">
                <a:lnSpc>
                  <a:spcPct val="125000"/>
                </a:lnSpc>
                <a:spcBef>
                  <a:spcPct val="30000"/>
                </a:spcBef>
                <a:buClr>
                  <a:schemeClr val="tx2"/>
                </a:buClr>
                <a:buFont typeface="Wingdings" panose="05000000000000000000" pitchFamily="2" charset="2"/>
                <a:buChar char="q"/>
              </a:pPr>
              <a:r>
                <a:rPr lang="zh-CN" altLang="en-US" sz="2400" b="1">
                  <a:latin typeface="Times New Roman" panose="02020603050405020304" pitchFamily="2" charset="0"/>
                  <a:ea typeface="宋体" panose="02010600030101010101" pitchFamily="2" charset="-122"/>
                </a:rPr>
                <a:t>周期性序列        （周期为</a:t>
              </a:r>
              <a:r>
                <a:rPr lang="en-US" altLang="zh-CN" sz="2400" b="1">
                  <a:latin typeface="Times New Roman" panose="02020603050405020304" pitchFamily="2" charset="0"/>
                  <a:ea typeface="宋体" panose="02010600030101010101" pitchFamily="2" charset="-122"/>
                </a:rPr>
                <a:t>N</a:t>
              </a:r>
              <a:r>
                <a:rPr lang="zh-CN" altLang="en-US" sz="2400" b="1">
                  <a:latin typeface="Times New Roman" panose="02020603050405020304" pitchFamily="2" charset="0"/>
                  <a:ea typeface="宋体" panose="02010600030101010101" pitchFamily="2" charset="-122"/>
                </a:rPr>
                <a:t>）的</a:t>
              </a:r>
              <a:r>
                <a:rPr lang="zh-CN" altLang="en-US" sz="2400" b="1">
                  <a:solidFill>
                    <a:srgbClr val="C00000"/>
                  </a:solidFill>
                  <a:latin typeface="Times New Roman" panose="02020603050405020304" pitchFamily="2" charset="0"/>
                  <a:ea typeface="宋体" panose="02010600030101010101" pitchFamily="2" charset="-122"/>
                </a:rPr>
                <a:t>傅里叶变换</a:t>
              </a:r>
              <a:r>
                <a:rPr lang="en-US" altLang="zh-CN" sz="2400" b="1">
                  <a:solidFill>
                    <a:srgbClr val="C00000"/>
                  </a:solidFill>
                  <a:latin typeface="Times New Roman" panose="02020603050405020304" pitchFamily="2" charset="0"/>
                  <a:ea typeface="宋体" panose="02010600030101010101" pitchFamily="2" charset="-122"/>
                </a:rPr>
                <a:t>         </a:t>
              </a:r>
              <a:r>
                <a:rPr lang="zh-CN" altLang="en-US" sz="2400" b="1">
                  <a:latin typeface="Times New Roman" panose="02020603050405020304" pitchFamily="2" charset="0"/>
                  <a:ea typeface="宋体" panose="02010600030101010101" pitchFamily="2" charset="-122"/>
                </a:rPr>
                <a:t>是频率在</a:t>
              </a:r>
              <a:r>
                <a:rPr lang="en-US" altLang="zh-CN" sz="2400" b="1">
                  <a:latin typeface="Times New Roman" panose="02020603050405020304" pitchFamily="2" charset="0"/>
                  <a:ea typeface="宋体" panose="02010600030101010101" pitchFamily="2" charset="-122"/>
                </a:rPr>
                <a:t> 2</a:t>
              </a:r>
              <a:r>
                <a:rPr lang="en-US" altLang="zh-CN" sz="2400">
                  <a:latin typeface="Times New Roman" panose="02020603050405020304" pitchFamily="2" charset="0"/>
                  <a:ea typeface="宋体" panose="02010600030101010101" pitchFamily="2" charset="-122"/>
                  <a:sym typeface="微软雅黑" panose="020B0503020204020204" pitchFamily="2" charset="-122"/>
                </a:rPr>
                <a:t>π</a:t>
              </a:r>
              <a:r>
                <a:rPr lang="en-US" altLang="zh-CN" sz="2400" b="1">
                  <a:latin typeface="Times New Roman" panose="02020603050405020304" pitchFamily="2" charset="0"/>
                  <a:ea typeface="宋体" panose="02010600030101010101" pitchFamily="2" charset="-122"/>
                </a:rPr>
                <a:t>/N</a:t>
              </a:r>
              <a:r>
                <a:rPr lang="zh-CN" altLang="en-US" sz="2400" b="1">
                  <a:latin typeface="Times New Roman" panose="02020603050405020304" pitchFamily="2" charset="0"/>
                  <a:ea typeface="宋体" panose="02010600030101010101" pitchFamily="2" charset="-122"/>
                </a:rPr>
                <a:t>的整数倍上的</a:t>
              </a:r>
              <a:r>
                <a:rPr lang="zh-CN" altLang="en-US" sz="2400" b="1">
                  <a:solidFill>
                    <a:srgbClr val="C00000"/>
                  </a:solidFill>
                  <a:latin typeface="Times New Roman" panose="02020603050405020304" pitchFamily="2" charset="0"/>
                  <a:ea typeface="宋体" panose="02010600030101010101" pitchFamily="2" charset="-122"/>
                </a:rPr>
                <a:t>一系列冲激函数</a:t>
              </a:r>
              <a:r>
                <a:rPr lang="zh-CN" altLang="en-US" sz="2400" b="1">
                  <a:latin typeface="Times New Roman" panose="02020603050405020304" pitchFamily="2" charset="0"/>
                  <a:ea typeface="宋体" panose="02010600030101010101" pitchFamily="2" charset="-122"/>
                </a:rPr>
                <a:t>，其每一冲激函数的积分面积等于         乘以</a:t>
              </a:r>
              <a:r>
                <a:rPr lang="en-US" altLang="zh-CN" sz="2400" b="1">
                  <a:latin typeface="Times New Roman" panose="02020603050405020304" pitchFamily="2" charset="0"/>
                  <a:ea typeface="宋体" panose="02010600030101010101" pitchFamily="2" charset="-122"/>
                  <a:sym typeface="微软雅黑" panose="020B0503020204020204" pitchFamily="2" charset="-122"/>
                </a:rPr>
                <a:t>2</a:t>
              </a:r>
              <a:r>
                <a:rPr lang="en-US" altLang="zh-CN" sz="2400">
                  <a:latin typeface="Times New Roman" panose="02020603050405020304" pitchFamily="2" charset="0"/>
                  <a:ea typeface="宋体" panose="02010600030101010101" pitchFamily="2" charset="-122"/>
                  <a:sym typeface="微软雅黑" panose="020B0503020204020204" pitchFamily="2" charset="-122"/>
                </a:rPr>
                <a:t>π</a:t>
              </a:r>
              <a:r>
                <a:rPr lang="en-US" altLang="zh-CN" sz="2400" b="1">
                  <a:latin typeface="Times New Roman" panose="02020603050405020304" pitchFamily="2" charset="0"/>
                  <a:ea typeface="宋体" panose="02010600030101010101" pitchFamily="2" charset="-122"/>
                  <a:sym typeface="微软雅黑" panose="020B0503020204020204" pitchFamily="2" charset="-122"/>
                </a:rPr>
                <a:t>/N</a:t>
              </a:r>
              <a:r>
                <a:rPr lang="zh-CN" altLang="en-US" sz="2400" b="1">
                  <a:latin typeface="Times New Roman" panose="02020603050405020304" pitchFamily="2" charset="0"/>
                  <a:ea typeface="宋体" panose="02010600030101010101" pitchFamily="2" charset="-122"/>
                </a:rPr>
                <a:t>，</a:t>
              </a:r>
              <a:r>
                <a:rPr lang="zh-CN" altLang="en-US" sz="2400" b="1">
                  <a:solidFill>
                    <a:srgbClr val="C00000"/>
                  </a:solidFill>
                  <a:latin typeface="Times New Roman" panose="02020603050405020304" pitchFamily="2" charset="0"/>
                  <a:ea typeface="宋体" panose="02010600030101010101" pitchFamily="2" charset="-122"/>
                </a:rPr>
                <a:t>而          是</a:t>
              </a:r>
              <a:r>
                <a:rPr lang="en-US" altLang="zh-CN" sz="2400" b="1">
                  <a:solidFill>
                    <a:srgbClr val="C00000"/>
                  </a:solidFill>
                  <a:latin typeface="Times New Roman" panose="02020603050405020304" pitchFamily="2" charset="0"/>
                  <a:ea typeface="宋体" panose="02010600030101010101" pitchFamily="2" charset="-122"/>
                </a:rPr>
                <a:t>x(n)</a:t>
              </a:r>
              <a:r>
                <a:rPr lang="en-US" altLang="zh-CN" sz="2400" b="1">
                  <a:solidFill>
                    <a:srgbClr val="0D0D0D"/>
                  </a:solidFill>
                  <a:latin typeface="Times New Roman" panose="02020603050405020304" pitchFamily="2" charset="0"/>
                  <a:ea typeface="宋体" panose="02010600030101010101" pitchFamily="2" charset="-122"/>
                </a:rPr>
                <a:t>[         </a:t>
              </a:r>
              <a:r>
                <a:rPr lang="zh-CN" altLang="en-US" sz="2400" b="1">
                  <a:solidFill>
                    <a:srgbClr val="0D0D0D"/>
                  </a:solidFill>
                  <a:latin typeface="Times New Roman" panose="02020603050405020304" pitchFamily="2" charset="0"/>
                  <a:ea typeface="宋体" panose="02010600030101010101" pitchFamily="2" charset="-122"/>
                </a:rPr>
                <a:t>的一个周期</a:t>
              </a:r>
              <a:r>
                <a:rPr lang="en-US" altLang="zh-CN" sz="2400" b="1">
                  <a:solidFill>
                    <a:srgbClr val="0D0D0D"/>
                  </a:solidFill>
                  <a:latin typeface="Times New Roman" panose="02020603050405020304" pitchFamily="2" charset="0"/>
                  <a:ea typeface="宋体" panose="02010600030101010101" pitchFamily="2" charset="-122"/>
                </a:rPr>
                <a:t>]</a:t>
              </a:r>
              <a:r>
                <a:rPr lang="zh-CN" altLang="en-US" sz="2400" b="1">
                  <a:solidFill>
                    <a:srgbClr val="C00000"/>
                  </a:solidFill>
                  <a:latin typeface="Times New Roman" panose="02020603050405020304" pitchFamily="2" charset="0"/>
                  <a:ea typeface="宋体" panose="02010600030101010101" pitchFamily="2" charset="-122"/>
                </a:rPr>
                <a:t>的傅里叶变换</a:t>
              </a:r>
              <a:r>
                <a:rPr lang="en-US" altLang="zh-CN" sz="2400" b="1">
                  <a:solidFill>
                    <a:srgbClr val="C00000"/>
                  </a:solidFill>
                  <a:latin typeface="Times New Roman" panose="02020603050405020304" pitchFamily="2" charset="0"/>
                  <a:ea typeface="宋体" panose="02010600030101010101" pitchFamily="2" charset="-122"/>
                </a:rPr>
                <a:t>X(e</a:t>
              </a:r>
              <a:r>
                <a:rPr lang="en-US" altLang="zh-CN" sz="2400" b="1" baseline="30000">
                  <a:solidFill>
                    <a:srgbClr val="C00000"/>
                  </a:solidFill>
                  <a:latin typeface="Times New Roman" panose="02020603050405020304" pitchFamily="2" charset="0"/>
                  <a:ea typeface="宋体" panose="02010600030101010101" pitchFamily="2" charset="-122"/>
                </a:rPr>
                <a:t>jw</a:t>
              </a:r>
              <a:r>
                <a:rPr lang="en-US" altLang="zh-CN" sz="2400" b="1">
                  <a:solidFill>
                    <a:srgbClr val="C00000"/>
                  </a:solidFill>
                  <a:latin typeface="Times New Roman" panose="02020603050405020304" pitchFamily="2" charset="0"/>
                  <a:ea typeface="宋体" panose="02010600030101010101" pitchFamily="2" charset="-122"/>
                </a:rPr>
                <a:t>)</a:t>
              </a:r>
              <a:r>
                <a:rPr lang="zh-CN" altLang="en-US" sz="2400" b="1">
                  <a:solidFill>
                    <a:srgbClr val="C00000"/>
                  </a:solidFill>
                  <a:latin typeface="Times New Roman" panose="02020603050405020304" pitchFamily="2" charset="0"/>
                  <a:ea typeface="宋体" panose="02010600030101010101" pitchFamily="2" charset="-122"/>
                </a:rPr>
                <a:t>在频域中相当于</a:t>
              </a:r>
              <a:r>
                <a:rPr lang="en-US" altLang="zh-CN" sz="2400" b="1">
                  <a:solidFill>
                    <a:srgbClr val="C00000"/>
                  </a:solidFill>
                  <a:latin typeface="Times New Roman" panose="02020603050405020304" pitchFamily="2" charset="0"/>
                  <a:ea typeface="宋体" panose="02010600030101010101" pitchFamily="2" charset="-122"/>
                </a:rPr>
                <a:t>w= 2</a:t>
              </a:r>
              <a:r>
                <a:rPr lang="en-US" altLang="zh-CN" sz="2400">
                  <a:solidFill>
                    <a:srgbClr val="C00000"/>
                  </a:solidFill>
                  <a:latin typeface="Times New Roman" panose="02020603050405020304" pitchFamily="2" charset="0"/>
                  <a:ea typeface="宋体" panose="02010600030101010101" pitchFamily="2" charset="-122"/>
                  <a:sym typeface="微软雅黑" panose="020B0503020204020204" pitchFamily="2" charset="-122"/>
                </a:rPr>
                <a:t>π</a:t>
              </a:r>
              <a:r>
                <a:rPr lang="en-US" altLang="zh-CN" sz="2400" b="1">
                  <a:solidFill>
                    <a:srgbClr val="C00000"/>
                  </a:solidFill>
                  <a:latin typeface="Times New Roman" panose="02020603050405020304" pitchFamily="2" charset="0"/>
                  <a:ea typeface="宋体" panose="02010600030101010101" pitchFamily="2" charset="-122"/>
                </a:rPr>
                <a:t>/N</a:t>
              </a:r>
              <a:r>
                <a:rPr lang="zh-CN" altLang="en-US" sz="2400" b="1">
                  <a:solidFill>
                    <a:srgbClr val="C00000"/>
                  </a:solidFill>
                  <a:latin typeface="Times New Roman" panose="02020603050405020304" pitchFamily="2" charset="0"/>
                  <a:ea typeface="宋体" panose="02010600030101010101" pitchFamily="2" charset="-122"/>
                </a:rPr>
                <a:t>的整数倍的各抽样点上的抽样值。</a:t>
              </a:r>
            </a:p>
          </p:txBody>
        </p:sp>
        <p:graphicFrame>
          <p:nvGraphicFramePr>
            <p:cNvPr id="155652" name="对象 72708"/>
            <p:cNvGraphicFramePr>
              <a:graphicFrameLocks noChangeAspect="1"/>
            </p:cNvGraphicFramePr>
            <p:nvPr/>
          </p:nvGraphicFramePr>
          <p:xfrm>
            <a:off x="1257" y="84"/>
            <a:ext cx="424" cy="263"/>
          </p:xfrm>
          <a:graphic>
            <a:graphicData uri="http://schemas.openxmlformats.org/presentationml/2006/ole">
              <mc:AlternateContent xmlns:mc="http://schemas.openxmlformats.org/markup-compatibility/2006">
                <mc:Choice xmlns:v="urn:schemas-microsoft-com:vml" Requires="v">
                  <p:oleObj r:id="rId4" imgW="368935" imgH="228600" progId="Equation.3">
                    <p:embed/>
                  </p:oleObj>
                </mc:Choice>
                <mc:Fallback>
                  <p:oleObj r:id="rId4" imgW="368935" imgH="228600" progId="Equation.3">
                    <p:embed/>
                    <p:pic>
                      <p:nvPicPr>
                        <p:cNvPr id="0" name="图片 3686"/>
                        <p:cNvPicPr/>
                        <p:nvPr/>
                      </p:nvPicPr>
                      <p:blipFill>
                        <a:blip r:embed="rId5"/>
                        <a:stretch>
                          <a:fillRect/>
                        </a:stretch>
                      </p:blipFill>
                      <p:spPr>
                        <a:xfrm>
                          <a:off x="1257" y="84"/>
                          <a:ext cx="424" cy="263"/>
                        </a:xfrm>
                        <a:prstGeom prst="rect">
                          <a:avLst/>
                        </a:prstGeom>
                        <a:noFill/>
                        <a:ln w="38100">
                          <a:noFill/>
                          <a:miter/>
                        </a:ln>
                      </p:spPr>
                    </p:pic>
                  </p:oleObj>
                </mc:Fallback>
              </mc:AlternateContent>
            </a:graphicData>
          </a:graphic>
        </p:graphicFrame>
        <p:graphicFrame>
          <p:nvGraphicFramePr>
            <p:cNvPr id="155653" name="对象 72709"/>
            <p:cNvGraphicFramePr>
              <a:graphicFrameLocks noChangeAspect="1"/>
            </p:cNvGraphicFramePr>
            <p:nvPr/>
          </p:nvGraphicFramePr>
          <p:xfrm>
            <a:off x="1245" y="606"/>
            <a:ext cx="406" cy="258"/>
          </p:xfrm>
          <a:graphic>
            <a:graphicData uri="http://schemas.openxmlformats.org/presentationml/2006/ole">
              <mc:AlternateContent xmlns:mc="http://schemas.openxmlformats.org/markup-compatibility/2006">
                <mc:Choice xmlns:v="urn:schemas-microsoft-com:vml" Requires="v">
                  <p:oleObj r:id="rId6" imgW="419100" imgH="266700" progId="Equation.3">
                    <p:embed/>
                  </p:oleObj>
                </mc:Choice>
                <mc:Fallback>
                  <p:oleObj r:id="rId6" imgW="419100" imgH="266700" progId="Equation.3">
                    <p:embed/>
                    <p:pic>
                      <p:nvPicPr>
                        <p:cNvPr id="0" name="图片 3693"/>
                        <p:cNvPicPr/>
                        <p:nvPr/>
                      </p:nvPicPr>
                      <p:blipFill>
                        <a:blip r:embed="rId7"/>
                        <a:stretch>
                          <a:fillRect/>
                        </a:stretch>
                      </p:blipFill>
                      <p:spPr>
                        <a:xfrm>
                          <a:off x="1245" y="606"/>
                          <a:ext cx="406" cy="258"/>
                        </a:xfrm>
                        <a:prstGeom prst="rect">
                          <a:avLst/>
                        </a:prstGeom>
                        <a:noFill/>
                        <a:ln w="38100">
                          <a:noFill/>
                          <a:miter/>
                        </a:ln>
                      </p:spPr>
                    </p:pic>
                  </p:oleObj>
                </mc:Fallback>
              </mc:AlternateContent>
            </a:graphicData>
          </a:graphic>
        </p:graphicFrame>
        <p:graphicFrame>
          <p:nvGraphicFramePr>
            <p:cNvPr id="155654" name="对象 72710"/>
            <p:cNvGraphicFramePr>
              <a:graphicFrameLocks noChangeAspect="1"/>
            </p:cNvGraphicFramePr>
            <p:nvPr/>
          </p:nvGraphicFramePr>
          <p:xfrm>
            <a:off x="2878" y="623"/>
            <a:ext cx="392" cy="249"/>
          </p:xfrm>
          <a:graphic>
            <a:graphicData uri="http://schemas.openxmlformats.org/presentationml/2006/ole">
              <mc:AlternateContent xmlns:mc="http://schemas.openxmlformats.org/markup-compatibility/2006">
                <mc:Choice xmlns:v="urn:schemas-microsoft-com:vml" Requires="v">
                  <p:oleObj r:id="rId6" imgW="419100" imgH="266700" progId="Equation.3">
                    <p:embed/>
                  </p:oleObj>
                </mc:Choice>
                <mc:Fallback>
                  <p:oleObj r:id="rId6" imgW="419100" imgH="266700" progId="Equation.3">
                    <p:embed/>
                    <p:pic>
                      <p:nvPicPr>
                        <p:cNvPr id="0" name="图片 3689"/>
                        <p:cNvPicPr/>
                        <p:nvPr/>
                      </p:nvPicPr>
                      <p:blipFill>
                        <a:blip r:embed="rId7"/>
                        <a:stretch>
                          <a:fillRect/>
                        </a:stretch>
                      </p:blipFill>
                      <p:spPr>
                        <a:xfrm>
                          <a:off x="2878" y="623"/>
                          <a:ext cx="392" cy="249"/>
                        </a:xfrm>
                        <a:prstGeom prst="rect">
                          <a:avLst/>
                        </a:prstGeom>
                        <a:noFill/>
                        <a:ln w="38100">
                          <a:noFill/>
                          <a:miter/>
                        </a:ln>
                      </p:spPr>
                    </p:pic>
                  </p:oleObj>
                </mc:Fallback>
              </mc:AlternateContent>
            </a:graphicData>
          </a:graphic>
        </p:graphicFrame>
        <p:graphicFrame>
          <p:nvGraphicFramePr>
            <p:cNvPr id="155655" name="对象 72711"/>
            <p:cNvGraphicFramePr>
              <a:graphicFrameLocks noChangeAspect="1"/>
            </p:cNvGraphicFramePr>
            <p:nvPr/>
          </p:nvGraphicFramePr>
          <p:xfrm>
            <a:off x="3922" y="623"/>
            <a:ext cx="437" cy="271"/>
          </p:xfrm>
          <a:graphic>
            <a:graphicData uri="http://schemas.openxmlformats.org/presentationml/2006/ole">
              <mc:AlternateContent xmlns:mc="http://schemas.openxmlformats.org/markup-compatibility/2006">
                <mc:Choice xmlns:v="urn:schemas-microsoft-com:vml" Requires="v">
                  <p:oleObj r:id="rId4" imgW="368935" imgH="228600" progId="Equation.3">
                    <p:embed/>
                  </p:oleObj>
                </mc:Choice>
                <mc:Fallback>
                  <p:oleObj r:id="rId4" imgW="368935" imgH="228600" progId="Equation.3">
                    <p:embed/>
                    <p:pic>
                      <p:nvPicPr>
                        <p:cNvPr id="0" name="图片 3688"/>
                        <p:cNvPicPr/>
                        <p:nvPr/>
                      </p:nvPicPr>
                      <p:blipFill>
                        <a:blip r:embed="rId5"/>
                        <a:stretch>
                          <a:fillRect/>
                        </a:stretch>
                      </p:blipFill>
                      <p:spPr>
                        <a:xfrm>
                          <a:off x="3922" y="623"/>
                          <a:ext cx="437" cy="271"/>
                        </a:xfrm>
                        <a:prstGeom prst="rect">
                          <a:avLst/>
                        </a:prstGeom>
                        <a:noFill/>
                        <a:ln w="38100">
                          <a:noFill/>
                          <a:miter/>
                        </a:ln>
                      </p:spPr>
                    </p:pic>
                  </p:oleObj>
                </mc:Fallback>
              </mc:AlternateContent>
            </a:graphicData>
          </a:graphic>
        </p:graphicFrame>
      </p:grpSp>
      <p:sp>
        <p:nvSpPr>
          <p:cNvPr id="155656" name="矩形 72712"/>
          <p:cNvSpPr/>
          <p:nvPr/>
        </p:nvSpPr>
        <p:spPr>
          <a:xfrm>
            <a:off x="665163" y="2773363"/>
            <a:ext cx="922337" cy="460375"/>
          </a:xfrm>
          <a:prstGeom prst="rect">
            <a:avLst/>
          </a:prstGeom>
          <a:noFill/>
          <a:ln w="9525">
            <a:noFill/>
          </a:ln>
        </p:spPr>
        <p:txBody>
          <a:bodyPr wrap="square" anchor="t" anchorCtr="0">
            <a:spAutoFit/>
          </a:bodyPr>
          <a:lstStyle/>
          <a:p>
            <a:pPr>
              <a:buClr>
                <a:schemeClr val="accent1"/>
              </a:buClr>
            </a:pPr>
            <a:r>
              <a:rPr lang="zh-CN" altLang="en-US" sz="2400" b="1">
                <a:latin typeface="Times New Roman" panose="02020603050405020304" pitchFamily="2" charset="0"/>
                <a:ea typeface="宋体" panose="02010600030101010101" pitchFamily="2" charset="-122"/>
              </a:rPr>
              <a:t>即：</a:t>
            </a:r>
          </a:p>
        </p:txBody>
      </p:sp>
      <p:graphicFrame>
        <p:nvGraphicFramePr>
          <p:cNvPr id="155657" name="对象 1"/>
          <p:cNvGraphicFramePr/>
          <p:nvPr/>
        </p:nvGraphicFramePr>
        <p:xfrm>
          <a:off x="6372225" y="476250"/>
          <a:ext cx="709613" cy="458788"/>
        </p:xfrm>
        <a:graphic>
          <a:graphicData uri="http://schemas.openxmlformats.org/presentationml/2006/ole">
            <mc:AlternateContent xmlns:mc="http://schemas.openxmlformats.org/markup-compatibility/2006">
              <mc:Choice xmlns:v="urn:schemas-microsoft-com:vml" Requires="v">
                <p:oleObj r:id="rId8" imgW="718820" imgH="494665" progId="Equation.KSEE3">
                  <p:embed/>
                </p:oleObj>
              </mc:Choice>
              <mc:Fallback>
                <p:oleObj r:id="rId8" imgW="718820" imgH="494665" progId="Equation.KSEE3">
                  <p:embed/>
                  <p:pic>
                    <p:nvPicPr>
                      <p:cNvPr id="0" name="图片 3692"/>
                      <p:cNvPicPr/>
                      <p:nvPr/>
                    </p:nvPicPr>
                    <p:blipFill>
                      <a:blip r:embed="rId9"/>
                      <a:stretch>
                        <a:fillRect/>
                      </a:stretch>
                    </p:blipFill>
                    <p:spPr>
                      <a:xfrm>
                        <a:off x="6372225" y="476250"/>
                        <a:ext cx="709613" cy="458788"/>
                      </a:xfrm>
                      <a:prstGeom prst="rect">
                        <a:avLst/>
                      </a:prstGeom>
                      <a:noFill/>
                      <a:ln w="38100">
                        <a:noFill/>
                        <a:miter/>
                      </a:ln>
                    </p:spPr>
                  </p:pic>
                </p:oleObj>
              </mc:Fallback>
            </mc:AlternateContent>
          </a:graphicData>
        </a:graphic>
      </p:graphicFrame>
      <p:sp>
        <p:nvSpPr>
          <p:cNvPr id="155658" name="文本框 3"/>
          <p:cNvSpPr txBox="1"/>
          <p:nvPr/>
        </p:nvSpPr>
        <p:spPr>
          <a:xfrm>
            <a:off x="828675" y="5373688"/>
            <a:ext cx="6470650" cy="830262"/>
          </a:xfrm>
          <a:prstGeom prst="rect">
            <a:avLst/>
          </a:prstGeom>
          <a:noFill/>
          <a:ln w="9525">
            <a:noFill/>
          </a:ln>
        </p:spPr>
        <p:txBody>
          <a:bodyPr wrap="square" anchor="t" anchorCtr="0">
            <a:spAutoFit/>
          </a:bodyPr>
          <a:lstStyle/>
          <a:p>
            <a:r>
              <a:rPr lang="zh-CN" altLang="en-US" sz="2400" b="1">
                <a:latin typeface="Times New Roman" panose="02020603050405020304" pitchFamily="2" charset="0"/>
                <a:ea typeface="宋体" panose="02010600030101010101" pitchFamily="2" charset="-122"/>
              </a:rPr>
              <a:t>注：周期性序列的傅里叶变换仍是以</a:t>
            </a:r>
            <a:r>
              <a:rPr lang="en-US" altLang="zh-CN" sz="2400" b="1">
                <a:solidFill>
                  <a:srgbClr val="C00000"/>
                </a:solidFill>
                <a:latin typeface="Times New Roman" panose="02020603050405020304" pitchFamily="2" charset="0"/>
                <a:ea typeface="宋体" panose="02010600030101010101" pitchFamily="2" charset="-122"/>
              </a:rPr>
              <a:t>2</a:t>
            </a:r>
            <a:r>
              <a:rPr lang="en-US" altLang="zh-CN" sz="2400">
                <a:solidFill>
                  <a:srgbClr val="C00000"/>
                </a:solidFill>
                <a:latin typeface="Times New Roman" panose="02020603050405020304" pitchFamily="2" charset="0"/>
                <a:ea typeface="宋体" panose="02010600030101010101" pitchFamily="2" charset="-122"/>
                <a:sym typeface="微软雅黑" panose="020B0503020204020204" pitchFamily="2" charset="-122"/>
              </a:rPr>
              <a:t>π</a:t>
            </a:r>
            <a:r>
              <a:rPr lang="zh-CN" altLang="en-US" sz="2400" b="1">
                <a:latin typeface="Times New Roman" panose="02020603050405020304" pitchFamily="2" charset="0"/>
                <a:ea typeface="宋体" panose="02010600030101010101" pitchFamily="2" charset="-122"/>
                <a:sym typeface="微软雅黑" panose="020B0503020204020204" pitchFamily="2" charset="-122"/>
              </a:rPr>
              <a:t>为周期，在一个周期中有</a:t>
            </a:r>
            <a:r>
              <a:rPr lang="en-US" altLang="zh-CN" sz="2400" b="1">
                <a:latin typeface="Times New Roman" panose="02020603050405020304" pitchFamily="2" charset="0"/>
                <a:ea typeface="宋体" panose="02010600030101010101" pitchFamily="2" charset="-122"/>
                <a:sym typeface="微软雅黑" panose="020B0503020204020204" pitchFamily="2" charset="-122"/>
              </a:rPr>
              <a:t>N</a:t>
            </a:r>
            <a:r>
              <a:rPr lang="zh-CN" altLang="en-US" sz="2400" b="1">
                <a:latin typeface="Times New Roman" panose="02020603050405020304" pitchFamily="2" charset="0"/>
                <a:ea typeface="宋体" panose="02010600030101010101" pitchFamily="2" charset="-122"/>
                <a:sym typeface="微软雅黑" panose="020B0503020204020204" pitchFamily="2" charset="-122"/>
              </a:rPr>
              <a:t>个冲激函数表示的谱线。</a:t>
            </a:r>
            <a:endParaRPr lang="zh-CN" altLang="en-US" sz="2400" b="1">
              <a:solidFill>
                <a:srgbClr val="C00000"/>
              </a:solidFill>
              <a:latin typeface="Times New Roman" panose="02020603050405020304" pitchFamily="2" charset="0"/>
              <a:ea typeface="宋体" panose="02010600030101010101" pitchFamily="2" charset="-122"/>
              <a:sym typeface="微软雅黑" panose="020B0503020204020204" pitchFamily="2" charset="-122"/>
            </a:endParaRPr>
          </a:p>
        </p:txBody>
      </p:sp>
      <mc:AlternateContent xmlns:mc="http://schemas.openxmlformats.org/markup-compatibility/2006" xmlns:p14="http://schemas.microsoft.com/office/powerpoint/2010/main">
        <mc:Choice Requires="p14">
          <p:contentPart p14:bwMode="auto" r:id="rId10">
            <p14:nvContentPartPr>
              <p14:cNvPr id="2" name="墨迹 1">
                <a:extLst>
                  <a:ext uri="{FF2B5EF4-FFF2-40B4-BE49-F238E27FC236}">
                    <a16:creationId xmlns:a16="http://schemas.microsoft.com/office/drawing/2014/main" id="{C1A7CD10-F1EE-4142-486B-C803B5E525A4}"/>
                  </a:ext>
                </a:extLst>
              </p14:cNvPr>
              <p14:cNvContentPartPr/>
              <p14:nvPr/>
            </p14:nvContentPartPr>
            <p14:xfrm>
              <a:off x="720145" y="905105"/>
              <a:ext cx="1385640" cy="19440"/>
            </p14:xfrm>
          </p:contentPart>
        </mc:Choice>
        <mc:Fallback xmlns="">
          <p:pic>
            <p:nvPicPr>
              <p:cNvPr id="2" name="墨迹 1">
                <a:extLst>
                  <a:ext uri="{FF2B5EF4-FFF2-40B4-BE49-F238E27FC236}">
                    <a16:creationId xmlns:a16="http://schemas.microsoft.com/office/drawing/2014/main" id="{C1A7CD10-F1EE-4142-486B-C803B5E525A4}"/>
                  </a:ext>
                </a:extLst>
              </p:cNvPr>
              <p:cNvPicPr/>
              <p:nvPr/>
            </p:nvPicPr>
            <p:blipFill>
              <a:blip r:embed="rId11"/>
              <a:stretch>
                <a:fillRect/>
              </a:stretch>
            </p:blipFill>
            <p:spPr>
              <a:xfrm>
                <a:off x="702505" y="887465"/>
                <a:ext cx="1421280" cy="5508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3" name="墨迹 2">
                <a:extLst>
                  <a:ext uri="{FF2B5EF4-FFF2-40B4-BE49-F238E27FC236}">
                    <a16:creationId xmlns:a16="http://schemas.microsoft.com/office/drawing/2014/main" id="{7F6C8658-E2EF-1F10-C0C7-86E01191D2CA}"/>
                  </a:ext>
                </a:extLst>
              </p14:cNvPr>
              <p14:cNvContentPartPr/>
              <p14:nvPr/>
            </p14:nvContentPartPr>
            <p14:xfrm>
              <a:off x="904825" y="904745"/>
              <a:ext cx="1227600" cy="10080"/>
            </p14:xfrm>
          </p:contentPart>
        </mc:Choice>
        <mc:Fallback xmlns="">
          <p:pic>
            <p:nvPicPr>
              <p:cNvPr id="3" name="墨迹 2">
                <a:extLst>
                  <a:ext uri="{FF2B5EF4-FFF2-40B4-BE49-F238E27FC236}">
                    <a16:creationId xmlns:a16="http://schemas.microsoft.com/office/drawing/2014/main" id="{7F6C8658-E2EF-1F10-C0C7-86E01191D2CA}"/>
                  </a:ext>
                </a:extLst>
              </p:cNvPr>
              <p:cNvPicPr/>
              <p:nvPr/>
            </p:nvPicPr>
            <p:blipFill>
              <a:blip r:embed="rId13"/>
              <a:stretch>
                <a:fillRect/>
              </a:stretch>
            </p:blipFill>
            <p:spPr>
              <a:xfrm>
                <a:off x="887185" y="886745"/>
                <a:ext cx="1263240" cy="4572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4" name="墨迹 3">
                <a:extLst>
                  <a:ext uri="{FF2B5EF4-FFF2-40B4-BE49-F238E27FC236}">
                    <a16:creationId xmlns:a16="http://schemas.microsoft.com/office/drawing/2014/main" id="{83EFF5D4-C36F-1296-95ED-9F729CAA2EE0}"/>
                  </a:ext>
                </a:extLst>
              </p14:cNvPr>
              <p14:cNvContentPartPr/>
              <p14:nvPr/>
            </p14:nvContentPartPr>
            <p14:xfrm>
              <a:off x="674065" y="922385"/>
              <a:ext cx="341640" cy="19800"/>
            </p14:xfrm>
          </p:contentPart>
        </mc:Choice>
        <mc:Fallback xmlns="">
          <p:pic>
            <p:nvPicPr>
              <p:cNvPr id="4" name="墨迹 3">
                <a:extLst>
                  <a:ext uri="{FF2B5EF4-FFF2-40B4-BE49-F238E27FC236}">
                    <a16:creationId xmlns:a16="http://schemas.microsoft.com/office/drawing/2014/main" id="{83EFF5D4-C36F-1296-95ED-9F729CAA2EE0}"/>
                  </a:ext>
                </a:extLst>
              </p:cNvPr>
              <p:cNvPicPr/>
              <p:nvPr/>
            </p:nvPicPr>
            <p:blipFill>
              <a:blip r:embed="rId15"/>
              <a:stretch>
                <a:fillRect/>
              </a:stretch>
            </p:blipFill>
            <p:spPr>
              <a:xfrm>
                <a:off x="656425" y="904745"/>
                <a:ext cx="377280" cy="5544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5" name="墨迹 4">
                <a:extLst>
                  <a:ext uri="{FF2B5EF4-FFF2-40B4-BE49-F238E27FC236}">
                    <a16:creationId xmlns:a16="http://schemas.microsoft.com/office/drawing/2014/main" id="{A5677076-DC77-749F-C284-337582491FA2}"/>
                  </a:ext>
                </a:extLst>
              </p14:cNvPr>
              <p14:cNvContentPartPr/>
              <p14:nvPr/>
            </p14:nvContentPartPr>
            <p14:xfrm>
              <a:off x="655705" y="923465"/>
              <a:ext cx="2179080" cy="10440"/>
            </p14:xfrm>
          </p:contentPart>
        </mc:Choice>
        <mc:Fallback xmlns="">
          <p:pic>
            <p:nvPicPr>
              <p:cNvPr id="5" name="墨迹 4">
                <a:extLst>
                  <a:ext uri="{FF2B5EF4-FFF2-40B4-BE49-F238E27FC236}">
                    <a16:creationId xmlns:a16="http://schemas.microsoft.com/office/drawing/2014/main" id="{A5677076-DC77-749F-C284-337582491FA2}"/>
                  </a:ext>
                </a:extLst>
              </p:cNvPr>
              <p:cNvPicPr/>
              <p:nvPr/>
            </p:nvPicPr>
            <p:blipFill>
              <a:blip r:embed="rId17"/>
              <a:stretch>
                <a:fillRect/>
              </a:stretch>
            </p:blipFill>
            <p:spPr>
              <a:xfrm>
                <a:off x="638065" y="905825"/>
                <a:ext cx="2214720" cy="4608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6" name="墨迹 5">
                <a:extLst>
                  <a:ext uri="{FF2B5EF4-FFF2-40B4-BE49-F238E27FC236}">
                    <a16:creationId xmlns:a16="http://schemas.microsoft.com/office/drawing/2014/main" id="{7A15CF60-E62D-6667-3320-F57DECA7DDBF}"/>
                  </a:ext>
                </a:extLst>
              </p14:cNvPr>
              <p14:cNvContentPartPr/>
              <p14:nvPr/>
            </p14:nvContentPartPr>
            <p14:xfrm>
              <a:off x="3223465" y="1396505"/>
              <a:ext cx="1941120" cy="44640"/>
            </p14:xfrm>
          </p:contentPart>
        </mc:Choice>
        <mc:Fallback xmlns="">
          <p:pic>
            <p:nvPicPr>
              <p:cNvPr id="6" name="墨迹 5">
                <a:extLst>
                  <a:ext uri="{FF2B5EF4-FFF2-40B4-BE49-F238E27FC236}">
                    <a16:creationId xmlns:a16="http://schemas.microsoft.com/office/drawing/2014/main" id="{7A15CF60-E62D-6667-3320-F57DECA7DDBF}"/>
                  </a:ext>
                </a:extLst>
              </p:cNvPr>
              <p:cNvPicPr/>
              <p:nvPr/>
            </p:nvPicPr>
            <p:blipFill>
              <a:blip r:embed="rId19"/>
              <a:stretch>
                <a:fillRect/>
              </a:stretch>
            </p:blipFill>
            <p:spPr>
              <a:xfrm>
                <a:off x="3205465" y="1378505"/>
                <a:ext cx="1976760" cy="8028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7" name="墨迹 6">
                <a:extLst>
                  <a:ext uri="{FF2B5EF4-FFF2-40B4-BE49-F238E27FC236}">
                    <a16:creationId xmlns:a16="http://schemas.microsoft.com/office/drawing/2014/main" id="{A36C9BFC-DB2B-32A0-AC08-00B6BF002216}"/>
                  </a:ext>
                </a:extLst>
              </p14:cNvPr>
              <p14:cNvContentPartPr/>
              <p14:nvPr/>
            </p14:nvContentPartPr>
            <p14:xfrm>
              <a:off x="1034305" y="3943505"/>
              <a:ext cx="2034000" cy="93600"/>
            </p14:xfrm>
          </p:contentPart>
        </mc:Choice>
        <mc:Fallback xmlns="">
          <p:pic>
            <p:nvPicPr>
              <p:cNvPr id="7" name="墨迹 6">
                <a:extLst>
                  <a:ext uri="{FF2B5EF4-FFF2-40B4-BE49-F238E27FC236}">
                    <a16:creationId xmlns:a16="http://schemas.microsoft.com/office/drawing/2014/main" id="{A36C9BFC-DB2B-32A0-AC08-00B6BF002216}"/>
                  </a:ext>
                </a:extLst>
              </p:cNvPr>
              <p:cNvPicPr/>
              <p:nvPr/>
            </p:nvPicPr>
            <p:blipFill>
              <a:blip r:embed="rId21"/>
              <a:stretch>
                <a:fillRect/>
              </a:stretch>
            </p:blipFill>
            <p:spPr>
              <a:xfrm>
                <a:off x="1016305" y="3925865"/>
                <a:ext cx="2069640" cy="12924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8" name="墨迹 7">
                <a:extLst>
                  <a:ext uri="{FF2B5EF4-FFF2-40B4-BE49-F238E27FC236}">
                    <a16:creationId xmlns:a16="http://schemas.microsoft.com/office/drawing/2014/main" id="{F4AC5F43-AEA0-3C6F-B217-175816AF1A7D}"/>
                  </a:ext>
                </a:extLst>
              </p14:cNvPr>
              <p14:cNvContentPartPr/>
              <p14:nvPr/>
            </p14:nvContentPartPr>
            <p14:xfrm>
              <a:off x="2188825" y="1744985"/>
              <a:ext cx="1726560" cy="83880"/>
            </p14:xfrm>
          </p:contentPart>
        </mc:Choice>
        <mc:Fallback xmlns="">
          <p:pic>
            <p:nvPicPr>
              <p:cNvPr id="8" name="墨迹 7">
                <a:extLst>
                  <a:ext uri="{FF2B5EF4-FFF2-40B4-BE49-F238E27FC236}">
                    <a16:creationId xmlns:a16="http://schemas.microsoft.com/office/drawing/2014/main" id="{F4AC5F43-AEA0-3C6F-B217-175816AF1A7D}"/>
                  </a:ext>
                </a:extLst>
              </p:cNvPr>
              <p:cNvPicPr/>
              <p:nvPr/>
            </p:nvPicPr>
            <p:blipFill>
              <a:blip r:embed="rId23"/>
              <a:stretch>
                <a:fillRect/>
              </a:stretch>
            </p:blipFill>
            <p:spPr>
              <a:xfrm>
                <a:off x="2171185" y="1727345"/>
                <a:ext cx="1762200" cy="11952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9" name="墨迹 8">
                <a:extLst>
                  <a:ext uri="{FF2B5EF4-FFF2-40B4-BE49-F238E27FC236}">
                    <a16:creationId xmlns:a16="http://schemas.microsoft.com/office/drawing/2014/main" id="{A551F8DB-D218-B76F-1215-4E4A0800383D}"/>
                  </a:ext>
                </a:extLst>
              </p14:cNvPr>
              <p14:cNvContentPartPr/>
              <p14:nvPr/>
            </p14:nvContentPartPr>
            <p14:xfrm>
              <a:off x="2742505" y="2251145"/>
              <a:ext cx="1027440" cy="614160"/>
            </p14:xfrm>
          </p:contentPart>
        </mc:Choice>
        <mc:Fallback xmlns="">
          <p:pic>
            <p:nvPicPr>
              <p:cNvPr id="9" name="墨迹 8">
                <a:extLst>
                  <a:ext uri="{FF2B5EF4-FFF2-40B4-BE49-F238E27FC236}">
                    <a16:creationId xmlns:a16="http://schemas.microsoft.com/office/drawing/2014/main" id="{A551F8DB-D218-B76F-1215-4E4A0800383D}"/>
                  </a:ext>
                </a:extLst>
              </p:cNvPr>
              <p:cNvPicPr/>
              <p:nvPr/>
            </p:nvPicPr>
            <p:blipFill>
              <a:blip r:embed="rId25"/>
              <a:stretch>
                <a:fillRect/>
              </a:stretch>
            </p:blipFill>
            <p:spPr>
              <a:xfrm>
                <a:off x="2724505" y="2233145"/>
                <a:ext cx="1063080" cy="64980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10" name="墨迹 9">
                <a:extLst>
                  <a:ext uri="{FF2B5EF4-FFF2-40B4-BE49-F238E27FC236}">
                    <a16:creationId xmlns:a16="http://schemas.microsoft.com/office/drawing/2014/main" id="{0547168B-D640-3C73-B78D-B8C57BC02FB5}"/>
                  </a:ext>
                </a:extLst>
              </p14:cNvPr>
              <p14:cNvContentPartPr/>
              <p14:nvPr/>
            </p14:nvContentPartPr>
            <p14:xfrm>
              <a:off x="2817025" y="2215505"/>
              <a:ext cx="2197800" cy="38520"/>
            </p14:xfrm>
          </p:contentPart>
        </mc:Choice>
        <mc:Fallback xmlns="">
          <p:pic>
            <p:nvPicPr>
              <p:cNvPr id="10" name="墨迹 9">
                <a:extLst>
                  <a:ext uri="{FF2B5EF4-FFF2-40B4-BE49-F238E27FC236}">
                    <a16:creationId xmlns:a16="http://schemas.microsoft.com/office/drawing/2014/main" id="{0547168B-D640-3C73-B78D-B8C57BC02FB5}"/>
                  </a:ext>
                </a:extLst>
              </p:cNvPr>
              <p:cNvPicPr/>
              <p:nvPr/>
            </p:nvPicPr>
            <p:blipFill>
              <a:blip r:embed="rId27"/>
              <a:stretch>
                <a:fillRect/>
              </a:stretch>
            </p:blipFill>
            <p:spPr>
              <a:xfrm>
                <a:off x="2799025" y="2197865"/>
                <a:ext cx="2233440" cy="7416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11" name="墨迹 10">
                <a:extLst>
                  <a:ext uri="{FF2B5EF4-FFF2-40B4-BE49-F238E27FC236}">
                    <a16:creationId xmlns:a16="http://schemas.microsoft.com/office/drawing/2014/main" id="{31C05402-3939-F60A-BFAD-8D96BE1F8E65}"/>
                  </a:ext>
                </a:extLst>
              </p14:cNvPr>
              <p14:cNvContentPartPr/>
              <p14:nvPr/>
            </p14:nvContentPartPr>
            <p14:xfrm>
              <a:off x="5809345" y="2252945"/>
              <a:ext cx="2674080" cy="47520"/>
            </p14:xfrm>
          </p:contentPart>
        </mc:Choice>
        <mc:Fallback xmlns="">
          <p:pic>
            <p:nvPicPr>
              <p:cNvPr id="11" name="墨迹 10">
                <a:extLst>
                  <a:ext uri="{FF2B5EF4-FFF2-40B4-BE49-F238E27FC236}">
                    <a16:creationId xmlns:a16="http://schemas.microsoft.com/office/drawing/2014/main" id="{31C05402-3939-F60A-BFAD-8D96BE1F8E65}"/>
                  </a:ext>
                </a:extLst>
              </p:cNvPr>
              <p:cNvPicPr/>
              <p:nvPr/>
            </p:nvPicPr>
            <p:blipFill>
              <a:blip r:embed="rId29"/>
              <a:stretch>
                <a:fillRect/>
              </a:stretch>
            </p:blipFill>
            <p:spPr>
              <a:xfrm>
                <a:off x="5791705" y="2235305"/>
                <a:ext cx="2709720" cy="8316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12" name="墨迹 11">
                <a:extLst>
                  <a:ext uri="{FF2B5EF4-FFF2-40B4-BE49-F238E27FC236}">
                    <a16:creationId xmlns:a16="http://schemas.microsoft.com/office/drawing/2014/main" id="{A4F4CEEC-9201-A5C5-E118-D50674E487F4}"/>
                  </a:ext>
                </a:extLst>
              </p14:cNvPr>
              <p14:cNvContentPartPr/>
              <p14:nvPr/>
            </p14:nvContentPartPr>
            <p14:xfrm>
              <a:off x="793825" y="2723825"/>
              <a:ext cx="2465640" cy="38160"/>
            </p14:xfrm>
          </p:contentPart>
        </mc:Choice>
        <mc:Fallback xmlns="">
          <p:pic>
            <p:nvPicPr>
              <p:cNvPr id="12" name="墨迹 11">
                <a:extLst>
                  <a:ext uri="{FF2B5EF4-FFF2-40B4-BE49-F238E27FC236}">
                    <a16:creationId xmlns:a16="http://schemas.microsoft.com/office/drawing/2014/main" id="{A4F4CEEC-9201-A5C5-E118-D50674E487F4}"/>
                  </a:ext>
                </a:extLst>
              </p:cNvPr>
              <p:cNvPicPr/>
              <p:nvPr/>
            </p:nvPicPr>
            <p:blipFill>
              <a:blip r:embed="rId31"/>
              <a:stretch>
                <a:fillRect/>
              </a:stretch>
            </p:blipFill>
            <p:spPr>
              <a:xfrm>
                <a:off x="776185" y="2705825"/>
                <a:ext cx="2501280" cy="7380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16" name="墨迹 15">
                <a:extLst>
                  <a:ext uri="{FF2B5EF4-FFF2-40B4-BE49-F238E27FC236}">
                    <a16:creationId xmlns:a16="http://schemas.microsoft.com/office/drawing/2014/main" id="{C93114D9-D58D-18C4-DA0A-8BDF97CF8038}"/>
                  </a:ext>
                </a:extLst>
              </p14:cNvPr>
              <p14:cNvContentPartPr/>
              <p14:nvPr/>
            </p14:nvContentPartPr>
            <p14:xfrm>
              <a:off x="3038785" y="6076865"/>
              <a:ext cx="3085560" cy="46800"/>
            </p14:xfrm>
          </p:contentPart>
        </mc:Choice>
        <mc:Fallback xmlns="">
          <p:pic>
            <p:nvPicPr>
              <p:cNvPr id="16" name="墨迹 15">
                <a:extLst>
                  <a:ext uri="{FF2B5EF4-FFF2-40B4-BE49-F238E27FC236}">
                    <a16:creationId xmlns:a16="http://schemas.microsoft.com/office/drawing/2014/main" id="{C93114D9-D58D-18C4-DA0A-8BDF97CF8038}"/>
                  </a:ext>
                </a:extLst>
              </p:cNvPr>
              <p:cNvPicPr/>
              <p:nvPr/>
            </p:nvPicPr>
            <p:blipFill>
              <a:blip r:embed="rId33"/>
              <a:stretch>
                <a:fillRect/>
              </a:stretch>
            </p:blipFill>
            <p:spPr>
              <a:xfrm>
                <a:off x="3020785" y="6059225"/>
                <a:ext cx="3121200" cy="82440"/>
              </a:xfrm>
              <a:prstGeom prst="rect">
                <a:avLst/>
              </a:prstGeom>
            </p:spPr>
          </p:pic>
        </mc:Fallback>
      </mc:AlternateContent>
      <p:grpSp>
        <p:nvGrpSpPr>
          <p:cNvPr id="21" name="组合 20">
            <a:extLst>
              <a:ext uri="{FF2B5EF4-FFF2-40B4-BE49-F238E27FC236}">
                <a16:creationId xmlns:a16="http://schemas.microsoft.com/office/drawing/2014/main" id="{896FAC79-727C-C963-2FDE-4C60BA7097D5}"/>
              </a:ext>
            </a:extLst>
          </p:cNvPr>
          <p:cNvGrpSpPr/>
          <p:nvPr/>
        </p:nvGrpSpPr>
        <p:grpSpPr>
          <a:xfrm>
            <a:off x="4108465" y="4136825"/>
            <a:ext cx="2191680" cy="1220400"/>
            <a:chOff x="4108465" y="4136825"/>
            <a:chExt cx="2191680" cy="1220400"/>
          </a:xfrm>
        </p:grpSpPr>
        <mc:AlternateContent xmlns:mc="http://schemas.openxmlformats.org/markup-compatibility/2006" xmlns:p14="http://schemas.microsoft.com/office/powerpoint/2010/main">
          <mc:Choice Requires="p14">
            <p:contentPart p14:bwMode="auto" r:id="rId34">
              <p14:nvContentPartPr>
                <p14:cNvPr id="13" name="墨迹 12">
                  <a:extLst>
                    <a:ext uri="{FF2B5EF4-FFF2-40B4-BE49-F238E27FC236}">
                      <a16:creationId xmlns:a16="http://schemas.microsoft.com/office/drawing/2014/main" id="{4FFAF731-1506-E893-08E1-DA930521868D}"/>
                    </a:ext>
                  </a:extLst>
                </p14:cNvPr>
                <p14:cNvContentPartPr/>
                <p14:nvPr/>
              </p14:nvContentPartPr>
              <p14:xfrm>
                <a:off x="4868665" y="5049425"/>
                <a:ext cx="310320" cy="262080"/>
              </p14:xfrm>
            </p:contentPart>
          </mc:Choice>
          <mc:Fallback xmlns="">
            <p:pic>
              <p:nvPicPr>
                <p:cNvPr id="13" name="墨迹 12">
                  <a:extLst>
                    <a:ext uri="{FF2B5EF4-FFF2-40B4-BE49-F238E27FC236}">
                      <a16:creationId xmlns:a16="http://schemas.microsoft.com/office/drawing/2014/main" id="{4FFAF731-1506-E893-08E1-DA930521868D}"/>
                    </a:ext>
                  </a:extLst>
                </p:cNvPr>
                <p:cNvPicPr/>
                <p:nvPr/>
              </p:nvPicPr>
              <p:blipFill>
                <a:blip r:embed="rId35"/>
                <a:stretch>
                  <a:fillRect/>
                </a:stretch>
              </p:blipFill>
              <p:spPr>
                <a:xfrm>
                  <a:off x="4851025" y="5031425"/>
                  <a:ext cx="345960" cy="297720"/>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14" name="墨迹 13">
                  <a:extLst>
                    <a:ext uri="{FF2B5EF4-FFF2-40B4-BE49-F238E27FC236}">
                      <a16:creationId xmlns:a16="http://schemas.microsoft.com/office/drawing/2014/main" id="{2CD3C579-B023-89C8-2F3B-FCC9AAFEC2DA}"/>
                    </a:ext>
                  </a:extLst>
                </p14:cNvPr>
                <p14:cNvContentPartPr/>
                <p14:nvPr/>
              </p14:nvContentPartPr>
              <p14:xfrm>
                <a:off x="4870825" y="5209265"/>
                <a:ext cx="43200" cy="48960"/>
              </p14:xfrm>
            </p:contentPart>
          </mc:Choice>
          <mc:Fallback xmlns="">
            <p:pic>
              <p:nvPicPr>
                <p:cNvPr id="14" name="墨迹 13">
                  <a:extLst>
                    <a:ext uri="{FF2B5EF4-FFF2-40B4-BE49-F238E27FC236}">
                      <a16:creationId xmlns:a16="http://schemas.microsoft.com/office/drawing/2014/main" id="{2CD3C579-B023-89C8-2F3B-FCC9AAFEC2DA}"/>
                    </a:ext>
                  </a:extLst>
                </p:cNvPr>
                <p:cNvPicPr/>
                <p:nvPr/>
              </p:nvPicPr>
              <p:blipFill>
                <a:blip r:embed="rId37"/>
                <a:stretch>
                  <a:fillRect/>
                </a:stretch>
              </p:blipFill>
              <p:spPr>
                <a:xfrm>
                  <a:off x="4853185" y="5191265"/>
                  <a:ext cx="78840" cy="84600"/>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17" name="墨迹 16">
                  <a:extLst>
                    <a:ext uri="{FF2B5EF4-FFF2-40B4-BE49-F238E27FC236}">
                      <a16:creationId xmlns:a16="http://schemas.microsoft.com/office/drawing/2014/main" id="{454253E0-4896-0110-C3E6-4F1E017F91E6}"/>
                    </a:ext>
                  </a:extLst>
                </p14:cNvPr>
                <p14:cNvContentPartPr/>
                <p14:nvPr/>
              </p14:nvContentPartPr>
              <p14:xfrm>
                <a:off x="4108465" y="4136825"/>
                <a:ext cx="2191680" cy="1220400"/>
              </p14:xfrm>
            </p:contentPart>
          </mc:Choice>
          <mc:Fallback xmlns="">
            <p:pic>
              <p:nvPicPr>
                <p:cNvPr id="17" name="墨迹 16">
                  <a:extLst>
                    <a:ext uri="{FF2B5EF4-FFF2-40B4-BE49-F238E27FC236}">
                      <a16:creationId xmlns:a16="http://schemas.microsoft.com/office/drawing/2014/main" id="{454253E0-4896-0110-C3E6-4F1E017F91E6}"/>
                    </a:ext>
                  </a:extLst>
                </p:cNvPr>
                <p:cNvPicPr/>
                <p:nvPr/>
              </p:nvPicPr>
              <p:blipFill>
                <a:blip r:embed="rId39"/>
                <a:stretch>
                  <a:fillRect/>
                </a:stretch>
              </p:blipFill>
              <p:spPr>
                <a:xfrm>
                  <a:off x="4090825" y="4118825"/>
                  <a:ext cx="2227320" cy="1256040"/>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18" name="墨迹 17">
                  <a:extLst>
                    <a:ext uri="{FF2B5EF4-FFF2-40B4-BE49-F238E27FC236}">
                      <a16:creationId xmlns:a16="http://schemas.microsoft.com/office/drawing/2014/main" id="{F93823D7-6B13-7998-FC5D-1169A9594D50}"/>
                    </a:ext>
                  </a:extLst>
                </p14:cNvPr>
                <p14:cNvContentPartPr/>
                <p14:nvPr/>
              </p14:nvContentPartPr>
              <p14:xfrm>
                <a:off x="5411305" y="5135105"/>
                <a:ext cx="170640" cy="159120"/>
              </p14:xfrm>
            </p:contentPart>
          </mc:Choice>
          <mc:Fallback xmlns="">
            <p:pic>
              <p:nvPicPr>
                <p:cNvPr id="18" name="墨迹 17">
                  <a:extLst>
                    <a:ext uri="{FF2B5EF4-FFF2-40B4-BE49-F238E27FC236}">
                      <a16:creationId xmlns:a16="http://schemas.microsoft.com/office/drawing/2014/main" id="{F93823D7-6B13-7998-FC5D-1169A9594D50}"/>
                    </a:ext>
                  </a:extLst>
                </p:cNvPr>
                <p:cNvPicPr/>
                <p:nvPr/>
              </p:nvPicPr>
              <p:blipFill>
                <a:blip r:embed="rId41"/>
                <a:stretch>
                  <a:fillRect/>
                </a:stretch>
              </p:blipFill>
              <p:spPr>
                <a:xfrm>
                  <a:off x="5393305" y="5117105"/>
                  <a:ext cx="206280" cy="194760"/>
                </a:xfrm>
                <a:prstGeom prst="rect">
                  <a:avLst/>
                </a:prstGeom>
              </p:spPr>
            </p:pic>
          </mc:Fallback>
        </mc:AlternateContent>
        <mc:AlternateContent xmlns:mc="http://schemas.openxmlformats.org/markup-compatibility/2006" xmlns:p14="http://schemas.microsoft.com/office/powerpoint/2010/main">
          <mc:Choice Requires="p14">
            <p:contentPart p14:bwMode="auto" r:id="rId42">
              <p14:nvContentPartPr>
                <p14:cNvPr id="20" name="墨迹 19">
                  <a:extLst>
                    <a:ext uri="{FF2B5EF4-FFF2-40B4-BE49-F238E27FC236}">
                      <a16:creationId xmlns:a16="http://schemas.microsoft.com/office/drawing/2014/main" id="{E49A3809-083B-F810-4591-8FC11A1EFBB3}"/>
                    </a:ext>
                  </a:extLst>
                </p14:cNvPr>
                <p14:cNvContentPartPr/>
                <p14:nvPr/>
              </p14:nvContentPartPr>
              <p14:xfrm>
                <a:off x="5413465" y="5172185"/>
                <a:ext cx="158400" cy="102960"/>
              </p14:xfrm>
            </p:contentPart>
          </mc:Choice>
          <mc:Fallback xmlns="">
            <p:pic>
              <p:nvPicPr>
                <p:cNvPr id="20" name="墨迹 19">
                  <a:extLst>
                    <a:ext uri="{FF2B5EF4-FFF2-40B4-BE49-F238E27FC236}">
                      <a16:creationId xmlns:a16="http://schemas.microsoft.com/office/drawing/2014/main" id="{E49A3809-083B-F810-4591-8FC11A1EFBB3}"/>
                    </a:ext>
                  </a:extLst>
                </p:cNvPr>
                <p:cNvPicPr/>
                <p:nvPr/>
              </p:nvPicPr>
              <p:blipFill>
                <a:blip r:embed="rId43"/>
                <a:stretch>
                  <a:fillRect/>
                </a:stretch>
              </p:blipFill>
              <p:spPr>
                <a:xfrm>
                  <a:off x="5395465" y="5154185"/>
                  <a:ext cx="194040" cy="1386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44">
            <p14:nvContentPartPr>
              <p14:cNvPr id="22" name="墨迹 21">
                <a:extLst>
                  <a:ext uri="{FF2B5EF4-FFF2-40B4-BE49-F238E27FC236}">
                    <a16:creationId xmlns:a16="http://schemas.microsoft.com/office/drawing/2014/main" id="{4721CBC8-A670-FF15-3996-34841082D8FF}"/>
                  </a:ext>
                </a:extLst>
              </p14:cNvPr>
              <p14:cNvContentPartPr/>
              <p14:nvPr/>
            </p14:nvContentPartPr>
            <p14:xfrm>
              <a:off x="2715265" y="922385"/>
              <a:ext cx="221040" cy="10800"/>
            </p14:xfrm>
          </p:contentPart>
        </mc:Choice>
        <mc:Fallback xmlns="">
          <p:pic>
            <p:nvPicPr>
              <p:cNvPr id="22" name="墨迹 21">
                <a:extLst>
                  <a:ext uri="{FF2B5EF4-FFF2-40B4-BE49-F238E27FC236}">
                    <a16:creationId xmlns:a16="http://schemas.microsoft.com/office/drawing/2014/main" id="{4721CBC8-A670-FF15-3996-34841082D8FF}"/>
                  </a:ext>
                </a:extLst>
              </p:cNvPr>
              <p:cNvPicPr/>
              <p:nvPr/>
            </p:nvPicPr>
            <p:blipFill>
              <a:blip r:embed="rId45"/>
              <a:stretch>
                <a:fillRect/>
              </a:stretch>
            </p:blipFill>
            <p:spPr>
              <a:xfrm>
                <a:off x="2697625" y="904385"/>
                <a:ext cx="256680" cy="46440"/>
              </a:xfrm>
              <a:prstGeom prst="rect">
                <a:avLst/>
              </a:prstGeom>
            </p:spPr>
          </p:pic>
        </mc:Fallback>
      </mc:AlternateContent>
      <mc:AlternateContent xmlns:mc="http://schemas.openxmlformats.org/markup-compatibility/2006" xmlns:p14="http://schemas.microsoft.com/office/powerpoint/2010/main">
        <mc:Choice Requires="p14">
          <p:contentPart p14:bwMode="auto" r:id="rId46">
            <p14:nvContentPartPr>
              <p14:cNvPr id="23" name="墨迹 22">
                <a:extLst>
                  <a:ext uri="{FF2B5EF4-FFF2-40B4-BE49-F238E27FC236}">
                    <a16:creationId xmlns:a16="http://schemas.microsoft.com/office/drawing/2014/main" id="{09A05200-22FF-8E83-755D-175A5340B9DA}"/>
                  </a:ext>
                </a:extLst>
              </p14:cNvPr>
              <p14:cNvContentPartPr/>
              <p14:nvPr/>
            </p14:nvContentPartPr>
            <p14:xfrm>
              <a:off x="5098105" y="864785"/>
              <a:ext cx="1871280" cy="31320"/>
            </p14:xfrm>
          </p:contentPart>
        </mc:Choice>
        <mc:Fallback xmlns="">
          <p:pic>
            <p:nvPicPr>
              <p:cNvPr id="23" name="墨迹 22">
                <a:extLst>
                  <a:ext uri="{FF2B5EF4-FFF2-40B4-BE49-F238E27FC236}">
                    <a16:creationId xmlns:a16="http://schemas.microsoft.com/office/drawing/2014/main" id="{09A05200-22FF-8E83-755D-175A5340B9DA}"/>
                  </a:ext>
                </a:extLst>
              </p:cNvPr>
              <p:cNvPicPr/>
              <p:nvPr/>
            </p:nvPicPr>
            <p:blipFill>
              <a:blip r:embed="rId47"/>
              <a:stretch>
                <a:fillRect/>
              </a:stretch>
            </p:blipFill>
            <p:spPr>
              <a:xfrm>
                <a:off x="5080465" y="847145"/>
                <a:ext cx="1906920" cy="66960"/>
              </a:xfrm>
              <a:prstGeom prst="rect">
                <a:avLst/>
              </a:prstGeom>
            </p:spPr>
          </p:pic>
        </mc:Fallback>
      </mc:AlternateContent>
      <mc:AlternateContent xmlns:mc="http://schemas.openxmlformats.org/markup-compatibility/2006" xmlns:p14="http://schemas.microsoft.com/office/powerpoint/2010/main">
        <mc:Choice Requires="p14">
          <p:contentPart p14:bwMode="auto" r:id="rId48">
            <p14:nvContentPartPr>
              <p14:cNvPr id="24" name="墨迹 23">
                <a:extLst>
                  <a:ext uri="{FF2B5EF4-FFF2-40B4-BE49-F238E27FC236}">
                    <a16:creationId xmlns:a16="http://schemas.microsoft.com/office/drawing/2014/main" id="{8CF0A93F-190B-F719-3651-164192A81EA4}"/>
                  </a:ext>
                </a:extLst>
              </p14:cNvPr>
              <p14:cNvContentPartPr/>
              <p14:nvPr/>
            </p14:nvContentPartPr>
            <p14:xfrm>
              <a:off x="5855905" y="2225585"/>
              <a:ext cx="2437920" cy="93240"/>
            </p14:xfrm>
          </p:contentPart>
        </mc:Choice>
        <mc:Fallback xmlns="">
          <p:pic>
            <p:nvPicPr>
              <p:cNvPr id="24" name="墨迹 23">
                <a:extLst>
                  <a:ext uri="{FF2B5EF4-FFF2-40B4-BE49-F238E27FC236}">
                    <a16:creationId xmlns:a16="http://schemas.microsoft.com/office/drawing/2014/main" id="{8CF0A93F-190B-F719-3651-164192A81EA4}"/>
                  </a:ext>
                </a:extLst>
              </p:cNvPr>
              <p:cNvPicPr/>
              <p:nvPr/>
            </p:nvPicPr>
            <p:blipFill>
              <a:blip r:embed="rId49"/>
              <a:stretch>
                <a:fillRect/>
              </a:stretch>
            </p:blipFill>
            <p:spPr>
              <a:xfrm>
                <a:off x="5837905" y="2207945"/>
                <a:ext cx="2473560" cy="128880"/>
              </a:xfrm>
              <a:prstGeom prst="rect">
                <a:avLst/>
              </a:prstGeom>
            </p:spPr>
          </p:pic>
        </mc:Fallback>
      </mc:AlternateContent>
      <p:grpSp>
        <p:nvGrpSpPr>
          <p:cNvPr id="38" name="组合 37">
            <a:extLst>
              <a:ext uri="{FF2B5EF4-FFF2-40B4-BE49-F238E27FC236}">
                <a16:creationId xmlns:a16="http://schemas.microsoft.com/office/drawing/2014/main" id="{BE1E2247-A2E8-0315-6397-98853D0B5A44}"/>
              </a:ext>
            </a:extLst>
          </p:cNvPr>
          <p:cNvGrpSpPr/>
          <p:nvPr/>
        </p:nvGrpSpPr>
        <p:grpSpPr>
          <a:xfrm>
            <a:off x="829585" y="2185625"/>
            <a:ext cx="3178800" cy="696960"/>
            <a:chOff x="829585" y="2185625"/>
            <a:chExt cx="3178800" cy="696960"/>
          </a:xfrm>
        </p:grpSpPr>
        <mc:AlternateContent xmlns:mc="http://schemas.openxmlformats.org/markup-compatibility/2006" xmlns:p14="http://schemas.microsoft.com/office/powerpoint/2010/main">
          <mc:Choice Requires="p14">
            <p:contentPart p14:bwMode="auto" r:id="rId50">
              <p14:nvContentPartPr>
                <p14:cNvPr id="25" name="墨迹 24">
                  <a:extLst>
                    <a:ext uri="{FF2B5EF4-FFF2-40B4-BE49-F238E27FC236}">
                      <a16:creationId xmlns:a16="http://schemas.microsoft.com/office/drawing/2014/main" id="{26650591-4FBE-3EE2-CD6B-CC45A4455458}"/>
                    </a:ext>
                  </a:extLst>
                </p14:cNvPr>
                <p14:cNvContentPartPr/>
                <p14:nvPr/>
              </p14:nvContentPartPr>
              <p14:xfrm>
                <a:off x="829585" y="2185625"/>
                <a:ext cx="1590840" cy="558360"/>
              </p14:xfrm>
            </p:contentPart>
          </mc:Choice>
          <mc:Fallback xmlns="">
            <p:pic>
              <p:nvPicPr>
                <p:cNvPr id="25" name="墨迹 24">
                  <a:extLst>
                    <a:ext uri="{FF2B5EF4-FFF2-40B4-BE49-F238E27FC236}">
                      <a16:creationId xmlns:a16="http://schemas.microsoft.com/office/drawing/2014/main" id="{26650591-4FBE-3EE2-CD6B-CC45A4455458}"/>
                    </a:ext>
                  </a:extLst>
                </p:cNvPr>
                <p:cNvPicPr/>
                <p:nvPr/>
              </p:nvPicPr>
              <p:blipFill>
                <a:blip r:embed="rId51"/>
                <a:stretch>
                  <a:fillRect/>
                </a:stretch>
              </p:blipFill>
              <p:spPr>
                <a:xfrm>
                  <a:off x="811945" y="2167625"/>
                  <a:ext cx="1626480" cy="594000"/>
                </a:xfrm>
                <a:prstGeom prst="rect">
                  <a:avLst/>
                </a:prstGeom>
              </p:spPr>
            </p:pic>
          </mc:Fallback>
        </mc:AlternateContent>
        <mc:AlternateContent xmlns:mc="http://schemas.openxmlformats.org/markup-compatibility/2006" xmlns:p14="http://schemas.microsoft.com/office/powerpoint/2010/main">
          <mc:Choice Requires="p14">
            <p:contentPart p14:bwMode="auto" r:id="rId52">
              <p14:nvContentPartPr>
                <p14:cNvPr id="26" name="墨迹 25">
                  <a:extLst>
                    <a:ext uri="{FF2B5EF4-FFF2-40B4-BE49-F238E27FC236}">
                      <a16:creationId xmlns:a16="http://schemas.microsoft.com/office/drawing/2014/main" id="{446B23F8-34DC-777B-2000-20284C0C85CB}"/>
                    </a:ext>
                  </a:extLst>
                </p14:cNvPr>
                <p14:cNvContentPartPr/>
                <p14:nvPr/>
              </p14:nvContentPartPr>
              <p14:xfrm>
                <a:off x="2595385" y="2853785"/>
                <a:ext cx="1181520" cy="28800"/>
              </p14:xfrm>
            </p:contentPart>
          </mc:Choice>
          <mc:Fallback xmlns="">
            <p:pic>
              <p:nvPicPr>
                <p:cNvPr id="26" name="墨迹 25">
                  <a:extLst>
                    <a:ext uri="{FF2B5EF4-FFF2-40B4-BE49-F238E27FC236}">
                      <a16:creationId xmlns:a16="http://schemas.microsoft.com/office/drawing/2014/main" id="{446B23F8-34DC-777B-2000-20284C0C85CB}"/>
                    </a:ext>
                  </a:extLst>
                </p:cNvPr>
                <p:cNvPicPr/>
                <p:nvPr/>
              </p:nvPicPr>
              <p:blipFill>
                <a:blip r:embed="rId53"/>
                <a:stretch>
                  <a:fillRect/>
                </a:stretch>
              </p:blipFill>
              <p:spPr>
                <a:xfrm>
                  <a:off x="2577385" y="2835785"/>
                  <a:ext cx="1217160" cy="64440"/>
                </a:xfrm>
                <a:prstGeom prst="rect">
                  <a:avLst/>
                </a:prstGeom>
              </p:spPr>
            </p:pic>
          </mc:Fallback>
        </mc:AlternateContent>
        <mc:AlternateContent xmlns:mc="http://schemas.openxmlformats.org/markup-compatibility/2006" xmlns:p14="http://schemas.microsoft.com/office/powerpoint/2010/main">
          <mc:Choice Requires="p14">
            <p:contentPart p14:bwMode="auto" r:id="rId54">
              <p14:nvContentPartPr>
                <p14:cNvPr id="27" name="墨迹 26">
                  <a:extLst>
                    <a:ext uri="{FF2B5EF4-FFF2-40B4-BE49-F238E27FC236}">
                      <a16:creationId xmlns:a16="http://schemas.microsoft.com/office/drawing/2014/main" id="{328FD801-47EF-324C-FF8B-6FD1CC3D12DC}"/>
                    </a:ext>
                  </a:extLst>
                </p14:cNvPr>
                <p14:cNvContentPartPr/>
                <p14:nvPr/>
              </p14:nvContentPartPr>
              <p14:xfrm>
                <a:off x="3417265" y="2798705"/>
                <a:ext cx="111240" cy="18720"/>
              </p14:xfrm>
            </p:contentPart>
          </mc:Choice>
          <mc:Fallback xmlns="">
            <p:pic>
              <p:nvPicPr>
                <p:cNvPr id="27" name="墨迹 26">
                  <a:extLst>
                    <a:ext uri="{FF2B5EF4-FFF2-40B4-BE49-F238E27FC236}">
                      <a16:creationId xmlns:a16="http://schemas.microsoft.com/office/drawing/2014/main" id="{328FD801-47EF-324C-FF8B-6FD1CC3D12DC}"/>
                    </a:ext>
                  </a:extLst>
                </p:cNvPr>
                <p:cNvPicPr/>
                <p:nvPr/>
              </p:nvPicPr>
              <p:blipFill>
                <a:blip r:embed="rId55"/>
                <a:stretch>
                  <a:fillRect/>
                </a:stretch>
              </p:blipFill>
              <p:spPr>
                <a:xfrm>
                  <a:off x="3399625" y="2780705"/>
                  <a:ext cx="146880" cy="54360"/>
                </a:xfrm>
                <a:prstGeom prst="rect">
                  <a:avLst/>
                </a:prstGeom>
              </p:spPr>
            </p:pic>
          </mc:Fallback>
        </mc:AlternateContent>
        <mc:AlternateContent xmlns:mc="http://schemas.openxmlformats.org/markup-compatibility/2006" xmlns:p14="http://schemas.microsoft.com/office/powerpoint/2010/main">
          <mc:Choice Requires="p14">
            <p:contentPart p14:bwMode="auto" r:id="rId56">
              <p14:nvContentPartPr>
                <p14:cNvPr id="28" name="墨迹 27">
                  <a:extLst>
                    <a:ext uri="{FF2B5EF4-FFF2-40B4-BE49-F238E27FC236}">
                      <a16:creationId xmlns:a16="http://schemas.microsoft.com/office/drawing/2014/main" id="{2B7003BC-12F6-D47D-D105-B01BFB6B599C}"/>
                    </a:ext>
                  </a:extLst>
                </p14:cNvPr>
                <p14:cNvContentPartPr/>
                <p14:nvPr/>
              </p14:nvContentPartPr>
              <p14:xfrm>
                <a:off x="2770705" y="2816705"/>
                <a:ext cx="906120" cy="360"/>
              </p14:xfrm>
            </p:contentPart>
          </mc:Choice>
          <mc:Fallback xmlns="">
            <p:pic>
              <p:nvPicPr>
                <p:cNvPr id="28" name="墨迹 27">
                  <a:extLst>
                    <a:ext uri="{FF2B5EF4-FFF2-40B4-BE49-F238E27FC236}">
                      <a16:creationId xmlns:a16="http://schemas.microsoft.com/office/drawing/2014/main" id="{2B7003BC-12F6-D47D-D105-B01BFB6B599C}"/>
                    </a:ext>
                  </a:extLst>
                </p:cNvPr>
                <p:cNvPicPr/>
                <p:nvPr/>
              </p:nvPicPr>
              <p:blipFill>
                <a:blip r:embed="rId57"/>
                <a:stretch>
                  <a:fillRect/>
                </a:stretch>
              </p:blipFill>
              <p:spPr>
                <a:xfrm>
                  <a:off x="2753065" y="2799065"/>
                  <a:ext cx="941760" cy="36000"/>
                </a:xfrm>
                <a:prstGeom prst="rect">
                  <a:avLst/>
                </a:prstGeom>
              </p:spPr>
            </p:pic>
          </mc:Fallback>
        </mc:AlternateContent>
        <mc:AlternateContent xmlns:mc="http://schemas.openxmlformats.org/markup-compatibility/2006" xmlns:p14="http://schemas.microsoft.com/office/powerpoint/2010/main">
          <mc:Choice Requires="p14">
            <p:contentPart p14:bwMode="auto" r:id="rId58">
              <p14:nvContentPartPr>
                <p14:cNvPr id="29" name="墨迹 28">
                  <a:extLst>
                    <a:ext uri="{FF2B5EF4-FFF2-40B4-BE49-F238E27FC236}">
                      <a16:creationId xmlns:a16="http://schemas.microsoft.com/office/drawing/2014/main" id="{349A0EE0-BB08-DE07-FBFA-65928DA114ED}"/>
                    </a:ext>
                  </a:extLst>
                </p14:cNvPr>
                <p14:cNvContentPartPr/>
                <p14:nvPr/>
              </p14:nvContentPartPr>
              <p14:xfrm>
                <a:off x="2530585" y="2789345"/>
                <a:ext cx="1091520" cy="19080"/>
              </p14:xfrm>
            </p:contentPart>
          </mc:Choice>
          <mc:Fallback xmlns="">
            <p:pic>
              <p:nvPicPr>
                <p:cNvPr id="29" name="墨迹 28">
                  <a:extLst>
                    <a:ext uri="{FF2B5EF4-FFF2-40B4-BE49-F238E27FC236}">
                      <a16:creationId xmlns:a16="http://schemas.microsoft.com/office/drawing/2014/main" id="{349A0EE0-BB08-DE07-FBFA-65928DA114ED}"/>
                    </a:ext>
                  </a:extLst>
                </p:cNvPr>
                <p:cNvPicPr/>
                <p:nvPr/>
              </p:nvPicPr>
              <p:blipFill>
                <a:blip r:embed="rId59"/>
                <a:stretch>
                  <a:fillRect/>
                </a:stretch>
              </p:blipFill>
              <p:spPr>
                <a:xfrm>
                  <a:off x="2512945" y="2771345"/>
                  <a:ext cx="1127160" cy="54720"/>
                </a:xfrm>
                <a:prstGeom prst="rect">
                  <a:avLst/>
                </a:prstGeom>
              </p:spPr>
            </p:pic>
          </mc:Fallback>
        </mc:AlternateContent>
        <mc:AlternateContent xmlns:mc="http://schemas.openxmlformats.org/markup-compatibility/2006" xmlns:p14="http://schemas.microsoft.com/office/powerpoint/2010/main">
          <mc:Choice Requires="p14">
            <p:contentPart p14:bwMode="auto" r:id="rId60">
              <p14:nvContentPartPr>
                <p14:cNvPr id="30" name="墨迹 29">
                  <a:extLst>
                    <a:ext uri="{FF2B5EF4-FFF2-40B4-BE49-F238E27FC236}">
                      <a16:creationId xmlns:a16="http://schemas.microsoft.com/office/drawing/2014/main" id="{C3DC32E3-682A-4302-7BF5-DBE8BF63C836}"/>
                    </a:ext>
                  </a:extLst>
                </p14:cNvPr>
                <p14:cNvContentPartPr/>
                <p14:nvPr/>
              </p14:nvContentPartPr>
              <p14:xfrm>
                <a:off x="2318185" y="2807705"/>
                <a:ext cx="1537920" cy="38160"/>
              </p14:xfrm>
            </p:contentPart>
          </mc:Choice>
          <mc:Fallback xmlns="">
            <p:pic>
              <p:nvPicPr>
                <p:cNvPr id="30" name="墨迹 29">
                  <a:extLst>
                    <a:ext uri="{FF2B5EF4-FFF2-40B4-BE49-F238E27FC236}">
                      <a16:creationId xmlns:a16="http://schemas.microsoft.com/office/drawing/2014/main" id="{C3DC32E3-682A-4302-7BF5-DBE8BF63C836}"/>
                    </a:ext>
                  </a:extLst>
                </p:cNvPr>
                <p:cNvPicPr/>
                <p:nvPr/>
              </p:nvPicPr>
              <p:blipFill>
                <a:blip r:embed="rId61"/>
                <a:stretch>
                  <a:fillRect/>
                </a:stretch>
              </p:blipFill>
              <p:spPr>
                <a:xfrm>
                  <a:off x="2300185" y="2789705"/>
                  <a:ext cx="1573560" cy="73800"/>
                </a:xfrm>
                <a:prstGeom prst="rect">
                  <a:avLst/>
                </a:prstGeom>
              </p:spPr>
            </p:pic>
          </mc:Fallback>
        </mc:AlternateContent>
        <mc:AlternateContent xmlns:mc="http://schemas.openxmlformats.org/markup-compatibility/2006" xmlns:p14="http://schemas.microsoft.com/office/powerpoint/2010/main">
          <mc:Choice Requires="p14">
            <p:contentPart p14:bwMode="auto" r:id="rId62">
              <p14:nvContentPartPr>
                <p14:cNvPr id="31" name="墨迹 30">
                  <a:extLst>
                    <a:ext uri="{FF2B5EF4-FFF2-40B4-BE49-F238E27FC236}">
                      <a16:creationId xmlns:a16="http://schemas.microsoft.com/office/drawing/2014/main" id="{FCA5910D-9EED-80C1-7E48-13289641967E}"/>
                    </a:ext>
                  </a:extLst>
                </p14:cNvPr>
                <p14:cNvContentPartPr/>
                <p14:nvPr/>
              </p14:nvContentPartPr>
              <p14:xfrm>
                <a:off x="2438065" y="2834705"/>
                <a:ext cx="1202760" cy="10800"/>
              </p14:xfrm>
            </p:contentPart>
          </mc:Choice>
          <mc:Fallback xmlns="">
            <p:pic>
              <p:nvPicPr>
                <p:cNvPr id="31" name="墨迹 30">
                  <a:extLst>
                    <a:ext uri="{FF2B5EF4-FFF2-40B4-BE49-F238E27FC236}">
                      <a16:creationId xmlns:a16="http://schemas.microsoft.com/office/drawing/2014/main" id="{FCA5910D-9EED-80C1-7E48-13289641967E}"/>
                    </a:ext>
                  </a:extLst>
                </p:cNvPr>
                <p:cNvPicPr/>
                <p:nvPr/>
              </p:nvPicPr>
              <p:blipFill>
                <a:blip r:embed="rId63"/>
                <a:stretch>
                  <a:fillRect/>
                </a:stretch>
              </p:blipFill>
              <p:spPr>
                <a:xfrm>
                  <a:off x="2420425" y="2816705"/>
                  <a:ext cx="1238400" cy="46440"/>
                </a:xfrm>
                <a:prstGeom prst="rect">
                  <a:avLst/>
                </a:prstGeom>
              </p:spPr>
            </p:pic>
          </mc:Fallback>
        </mc:AlternateContent>
        <mc:AlternateContent xmlns:mc="http://schemas.openxmlformats.org/markup-compatibility/2006" xmlns:p14="http://schemas.microsoft.com/office/powerpoint/2010/main">
          <mc:Choice Requires="p14">
            <p:contentPart p14:bwMode="auto" r:id="rId64">
              <p14:nvContentPartPr>
                <p14:cNvPr id="32" name="墨迹 31">
                  <a:extLst>
                    <a:ext uri="{FF2B5EF4-FFF2-40B4-BE49-F238E27FC236}">
                      <a16:creationId xmlns:a16="http://schemas.microsoft.com/office/drawing/2014/main" id="{2487894E-B64C-C2B3-5FA3-534696E2846C}"/>
                    </a:ext>
                  </a:extLst>
                </p14:cNvPr>
                <p14:cNvContentPartPr/>
                <p14:nvPr/>
              </p14:nvContentPartPr>
              <p14:xfrm>
                <a:off x="2456785" y="2826065"/>
                <a:ext cx="1175040" cy="9720"/>
              </p14:xfrm>
            </p:contentPart>
          </mc:Choice>
          <mc:Fallback xmlns="">
            <p:pic>
              <p:nvPicPr>
                <p:cNvPr id="32" name="墨迹 31">
                  <a:extLst>
                    <a:ext uri="{FF2B5EF4-FFF2-40B4-BE49-F238E27FC236}">
                      <a16:creationId xmlns:a16="http://schemas.microsoft.com/office/drawing/2014/main" id="{2487894E-B64C-C2B3-5FA3-534696E2846C}"/>
                    </a:ext>
                  </a:extLst>
                </p:cNvPr>
                <p:cNvPicPr/>
                <p:nvPr/>
              </p:nvPicPr>
              <p:blipFill>
                <a:blip r:embed="rId65"/>
                <a:stretch>
                  <a:fillRect/>
                </a:stretch>
              </p:blipFill>
              <p:spPr>
                <a:xfrm>
                  <a:off x="2438785" y="2808425"/>
                  <a:ext cx="1210680" cy="45360"/>
                </a:xfrm>
                <a:prstGeom prst="rect">
                  <a:avLst/>
                </a:prstGeom>
              </p:spPr>
            </p:pic>
          </mc:Fallback>
        </mc:AlternateContent>
        <mc:AlternateContent xmlns:mc="http://schemas.openxmlformats.org/markup-compatibility/2006" xmlns:p14="http://schemas.microsoft.com/office/powerpoint/2010/main">
          <mc:Choice Requires="p14">
            <p:contentPart p14:bwMode="auto" r:id="rId66">
              <p14:nvContentPartPr>
                <p14:cNvPr id="33" name="墨迹 32">
                  <a:extLst>
                    <a:ext uri="{FF2B5EF4-FFF2-40B4-BE49-F238E27FC236}">
                      <a16:creationId xmlns:a16="http://schemas.microsoft.com/office/drawing/2014/main" id="{F788F2F8-2C94-E077-3D33-E16692EB90BB}"/>
                    </a:ext>
                  </a:extLst>
                </p14:cNvPr>
                <p14:cNvContentPartPr/>
                <p14:nvPr/>
              </p14:nvContentPartPr>
              <p14:xfrm>
                <a:off x="2512225" y="2789345"/>
                <a:ext cx="972000" cy="28080"/>
              </p14:xfrm>
            </p:contentPart>
          </mc:Choice>
          <mc:Fallback xmlns="">
            <p:pic>
              <p:nvPicPr>
                <p:cNvPr id="33" name="墨迹 32">
                  <a:extLst>
                    <a:ext uri="{FF2B5EF4-FFF2-40B4-BE49-F238E27FC236}">
                      <a16:creationId xmlns:a16="http://schemas.microsoft.com/office/drawing/2014/main" id="{F788F2F8-2C94-E077-3D33-E16692EB90BB}"/>
                    </a:ext>
                  </a:extLst>
                </p:cNvPr>
                <p:cNvPicPr/>
                <p:nvPr/>
              </p:nvPicPr>
              <p:blipFill>
                <a:blip r:embed="rId67"/>
                <a:stretch>
                  <a:fillRect/>
                </a:stretch>
              </p:blipFill>
              <p:spPr>
                <a:xfrm>
                  <a:off x="2494225" y="2771345"/>
                  <a:ext cx="1007640" cy="63720"/>
                </a:xfrm>
                <a:prstGeom prst="rect">
                  <a:avLst/>
                </a:prstGeom>
              </p:spPr>
            </p:pic>
          </mc:Fallback>
        </mc:AlternateContent>
        <mc:AlternateContent xmlns:mc="http://schemas.openxmlformats.org/markup-compatibility/2006" xmlns:p14="http://schemas.microsoft.com/office/powerpoint/2010/main">
          <mc:Choice Requires="p14">
            <p:contentPart p14:bwMode="auto" r:id="rId68">
              <p14:nvContentPartPr>
                <p14:cNvPr id="35" name="墨迹 34">
                  <a:extLst>
                    <a:ext uri="{FF2B5EF4-FFF2-40B4-BE49-F238E27FC236}">
                      <a16:creationId xmlns:a16="http://schemas.microsoft.com/office/drawing/2014/main" id="{C3394F41-87D7-904B-C4C6-F852AD34C5E6}"/>
                    </a:ext>
                  </a:extLst>
                </p14:cNvPr>
                <p14:cNvContentPartPr/>
                <p14:nvPr/>
              </p14:nvContentPartPr>
              <p14:xfrm>
                <a:off x="3038545" y="2761625"/>
                <a:ext cx="406080" cy="360"/>
              </p14:xfrm>
            </p:contentPart>
          </mc:Choice>
          <mc:Fallback xmlns="">
            <p:pic>
              <p:nvPicPr>
                <p:cNvPr id="35" name="墨迹 34">
                  <a:extLst>
                    <a:ext uri="{FF2B5EF4-FFF2-40B4-BE49-F238E27FC236}">
                      <a16:creationId xmlns:a16="http://schemas.microsoft.com/office/drawing/2014/main" id="{C3394F41-87D7-904B-C4C6-F852AD34C5E6}"/>
                    </a:ext>
                  </a:extLst>
                </p:cNvPr>
                <p:cNvPicPr/>
                <p:nvPr/>
              </p:nvPicPr>
              <p:blipFill>
                <a:blip r:embed="rId69"/>
                <a:stretch>
                  <a:fillRect/>
                </a:stretch>
              </p:blipFill>
              <p:spPr>
                <a:xfrm>
                  <a:off x="3020905" y="2743625"/>
                  <a:ext cx="441720" cy="36000"/>
                </a:xfrm>
                <a:prstGeom prst="rect">
                  <a:avLst/>
                </a:prstGeom>
              </p:spPr>
            </p:pic>
          </mc:Fallback>
        </mc:AlternateContent>
        <mc:AlternateContent xmlns:mc="http://schemas.openxmlformats.org/markup-compatibility/2006" xmlns:p14="http://schemas.microsoft.com/office/powerpoint/2010/main">
          <mc:Choice Requires="p14">
            <p:contentPart p14:bwMode="auto" r:id="rId70">
              <p14:nvContentPartPr>
                <p14:cNvPr id="36" name="墨迹 35">
                  <a:extLst>
                    <a:ext uri="{FF2B5EF4-FFF2-40B4-BE49-F238E27FC236}">
                      <a16:creationId xmlns:a16="http://schemas.microsoft.com/office/drawing/2014/main" id="{5845B113-B021-D1CC-8264-80FE654488C2}"/>
                    </a:ext>
                  </a:extLst>
                </p14:cNvPr>
                <p14:cNvContentPartPr/>
                <p14:nvPr/>
              </p14:nvContentPartPr>
              <p14:xfrm>
                <a:off x="2908945" y="2770625"/>
                <a:ext cx="1099440" cy="37440"/>
              </p14:xfrm>
            </p:contentPart>
          </mc:Choice>
          <mc:Fallback xmlns="">
            <p:pic>
              <p:nvPicPr>
                <p:cNvPr id="36" name="墨迹 35">
                  <a:extLst>
                    <a:ext uri="{FF2B5EF4-FFF2-40B4-BE49-F238E27FC236}">
                      <a16:creationId xmlns:a16="http://schemas.microsoft.com/office/drawing/2014/main" id="{5845B113-B021-D1CC-8264-80FE654488C2}"/>
                    </a:ext>
                  </a:extLst>
                </p:cNvPr>
                <p:cNvPicPr/>
                <p:nvPr/>
              </p:nvPicPr>
              <p:blipFill>
                <a:blip r:embed="rId71"/>
                <a:stretch>
                  <a:fillRect/>
                </a:stretch>
              </p:blipFill>
              <p:spPr>
                <a:xfrm>
                  <a:off x="2891305" y="2752985"/>
                  <a:ext cx="1135080" cy="73080"/>
                </a:xfrm>
                <a:prstGeom prst="rect">
                  <a:avLst/>
                </a:prstGeom>
              </p:spPr>
            </p:pic>
          </mc:Fallback>
        </mc:AlternateContent>
        <mc:AlternateContent xmlns:mc="http://schemas.openxmlformats.org/markup-compatibility/2006" xmlns:p14="http://schemas.microsoft.com/office/powerpoint/2010/main">
          <mc:Choice Requires="p14">
            <p:contentPart p14:bwMode="auto" r:id="rId72">
              <p14:nvContentPartPr>
                <p14:cNvPr id="37" name="墨迹 36">
                  <a:extLst>
                    <a:ext uri="{FF2B5EF4-FFF2-40B4-BE49-F238E27FC236}">
                      <a16:creationId xmlns:a16="http://schemas.microsoft.com/office/drawing/2014/main" id="{83A8AFFE-90D3-1B63-65EB-D3BCB8427099}"/>
                    </a:ext>
                  </a:extLst>
                </p14:cNvPr>
                <p14:cNvContentPartPr/>
                <p14:nvPr/>
              </p14:nvContentPartPr>
              <p14:xfrm>
                <a:off x="2862865" y="2798345"/>
                <a:ext cx="997560" cy="9720"/>
              </p14:xfrm>
            </p:contentPart>
          </mc:Choice>
          <mc:Fallback xmlns="">
            <p:pic>
              <p:nvPicPr>
                <p:cNvPr id="37" name="墨迹 36">
                  <a:extLst>
                    <a:ext uri="{FF2B5EF4-FFF2-40B4-BE49-F238E27FC236}">
                      <a16:creationId xmlns:a16="http://schemas.microsoft.com/office/drawing/2014/main" id="{83A8AFFE-90D3-1B63-65EB-D3BCB8427099}"/>
                    </a:ext>
                  </a:extLst>
                </p:cNvPr>
                <p:cNvPicPr/>
                <p:nvPr/>
              </p:nvPicPr>
              <p:blipFill>
                <a:blip r:embed="rId73"/>
                <a:stretch>
                  <a:fillRect/>
                </a:stretch>
              </p:blipFill>
              <p:spPr>
                <a:xfrm>
                  <a:off x="2845225" y="2780345"/>
                  <a:ext cx="1033200" cy="45360"/>
                </a:xfrm>
                <a:prstGeom prst="rect">
                  <a:avLst/>
                </a:prstGeom>
              </p:spPr>
            </p:pic>
          </mc:Fallback>
        </mc:AlternateContent>
      </p:grpSp>
    </p:spTree>
  </p:cSld>
  <p:clrMapOvr>
    <a:masterClrMapping/>
  </p:clrMapOvr>
  <p:transition/>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673" name="矩形 73729"/>
          <p:cNvSpPr/>
          <p:nvPr/>
        </p:nvSpPr>
        <p:spPr>
          <a:xfrm>
            <a:off x="4419600" y="3233738"/>
            <a:ext cx="9144000" cy="0"/>
          </a:xfrm>
          <a:prstGeom prst="rect">
            <a:avLst/>
          </a:prstGeom>
          <a:solidFill>
            <a:srgbClr val="FFFFFF"/>
          </a:solidFill>
          <a:ln w="9525">
            <a:noFill/>
          </a:ln>
        </p:spPr>
        <p:txBody>
          <a:bodyPr anchor="t" anchorCtr="0"/>
          <a:lstStyle/>
          <a:p>
            <a:endParaRPr lang="zh-CN" altLang="en-US">
              <a:latin typeface="Times New Roman" panose="02020603050405020304" pitchFamily="2" charset="0"/>
              <a:ea typeface="宋体" panose="02010600030101010101" pitchFamily="2" charset="-122"/>
            </a:endParaRPr>
          </a:p>
        </p:txBody>
      </p:sp>
      <p:graphicFrame>
        <p:nvGraphicFramePr>
          <p:cNvPr id="156674" name="对象 73730"/>
          <p:cNvGraphicFramePr>
            <a:graphicFrameLocks noChangeAspect="1"/>
          </p:cNvGraphicFramePr>
          <p:nvPr/>
        </p:nvGraphicFramePr>
        <p:xfrm>
          <a:off x="420688" y="457200"/>
          <a:ext cx="6307137" cy="862013"/>
        </p:xfrm>
        <a:graphic>
          <a:graphicData uri="http://schemas.openxmlformats.org/presentationml/2006/ole">
            <mc:AlternateContent xmlns:mc="http://schemas.openxmlformats.org/markup-compatibility/2006">
              <mc:Choice xmlns:v="urn:schemas-microsoft-com:vml" Requires="v">
                <p:oleObj r:id="rId2" imgW="3009900" imgH="457200" progId="Equation.3">
                  <p:embed/>
                </p:oleObj>
              </mc:Choice>
              <mc:Fallback>
                <p:oleObj r:id="rId2" imgW="3009900" imgH="457200" progId="Equation.3">
                  <p:embed/>
                  <p:pic>
                    <p:nvPicPr>
                      <p:cNvPr id="0" name="图片 3694"/>
                      <p:cNvPicPr/>
                      <p:nvPr/>
                    </p:nvPicPr>
                    <p:blipFill>
                      <a:blip r:embed="rId3"/>
                      <a:stretch>
                        <a:fillRect/>
                      </a:stretch>
                    </p:blipFill>
                    <p:spPr>
                      <a:xfrm>
                        <a:off x="420688" y="457200"/>
                        <a:ext cx="6307137" cy="862013"/>
                      </a:xfrm>
                      <a:prstGeom prst="rect">
                        <a:avLst/>
                      </a:prstGeom>
                      <a:noFill/>
                      <a:ln w="38100">
                        <a:noFill/>
                        <a:miter/>
                      </a:ln>
                    </p:spPr>
                  </p:pic>
                </p:oleObj>
              </mc:Fallback>
            </mc:AlternateContent>
          </a:graphicData>
        </a:graphic>
      </p:graphicFrame>
      <p:graphicFrame>
        <p:nvGraphicFramePr>
          <p:cNvPr id="156675" name="对象 73731"/>
          <p:cNvGraphicFramePr>
            <a:graphicFrameLocks noChangeAspect="1"/>
          </p:cNvGraphicFramePr>
          <p:nvPr/>
        </p:nvGraphicFramePr>
        <p:xfrm>
          <a:off x="1763713" y="1930400"/>
          <a:ext cx="6580187" cy="3533775"/>
        </p:xfrm>
        <a:graphic>
          <a:graphicData uri="http://schemas.openxmlformats.org/presentationml/2006/ole">
            <mc:AlternateContent xmlns:mc="http://schemas.openxmlformats.org/markup-compatibility/2006">
              <mc:Choice xmlns:v="urn:schemas-microsoft-com:vml" Requires="v">
                <p:oleObj r:id="rId4" imgW="3060065" imgH="1828800" progId="Equation.3">
                  <p:embed/>
                </p:oleObj>
              </mc:Choice>
              <mc:Fallback>
                <p:oleObj r:id="rId4" imgW="3060065" imgH="1828800" progId="Equation.3">
                  <p:embed/>
                  <p:pic>
                    <p:nvPicPr>
                      <p:cNvPr id="0" name="图片 3695"/>
                      <p:cNvPicPr/>
                      <p:nvPr/>
                    </p:nvPicPr>
                    <p:blipFill>
                      <a:blip r:embed="rId5"/>
                      <a:stretch>
                        <a:fillRect/>
                      </a:stretch>
                    </p:blipFill>
                    <p:spPr>
                      <a:xfrm>
                        <a:off x="1763713" y="1930400"/>
                        <a:ext cx="6580187" cy="3533775"/>
                      </a:xfrm>
                      <a:prstGeom prst="rect">
                        <a:avLst/>
                      </a:prstGeom>
                      <a:noFill/>
                      <a:ln w="38100">
                        <a:noFill/>
                        <a:miter/>
                      </a:ln>
                    </p:spPr>
                  </p:pic>
                </p:oleObj>
              </mc:Fallback>
            </mc:AlternateContent>
          </a:graphicData>
        </a:graphic>
      </p:graphicFrame>
      <p:sp>
        <p:nvSpPr>
          <p:cNvPr id="156676" name="下箭头 73732"/>
          <p:cNvSpPr/>
          <p:nvPr/>
        </p:nvSpPr>
        <p:spPr>
          <a:xfrm>
            <a:off x="1554163" y="1300163"/>
            <a:ext cx="228600" cy="685800"/>
          </a:xfrm>
          <a:prstGeom prst="downArrow">
            <a:avLst>
              <a:gd name="adj1" fmla="val 50000"/>
              <a:gd name="adj2" fmla="val 75000"/>
            </a:avLst>
          </a:prstGeom>
          <a:solidFill>
            <a:schemeClr val="accent1"/>
          </a:solidFill>
          <a:ln w="12700" cap="flat" cmpd="sng">
            <a:solidFill>
              <a:schemeClr val="tx1"/>
            </a:solidFill>
            <a:prstDash val="solid"/>
            <a:miter/>
            <a:headEnd type="none" w="med" len="med"/>
            <a:tailEnd type="none" w="med" len="med"/>
          </a:ln>
        </p:spPr>
        <p:txBody>
          <a:bodyPr anchor="t" anchorCtr="0"/>
          <a:lstStyle/>
          <a:p>
            <a:endParaRPr lang="zh-CN" altLang="en-US">
              <a:latin typeface="Times New Roman" panose="02020603050405020304" pitchFamily="2" charset="0"/>
              <a:ea typeface="宋体" panose="02010600030101010101" pitchFamily="2" charset="-122"/>
            </a:endParaRPr>
          </a:p>
        </p:txBody>
      </p:sp>
      <p:sp>
        <p:nvSpPr>
          <p:cNvPr id="156677" name="矩形标注 73733"/>
          <p:cNvSpPr/>
          <p:nvPr/>
        </p:nvSpPr>
        <p:spPr>
          <a:xfrm>
            <a:off x="1979613" y="1412875"/>
            <a:ext cx="2287587" cy="460375"/>
          </a:xfrm>
          <a:prstGeom prst="wedgeRectCallout">
            <a:avLst>
              <a:gd name="adj1" fmla="val 23463"/>
              <a:gd name="adj2" fmla="val 91491"/>
            </a:avLst>
          </a:prstGeom>
          <a:noFill/>
          <a:ln w="12700" cap="flat" cmpd="sng">
            <a:solidFill>
              <a:srgbClr val="C00000"/>
            </a:solidFill>
            <a:prstDash val="solid"/>
            <a:miter/>
            <a:headEnd type="none" w="med" len="med"/>
            <a:tailEnd type="none" w="med" len="med"/>
          </a:ln>
        </p:spPr>
        <p:txBody>
          <a:bodyPr wrap="none" anchor="t" anchorCtr="0">
            <a:spAutoFit/>
          </a:bodyPr>
          <a:lstStyle/>
          <a:p>
            <a:r>
              <a:rPr lang="zh-CN" altLang="en-US" sz="2400" b="1">
                <a:latin typeface="Times New Roman" panose="02020603050405020304" pitchFamily="2" charset="0"/>
                <a:ea typeface="宋体" panose="02010600030101010101" pitchFamily="2" charset="-122"/>
              </a:rPr>
              <a:t>满足</a:t>
            </a:r>
            <a:r>
              <a:rPr lang="en-US" altLang="zh-CN" sz="2400" b="1">
                <a:latin typeface="Times New Roman" panose="02020603050405020304" pitchFamily="2" charset="0"/>
                <a:ea typeface="宋体" panose="02010600030101010101" pitchFamily="2" charset="-122"/>
              </a:rPr>
              <a:t>0&lt;    &lt; 2</a:t>
            </a:r>
            <a:r>
              <a:rPr lang="en-US" altLang="zh-CN" sz="2400">
                <a:latin typeface="Times New Roman" panose="02020603050405020304" pitchFamily="2" charset="0"/>
                <a:ea typeface="宋体" panose="02010600030101010101" pitchFamily="2" charset="-122"/>
                <a:sym typeface="微软雅黑" panose="020B0503020204020204" pitchFamily="2" charset="-122"/>
              </a:rPr>
              <a:t>π</a:t>
            </a:r>
            <a:r>
              <a:rPr lang="en-US" altLang="zh-CN" sz="2400" b="1">
                <a:latin typeface="Times New Roman" panose="02020603050405020304" pitchFamily="2" charset="0"/>
                <a:ea typeface="宋体" panose="02010600030101010101" pitchFamily="2" charset="-122"/>
              </a:rPr>
              <a:t>/N</a:t>
            </a:r>
          </a:p>
        </p:txBody>
      </p:sp>
      <p:sp>
        <p:nvSpPr>
          <p:cNvPr id="156678" name="矩形标注 73734"/>
          <p:cNvSpPr/>
          <p:nvPr/>
        </p:nvSpPr>
        <p:spPr>
          <a:xfrm>
            <a:off x="179388" y="2997200"/>
            <a:ext cx="2147887" cy="1938338"/>
          </a:xfrm>
          <a:prstGeom prst="wedgeRectCallout">
            <a:avLst>
              <a:gd name="adj1" fmla="val 87245"/>
              <a:gd name="adj2" fmla="val -6556"/>
            </a:avLst>
          </a:prstGeom>
          <a:noFill/>
          <a:ln w="12700" cap="flat" cmpd="sng">
            <a:solidFill>
              <a:srgbClr val="C00000"/>
            </a:solidFill>
            <a:prstDash val="solid"/>
            <a:miter/>
            <a:headEnd type="none" w="med" len="med"/>
            <a:tailEnd type="none" w="med" len="med"/>
          </a:ln>
        </p:spPr>
        <p:txBody>
          <a:bodyPr wrap="square" anchor="t" anchorCtr="0">
            <a:spAutoFit/>
          </a:bodyPr>
          <a:lstStyle/>
          <a:p>
            <a:r>
              <a:rPr lang="zh-CN" altLang="en-US" sz="2000" b="1">
                <a:latin typeface="Times New Roman" panose="02020603050405020304" pitchFamily="2" charset="0"/>
                <a:ea typeface="宋体" panose="02010600030101010101" pitchFamily="2" charset="-122"/>
              </a:rPr>
              <a:t>从</a:t>
            </a:r>
            <a:r>
              <a:rPr lang="en-US" altLang="zh-CN" sz="2000" b="1">
                <a:latin typeface="Times New Roman" panose="02020603050405020304" pitchFamily="2" charset="0"/>
                <a:ea typeface="宋体" panose="02010600030101010101" pitchFamily="2" charset="-122"/>
              </a:rPr>
              <a:t>w=0</a:t>
            </a:r>
            <a:r>
              <a:rPr lang="zh-CN" altLang="en-US" sz="2000" b="1">
                <a:latin typeface="Times New Roman" panose="02020603050405020304" pitchFamily="2" charset="0"/>
                <a:ea typeface="宋体" panose="02010600030101010101" pitchFamily="2" charset="-122"/>
              </a:rPr>
              <a:t>之前开始抽样；在</a:t>
            </a:r>
            <a:r>
              <a:rPr lang="en-US" altLang="zh-CN" sz="2000" b="1">
                <a:latin typeface="Times New Roman" panose="02020603050405020304" pitchFamily="2" charset="0"/>
                <a:ea typeface="宋体" panose="02010600030101010101" pitchFamily="2" charset="-122"/>
              </a:rPr>
              <a:t>w=2</a:t>
            </a:r>
            <a:r>
              <a:rPr lang="en-US" altLang="zh-CN" sz="2000">
                <a:latin typeface="Times New Roman" panose="02020603050405020304" pitchFamily="2" charset="0"/>
                <a:ea typeface="宋体" panose="02010600030101010101" pitchFamily="2" charset="-122"/>
                <a:sym typeface="微软雅黑" panose="020B0503020204020204" pitchFamily="2" charset="-122"/>
              </a:rPr>
              <a:t>π</a:t>
            </a:r>
            <a:r>
              <a:rPr lang="zh-CN" altLang="en-US" sz="2000" b="1">
                <a:latin typeface="Times New Roman" panose="02020603050405020304" pitchFamily="2" charset="0"/>
                <a:ea typeface="宋体" panose="02010600030101010101" pitchFamily="2" charset="-122"/>
              </a:rPr>
              <a:t>之前结束抽样；此区间共有</a:t>
            </a:r>
            <a:r>
              <a:rPr lang="en-US" altLang="zh-CN" sz="2000" b="1">
                <a:latin typeface="Times New Roman" panose="02020603050405020304" pitchFamily="2" charset="0"/>
                <a:ea typeface="宋体" panose="02010600030101010101" pitchFamily="2" charset="-122"/>
              </a:rPr>
              <a:t>N</a:t>
            </a:r>
            <a:r>
              <a:rPr lang="zh-CN" altLang="en-US" sz="2000" b="1">
                <a:latin typeface="Times New Roman" panose="02020603050405020304" pitchFamily="2" charset="0"/>
                <a:ea typeface="宋体" panose="02010600030101010101" pitchFamily="2" charset="-122"/>
              </a:rPr>
              <a:t>个抽样值：</a:t>
            </a:r>
          </a:p>
          <a:p>
            <a:r>
              <a:rPr lang="en-US" altLang="zh-CN" sz="2000" b="1">
                <a:latin typeface="Times New Roman" panose="02020603050405020304" pitchFamily="2" charset="0"/>
                <a:ea typeface="宋体" panose="02010600030101010101" pitchFamily="2" charset="-122"/>
              </a:rPr>
              <a:t>0</a:t>
            </a:r>
            <a:r>
              <a:rPr lang="en-US" altLang="zh-CN" sz="2000" b="1">
                <a:latin typeface="Times New Roman" panose="02020603050405020304" pitchFamily="2" charset="0"/>
                <a:ea typeface="宋体" panose="02010600030101010101" pitchFamily="2" charset="-122"/>
                <a:sym typeface="Symbol" panose="05050102010706020507" pitchFamily="2" charset="2"/>
              </a:rPr>
              <a:t>kN-1</a:t>
            </a:r>
            <a:endParaRPr lang="en-US" altLang="zh-CN" sz="2000" b="1">
              <a:latin typeface="Times New Roman" panose="02020603050405020304" pitchFamily="2" charset="0"/>
              <a:ea typeface="宋体" panose="02010600030101010101" pitchFamily="2" charset="-122"/>
            </a:endParaRPr>
          </a:p>
        </p:txBody>
      </p:sp>
      <p:graphicFrame>
        <p:nvGraphicFramePr>
          <p:cNvPr id="156679" name="对象 1"/>
          <p:cNvGraphicFramePr/>
          <p:nvPr/>
        </p:nvGraphicFramePr>
        <p:xfrm>
          <a:off x="2987675" y="1460500"/>
          <a:ext cx="469900" cy="379413"/>
        </p:xfrm>
        <a:graphic>
          <a:graphicData uri="http://schemas.openxmlformats.org/presentationml/2006/ole">
            <mc:AlternateContent xmlns:mc="http://schemas.openxmlformats.org/markup-compatibility/2006">
              <mc:Choice xmlns:v="urn:schemas-microsoft-com:vml" Requires="v">
                <p:oleObj r:id="rId6" imgW="101600" imgH="114300" progId="Equation.KSEE3">
                  <p:embed/>
                </p:oleObj>
              </mc:Choice>
              <mc:Fallback>
                <p:oleObj r:id="rId6" imgW="101600" imgH="114300" progId="Equation.KSEE3">
                  <p:embed/>
                  <p:pic>
                    <p:nvPicPr>
                      <p:cNvPr id="0" name="图片 3707"/>
                      <p:cNvPicPr/>
                      <p:nvPr/>
                    </p:nvPicPr>
                    <p:blipFill>
                      <a:blip r:embed="rId7"/>
                      <a:stretch>
                        <a:fillRect/>
                      </a:stretch>
                    </p:blipFill>
                    <p:spPr>
                      <a:xfrm>
                        <a:off x="2987675" y="1460500"/>
                        <a:ext cx="469900" cy="379413"/>
                      </a:xfrm>
                      <a:prstGeom prst="rect">
                        <a:avLst/>
                      </a:prstGeom>
                      <a:noFill/>
                      <a:ln w="38100">
                        <a:noFill/>
                        <a:miter/>
                      </a:ln>
                    </p:spPr>
                  </p:pic>
                </p:oleObj>
              </mc:Fallback>
            </mc:AlternateContent>
          </a:graphicData>
        </a:graphic>
      </p:graphicFrame>
      <p:sp>
        <p:nvSpPr>
          <p:cNvPr id="156680" name="文本框 1"/>
          <p:cNvSpPr txBox="1"/>
          <p:nvPr/>
        </p:nvSpPr>
        <p:spPr>
          <a:xfrm>
            <a:off x="4500563" y="1393825"/>
            <a:ext cx="2176462" cy="460375"/>
          </a:xfrm>
          <a:prstGeom prst="rect">
            <a:avLst/>
          </a:prstGeom>
          <a:noFill/>
          <a:ln w="9525">
            <a:noFill/>
          </a:ln>
        </p:spPr>
        <p:txBody>
          <a:bodyPr wrap="square" anchor="t" anchorCtr="0">
            <a:spAutoFit/>
          </a:bodyPr>
          <a:lstStyle/>
          <a:p>
            <a:r>
              <a:rPr lang="zh-CN" altLang="en-US" sz="2400" b="1">
                <a:solidFill>
                  <a:srgbClr val="C00000"/>
                </a:solidFill>
                <a:latin typeface="Times New Roman" panose="02020603050405020304" pitchFamily="2" charset="0"/>
                <a:ea typeface="宋体" panose="02010600030101010101" pitchFamily="2" charset="-122"/>
              </a:rPr>
              <a:t>傅里叶反变换</a:t>
            </a:r>
          </a:p>
        </p:txBody>
      </p:sp>
      <p:sp>
        <p:nvSpPr>
          <p:cNvPr id="156681" name="文本框 2"/>
          <p:cNvSpPr txBox="1"/>
          <p:nvPr/>
        </p:nvSpPr>
        <p:spPr>
          <a:xfrm>
            <a:off x="828675" y="5373688"/>
            <a:ext cx="7126288" cy="1444625"/>
          </a:xfrm>
          <a:prstGeom prst="rect">
            <a:avLst/>
          </a:prstGeom>
          <a:noFill/>
          <a:ln w="9525">
            <a:noFill/>
          </a:ln>
        </p:spPr>
        <p:txBody>
          <a:bodyPr wrap="square" anchor="t" anchorCtr="0">
            <a:spAutoFit/>
          </a:bodyPr>
          <a:lstStyle/>
          <a:p>
            <a:pPr>
              <a:lnSpc>
                <a:spcPct val="110000"/>
              </a:lnSpc>
            </a:pPr>
            <a:r>
              <a:rPr lang="en-US" altLang="zh-CN" sz="2000" b="1">
                <a:latin typeface="Times New Roman" panose="02020603050405020304" pitchFamily="2" charset="0"/>
                <a:ea typeface="宋体" panose="02010600030101010101" pitchFamily="2" charset="-122"/>
              </a:rPr>
              <a:t>     </a:t>
            </a:r>
            <a:r>
              <a:rPr lang="zh-CN" altLang="en-US" sz="2000" b="1">
                <a:latin typeface="Times New Roman" panose="02020603050405020304" pitchFamily="2" charset="0"/>
                <a:ea typeface="宋体" panose="02010600030101010101" pitchFamily="2" charset="-122"/>
              </a:rPr>
              <a:t>上式为周期性序列 </a:t>
            </a:r>
            <a:r>
              <a:rPr lang="en-US" altLang="zh-CN" sz="2000" b="1">
                <a:latin typeface="Times New Roman" panose="02020603050405020304" pitchFamily="2" charset="0"/>
                <a:ea typeface="宋体" panose="02010600030101010101" pitchFamily="2" charset="-122"/>
              </a:rPr>
              <a:t>        </a:t>
            </a:r>
            <a:r>
              <a:rPr lang="zh-CN" altLang="en-US" sz="2000" b="1">
                <a:latin typeface="Times New Roman" panose="02020603050405020304" pitchFamily="2" charset="0"/>
                <a:ea typeface="宋体" panose="02010600030101010101" pitchFamily="2" charset="-122"/>
              </a:rPr>
              <a:t>的傅里叶级数展开式，它表示周期性序列</a:t>
            </a:r>
            <a:r>
              <a:rPr lang="en-US" altLang="zh-CN" sz="2000" b="1">
                <a:latin typeface="Times New Roman" panose="02020603050405020304" pitchFamily="2" charset="0"/>
                <a:ea typeface="宋体" panose="02010600030101010101" pitchFamily="2" charset="-122"/>
              </a:rPr>
              <a:t>        </a:t>
            </a:r>
            <a:r>
              <a:rPr lang="zh-CN" altLang="en-US" sz="2000" b="1">
                <a:latin typeface="Times New Roman" panose="02020603050405020304" pitchFamily="2" charset="0"/>
                <a:ea typeface="宋体" panose="02010600030101010101" pitchFamily="2" charset="-122"/>
              </a:rPr>
              <a:t>可由其</a:t>
            </a:r>
            <a:r>
              <a:rPr lang="en-US" altLang="zh-CN" sz="2000" b="1">
                <a:latin typeface="Times New Roman" panose="02020603050405020304" pitchFamily="2" charset="0"/>
                <a:ea typeface="宋体" panose="02010600030101010101" pitchFamily="2" charset="-122"/>
              </a:rPr>
              <a:t>N</a:t>
            </a:r>
            <a:r>
              <a:rPr lang="zh-CN" altLang="en-US" sz="2000" b="1">
                <a:latin typeface="Times New Roman" panose="02020603050405020304" pitchFamily="2" charset="0"/>
                <a:ea typeface="宋体" panose="02010600030101010101" pitchFamily="2" charset="-122"/>
              </a:rPr>
              <a:t>个谐波分量</a:t>
            </a:r>
            <a:r>
              <a:rPr lang="en-US" altLang="zh-CN" sz="2000" b="1">
                <a:latin typeface="Times New Roman" panose="02020603050405020304" pitchFamily="2" charset="0"/>
                <a:ea typeface="宋体" panose="02010600030101010101" pitchFamily="2" charset="-122"/>
              </a:rPr>
              <a:t>        </a:t>
            </a:r>
            <a:r>
              <a:rPr lang="zh-CN" altLang="en-US" sz="2000" b="1">
                <a:latin typeface="Times New Roman" panose="02020603050405020304" pitchFamily="2" charset="0"/>
                <a:ea typeface="宋体" panose="02010600030101010101" pitchFamily="2" charset="-122"/>
              </a:rPr>
              <a:t>组成，谐波分量的数字频率为</a:t>
            </a:r>
            <a:r>
              <a:rPr lang="en-US" altLang="zh-CN" sz="2000" b="1">
                <a:latin typeface="Times New Roman" panose="02020603050405020304" pitchFamily="2" charset="0"/>
                <a:ea typeface="宋体" panose="02010600030101010101" pitchFamily="2" charset="-122"/>
                <a:sym typeface="微软雅黑" panose="020B0503020204020204" pitchFamily="2" charset="-122"/>
              </a:rPr>
              <a:t>2</a:t>
            </a:r>
            <a:r>
              <a:rPr lang="en-US" altLang="zh-CN" sz="2000" i="1">
                <a:latin typeface="Times New Roman" panose="02020603050405020304" pitchFamily="2" charset="0"/>
                <a:ea typeface="宋体" panose="02010600030101010101" pitchFamily="2" charset="-122"/>
                <a:sym typeface="微软雅黑" panose="020B0503020204020204" pitchFamily="2" charset="-122"/>
              </a:rPr>
              <a:t>πk</a:t>
            </a:r>
            <a:r>
              <a:rPr lang="en-US" altLang="zh-CN" sz="2000" b="1">
                <a:latin typeface="Times New Roman" panose="02020603050405020304" pitchFamily="2" charset="0"/>
                <a:ea typeface="宋体" panose="02010600030101010101" pitchFamily="2" charset="-122"/>
                <a:sym typeface="微软雅黑" panose="020B0503020204020204" pitchFamily="2" charset="-122"/>
              </a:rPr>
              <a:t>/N(</a:t>
            </a:r>
            <a:r>
              <a:rPr lang="en-US" altLang="zh-CN" sz="2000" i="1">
                <a:latin typeface="Times New Roman" panose="02020603050405020304" pitchFamily="2" charset="0"/>
                <a:ea typeface="宋体" panose="02010600030101010101" pitchFamily="2" charset="-122"/>
                <a:sym typeface="微软雅黑" panose="020B0503020204020204" pitchFamily="2" charset="-122"/>
              </a:rPr>
              <a:t>k=0,1,...,N-1</a:t>
            </a:r>
            <a:r>
              <a:rPr lang="en-US" altLang="zh-CN" sz="2000" b="1">
                <a:latin typeface="Times New Roman" panose="02020603050405020304" pitchFamily="2" charset="0"/>
                <a:ea typeface="宋体" panose="02010600030101010101" pitchFamily="2" charset="-122"/>
                <a:sym typeface="微软雅黑" panose="020B0503020204020204" pitchFamily="2" charset="-122"/>
              </a:rPr>
              <a:t>),</a:t>
            </a:r>
            <a:r>
              <a:rPr lang="zh-CN" altLang="en-US" sz="2000" b="1">
                <a:latin typeface="Times New Roman" panose="02020603050405020304" pitchFamily="2" charset="0"/>
                <a:ea typeface="宋体" panose="02010600030101010101" pitchFamily="2" charset="-122"/>
                <a:sym typeface="微软雅黑" panose="020B0503020204020204" pitchFamily="2" charset="-122"/>
              </a:rPr>
              <a:t>幅度为</a:t>
            </a:r>
            <a:r>
              <a:rPr lang="en-US" altLang="zh-CN" sz="2000" b="1">
                <a:latin typeface="Times New Roman" panose="02020603050405020304" pitchFamily="2" charset="0"/>
                <a:ea typeface="宋体" panose="02010600030101010101" pitchFamily="2" charset="-122"/>
                <a:sym typeface="微软雅黑" panose="020B0503020204020204" pitchFamily="2" charset="-122"/>
              </a:rPr>
              <a:t>               </a:t>
            </a:r>
            <a:r>
              <a:rPr lang="zh-CN" altLang="en-US" sz="2000" b="1">
                <a:latin typeface="Times New Roman" panose="02020603050405020304" pitchFamily="2" charset="0"/>
                <a:ea typeface="宋体" panose="02010600030101010101" pitchFamily="2" charset="-122"/>
                <a:sym typeface="微软雅黑" panose="020B0503020204020204" pitchFamily="2" charset="-122"/>
              </a:rPr>
              <a:t>，</a:t>
            </a:r>
            <a:r>
              <a:rPr lang="en-US" altLang="zh-CN" sz="2000" b="1">
                <a:latin typeface="Times New Roman" panose="02020603050405020304" pitchFamily="2" charset="0"/>
                <a:ea typeface="宋体" panose="02010600030101010101" pitchFamily="2" charset="-122"/>
                <a:sym typeface="微软雅黑" panose="020B0503020204020204" pitchFamily="2" charset="-122"/>
              </a:rPr>
              <a:t>       </a:t>
            </a:r>
            <a:r>
              <a:rPr lang="zh-CN" altLang="en-US" sz="2000" b="1">
                <a:latin typeface="Times New Roman" panose="02020603050405020304" pitchFamily="2" charset="0"/>
                <a:ea typeface="宋体" panose="02010600030101010101" pitchFamily="2" charset="-122"/>
                <a:sym typeface="微软雅黑" panose="020B0503020204020204" pitchFamily="2" charset="-122"/>
              </a:rPr>
              <a:t>由</a:t>
            </a:r>
            <a:r>
              <a:rPr lang="en-US" altLang="zh-CN" sz="2000" b="1">
                <a:latin typeface="Times New Roman" panose="02020603050405020304" pitchFamily="2" charset="0"/>
                <a:ea typeface="宋体" panose="02010600030101010101" pitchFamily="2" charset="-122"/>
                <a:sym typeface="微软雅黑" panose="020B0503020204020204" pitchFamily="2" charset="-122"/>
              </a:rPr>
              <a:t>(2.3.73)</a:t>
            </a:r>
            <a:r>
              <a:rPr lang="zh-CN" altLang="en-US" sz="2000" b="1">
                <a:latin typeface="Times New Roman" panose="02020603050405020304" pitchFamily="2" charset="0"/>
                <a:ea typeface="宋体" panose="02010600030101010101" pitchFamily="2" charset="-122"/>
                <a:sym typeface="微软雅黑" panose="020B0503020204020204" pitchFamily="2" charset="-122"/>
              </a:rPr>
              <a:t>决定，</a:t>
            </a:r>
          </a:p>
          <a:p>
            <a:pPr>
              <a:lnSpc>
                <a:spcPct val="110000"/>
              </a:lnSpc>
            </a:pPr>
            <a:r>
              <a:rPr lang="en-US" altLang="zh-CN" sz="2000" b="1">
                <a:latin typeface="Times New Roman" panose="02020603050405020304" pitchFamily="2" charset="0"/>
                <a:ea typeface="宋体" panose="02010600030101010101" pitchFamily="2" charset="-122"/>
                <a:sym typeface="微软雅黑" panose="020B0503020204020204" pitchFamily="2" charset="-122"/>
              </a:rPr>
              <a:t>        </a:t>
            </a:r>
            <a:r>
              <a:rPr lang="zh-CN" altLang="en-US" sz="2000" b="1">
                <a:latin typeface="Times New Roman" panose="02020603050405020304" pitchFamily="2" charset="0"/>
                <a:ea typeface="宋体" panose="02010600030101010101" pitchFamily="2" charset="-122"/>
                <a:sym typeface="微软雅黑" panose="020B0503020204020204" pitchFamily="2" charset="-122"/>
              </a:rPr>
              <a:t>是</a:t>
            </a:r>
            <a:r>
              <a:rPr lang="en-US" altLang="zh-CN" sz="2000" b="1">
                <a:latin typeface="Times New Roman" panose="02020603050405020304" pitchFamily="2" charset="0"/>
                <a:ea typeface="宋体" panose="02010600030101010101" pitchFamily="2" charset="-122"/>
                <a:sym typeface="微软雅黑" panose="020B0503020204020204" pitchFamily="2" charset="-122"/>
              </a:rPr>
              <a:t>         </a:t>
            </a:r>
            <a:r>
              <a:rPr lang="zh-CN" altLang="en-US" sz="2000" b="1">
                <a:latin typeface="Times New Roman" panose="02020603050405020304" pitchFamily="2" charset="0"/>
                <a:ea typeface="宋体" panose="02010600030101010101" pitchFamily="2" charset="-122"/>
                <a:sym typeface="微软雅黑" panose="020B0503020204020204" pitchFamily="2" charset="-122"/>
              </a:rPr>
              <a:t>的傅里叶级数展开式（</a:t>
            </a:r>
            <a:r>
              <a:rPr lang="en-US" altLang="zh-CN" sz="2000" b="1">
                <a:latin typeface="Times New Roman" panose="02020603050405020304" pitchFamily="2" charset="0"/>
                <a:ea typeface="宋体" panose="02010600030101010101" pitchFamily="2" charset="-122"/>
                <a:sym typeface="微软雅黑" panose="020B0503020204020204" pitchFamily="2" charset="-122"/>
              </a:rPr>
              <a:t>2.3.74</a:t>
            </a:r>
            <a:r>
              <a:rPr lang="zh-CN" altLang="en-US" sz="2000" b="1">
                <a:latin typeface="Times New Roman" panose="02020603050405020304" pitchFamily="2" charset="0"/>
                <a:ea typeface="宋体" panose="02010600030101010101" pitchFamily="2" charset="-122"/>
                <a:sym typeface="微软雅黑" panose="020B0503020204020204" pitchFamily="2" charset="-122"/>
              </a:rPr>
              <a:t>）式中的系数。</a:t>
            </a:r>
          </a:p>
        </p:txBody>
      </p:sp>
      <p:graphicFrame>
        <p:nvGraphicFramePr>
          <p:cNvPr id="156682" name="对象 72708"/>
          <p:cNvGraphicFramePr>
            <a:graphicFrameLocks noChangeAspect="1"/>
          </p:cNvGraphicFramePr>
          <p:nvPr/>
        </p:nvGraphicFramePr>
        <p:xfrm>
          <a:off x="3276600" y="5445125"/>
          <a:ext cx="549275" cy="357188"/>
        </p:xfrm>
        <a:graphic>
          <a:graphicData uri="http://schemas.openxmlformats.org/presentationml/2006/ole">
            <mc:AlternateContent xmlns:mc="http://schemas.openxmlformats.org/markup-compatibility/2006">
              <mc:Choice xmlns:v="urn:schemas-microsoft-com:vml" Requires="v">
                <p:oleObj r:id="rId8" imgW="368935" imgH="228600" progId="Equation.3">
                  <p:embed/>
                </p:oleObj>
              </mc:Choice>
              <mc:Fallback>
                <p:oleObj r:id="rId8" imgW="368935" imgH="228600" progId="Equation.3">
                  <p:embed/>
                  <p:pic>
                    <p:nvPicPr>
                      <p:cNvPr id="0" name="图片 3696"/>
                      <p:cNvPicPr/>
                      <p:nvPr/>
                    </p:nvPicPr>
                    <p:blipFill>
                      <a:blip r:embed="rId9"/>
                      <a:stretch>
                        <a:fillRect/>
                      </a:stretch>
                    </p:blipFill>
                    <p:spPr>
                      <a:xfrm>
                        <a:off x="3276600" y="5445125"/>
                        <a:ext cx="549275" cy="357188"/>
                      </a:xfrm>
                      <a:prstGeom prst="rect">
                        <a:avLst/>
                      </a:prstGeom>
                      <a:noFill/>
                      <a:ln w="38100">
                        <a:noFill/>
                        <a:miter/>
                      </a:ln>
                    </p:spPr>
                  </p:pic>
                </p:oleObj>
              </mc:Fallback>
            </mc:AlternateContent>
          </a:graphicData>
        </a:graphic>
      </p:graphicFrame>
      <p:graphicFrame>
        <p:nvGraphicFramePr>
          <p:cNvPr id="156683" name="对象 72709"/>
          <p:cNvGraphicFramePr>
            <a:graphicFrameLocks noChangeAspect="1"/>
          </p:cNvGraphicFramePr>
          <p:nvPr/>
        </p:nvGraphicFramePr>
        <p:xfrm>
          <a:off x="4343400" y="6045200"/>
          <a:ext cx="957263" cy="490538"/>
        </p:xfrm>
        <a:graphic>
          <a:graphicData uri="http://schemas.openxmlformats.org/presentationml/2006/ole">
            <mc:AlternateContent xmlns:mc="http://schemas.openxmlformats.org/markup-compatibility/2006">
              <mc:Choice xmlns:v="urn:schemas-microsoft-com:vml" Requires="v">
                <p:oleObj r:id="rId10" imgW="622300" imgH="304800" progId="Equation.3">
                  <p:embed/>
                </p:oleObj>
              </mc:Choice>
              <mc:Fallback>
                <p:oleObj r:id="rId10" imgW="622300" imgH="304800" progId="Equation.3">
                  <p:embed/>
                  <p:pic>
                    <p:nvPicPr>
                      <p:cNvPr id="0" name="图片 3701"/>
                      <p:cNvPicPr/>
                      <p:nvPr/>
                    </p:nvPicPr>
                    <p:blipFill>
                      <a:blip r:embed="rId11"/>
                      <a:stretch>
                        <a:fillRect/>
                      </a:stretch>
                    </p:blipFill>
                    <p:spPr>
                      <a:xfrm>
                        <a:off x="4343400" y="6045200"/>
                        <a:ext cx="957263" cy="490538"/>
                      </a:xfrm>
                      <a:prstGeom prst="rect">
                        <a:avLst/>
                      </a:prstGeom>
                      <a:noFill/>
                      <a:ln w="38100">
                        <a:noFill/>
                        <a:miter/>
                      </a:ln>
                    </p:spPr>
                  </p:pic>
                </p:oleObj>
              </mc:Fallback>
            </mc:AlternateContent>
          </a:graphicData>
        </a:graphic>
      </p:graphicFrame>
      <p:graphicFrame>
        <p:nvGraphicFramePr>
          <p:cNvPr id="156684" name="对象 72708"/>
          <p:cNvGraphicFramePr>
            <a:graphicFrameLocks noChangeAspect="1"/>
          </p:cNvGraphicFramePr>
          <p:nvPr/>
        </p:nvGraphicFramePr>
        <p:xfrm>
          <a:off x="1692275" y="5743575"/>
          <a:ext cx="549275" cy="357188"/>
        </p:xfrm>
        <a:graphic>
          <a:graphicData uri="http://schemas.openxmlformats.org/presentationml/2006/ole">
            <mc:AlternateContent xmlns:mc="http://schemas.openxmlformats.org/markup-compatibility/2006">
              <mc:Choice xmlns:v="urn:schemas-microsoft-com:vml" Requires="v">
                <p:oleObj r:id="rId8" imgW="368935" imgH="228600" progId="Equation.3">
                  <p:embed/>
                </p:oleObj>
              </mc:Choice>
              <mc:Fallback>
                <p:oleObj r:id="rId8" imgW="368935" imgH="228600" progId="Equation.3">
                  <p:embed/>
                  <p:pic>
                    <p:nvPicPr>
                      <p:cNvPr id="0" name="图片 3697"/>
                      <p:cNvPicPr/>
                      <p:nvPr/>
                    </p:nvPicPr>
                    <p:blipFill>
                      <a:blip r:embed="rId9"/>
                      <a:stretch>
                        <a:fillRect/>
                      </a:stretch>
                    </p:blipFill>
                    <p:spPr>
                      <a:xfrm>
                        <a:off x="1692275" y="5743575"/>
                        <a:ext cx="549275" cy="357188"/>
                      </a:xfrm>
                      <a:prstGeom prst="rect">
                        <a:avLst/>
                      </a:prstGeom>
                      <a:noFill/>
                      <a:ln w="38100">
                        <a:noFill/>
                        <a:miter/>
                      </a:ln>
                    </p:spPr>
                  </p:pic>
                </p:oleObj>
              </mc:Fallback>
            </mc:AlternateContent>
          </a:graphicData>
        </a:graphic>
      </p:graphicFrame>
      <p:graphicFrame>
        <p:nvGraphicFramePr>
          <p:cNvPr id="156685" name="对象 72709"/>
          <p:cNvGraphicFramePr>
            <a:graphicFrameLocks noChangeAspect="1"/>
          </p:cNvGraphicFramePr>
          <p:nvPr/>
        </p:nvGraphicFramePr>
        <p:xfrm>
          <a:off x="4427538" y="5743575"/>
          <a:ext cx="552450" cy="366713"/>
        </p:xfrm>
        <a:graphic>
          <a:graphicData uri="http://schemas.openxmlformats.org/presentationml/2006/ole">
            <mc:AlternateContent xmlns:mc="http://schemas.openxmlformats.org/markup-compatibility/2006">
              <mc:Choice xmlns:v="urn:schemas-microsoft-com:vml" Requires="v">
                <p:oleObj r:id="rId12" imgW="419100" imgH="266700" progId="Equation.3">
                  <p:embed/>
                </p:oleObj>
              </mc:Choice>
              <mc:Fallback>
                <p:oleObj r:id="rId12" imgW="419100" imgH="266700" progId="Equation.3">
                  <p:embed/>
                  <p:pic>
                    <p:nvPicPr>
                      <p:cNvPr id="0" name="图片 3708"/>
                      <p:cNvPicPr/>
                      <p:nvPr/>
                    </p:nvPicPr>
                    <p:blipFill>
                      <a:blip r:embed="rId13"/>
                      <a:stretch>
                        <a:fillRect/>
                      </a:stretch>
                    </p:blipFill>
                    <p:spPr>
                      <a:xfrm>
                        <a:off x="4427538" y="5743575"/>
                        <a:ext cx="552450" cy="366713"/>
                      </a:xfrm>
                      <a:prstGeom prst="rect">
                        <a:avLst/>
                      </a:prstGeom>
                      <a:noFill/>
                      <a:ln w="38100">
                        <a:noFill/>
                        <a:miter/>
                      </a:ln>
                    </p:spPr>
                  </p:pic>
                </p:oleObj>
              </mc:Fallback>
            </mc:AlternateContent>
          </a:graphicData>
        </a:graphic>
      </p:graphicFrame>
      <p:graphicFrame>
        <p:nvGraphicFramePr>
          <p:cNvPr id="156686" name="对象 72709"/>
          <p:cNvGraphicFramePr>
            <a:graphicFrameLocks noChangeAspect="1"/>
          </p:cNvGraphicFramePr>
          <p:nvPr/>
        </p:nvGraphicFramePr>
        <p:xfrm>
          <a:off x="5435600" y="6076950"/>
          <a:ext cx="552450" cy="366713"/>
        </p:xfrm>
        <a:graphic>
          <a:graphicData uri="http://schemas.openxmlformats.org/presentationml/2006/ole">
            <mc:AlternateContent xmlns:mc="http://schemas.openxmlformats.org/markup-compatibility/2006">
              <mc:Choice xmlns:v="urn:schemas-microsoft-com:vml" Requires="v">
                <p:oleObj r:id="rId12" imgW="419100" imgH="266700" progId="Equation.3">
                  <p:embed/>
                </p:oleObj>
              </mc:Choice>
              <mc:Fallback>
                <p:oleObj r:id="rId12" imgW="419100" imgH="266700" progId="Equation.3">
                  <p:embed/>
                  <p:pic>
                    <p:nvPicPr>
                      <p:cNvPr id="0" name="图片 3698"/>
                      <p:cNvPicPr/>
                      <p:nvPr/>
                    </p:nvPicPr>
                    <p:blipFill>
                      <a:blip r:embed="rId13"/>
                      <a:stretch>
                        <a:fillRect/>
                      </a:stretch>
                    </p:blipFill>
                    <p:spPr>
                      <a:xfrm>
                        <a:off x="5435600" y="6076950"/>
                        <a:ext cx="552450" cy="366713"/>
                      </a:xfrm>
                      <a:prstGeom prst="rect">
                        <a:avLst/>
                      </a:prstGeom>
                      <a:noFill/>
                      <a:ln w="38100">
                        <a:noFill/>
                        <a:miter/>
                      </a:ln>
                    </p:spPr>
                  </p:pic>
                </p:oleObj>
              </mc:Fallback>
            </mc:AlternateContent>
          </a:graphicData>
        </a:graphic>
      </p:graphicFrame>
      <p:graphicFrame>
        <p:nvGraphicFramePr>
          <p:cNvPr id="156687" name="对象 72709"/>
          <p:cNvGraphicFramePr>
            <a:graphicFrameLocks noChangeAspect="1"/>
          </p:cNvGraphicFramePr>
          <p:nvPr/>
        </p:nvGraphicFramePr>
        <p:xfrm>
          <a:off x="900113" y="6443663"/>
          <a:ext cx="550862" cy="368300"/>
        </p:xfrm>
        <a:graphic>
          <a:graphicData uri="http://schemas.openxmlformats.org/presentationml/2006/ole">
            <mc:AlternateContent xmlns:mc="http://schemas.openxmlformats.org/markup-compatibility/2006">
              <mc:Choice xmlns:v="urn:schemas-microsoft-com:vml" Requires="v">
                <p:oleObj r:id="rId14" imgW="419100" imgH="266700" progId="Equation.3">
                  <p:embed/>
                </p:oleObj>
              </mc:Choice>
              <mc:Fallback>
                <p:oleObj r:id="rId14" imgW="419100" imgH="266700" progId="Equation.3">
                  <p:embed/>
                  <p:pic>
                    <p:nvPicPr>
                      <p:cNvPr id="0" name="图片 3700"/>
                      <p:cNvPicPr/>
                      <p:nvPr/>
                    </p:nvPicPr>
                    <p:blipFill>
                      <a:blip r:embed="rId13"/>
                      <a:stretch>
                        <a:fillRect/>
                      </a:stretch>
                    </p:blipFill>
                    <p:spPr>
                      <a:xfrm>
                        <a:off x="900113" y="6443663"/>
                        <a:ext cx="550862" cy="368300"/>
                      </a:xfrm>
                      <a:prstGeom prst="rect">
                        <a:avLst/>
                      </a:prstGeom>
                      <a:noFill/>
                      <a:ln w="38100">
                        <a:noFill/>
                        <a:miter/>
                      </a:ln>
                    </p:spPr>
                  </p:pic>
                </p:oleObj>
              </mc:Fallback>
            </mc:AlternateContent>
          </a:graphicData>
        </a:graphic>
      </p:graphicFrame>
      <p:graphicFrame>
        <p:nvGraphicFramePr>
          <p:cNvPr id="156688" name="对象 72708"/>
          <p:cNvGraphicFramePr>
            <a:graphicFrameLocks noChangeAspect="1"/>
          </p:cNvGraphicFramePr>
          <p:nvPr/>
        </p:nvGraphicFramePr>
        <p:xfrm>
          <a:off x="1692275" y="6454775"/>
          <a:ext cx="549275" cy="357188"/>
        </p:xfrm>
        <a:graphic>
          <a:graphicData uri="http://schemas.openxmlformats.org/presentationml/2006/ole">
            <mc:AlternateContent xmlns:mc="http://schemas.openxmlformats.org/markup-compatibility/2006">
              <mc:Choice xmlns:v="urn:schemas-microsoft-com:vml" Requires="v">
                <p:oleObj r:id="rId15" imgW="368935" imgH="228600" progId="Equation.3">
                  <p:embed/>
                </p:oleObj>
              </mc:Choice>
              <mc:Fallback>
                <p:oleObj r:id="rId15" imgW="368935" imgH="228600" progId="Equation.3">
                  <p:embed/>
                  <p:pic>
                    <p:nvPicPr>
                      <p:cNvPr id="0" name="图片 3709"/>
                      <p:cNvPicPr/>
                      <p:nvPr/>
                    </p:nvPicPr>
                    <p:blipFill>
                      <a:blip r:embed="rId9"/>
                      <a:stretch>
                        <a:fillRect/>
                      </a:stretch>
                    </p:blipFill>
                    <p:spPr>
                      <a:xfrm>
                        <a:off x="1692275" y="6454775"/>
                        <a:ext cx="549275" cy="357188"/>
                      </a:xfrm>
                      <a:prstGeom prst="rect">
                        <a:avLst/>
                      </a:prstGeom>
                      <a:noFill/>
                      <a:ln w="38100">
                        <a:noFill/>
                        <a:miter/>
                      </a:ln>
                    </p:spPr>
                  </p:pic>
                </p:oleObj>
              </mc:Fallback>
            </mc:AlternateContent>
          </a:graphicData>
        </a:graphic>
      </p:graphicFrame>
    </p:spTree>
  </p:cSld>
  <p:clrMapOvr>
    <a:masterClrMapping/>
  </p:clrMapOvr>
  <p:transition/>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697" name="矩形 647169"/>
          <p:cNvSpPr/>
          <p:nvPr/>
        </p:nvSpPr>
        <p:spPr>
          <a:xfrm>
            <a:off x="1066800" y="762000"/>
            <a:ext cx="7239000" cy="579438"/>
          </a:xfrm>
          <a:prstGeom prst="rect">
            <a:avLst/>
          </a:prstGeom>
          <a:noFill/>
          <a:ln w="12700">
            <a:noFill/>
          </a:ln>
        </p:spPr>
        <p:txBody>
          <a:bodyPr anchor="t" anchorCtr="0"/>
          <a:lstStyle/>
          <a:p>
            <a:pPr marL="342900" indent="-342900">
              <a:lnSpc>
                <a:spcPct val="90000"/>
              </a:lnSpc>
              <a:spcBef>
                <a:spcPct val="20000"/>
              </a:spcBef>
              <a:buClr>
                <a:schemeClr val="tx2"/>
              </a:buClr>
              <a:buSzPct val="90000"/>
              <a:buFont typeface="Symbol" panose="05050102010706020507" pitchFamily="2" charset="2"/>
            </a:pPr>
            <a:r>
              <a:rPr lang="zh-CN" altLang="en-US" sz="2800" dirty="0">
                <a:solidFill>
                  <a:schemeClr val="tx2"/>
                </a:solidFill>
                <a:latin typeface="Times New Roman" panose="02020603050405020304" pitchFamily="2" charset="0"/>
                <a:ea typeface="宋体" panose="02010600030101010101" pitchFamily="2" charset="-122"/>
              </a:rPr>
              <a:t>周期序列的傅里叶级数</a:t>
            </a:r>
            <a:r>
              <a:rPr lang="en-US" altLang="zh-CN" sz="2800" dirty="0">
                <a:solidFill>
                  <a:schemeClr val="tx2"/>
                </a:solidFill>
                <a:latin typeface="Times New Roman" panose="02020603050405020304" pitchFamily="2" charset="0"/>
                <a:ea typeface="宋体" panose="02010600030101010101" pitchFamily="2" charset="-122"/>
              </a:rPr>
              <a:t>(DFS)</a:t>
            </a:r>
            <a:r>
              <a:rPr lang="zh-CN" altLang="en-US" sz="2800" dirty="0">
                <a:solidFill>
                  <a:schemeClr val="tx2"/>
                </a:solidFill>
                <a:latin typeface="Times New Roman" panose="02020603050405020304" pitchFamily="2" charset="0"/>
                <a:ea typeface="宋体" panose="02010600030101010101" pitchFamily="2" charset="-122"/>
              </a:rPr>
              <a:t>对</a:t>
            </a:r>
            <a:r>
              <a:rPr lang="zh-CN" altLang="en-US" sz="2800" dirty="0">
                <a:solidFill>
                  <a:schemeClr val="tx2"/>
                </a:solidFill>
                <a:latin typeface="Times New Roman" panose="02020603050405020304" pitchFamily="2" charset="0"/>
                <a:ea typeface="宋体" panose="02010600030101010101" pitchFamily="2" charset="-122"/>
                <a:sym typeface="微软雅黑" panose="020B0503020204020204" pitchFamily="2" charset="-122"/>
              </a:rPr>
              <a:t>：</a:t>
            </a:r>
            <a:endParaRPr lang="zh-CN" altLang="en-US" sz="2800">
              <a:solidFill>
                <a:schemeClr val="tx2"/>
              </a:solidFill>
              <a:latin typeface="Times New Roman" panose="02020603050405020304" pitchFamily="2" charset="0"/>
              <a:ea typeface="宋体" panose="02010600030101010101" pitchFamily="2" charset="-122"/>
            </a:endParaRPr>
          </a:p>
        </p:txBody>
      </p:sp>
      <p:graphicFrame>
        <p:nvGraphicFramePr>
          <p:cNvPr id="157698" name="对象 647170"/>
          <p:cNvGraphicFramePr/>
          <p:nvPr/>
        </p:nvGraphicFramePr>
        <p:xfrm>
          <a:off x="1019175" y="1905000"/>
          <a:ext cx="7061200" cy="965200"/>
        </p:xfrm>
        <a:graphic>
          <a:graphicData uri="http://schemas.openxmlformats.org/presentationml/2006/ole">
            <mc:AlternateContent xmlns:mc="http://schemas.openxmlformats.org/markup-compatibility/2006">
              <mc:Choice xmlns:v="urn:schemas-microsoft-com:vml" Requires="v">
                <p:oleObj r:id="rId3" imgW="7061200" imgH="965200" progId="Equation.DSMT4">
                  <p:embed/>
                </p:oleObj>
              </mc:Choice>
              <mc:Fallback>
                <p:oleObj r:id="rId3" imgW="7061200" imgH="965200" progId="Equation.DSMT4">
                  <p:embed/>
                  <p:pic>
                    <p:nvPicPr>
                      <p:cNvPr id="0" name="图片 3703"/>
                      <p:cNvPicPr/>
                      <p:nvPr/>
                    </p:nvPicPr>
                    <p:blipFill>
                      <a:blip r:embed="rId4">
                        <a:lum bright="-100000"/>
                      </a:blip>
                      <a:stretch>
                        <a:fillRect/>
                      </a:stretch>
                    </p:blipFill>
                    <p:spPr>
                      <a:xfrm>
                        <a:off x="1019175" y="1905000"/>
                        <a:ext cx="7061200" cy="965200"/>
                      </a:xfrm>
                      <a:prstGeom prst="rect">
                        <a:avLst/>
                      </a:prstGeom>
                      <a:noFill/>
                      <a:ln w="38100">
                        <a:noFill/>
                        <a:miter/>
                      </a:ln>
                    </p:spPr>
                  </p:pic>
                </p:oleObj>
              </mc:Fallback>
            </mc:AlternateContent>
          </a:graphicData>
        </a:graphic>
      </p:graphicFrame>
      <p:graphicFrame>
        <p:nvGraphicFramePr>
          <p:cNvPr id="157699" name="对象 647171"/>
          <p:cNvGraphicFramePr/>
          <p:nvPr/>
        </p:nvGraphicFramePr>
        <p:xfrm>
          <a:off x="1042988" y="3068638"/>
          <a:ext cx="7345362" cy="965200"/>
        </p:xfrm>
        <a:graphic>
          <a:graphicData uri="http://schemas.openxmlformats.org/presentationml/2006/ole">
            <mc:AlternateContent xmlns:mc="http://schemas.openxmlformats.org/markup-compatibility/2006">
              <mc:Choice xmlns:v="urn:schemas-microsoft-com:vml" Requires="v">
                <p:oleObj r:id="rId5" imgW="8204200" imgH="965200" progId="Equation.DSMT4">
                  <p:embed/>
                </p:oleObj>
              </mc:Choice>
              <mc:Fallback>
                <p:oleObj r:id="rId5" imgW="8204200" imgH="965200" progId="Equation.DSMT4">
                  <p:embed/>
                  <p:pic>
                    <p:nvPicPr>
                      <p:cNvPr id="0" name="图片 3699"/>
                      <p:cNvPicPr/>
                      <p:nvPr/>
                    </p:nvPicPr>
                    <p:blipFill>
                      <a:blip r:embed="rId6">
                        <a:lum bright="-100000"/>
                      </a:blip>
                      <a:stretch>
                        <a:fillRect/>
                      </a:stretch>
                    </p:blipFill>
                    <p:spPr>
                      <a:xfrm>
                        <a:off x="1042988" y="3068638"/>
                        <a:ext cx="7345362" cy="965200"/>
                      </a:xfrm>
                      <a:prstGeom prst="rect">
                        <a:avLst/>
                      </a:prstGeom>
                      <a:noFill/>
                      <a:ln w="38100">
                        <a:noFill/>
                        <a:miter/>
                      </a:ln>
                    </p:spPr>
                  </p:pic>
                </p:oleObj>
              </mc:Fallback>
            </mc:AlternateContent>
          </a:graphicData>
        </a:graphic>
      </p:graphicFrame>
      <p:grpSp>
        <p:nvGrpSpPr>
          <p:cNvPr id="157700" name="组合 647172"/>
          <p:cNvGrpSpPr/>
          <p:nvPr/>
        </p:nvGrpSpPr>
        <p:grpSpPr>
          <a:xfrm>
            <a:off x="914400" y="4308475"/>
            <a:ext cx="3176588" cy="711200"/>
            <a:chOff x="703" y="3294"/>
            <a:chExt cx="2001" cy="448"/>
          </a:xfrm>
        </p:grpSpPr>
        <p:graphicFrame>
          <p:nvGraphicFramePr>
            <p:cNvPr id="157701" name="对象 647173"/>
            <p:cNvGraphicFramePr/>
            <p:nvPr/>
          </p:nvGraphicFramePr>
          <p:xfrm>
            <a:off x="1736" y="3294"/>
            <a:ext cx="968" cy="448"/>
          </p:xfrm>
          <a:graphic>
            <a:graphicData uri="http://schemas.openxmlformats.org/presentationml/2006/ole">
              <mc:AlternateContent xmlns:mc="http://schemas.openxmlformats.org/markup-compatibility/2006">
                <mc:Choice xmlns:v="urn:schemas-microsoft-com:vml" Requires="v">
                  <p:oleObj r:id="rId7" imgW="1536065" imgH="711200" progId="Equation.DSMT4">
                    <p:embed/>
                  </p:oleObj>
                </mc:Choice>
                <mc:Fallback>
                  <p:oleObj r:id="rId7" imgW="1536065" imgH="711200" progId="Equation.DSMT4">
                    <p:embed/>
                    <p:pic>
                      <p:nvPicPr>
                        <p:cNvPr id="0" name="图片 3702"/>
                        <p:cNvPicPr/>
                        <p:nvPr/>
                      </p:nvPicPr>
                      <p:blipFill>
                        <a:blip r:embed="rId8">
                          <a:lum bright="-100000"/>
                        </a:blip>
                        <a:stretch>
                          <a:fillRect/>
                        </a:stretch>
                      </p:blipFill>
                      <p:spPr>
                        <a:xfrm>
                          <a:off x="1736" y="3294"/>
                          <a:ext cx="968" cy="448"/>
                        </a:xfrm>
                        <a:prstGeom prst="rect">
                          <a:avLst/>
                        </a:prstGeom>
                        <a:noFill/>
                        <a:ln w="38100">
                          <a:noFill/>
                          <a:miter/>
                        </a:ln>
                      </p:spPr>
                    </p:pic>
                  </p:oleObj>
                </mc:Fallback>
              </mc:AlternateContent>
            </a:graphicData>
          </a:graphic>
        </p:graphicFrame>
        <p:sp>
          <p:nvSpPr>
            <p:cNvPr id="157702" name="文本框 647174"/>
            <p:cNvSpPr txBox="1"/>
            <p:nvPr/>
          </p:nvSpPr>
          <p:spPr>
            <a:xfrm>
              <a:off x="703" y="3383"/>
              <a:ext cx="1043" cy="327"/>
            </a:xfrm>
            <a:prstGeom prst="rect">
              <a:avLst/>
            </a:prstGeom>
            <a:noFill/>
            <a:ln w="12700">
              <a:noFill/>
            </a:ln>
          </p:spPr>
          <p:txBody>
            <a:bodyPr anchor="t" anchorCtr="0">
              <a:spAutoFit/>
            </a:bodyPr>
            <a:lstStyle/>
            <a:p>
              <a:pPr algn="ctr">
                <a:spcBef>
                  <a:spcPct val="50000"/>
                </a:spcBef>
              </a:pPr>
              <a:r>
                <a:rPr lang="zh-CN" altLang="en-US" sz="2800" dirty="0">
                  <a:latin typeface="Times New Roman" panose="02020603050405020304" pitchFamily="2" charset="0"/>
                  <a:ea typeface="宋体" panose="02010600030101010101" pitchFamily="2" charset="-122"/>
                </a:rPr>
                <a:t>其中：</a:t>
              </a:r>
            </a:p>
          </p:txBody>
        </p:sp>
      </p:grpSp>
      <p:sp>
        <p:nvSpPr>
          <p:cNvPr id="157703" name="文本框 1"/>
          <p:cNvSpPr txBox="1"/>
          <p:nvPr/>
        </p:nvSpPr>
        <p:spPr>
          <a:xfrm>
            <a:off x="1203325" y="5326063"/>
            <a:ext cx="5575300" cy="522287"/>
          </a:xfrm>
          <a:prstGeom prst="rect">
            <a:avLst/>
          </a:prstGeom>
          <a:noFill/>
          <a:ln w="9525">
            <a:noFill/>
          </a:ln>
        </p:spPr>
        <p:txBody>
          <a:bodyPr wrap="square" anchor="t" anchorCtr="0">
            <a:spAutoFit/>
          </a:bodyPr>
          <a:lstStyle/>
          <a:p>
            <a:r>
              <a:rPr lang="zh-CN" altLang="en-US" sz="2800" dirty="0">
                <a:solidFill>
                  <a:schemeClr val="tx2"/>
                </a:solidFill>
                <a:latin typeface="Times New Roman" panose="02020603050405020304" pitchFamily="2" charset="0"/>
                <a:ea typeface="宋体" panose="02010600030101010101" pitchFamily="2" charset="-122"/>
              </a:rPr>
              <a:t>周期序列的DFS正变换和反变换</a:t>
            </a:r>
            <a:endParaRPr lang="zh-CN" altLang="en-US">
              <a:latin typeface="Times New Roman" panose="02020603050405020304" pitchFamily="2" charset="0"/>
              <a:ea typeface="宋体" panose="02010600030101010101" pitchFamily="2" charset="-122"/>
            </a:endParaRPr>
          </a:p>
        </p:txBody>
      </p:sp>
      <p:grpSp>
        <p:nvGrpSpPr>
          <p:cNvPr id="4" name="组合 3">
            <a:extLst>
              <a:ext uri="{FF2B5EF4-FFF2-40B4-BE49-F238E27FC236}">
                <a16:creationId xmlns:a16="http://schemas.microsoft.com/office/drawing/2014/main" id="{7616A9C3-CF9D-49C5-183B-32ED94B5DD56}"/>
              </a:ext>
            </a:extLst>
          </p:cNvPr>
          <p:cNvGrpSpPr/>
          <p:nvPr/>
        </p:nvGrpSpPr>
        <p:grpSpPr>
          <a:xfrm>
            <a:off x="1246705" y="1144865"/>
            <a:ext cx="4839840" cy="278640"/>
            <a:chOff x="1246705" y="1144865"/>
            <a:chExt cx="4839840" cy="278640"/>
          </a:xfrm>
        </p:grpSpPr>
        <mc:AlternateContent xmlns:mc="http://schemas.openxmlformats.org/markup-compatibility/2006" xmlns:p14="http://schemas.microsoft.com/office/powerpoint/2010/main">
          <mc:Choice Requires="p14">
            <p:contentPart p14:bwMode="auto" r:id="rId9">
              <p14:nvContentPartPr>
                <p14:cNvPr id="2" name="墨迹 1">
                  <a:extLst>
                    <a:ext uri="{FF2B5EF4-FFF2-40B4-BE49-F238E27FC236}">
                      <a16:creationId xmlns:a16="http://schemas.microsoft.com/office/drawing/2014/main" id="{9A2B2426-A416-EAB3-E6C8-2E12917277D3}"/>
                    </a:ext>
                  </a:extLst>
                </p14:cNvPr>
                <p14:cNvContentPartPr/>
                <p14:nvPr/>
              </p14:nvContentPartPr>
              <p14:xfrm>
                <a:off x="1246705" y="1144865"/>
                <a:ext cx="4839840" cy="111600"/>
              </p14:xfrm>
            </p:contentPart>
          </mc:Choice>
          <mc:Fallback xmlns="">
            <p:pic>
              <p:nvPicPr>
                <p:cNvPr id="2" name="墨迹 1">
                  <a:extLst>
                    <a:ext uri="{FF2B5EF4-FFF2-40B4-BE49-F238E27FC236}">
                      <a16:creationId xmlns:a16="http://schemas.microsoft.com/office/drawing/2014/main" id="{9A2B2426-A416-EAB3-E6C8-2E12917277D3}"/>
                    </a:ext>
                  </a:extLst>
                </p:cNvPr>
                <p:cNvPicPr/>
                <p:nvPr/>
              </p:nvPicPr>
              <p:blipFill>
                <a:blip r:embed="rId10"/>
                <a:stretch>
                  <a:fillRect/>
                </a:stretch>
              </p:blipFill>
              <p:spPr>
                <a:xfrm>
                  <a:off x="1229065" y="1127225"/>
                  <a:ext cx="4875480" cy="14724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3" name="墨迹 2">
                  <a:extLst>
                    <a:ext uri="{FF2B5EF4-FFF2-40B4-BE49-F238E27FC236}">
                      <a16:creationId xmlns:a16="http://schemas.microsoft.com/office/drawing/2014/main" id="{B08593A4-B331-057D-35E8-9208D19A87A0}"/>
                    </a:ext>
                  </a:extLst>
                </p14:cNvPr>
                <p14:cNvContentPartPr/>
                <p14:nvPr/>
              </p14:nvContentPartPr>
              <p14:xfrm>
                <a:off x="5677225" y="1246745"/>
                <a:ext cx="214920" cy="176760"/>
              </p14:xfrm>
            </p:contentPart>
          </mc:Choice>
          <mc:Fallback xmlns="">
            <p:pic>
              <p:nvPicPr>
                <p:cNvPr id="3" name="墨迹 2">
                  <a:extLst>
                    <a:ext uri="{FF2B5EF4-FFF2-40B4-BE49-F238E27FC236}">
                      <a16:creationId xmlns:a16="http://schemas.microsoft.com/office/drawing/2014/main" id="{B08593A4-B331-057D-35E8-9208D19A87A0}"/>
                    </a:ext>
                  </a:extLst>
                </p:cNvPr>
                <p:cNvPicPr/>
                <p:nvPr/>
              </p:nvPicPr>
              <p:blipFill>
                <a:blip r:embed="rId12"/>
                <a:stretch>
                  <a:fillRect/>
                </a:stretch>
              </p:blipFill>
              <p:spPr>
                <a:xfrm>
                  <a:off x="5659585" y="1229105"/>
                  <a:ext cx="250560" cy="2124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3">
            <p14:nvContentPartPr>
              <p14:cNvPr id="5" name="墨迹 4">
                <a:extLst>
                  <a:ext uri="{FF2B5EF4-FFF2-40B4-BE49-F238E27FC236}">
                    <a16:creationId xmlns:a16="http://schemas.microsoft.com/office/drawing/2014/main" id="{BBE672B4-EC3E-B8E2-D507-33F73478D710}"/>
                  </a:ext>
                </a:extLst>
              </p14:cNvPr>
              <p14:cNvContentPartPr/>
              <p14:nvPr/>
            </p14:nvContentPartPr>
            <p14:xfrm>
              <a:off x="2483785" y="4091105"/>
              <a:ext cx="1950120" cy="1032120"/>
            </p14:xfrm>
          </p:contentPart>
        </mc:Choice>
        <mc:Fallback xmlns="">
          <p:pic>
            <p:nvPicPr>
              <p:cNvPr id="5" name="墨迹 4">
                <a:extLst>
                  <a:ext uri="{FF2B5EF4-FFF2-40B4-BE49-F238E27FC236}">
                    <a16:creationId xmlns:a16="http://schemas.microsoft.com/office/drawing/2014/main" id="{BBE672B4-EC3E-B8E2-D507-33F73478D710}"/>
                  </a:ext>
                </a:extLst>
              </p:cNvPr>
              <p:cNvPicPr/>
              <p:nvPr/>
            </p:nvPicPr>
            <p:blipFill>
              <a:blip r:embed="rId14"/>
              <a:stretch>
                <a:fillRect/>
              </a:stretch>
            </p:blipFill>
            <p:spPr>
              <a:xfrm>
                <a:off x="2466145" y="4073465"/>
                <a:ext cx="1985760" cy="1067760"/>
              </a:xfrm>
              <a:prstGeom prst="rect">
                <a:avLst/>
              </a:prstGeom>
            </p:spPr>
          </p:pic>
        </mc:Fallback>
      </mc:AlternateContent>
    </p:spTree>
  </p:cSld>
  <p:clrMapOvr>
    <a:masterClrMapping/>
  </p:clrMapOvr>
  <p:transition spd="med">
    <p:blinds dir="vert"/>
    <p:sndAc>
      <p:stSnd>
        <p:snd r:embed="rId2" name="chimes.wav"/>
      </p:stSnd>
    </p:sndAc>
  </p:transition>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8721" name="图片 153603"/>
          <p:cNvPicPr>
            <a:picLocks noChangeAspect="1"/>
          </p:cNvPicPr>
          <p:nvPr/>
        </p:nvPicPr>
        <p:blipFill>
          <a:blip r:embed="rId2"/>
          <a:srcRect l="16006" t="10074" r="16273" b="13963"/>
          <a:stretch>
            <a:fillRect/>
          </a:stretch>
        </p:blipFill>
        <p:spPr>
          <a:xfrm>
            <a:off x="395288" y="404813"/>
            <a:ext cx="8459787" cy="5930900"/>
          </a:xfrm>
          <a:prstGeom prst="rect">
            <a:avLst/>
          </a:prstGeom>
          <a:noFill/>
          <a:ln w="12700">
            <a:noFill/>
          </a:ln>
        </p:spPr>
      </p:pic>
      <p:grpSp>
        <p:nvGrpSpPr>
          <p:cNvPr id="4" name="组合 3">
            <a:extLst>
              <a:ext uri="{FF2B5EF4-FFF2-40B4-BE49-F238E27FC236}">
                <a16:creationId xmlns:a16="http://schemas.microsoft.com/office/drawing/2014/main" id="{D834A41D-FC0C-17B1-3D7C-3644BA527C64}"/>
              </a:ext>
            </a:extLst>
          </p:cNvPr>
          <p:cNvGrpSpPr/>
          <p:nvPr/>
        </p:nvGrpSpPr>
        <p:grpSpPr>
          <a:xfrm>
            <a:off x="1911745" y="1531865"/>
            <a:ext cx="1057320" cy="81720"/>
            <a:chOff x="1911745" y="1531865"/>
            <a:chExt cx="1057320" cy="81720"/>
          </a:xfrm>
        </p:grpSpPr>
        <mc:AlternateContent xmlns:mc="http://schemas.openxmlformats.org/markup-compatibility/2006" xmlns:p14="http://schemas.microsoft.com/office/powerpoint/2010/main">
          <mc:Choice Requires="p14">
            <p:contentPart p14:bwMode="auto" r:id="rId3">
              <p14:nvContentPartPr>
                <p14:cNvPr id="2" name="墨迹 1">
                  <a:extLst>
                    <a:ext uri="{FF2B5EF4-FFF2-40B4-BE49-F238E27FC236}">
                      <a16:creationId xmlns:a16="http://schemas.microsoft.com/office/drawing/2014/main" id="{BC03EA28-7D5D-CCD6-1C89-539AB43CFAF6}"/>
                    </a:ext>
                  </a:extLst>
                </p14:cNvPr>
                <p14:cNvContentPartPr/>
                <p14:nvPr/>
              </p14:nvContentPartPr>
              <p14:xfrm>
                <a:off x="1911745" y="1531865"/>
                <a:ext cx="424080" cy="81720"/>
              </p14:xfrm>
            </p:contentPart>
          </mc:Choice>
          <mc:Fallback xmlns="">
            <p:pic>
              <p:nvPicPr>
                <p:cNvPr id="2" name="墨迹 1">
                  <a:extLst>
                    <a:ext uri="{FF2B5EF4-FFF2-40B4-BE49-F238E27FC236}">
                      <a16:creationId xmlns:a16="http://schemas.microsoft.com/office/drawing/2014/main" id="{BC03EA28-7D5D-CCD6-1C89-539AB43CFAF6}"/>
                    </a:ext>
                  </a:extLst>
                </p:cNvPr>
                <p:cNvPicPr/>
                <p:nvPr/>
              </p:nvPicPr>
              <p:blipFill>
                <a:blip r:embed="rId4"/>
                <a:stretch>
                  <a:fillRect/>
                </a:stretch>
              </p:blipFill>
              <p:spPr>
                <a:xfrm>
                  <a:off x="1894105" y="1513865"/>
                  <a:ext cx="459720" cy="11736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3" name="墨迹 2">
                  <a:extLst>
                    <a:ext uri="{FF2B5EF4-FFF2-40B4-BE49-F238E27FC236}">
                      <a16:creationId xmlns:a16="http://schemas.microsoft.com/office/drawing/2014/main" id="{4C2B15EF-52D7-2BF0-7E32-F7E83D2716F0}"/>
                    </a:ext>
                  </a:extLst>
                </p14:cNvPr>
                <p14:cNvContentPartPr/>
                <p14:nvPr/>
              </p14:nvContentPartPr>
              <p14:xfrm>
                <a:off x="2696905" y="1561385"/>
                <a:ext cx="272160" cy="37800"/>
              </p14:xfrm>
            </p:contentPart>
          </mc:Choice>
          <mc:Fallback xmlns="">
            <p:pic>
              <p:nvPicPr>
                <p:cNvPr id="3" name="墨迹 2">
                  <a:extLst>
                    <a:ext uri="{FF2B5EF4-FFF2-40B4-BE49-F238E27FC236}">
                      <a16:creationId xmlns:a16="http://schemas.microsoft.com/office/drawing/2014/main" id="{4C2B15EF-52D7-2BF0-7E32-F7E83D2716F0}"/>
                    </a:ext>
                  </a:extLst>
                </p:cNvPr>
                <p:cNvPicPr/>
                <p:nvPr/>
              </p:nvPicPr>
              <p:blipFill>
                <a:blip r:embed="rId6"/>
                <a:stretch>
                  <a:fillRect/>
                </a:stretch>
              </p:blipFill>
              <p:spPr>
                <a:xfrm>
                  <a:off x="2678905" y="1543385"/>
                  <a:ext cx="307800" cy="73440"/>
                </a:xfrm>
                <a:prstGeom prst="rect">
                  <a:avLst/>
                </a:prstGeom>
              </p:spPr>
            </p:pic>
          </mc:Fallback>
        </mc:AlternateContent>
      </p:grpSp>
    </p:spTree>
  </p:cSld>
  <p:clrMapOvr>
    <a:masterClrMapping/>
  </p:clrMapOvr>
  <p:transition/>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59745" name="组合 593922"/>
          <p:cNvGrpSpPr/>
          <p:nvPr/>
        </p:nvGrpSpPr>
        <p:grpSpPr>
          <a:xfrm>
            <a:off x="1403350" y="2565400"/>
            <a:ext cx="3930650" cy="476250"/>
            <a:chOff x="884" y="1616"/>
            <a:chExt cx="2476" cy="300"/>
          </a:xfrm>
        </p:grpSpPr>
        <p:graphicFrame>
          <p:nvGraphicFramePr>
            <p:cNvPr id="159746" name="对象 593923"/>
            <p:cNvGraphicFramePr/>
            <p:nvPr/>
          </p:nvGraphicFramePr>
          <p:xfrm>
            <a:off x="2400" y="1632"/>
            <a:ext cx="960" cy="240"/>
          </p:xfrm>
          <a:graphic>
            <a:graphicData uri="http://schemas.openxmlformats.org/presentationml/2006/ole">
              <mc:AlternateContent xmlns:mc="http://schemas.openxmlformats.org/markup-compatibility/2006">
                <mc:Choice xmlns:v="urn:schemas-microsoft-com:vml" Requires="v">
                  <p:oleObj r:id="rId3" imgW="1904365" imgH="381000" progId="Equation.DSMT4">
                    <p:embed/>
                  </p:oleObj>
                </mc:Choice>
                <mc:Fallback>
                  <p:oleObj r:id="rId3" imgW="1904365" imgH="381000" progId="Equation.DSMT4">
                    <p:embed/>
                    <p:pic>
                      <p:nvPicPr>
                        <p:cNvPr id="0" name="图片 3704"/>
                        <p:cNvPicPr/>
                        <p:nvPr/>
                      </p:nvPicPr>
                      <p:blipFill>
                        <a:blip r:embed="rId4">
                          <a:lum bright="-100000"/>
                        </a:blip>
                        <a:stretch>
                          <a:fillRect/>
                        </a:stretch>
                      </p:blipFill>
                      <p:spPr>
                        <a:xfrm>
                          <a:off x="2400" y="1632"/>
                          <a:ext cx="960" cy="240"/>
                        </a:xfrm>
                        <a:prstGeom prst="rect">
                          <a:avLst/>
                        </a:prstGeom>
                        <a:noFill/>
                        <a:ln w="38100">
                          <a:noFill/>
                          <a:miter/>
                        </a:ln>
                      </p:spPr>
                    </p:pic>
                  </p:oleObj>
                </mc:Fallback>
              </mc:AlternateContent>
            </a:graphicData>
          </a:graphic>
        </p:graphicFrame>
        <p:sp>
          <p:nvSpPr>
            <p:cNvPr id="159747" name="文本框 593924"/>
            <p:cNvSpPr txBox="1"/>
            <p:nvPr/>
          </p:nvSpPr>
          <p:spPr>
            <a:xfrm>
              <a:off x="884" y="1616"/>
              <a:ext cx="1588" cy="300"/>
            </a:xfrm>
            <a:prstGeom prst="rect">
              <a:avLst/>
            </a:prstGeom>
            <a:noFill/>
            <a:ln w="12700">
              <a:noFill/>
            </a:ln>
          </p:spPr>
          <p:txBody>
            <a:bodyPr anchor="t" anchorCtr="0">
              <a:spAutoFit/>
            </a:bodyPr>
            <a:lstStyle/>
            <a:p>
              <a:pPr>
                <a:lnSpc>
                  <a:spcPct val="90000"/>
                </a:lnSpc>
                <a:spcBef>
                  <a:spcPct val="20000"/>
                </a:spcBef>
                <a:buClr>
                  <a:schemeClr val="tx2"/>
                </a:buClr>
                <a:buSzPct val="90000"/>
                <a:buFont typeface="Symbol" panose="05050102010706020507" pitchFamily="2" charset="2"/>
              </a:pPr>
              <a:r>
                <a:rPr lang="zh-CN" altLang="en-US" sz="2800" dirty="0">
                  <a:latin typeface="Times New Roman" panose="02020603050405020304" pitchFamily="2" charset="0"/>
                  <a:ea typeface="宋体" panose="02010600030101010101" pitchFamily="2" charset="-122"/>
                </a:rPr>
                <a:t>序列的</a:t>
              </a:r>
              <a:r>
                <a:rPr lang="en-US" altLang="zh-CN" sz="2800" dirty="0">
                  <a:latin typeface="Times New Roman" panose="02020603050405020304" pitchFamily="2" charset="0"/>
                  <a:ea typeface="宋体" panose="02010600030101010101" pitchFamily="2" charset="-122"/>
                </a:rPr>
                <a:t>z</a:t>
              </a:r>
              <a:r>
                <a:rPr lang="zh-CN" altLang="en-US" sz="2800" dirty="0">
                  <a:latin typeface="Times New Roman" panose="02020603050405020304" pitchFamily="2" charset="0"/>
                  <a:ea typeface="宋体" panose="02010600030101010101" pitchFamily="2" charset="-122"/>
                </a:rPr>
                <a:t>变换：</a:t>
              </a:r>
              <a:endParaRPr lang="zh-CN" altLang="en-US" sz="2800" dirty="0">
                <a:solidFill>
                  <a:srgbClr val="FFFFFF"/>
                </a:solidFill>
                <a:latin typeface="Times New Roman" panose="02020603050405020304" pitchFamily="2" charset="0"/>
                <a:ea typeface="宋体" panose="02010600030101010101" pitchFamily="2" charset="-122"/>
              </a:endParaRPr>
            </a:p>
          </p:txBody>
        </p:sp>
      </p:grpSp>
      <p:grpSp>
        <p:nvGrpSpPr>
          <p:cNvPr id="159748" name="组合 593925"/>
          <p:cNvGrpSpPr/>
          <p:nvPr/>
        </p:nvGrpSpPr>
        <p:grpSpPr>
          <a:xfrm>
            <a:off x="1331913" y="3429000"/>
            <a:ext cx="6923087" cy="519113"/>
            <a:chOff x="839" y="2205"/>
            <a:chExt cx="4361" cy="327"/>
          </a:xfrm>
        </p:grpSpPr>
        <p:graphicFrame>
          <p:nvGraphicFramePr>
            <p:cNvPr id="159749" name="对象 593926"/>
            <p:cNvGraphicFramePr/>
            <p:nvPr/>
          </p:nvGraphicFramePr>
          <p:xfrm>
            <a:off x="3888" y="2208"/>
            <a:ext cx="1312" cy="272"/>
          </p:xfrm>
          <a:graphic>
            <a:graphicData uri="http://schemas.openxmlformats.org/presentationml/2006/ole">
              <mc:AlternateContent xmlns:mc="http://schemas.openxmlformats.org/markup-compatibility/2006">
                <mc:Choice xmlns:v="urn:schemas-microsoft-com:vml" Requires="v">
                  <p:oleObj r:id="rId5" imgW="2082165" imgH="431800" progId="Equation.DSMT4">
                    <p:embed/>
                  </p:oleObj>
                </mc:Choice>
                <mc:Fallback>
                  <p:oleObj r:id="rId5" imgW="2082165" imgH="431800" progId="Equation.DSMT4">
                    <p:embed/>
                    <p:pic>
                      <p:nvPicPr>
                        <p:cNvPr id="0" name="图片 3705"/>
                        <p:cNvPicPr/>
                        <p:nvPr/>
                      </p:nvPicPr>
                      <p:blipFill>
                        <a:blip r:embed="rId6">
                          <a:lum bright="-100000"/>
                        </a:blip>
                        <a:stretch>
                          <a:fillRect/>
                        </a:stretch>
                      </p:blipFill>
                      <p:spPr>
                        <a:xfrm>
                          <a:off x="3888" y="2208"/>
                          <a:ext cx="1312" cy="272"/>
                        </a:xfrm>
                        <a:prstGeom prst="rect">
                          <a:avLst/>
                        </a:prstGeom>
                        <a:noFill/>
                        <a:ln w="38100">
                          <a:noFill/>
                          <a:miter/>
                        </a:ln>
                      </p:spPr>
                    </p:pic>
                  </p:oleObj>
                </mc:Fallback>
              </mc:AlternateContent>
            </a:graphicData>
          </a:graphic>
        </p:graphicFrame>
        <p:sp>
          <p:nvSpPr>
            <p:cNvPr id="159750" name="文本框 593927"/>
            <p:cNvSpPr txBox="1"/>
            <p:nvPr/>
          </p:nvSpPr>
          <p:spPr>
            <a:xfrm>
              <a:off x="839" y="2205"/>
              <a:ext cx="3130" cy="327"/>
            </a:xfrm>
            <a:prstGeom prst="rect">
              <a:avLst/>
            </a:prstGeom>
            <a:noFill/>
            <a:ln w="12700">
              <a:noFill/>
            </a:ln>
          </p:spPr>
          <p:txBody>
            <a:bodyPr anchor="t" anchorCtr="0">
              <a:spAutoFit/>
            </a:bodyPr>
            <a:lstStyle/>
            <a:p>
              <a:pPr algn="ctr">
                <a:spcBef>
                  <a:spcPct val="50000"/>
                </a:spcBef>
              </a:pPr>
              <a:r>
                <a:rPr lang="zh-CN" altLang="en-US" sz="2800" dirty="0">
                  <a:latin typeface="Times New Roman" panose="02020603050405020304" pitchFamily="2" charset="0"/>
                  <a:ea typeface="宋体" panose="02010600030101010101" pitchFamily="2" charset="-122"/>
                </a:rPr>
                <a:t>连续时间信号的</a:t>
              </a:r>
              <a:r>
                <a:rPr lang="en-US" altLang="zh-CN" sz="2800" dirty="0">
                  <a:latin typeface="Times New Roman" panose="02020603050405020304" pitchFamily="2" charset="0"/>
                  <a:ea typeface="宋体" panose="02010600030101010101" pitchFamily="2" charset="-122"/>
                </a:rPr>
                <a:t>Laplace</a:t>
              </a:r>
              <a:r>
                <a:rPr lang="zh-CN" altLang="en-US" sz="2800" dirty="0">
                  <a:latin typeface="Times New Roman" panose="02020603050405020304" pitchFamily="2" charset="0"/>
                  <a:ea typeface="宋体" panose="02010600030101010101" pitchFamily="2" charset="-122"/>
                </a:rPr>
                <a:t>变换：</a:t>
              </a:r>
            </a:p>
          </p:txBody>
        </p:sp>
      </p:grpSp>
      <p:grpSp>
        <p:nvGrpSpPr>
          <p:cNvPr id="159751" name="组合 593928"/>
          <p:cNvGrpSpPr/>
          <p:nvPr/>
        </p:nvGrpSpPr>
        <p:grpSpPr>
          <a:xfrm>
            <a:off x="1368425" y="4365625"/>
            <a:ext cx="7032625" cy="485775"/>
            <a:chOff x="862" y="2750"/>
            <a:chExt cx="4430" cy="306"/>
          </a:xfrm>
        </p:grpSpPr>
        <p:graphicFrame>
          <p:nvGraphicFramePr>
            <p:cNvPr id="159752" name="对象 593929"/>
            <p:cNvGraphicFramePr/>
            <p:nvPr/>
          </p:nvGraphicFramePr>
          <p:xfrm>
            <a:off x="3796" y="2784"/>
            <a:ext cx="1496" cy="272"/>
          </p:xfrm>
          <a:graphic>
            <a:graphicData uri="http://schemas.openxmlformats.org/presentationml/2006/ole">
              <mc:AlternateContent xmlns:mc="http://schemas.openxmlformats.org/markup-compatibility/2006">
                <mc:Choice xmlns:v="urn:schemas-microsoft-com:vml" Requires="v">
                  <p:oleObj r:id="rId7" imgW="2373630" imgH="431800" progId="Equation.DSMT4">
                    <p:embed/>
                  </p:oleObj>
                </mc:Choice>
                <mc:Fallback>
                  <p:oleObj r:id="rId7" imgW="2373630" imgH="431800" progId="Equation.DSMT4">
                    <p:embed/>
                    <p:pic>
                      <p:nvPicPr>
                        <p:cNvPr id="0" name="图片 3706"/>
                        <p:cNvPicPr/>
                        <p:nvPr/>
                      </p:nvPicPr>
                      <p:blipFill>
                        <a:blip r:embed="rId8">
                          <a:lum bright="-100000"/>
                        </a:blip>
                        <a:stretch>
                          <a:fillRect/>
                        </a:stretch>
                      </p:blipFill>
                      <p:spPr>
                        <a:xfrm>
                          <a:off x="3796" y="2784"/>
                          <a:ext cx="1496" cy="272"/>
                        </a:xfrm>
                        <a:prstGeom prst="rect">
                          <a:avLst/>
                        </a:prstGeom>
                        <a:noFill/>
                        <a:ln w="38100">
                          <a:noFill/>
                          <a:miter/>
                        </a:ln>
                      </p:spPr>
                    </p:pic>
                  </p:oleObj>
                </mc:Fallback>
              </mc:AlternateContent>
            </a:graphicData>
          </a:graphic>
        </p:graphicFrame>
        <p:sp>
          <p:nvSpPr>
            <p:cNvPr id="159753" name="文本框 593930"/>
            <p:cNvSpPr txBox="1"/>
            <p:nvPr/>
          </p:nvSpPr>
          <p:spPr>
            <a:xfrm>
              <a:off x="862" y="2750"/>
              <a:ext cx="3016" cy="300"/>
            </a:xfrm>
            <a:prstGeom prst="rect">
              <a:avLst/>
            </a:prstGeom>
            <a:noFill/>
            <a:ln w="12700">
              <a:noFill/>
            </a:ln>
          </p:spPr>
          <p:txBody>
            <a:bodyPr wrap="none" anchor="t" anchorCtr="0">
              <a:spAutoFit/>
            </a:bodyPr>
            <a:lstStyle/>
            <a:p>
              <a:pPr algn="ctr">
                <a:lnSpc>
                  <a:spcPct val="90000"/>
                </a:lnSpc>
                <a:spcBef>
                  <a:spcPct val="20000"/>
                </a:spcBef>
                <a:buClr>
                  <a:schemeClr val="tx2"/>
                </a:buClr>
                <a:buSzPct val="90000"/>
                <a:buFont typeface="Symbol" panose="05050102010706020507" pitchFamily="2" charset="2"/>
              </a:pPr>
              <a:r>
                <a:rPr lang="zh-CN" altLang="en-US" sz="2800" dirty="0">
                  <a:latin typeface="Times New Roman" panose="02020603050405020304" pitchFamily="2" charset="0"/>
                  <a:ea typeface="宋体" panose="02010600030101010101" pitchFamily="2" charset="-122"/>
                </a:rPr>
                <a:t>连续时间信号的</a:t>
              </a:r>
              <a:r>
                <a:rPr lang="en-US" altLang="zh-CN" sz="2800" dirty="0">
                  <a:latin typeface="Times New Roman" panose="02020603050405020304" pitchFamily="2" charset="0"/>
                  <a:ea typeface="宋体" panose="02010600030101010101" pitchFamily="2" charset="-122"/>
                </a:rPr>
                <a:t>Fourier</a:t>
              </a:r>
              <a:r>
                <a:rPr lang="zh-CN" altLang="en-US" sz="2800" dirty="0">
                  <a:latin typeface="Times New Roman" panose="02020603050405020304" pitchFamily="2" charset="0"/>
                  <a:ea typeface="宋体" panose="02010600030101010101" pitchFamily="2" charset="-122"/>
                </a:rPr>
                <a:t>变换：</a:t>
              </a:r>
              <a:endParaRPr lang="zh-CN" altLang="en-US" sz="2800" dirty="0">
                <a:solidFill>
                  <a:srgbClr val="FFFFFF"/>
                </a:solidFill>
                <a:latin typeface="Times New Roman" panose="02020603050405020304" pitchFamily="2" charset="0"/>
                <a:ea typeface="宋体" panose="02010600030101010101" pitchFamily="2" charset="-122"/>
              </a:endParaRPr>
            </a:p>
          </p:txBody>
        </p:sp>
      </p:grpSp>
      <p:sp>
        <p:nvSpPr>
          <p:cNvPr id="159754" name="标题 593921"/>
          <p:cNvSpPr>
            <a:spLocks noGrp="1"/>
          </p:cNvSpPr>
          <p:nvPr/>
        </p:nvSpPr>
        <p:spPr>
          <a:xfrm>
            <a:off x="990600" y="481013"/>
            <a:ext cx="7772400" cy="1524000"/>
          </a:xfrm>
          <a:prstGeom prst="rect">
            <a:avLst/>
          </a:prstGeom>
          <a:noFill/>
          <a:ln w="9525">
            <a:noFill/>
          </a:ln>
        </p:spPr>
        <p:txBody>
          <a:bodyPr anchor="ctr" anchorCtr="0"/>
          <a:lstStyle/>
          <a:p>
            <a:r>
              <a:rPr lang="en-US" altLang="zh-CN" sz="3600" b="1">
                <a:latin typeface="Times New Roman" panose="02020603050405020304" pitchFamily="2" charset="0"/>
                <a:ea typeface="宋体" panose="02010600030101010101" pitchFamily="2" charset="-122"/>
              </a:rPr>
              <a:t>2.3  序列的z变换与连续时间信号的Laplace变换、Fourier变换的关系</a:t>
            </a:r>
          </a:p>
        </p:txBody>
      </p:sp>
    </p:spTree>
  </p:cSld>
  <p:clrMapOvr>
    <a:masterClrMapping/>
  </p:clrMapOvr>
  <p:transition/>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61793" name="对象 595971"/>
          <p:cNvGraphicFramePr/>
          <p:nvPr/>
        </p:nvGraphicFramePr>
        <p:xfrm>
          <a:off x="3419475" y="2708275"/>
          <a:ext cx="3024188" cy="655638"/>
        </p:xfrm>
        <a:graphic>
          <a:graphicData uri="http://schemas.openxmlformats.org/presentationml/2006/ole">
            <mc:AlternateContent xmlns:mc="http://schemas.openxmlformats.org/markup-compatibility/2006">
              <mc:Choice xmlns:v="urn:schemas-microsoft-com:vml" Requires="v">
                <p:oleObj r:id="rId2" imgW="3162300" imgH="685800" progId="Equation.DSMT4">
                  <p:embed/>
                </p:oleObj>
              </mc:Choice>
              <mc:Fallback>
                <p:oleObj r:id="rId2" imgW="3162300" imgH="685800" progId="Equation.DSMT4">
                  <p:embed/>
                  <p:pic>
                    <p:nvPicPr>
                      <p:cNvPr id="0" name="图片 3710"/>
                      <p:cNvPicPr/>
                      <p:nvPr/>
                    </p:nvPicPr>
                    <p:blipFill>
                      <a:blip r:embed="rId3">
                        <a:lum bright="-100000"/>
                      </a:blip>
                      <a:stretch>
                        <a:fillRect/>
                      </a:stretch>
                    </p:blipFill>
                    <p:spPr>
                      <a:xfrm>
                        <a:off x="3419475" y="2708275"/>
                        <a:ext cx="3024188" cy="655638"/>
                      </a:xfrm>
                      <a:prstGeom prst="rect">
                        <a:avLst/>
                      </a:prstGeom>
                      <a:noFill/>
                      <a:ln w="38100">
                        <a:noFill/>
                        <a:miter/>
                      </a:ln>
                    </p:spPr>
                  </p:pic>
                </p:oleObj>
              </mc:Fallback>
            </mc:AlternateContent>
          </a:graphicData>
        </a:graphic>
      </p:graphicFrame>
      <p:graphicFrame>
        <p:nvGraphicFramePr>
          <p:cNvPr id="161794" name="对象 595972"/>
          <p:cNvGraphicFramePr/>
          <p:nvPr/>
        </p:nvGraphicFramePr>
        <p:xfrm>
          <a:off x="3386138" y="1731963"/>
          <a:ext cx="3633787" cy="833437"/>
        </p:xfrm>
        <a:graphic>
          <a:graphicData uri="http://schemas.openxmlformats.org/presentationml/2006/ole">
            <mc:AlternateContent xmlns:mc="http://schemas.openxmlformats.org/markup-compatibility/2006">
              <mc:Choice xmlns:v="urn:schemas-microsoft-com:vml" Requires="v">
                <p:oleObj r:id="rId4" imgW="3987800" imgH="914400" progId="Equation.DSMT4">
                  <p:embed/>
                </p:oleObj>
              </mc:Choice>
              <mc:Fallback>
                <p:oleObj r:id="rId4" imgW="3987800" imgH="914400" progId="Equation.DSMT4">
                  <p:embed/>
                  <p:pic>
                    <p:nvPicPr>
                      <p:cNvPr id="0" name="图片 3711"/>
                      <p:cNvPicPr/>
                      <p:nvPr/>
                    </p:nvPicPr>
                    <p:blipFill>
                      <a:blip r:embed="rId5">
                        <a:lum bright="-100000"/>
                      </a:blip>
                      <a:stretch>
                        <a:fillRect/>
                      </a:stretch>
                    </p:blipFill>
                    <p:spPr>
                      <a:xfrm>
                        <a:off x="3386138" y="1731963"/>
                        <a:ext cx="3633787" cy="833437"/>
                      </a:xfrm>
                      <a:prstGeom prst="rect">
                        <a:avLst/>
                      </a:prstGeom>
                      <a:noFill/>
                      <a:ln w="38100">
                        <a:noFill/>
                        <a:miter/>
                      </a:ln>
                    </p:spPr>
                  </p:pic>
                </p:oleObj>
              </mc:Fallback>
            </mc:AlternateContent>
          </a:graphicData>
        </a:graphic>
      </p:graphicFrame>
      <p:graphicFrame>
        <p:nvGraphicFramePr>
          <p:cNvPr id="161795" name="对象 595973"/>
          <p:cNvGraphicFramePr/>
          <p:nvPr/>
        </p:nvGraphicFramePr>
        <p:xfrm>
          <a:off x="4291013" y="3500438"/>
          <a:ext cx="4313237" cy="890587"/>
        </p:xfrm>
        <a:graphic>
          <a:graphicData uri="http://schemas.openxmlformats.org/presentationml/2006/ole">
            <mc:AlternateContent xmlns:mc="http://schemas.openxmlformats.org/markup-compatibility/2006">
              <mc:Choice xmlns:v="urn:schemas-microsoft-com:vml" Requires="v">
                <p:oleObj r:id="rId6" imgW="4432300" imgH="914400" progId="Equation.DSMT4">
                  <p:embed/>
                </p:oleObj>
              </mc:Choice>
              <mc:Fallback>
                <p:oleObj r:id="rId6" imgW="4432300" imgH="914400" progId="Equation.DSMT4">
                  <p:embed/>
                  <p:pic>
                    <p:nvPicPr>
                      <p:cNvPr id="0" name="图片 3570"/>
                      <p:cNvPicPr/>
                      <p:nvPr/>
                    </p:nvPicPr>
                    <p:blipFill>
                      <a:blip r:embed="rId7">
                        <a:lum bright="-100000"/>
                      </a:blip>
                      <a:stretch>
                        <a:fillRect/>
                      </a:stretch>
                    </p:blipFill>
                    <p:spPr>
                      <a:xfrm>
                        <a:off x="4291013" y="3500438"/>
                        <a:ext cx="4313237" cy="890587"/>
                      </a:xfrm>
                      <a:prstGeom prst="rect">
                        <a:avLst/>
                      </a:prstGeom>
                      <a:noFill/>
                      <a:ln w="38100">
                        <a:noFill/>
                        <a:miter/>
                      </a:ln>
                    </p:spPr>
                  </p:pic>
                </p:oleObj>
              </mc:Fallback>
            </mc:AlternateContent>
          </a:graphicData>
        </a:graphic>
      </p:graphicFrame>
      <p:sp>
        <p:nvSpPr>
          <p:cNvPr id="161796" name="文本框 595974"/>
          <p:cNvSpPr txBox="1"/>
          <p:nvPr/>
        </p:nvSpPr>
        <p:spPr>
          <a:xfrm>
            <a:off x="755650" y="2781300"/>
            <a:ext cx="2592388" cy="457200"/>
          </a:xfrm>
          <a:prstGeom prst="rect">
            <a:avLst/>
          </a:prstGeom>
          <a:noFill/>
          <a:ln w="12700">
            <a:noFill/>
          </a:ln>
        </p:spPr>
        <p:txBody>
          <a:bodyPr anchor="t" anchorCtr="0">
            <a:spAutoFit/>
          </a:bodyPr>
          <a:lstStyle/>
          <a:p>
            <a:pPr>
              <a:spcBef>
                <a:spcPct val="50000"/>
              </a:spcBef>
            </a:pPr>
            <a:r>
              <a:rPr lang="en-US" altLang="zh-CN" sz="2400" dirty="0">
                <a:latin typeface="Times New Roman" panose="02020603050405020304" pitchFamily="2" charset="0"/>
                <a:ea typeface="宋体" panose="02010600030101010101" pitchFamily="2" charset="-122"/>
              </a:rPr>
              <a:t> </a:t>
            </a:r>
            <a:r>
              <a:rPr lang="zh-CN" altLang="en-US" sz="2400" dirty="0">
                <a:latin typeface="Times New Roman" panose="02020603050405020304" pitchFamily="2" charset="0"/>
                <a:ea typeface="宋体" panose="02010600030101010101" pitchFamily="2" charset="-122"/>
              </a:rPr>
              <a:t>其</a:t>
            </a:r>
            <a:r>
              <a:rPr lang="en-US" altLang="zh-CN" sz="2400" dirty="0">
                <a:latin typeface="Times New Roman" panose="02020603050405020304" pitchFamily="2" charset="0"/>
                <a:ea typeface="宋体" panose="02010600030101010101" pitchFamily="2" charset="-122"/>
              </a:rPr>
              <a:t>Laplace</a:t>
            </a:r>
            <a:r>
              <a:rPr lang="zh-CN" altLang="en-US" sz="2400" dirty="0">
                <a:latin typeface="Times New Roman" panose="02020603050405020304" pitchFamily="2" charset="0"/>
                <a:ea typeface="宋体" panose="02010600030101010101" pitchFamily="2" charset="-122"/>
              </a:rPr>
              <a:t>变换：</a:t>
            </a:r>
            <a:endParaRPr lang="zh-CN" altLang="en-US" sz="2400">
              <a:latin typeface="Times New Roman" panose="02020603050405020304" pitchFamily="2" charset="0"/>
              <a:ea typeface="宋体" panose="02010600030101010101" pitchFamily="2" charset="-122"/>
            </a:endParaRPr>
          </a:p>
        </p:txBody>
      </p:sp>
      <p:graphicFrame>
        <p:nvGraphicFramePr>
          <p:cNvPr id="161797" name="对象 595975"/>
          <p:cNvGraphicFramePr/>
          <p:nvPr/>
        </p:nvGraphicFramePr>
        <p:xfrm>
          <a:off x="4284663" y="4508500"/>
          <a:ext cx="4224337" cy="871538"/>
        </p:xfrm>
        <a:graphic>
          <a:graphicData uri="http://schemas.openxmlformats.org/presentationml/2006/ole">
            <mc:AlternateContent xmlns:mc="http://schemas.openxmlformats.org/markup-compatibility/2006">
              <mc:Choice xmlns:v="urn:schemas-microsoft-com:vml" Requires="v">
                <p:oleObj r:id="rId8" imgW="4432300" imgH="914400" progId="Equation.DSMT4">
                  <p:embed/>
                </p:oleObj>
              </mc:Choice>
              <mc:Fallback>
                <p:oleObj r:id="rId8" imgW="4432300" imgH="914400" progId="Equation.DSMT4">
                  <p:embed/>
                  <p:pic>
                    <p:nvPicPr>
                      <p:cNvPr id="0" name="图片 3564"/>
                      <p:cNvPicPr/>
                      <p:nvPr/>
                    </p:nvPicPr>
                    <p:blipFill>
                      <a:blip r:embed="rId9">
                        <a:lum bright="-100000"/>
                      </a:blip>
                      <a:stretch>
                        <a:fillRect/>
                      </a:stretch>
                    </p:blipFill>
                    <p:spPr>
                      <a:xfrm>
                        <a:off x="4284663" y="4508500"/>
                        <a:ext cx="4224337" cy="871538"/>
                      </a:xfrm>
                      <a:prstGeom prst="rect">
                        <a:avLst/>
                      </a:prstGeom>
                      <a:noFill/>
                      <a:ln w="38100">
                        <a:noFill/>
                        <a:miter/>
                      </a:ln>
                    </p:spPr>
                  </p:pic>
                </p:oleObj>
              </mc:Fallback>
            </mc:AlternateContent>
          </a:graphicData>
        </a:graphic>
      </p:graphicFrame>
      <p:graphicFrame>
        <p:nvGraphicFramePr>
          <p:cNvPr id="161798" name="对象 595976"/>
          <p:cNvGraphicFramePr/>
          <p:nvPr/>
        </p:nvGraphicFramePr>
        <p:xfrm>
          <a:off x="4284663" y="5516563"/>
          <a:ext cx="2395537" cy="858837"/>
        </p:xfrm>
        <a:graphic>
          <a:graphicData uri="http://schemas.openxmlformats.org/presentationml/2006/ole">
            <mc:AlternateContent xmlns:mc="http://schemas.openxmlformats.org/markup-compatibility/2006">
              <mc:Choice xmlns:v="urn:schemas-microsoft-com:vml" Requires="v">
                <p:oleObj r:id="rId10" imgW="2552700" imgH="914400" progId="Equation.DSMT4">
                  <p:embed/>
                </p:oleObj>
              </mc:Choice>
              <mc:Fallback>
                <p:oleObj r:id="rId10" imgW="2552700" imgH="914400" progId="Equation.DSMT4">
                  <p:embed/>
                  <p:pic>
                    <p:nvPicPr>
                      <p:cNvPr id="0" name="图片 3567"/>
                      <p:cNvPicPr/>
                      <p:nvPr/>
                    </p:nvPicPr>
                    <p:blipFill>
                      <a:blip r:embed="rId11">
                        <a:lum bright="-100000"/>
                      </a:blip>
                      <a:stretch>
                        <a:fillRect/>
                      </a:stretch>
                    </p:blipFill>
                    <p:spPr>
                      <a:xfrm>
                        <a:off x="4284663" y="5516563"/>
                        <a:ext cx="2395537" cy="858837"/>
                      </a:xfrm>
                      <a:prstGeom prst="rect">
                        <a:avLst/>
                      </a:prstGeom>
                      <a:noFill/>
                      <a:ln w="38100">
                        <a:noFill/>
                        <a:miter/>
                      </a:ln>
                    </p:spPr>
                  </p:pic>
                </p:oleObj>
              </mc:Fallback>
            </mc:AlternateContent>
          </a:graphicData>
        </a:graphic>
      </p:graphicFrame>
      <p:sp>
        <p:nvSpPr>
          <p:cNvPr id="161799" name="内容占位符 595970"/>
          <p:cNvSpPr>
            <a:spLocks noGrp="1"/>
          </p:cNvSpPr>
          <p:nvPr/>
        </p:nvSpPr>
        <p:spPr>
          <a:xfrm>
            <a:off x="850900" y="1873250"/>
            <a:ext cx="2401888" cy="692150"/>
          </a:xfrm>
          <a:prstGeom prst="rect">
            <a:avLst/>
          </a:prstGeom>
          <a:noFill/>
          <a:ln w="9525">
            <a:noFill/>
          </a:ln>
        </p:spPr>
        <p:txBody>
          <a:bodyPr anchor="t" anchorCtr="0"/>
          <a:lstStyle/>
          <a:p>
            <a:pPr marL="342900" indent="-342900">
              <a:spcBef>
                <a:spcPct val="20000"/>
              </a:spcBef>
            </a:pPr>
            <a:r>
              <a:rPr lang="en-US" altLang="zh-CN" sz="2400" dirty="0">
                <a:latin typeface="Times New Roman" panose="02020603050405020304" pitchFamily="2" charset="0"/>
                <a:ea typeface="宋体" panose="02010600030101010101" pitchFamily="2" charset="-122"/>
              </a:rPr>
              <a:t>理想抽样信号：</a:t>
            </a:r>
          </a:p>
        </p:txBody>
      </p:sp>
      <p:sp>
        <p:nvSpPr>
          <p:cNvPr id="161800" name="标题 595969"/>
          <p:cNvSpPr>
            <a:spLocks noGrp="1"/>
          </p:cNvSpPr>
          <p:nvPr/>
        </p:nvSpPr>
        <p:spPr>
          <a:xfrm>
            <a:off x="323850" y="288925"/>
            <a:ext cx="8494713" cy="1206500"/>
          </a:xfrm>
          <a:prstGeom prst="rect">
            <a:avLst/>
          </a:prstGeom>
          <a:noFill/>
          <a:ln w="9525">
            <a:noFill/>
          </a:ln>
        </p:spPr>
        <p:txBody>
          <a:bodyPr anchor="ctr" anchorCtr="0"/>
          <a:lstStyle/>
          <a:p>
            <a:r>
              <a:rPr lang="en-US" altLang="zh-CN" sz="3200" b="1" dirty="0">
                <a:solidFill>
                  <a:srgbClr val="C00000"/>
                </a:solidFill>
                <a:latin typeface="Times New Roman" panose="02020603050405020304" pitchFamily="2" charset="0"/>
                <a:ea typeface="宋体" panose="02010600030101010101" pitchFamily="2" charset="-122"/>
              </a:rPr>
              <a:t>1</a:t>
            </a:r>
            <a:r>
              <a:rPr lang="zh-CN" altLang="en-US" sz="3200" b="1" dirty="0">
                <a:solidFill>
                  <a:srgbClr val="C00000"/>
                </a:solidFill>
                <a:latin typeface="Times New Roman" panose="02020603050405020304" pitchFamily="2" charset="0"/>
                <a:ea typeface="宋体" panose="02010600030101010101" pitchFamily="2" charset="-122"/>
              </a:rPr>
              <a:t>）序列的</a:t>
            </a:r>
            <a:r>
              <a:rPr lang="en-US" altLang="zh-CN" sz="3200" b="1" dirty="0">
                <a:solidFill>
                  <a:srgbClr val="C00000"/>
                </a:solidFill>
                <a:latin typeface="Times New Roman" panose="02020603050405020304" pitchFamily="2" charset="0"/>
                <a:ea typeface="宋体" panose="02010600030101010101" pitchFamily="2" charset="-122"/>
              </a:rPr>
              <a:t>z</a:t>
            </a:r>
            <a:r>
              <a:rPr lang="zh-CN" altLang="en-US" sz="3200" b="1" dirty="0">
                <a:solidFill>
                  <a:srgbClr val="C00000"/>
                </a:solidFill>
                <a:latin typeface="Times New Roman" panose="02020603050405020304" pitchFamily="2" charset="0"/>
                <a:ea typeface="宋体" panose="02010600030101010101" pitchFamily="2" charset="-122"/>
              </a:rPr>
              <a:t>变换</a:t>
            </a:r>
            <a:r>
              <a:rPr lang="en-US" altLang="zh-CN" sz="3200" b="1" dirty="0">
                <a:solidFill>
                  <a:srgbClr val="C00000"/>
                </a:solidFill>
                <a:latin typeface="Times New Roman" panose="02020603050405020304" pitchFamily="2" charset="0"/>
                <a:ea typeface="宋体" panose="02010600030101010101" pitchFamily="2" charset="-122"/>
              </a:rPr>
              <a:t>&amp;</a:t>
            </a:r>
            <a:r>
              <a:rPr lang="zh-CN" altLang="en-US" sz="3200" b="1" dirty="0">
                <a:solidFill>
                  <a:srgbClr val="C00000"/>
                </a:solidFill>
                <a:latin typeface="Times New Roman" panose="02020603050405020304" pitchFamily="2" charset="0"/>
                <a:ea typeface="宋体" panose="02010600030101010101" pitchFamily="2" charset="-122"/>
              </a:rPr>
              <a:t>理想抽样信号的</a:t>
            </a:r>
            <a:r>
              <a:rPr lang="en-US" altLang="zh-CN" sz="3200" b="1" dirty="0">
                <a:solidFill>
                  <a:srgbClr val="C00000"/>
                </a:solidFill>
                <a:latin typeface="Times New Roman" panose="02020603050405020304" pitchFamily="2" charset="0"/>
                <a:ea typeface="宋体" panose="02010600030101010101" pitchFamily="2" charset="-122"/>
              </a:rPr>
              <a:t>Laplace</a:t>
            </a:r>
            <a:r>
              <a:rPr lang="zh-CN" altLang="en-US" sz="3200" b="1" dirty="0">
                <a:solidFill>
                  <a:srgbClr val="C00000"/>
                </a:solidFill>
                <a:latin typeface="Times New Roman" panose="02020603050405020304" pitchFamily="2" charset="0"/>
                <a:ea typeface="宋体" panose="02010600030101010101" pitchFamily="2" charset="-122"/>
              </a:rPr>
              <a:t>变换</a:t>
            </a:r>
          </a:p>
        </p:txBody>
      </p:sp>
    </p:spTree>
  </p:cSld>
  <p:clrMapOvr>
    <a:masterClrMapping/>
  </p:clrMapOvr>
  <p:transition/>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62817" name="对象 596993"/>
          <p:cNvGraphicFramePr/>
          <p:nvPr/>
        </p:nvGraphicFramePr>
        <p:xfrm>
          <a:off x="1116013" y="1101725"/>
          <a:ext cx="3729037" cy="439738"/>
        </p:xfrm>
        <a:graphic>
          <a:graphicData uri="http://schemas.openxmlformats.org/presentationml/2006/ole">
            <mc:AlternateContent xmlns:mc="http://schemas.openxmlformats.org/markup-compatibility/2006">
              <mc:Choice xmlns:v="urn:schemas-microsoft-com:vml" Requires="v">
                <p:oleObj r:id="rId3" imgW="3873500" imgH="457200" progId="Equation.DSMT4">
                  <p:embed/>
                </p:oleObj>
              </mc:Choice>
              <mc:Fallback>
                <p:oleObj r:id="rId3" imgW="3873500" imgH="457200" progId="Equation.DSMT4">
                  <p:embed/>
                  <p:pic>
                    <p:nvPicPr>
                      <p:cNvPr id="0" name="图片 3562"/>
                      <p:cNvPicPr/>
                      <p:nvPr/>
                    </p:nvPicPr>
                    <p:blipFill>
                      <a:blip r:embed="rId4">
                        <a:lum bright="-100000"/>
                      </a:blip>
                      <a:stretch>
                        <a:fillRect/>
                      </a:stretch>
                    </p:blipFill>
                    <p:spPr>
                      <a:xfrm>
                        <a:off x="1116013" y="1101725"/>
                        <a:ext cx="3729037" cy="439738"/>
                      </a:xfrm>
                      <a:prstGeom prst="rect">
                        <a:avLst/>
                      </a:prstGeom>
                      <a:noFill/>
                      <a:ln w="38100">
                        <a:noFill/>
                        <a:miter/>
                      </a:ln>
                    </p:spPr>
                  </p:pic>
                </p:oleObj>
              </mc:Fallback>
            </mc:AlternateContent>
          </a:graphicData>
        </a:graphic>
      </p:graphicFrame>
      <p:graphicFrame>
        <p:nvGraphicFramePr>
          <p:cNvPr id="162818" name="对象 596994"/>
          <p:cNvGraphicFramePr/>
          <p:nvPr/>
        </p:nvGraphicFramePr>
        <p:xfrm>
          <a:off x="2843213" y="1606550"/>
          <a:ext cx="2879725" cy="836613"/>
        </p:xfrm>
        <a:graphic>
          <a:graphicData uri="http://schemas.openxmlformats.org/presentationml/2006/ole">
            <mc:AlternateContent xmlns:mc="http://schemas.openxmlformats.org/markup-compatibility/2006">
              <mc:Choice xmlns:v="urn:schemas-microsoft-com:vml" Requires="v">
                <p:oleObj r:id="rId5" imgW="3149600" imgH="914400" progId="Equation.DSMT4">
                  <p:embed/>
                </p:oleObj>
              </mc:Choice>
              <mc:Fallback>
                <p:oleObj r:id="rId5" imgW="3149600" imgH="914400" progId="Equation.DSMT4">
                  <p:embed/>
                  <p:pic>
                    <p:nvPicPr>
                      <p:cNvPr id="0" name="图片 3561"/>
                      <p:cNvPicPr/>
                      <p:nvPr/>
                    </p:nvPicPr>
                    <p:blipFill>
                      <a:blip r:embed="rId6">
                        <a:lum bright="-100000"/>
                      </a:blip>
                      <a:stretch>
                        <a:fillRect/>
                      </a:stretch>
                    </p:blipFill>
                    <p:spPr>
                      <a:xfrm>
                        <a:off x="2843213" y="1606550"/>
                        <a:ext cx="2879725" cy="836613"/>
                      </a:xfrm>
                      <a:prstGeom prst="rect">
                        <a:avLst/>
                      </a:prstGeom>
                      <a:noFill/>
                      <a:ln w="38100">
                        <a:noFill/>
                        <a:miter/>
                      </a:ln>
                    </p:spPr>
                  </p:pic>
                </p:oleObj>
              </mc:Fallback>
            </mc:AlternateContent>
          </a:graphicData>
        </a:graphic>
      </p:graphicFrame>
      <p:graphicFrame>
        <p:nvGraphicFramePr>
          <p:cNvPr id="162819" name="对象 596995"/>
          <p:cNvGraphicFramePr/>
          <p:nvPr/>
        </p:nvGraphicFramePr>
        <p:xfrm>
          <a:off x="2484438" y="4414838"/>
          <a:ext cx="3621087" cy="454025"/>
        </p:xfrm>
        <a:graphic>
          <a:graphicData uri="http://schemas.openxmlformats.org/presentationml/2006/ole">
            <mc:AlternateContent xmlns:mc="http://schemas.openxmlformats.org/markup-compatibility/2006">
              <mc:Choice xmlns:v="urn:schemas-microsoft-com:vml" Requires="v">
                <p:oleObj r:id="rId7" imgW="3871595" imgH="495300" progId="Equation.DSMT4">
                  <p:embed/>
                </p:oleObj>
              </mc:Choice>
              <mc:Fallback>
                <p:oleObj r:id="rId7" imgW="3871595" imgH="495300" progId="Equation.DSMT4">
                  <p:embed/>
                  <p:pic>
                    <p:nvPicPr>
                      <p:cNvPr id="0" name="图片 3565"/>
                      <p:cNvPicPr/>
                      <p:nvPr/>
                    </p:nvPicPr>
                    <p:blipFill>
                      <a:blip r:embed="rId8">
                        <a:lum bright="-100000"/>
                      </a:blip>
                      <a:stretch>
                        <a:fillRect/>
                      </a:stretch>
                    </p:blipFill>
                    <p:spPr>
                      <a:xfrm>
                        <a:off x="2484438" y="4414838"/>
                        <a:ext cx="3621087" cy="454025"/>
                      </a:xfrm>
                      <a:prstGeom prst="rect">
                        <a:avLst/>
                      </a:prstGeom>
                      <a:noFill/>
                      <a:ln w="38100">
                        <a:noFill/>
                        <a:miter/>
                      </a:ln>
                    </p:spPr>
                  </p:pic>
                </p:oleObj>
              </mc:Fallback>
            </mc:AlternateContent>
          </a:graphicData>
        </a:graphic>
      </p:graphicFrame>
      <p:graphicFrame>
        <p:nvGraphicFramePr>
          <p:cNvPr id="162820" name="对象 596996"/>
          <p:cNvGraphicFramePr/>
          <p:nvPr/>
        </p:nvGraphicFramePr>
        <p:xfrm>
          <a:off x="2916238" y="3405188"/>
          <a:ext cx="3241675" cy="852487"/>
        </p:xfrm>
        <a:graphic>
          <a:graphicData uri="http://schemas.openxmlformats.org/presentationml/2006/ole">
            <mc:AlternateContent xmlns:mc="http://schemas.openxmlformats.org/markup-compatibility/2006">
              <mc:Choice xmlns:v="urn:schemas-microsoft-com:vml" Requires="v">
                <p:oleObj r:id="rId9" imgW="3479800" imgH="914400" progId="Equation.DSMT4">
                  <p:embed/>
                </p:oleObj>
              </mc:Choice>
              <mc:Fallback>
                <p:oleObj r:id="rId9" imgW="3479800" imgH="914400" progId="Equation.DSMT4">
                  <p:embed/>
                  <p:pic>
                    <p:nvPicPr>
                      <p:cNvPr id="0" name="图片 3560"/>
                      <p:cNvPicPr/>
                      <p:nvPr/>
                    </p:nvPicPr>
                    <p:blipFill>
                      <a:blip r:embed="rId10">
                        <a:lum bright="-100000"/>
                      </a:blip>
                      <a:stretch>
                        <a:fillRect/>
                      </a:stretch>
                    </p:blipFill>
                    <p:spPr>
                      <a:xfrm>
                        <a:off x="2916238" y="3405188"/>
                        <a:ext cx="3241675" cy="852487"/>
                      </a:xfrm>
                      <a:prstGeom prst="rect">
                        <a:avLst/>
                      </a:prstGeom>
                      <a:noFill/>
                      <a:ln w="38100">
                        <a:noFill/>
                        <a:miter/>
                      </a:ln>
                    </p:spPr>
                  </p:pic>
                </p:oleObj>
              </mc:Fallback>
            </mc:AlternateContent>
          </a:graphicData>
        </a:graphic>
      </p:graphicFrame>
      <p:sp>
        <p:nvSpPr>
          <p:cNvPr id="162821" name="文本框 596997"/>
          <p:cNvSpPr txBox="1"/>
          <p:nvPr/>
        </p:nvSpPr>
        <p:spPr>
          <a:xfrm>
            <a:off x="1054100" y="1749425"/>
            <a:ext cx="2438400" cy="457200"/>
          </a:xfrm>
          <a:prstGeom prst="rect">
            <a:avLst/>
          </a:prstGeom>
          <a:noFill/>
          <a:ln w="12700">
            <a:noFill/>
          </a:ln>
        </p:spPr>
        <p:txBody>
          <a:bodyPr anchor="t" anchorCtr="0">
            <a:spAutoFit/>
          </a:bodyPr>
          <a:lstStyle/>
          <a:p>
            <a:pPr>
              <a:spcBef>
                <a:spcPct val="50000"/>
              </a:spcBef>
            </a:pPr>
            <a:r>
              <a:rPr lang="zh-CN" altLang="en-US" sz="2400" dirty="0">
                <a:latin typeface="Times New Roman" panose="02020603050405020304" pitchFamily="2" charset="0"/>
                <a:ea typeface="宋体" panose="02010600030101010101" pitchFamily="2" charset="-122"/>
              </a:rPr>
              <a:t>其</a:t>
            </a:r>
            <a:r>
              <a:rPr lang="en-US" altLang="zh-CN" sz="2400" dirty="0">
                <a:latin typeface="Times New Roman" panose="02020603050405020304" pitchFamily="2" charset="0"/>
                <a:ea typeface="宋体" panose="02010600030101010101" pitchFamily="2" charset="-122"/>
              </a:rPr>
              <a:t>z</a:t>
            </a:r>
            <a:r>
              <a:rPr lang="zh-CN" altLang="en-US" sz="2400" dirty="0">
                <a:latin typeface="Times New Roman" panose="02020603050405020304" pitchFamily="2" charset="0"/>
                <a:ea typeface="宋体" panose="02010600030101010101" pitchFamily="2" charset="-122"/>
              </a:rPr>
              <a:t>变换：</a:t>
            </a:r>
            <a:endParaRPr lang="zh-CN" altLang="en-US" sz="2400">
              <a:latin typeface="Times New Roman" panose="02020603050405020304" pitchFamily="2" charset="0"/>
              <a:ea typeface="宋体" panose="02010600030101010101" pitchFamily="2" charset="-122"/>
            </a:endParaRPr>
          </a:p>
        </p:txBody>
      </p:sp>
      <p:sp>
        <p:nvSpPr>
          <p:cNvPr id="162822" name="文本框 596998"/>
          <p:cNvSpPr txBox="1"/>
          <p:nvPr/>
        </p:nvSpPr>
        <p:spPr>
          <a:xfrm>
            <a:off x="1109663" y="2757488"/>
            <a:ext cx="6270625" cy="457200"/>
          </a:xfrm>
          <a:prstGeom prst="rect">
            <a:avLst/>
          </a:prstGeom>
          <a:noFill/>
          <a:ln w="12700">
            <a:noFill/>
          </a:ln>
        </p:spPr>
        <p:txBody>
          <a:bodyPr anchor="t" anchorCtr="0">
            <a:spAutoFit/>
          </a:bodyPr>
          <a:lstStyle/>
          <a:p>
            <a:pPr>
              <a:spcBef>
                <a:spcPct val="50000"/>
              </a:spcBef>
            </a:pPr>
            <a:r>
              <a:rPr lang="zh-CN" altLang="en-US" sz="2400" dirty="0">
                <a:latin typeface="Times New Roman" panose="02020603050405020304" pitchFamily="2" charset="0"/>
                <a:ea typeface="宋体" panose="02010600030101010101" pitchFamily="2" charset="-122"/>
              </a:rPr>
              <a:t>比较理想抽样信号的</a:t>
            </a:r>
            <a:r>
              <a:rPr lang="en-US" altLang="zh-CN" sz="2400" dirty="0">
                <a:latin typeface="Times New Roman" panose="02020603050405020304" pitchFamily="2" charset="0"/>
                <a:ea typeface="宋体" panose="02010600030101010101" pitchFamily="2" charset="-122"/>
              </a:rPr>
              <a:t>Laplace</a:t>
            </a:r>
            <a:r>
              <a:rPr lang="zh-CN" altLang="en-US" sz="2400" dirty="0">
                <a:latin typeface="Times New Roman" panose="02020603050405020304" pitchFamily="2" charset="0"/>
                <a:ea typeface="宋体" panose="02010600030101010101" pitchFamily="2" charset="-122"/>
              </a:rPr>
              <a:t>变换：</a:t>
            </a:r>
            <a:endParaRPr lang="zh-CN" altLang="en-US" sz="2400">
              <a:latin typeface="Times New Roman" panose="02020603050405020304" pitchFamily="2" charset="0"/>
              <a:ea typeface="宋体" panose="02010600030101010101" pitchFamily="2" charset="-122"/>
            </a:endParaRPr>
          </a:p>
        </p:txBody>
      </p:sp>
      <p:sp>
        <p:nvSpPr>
          <p:cNvPr id="162823" name="文本框 596999"/>
          <p:cNvSpPr txBox="1"/>
          <p:nvPr/>
        </p:nvSpPr>
        <p:spPr>
          <a:xfrm>
            <a:off x="1187450" y="4367213"/>
            <a:ext cx="1230313" cy="457200"/>
          </a:xfrm>
          <a:prstGeom prst="rect">
            <a:avLst/>
          </a:prstGeom>
          <a:noFill/>
          <a:ln w="12700">
            <a:noFill/>
          </a:ln>
        </p:spPr>
        <p:txBody>
          <a:bodyPr anchor="t" anchorCtr="0">
            <a:spAutoFit/>
          </a:bodyPr>
          <a:lstStyle/>
          <a:p>
            <a:pPr>
              <a:spcBef>
                <a:spcPct val="50000"/>
              </a:spcBef>
            </a:pPr>
            <a:r>
              <a:rPr lang="zh-CN" altLang="en-US" sz="2400" dirty="0">
                <a:latin typeface="Times New Roman" panose="02020603050405020304" pitchFamily="2" charset="0"/>
                <a:ea typeface="宋体" panose="02010600030101010101" pitchFamily="2" charset="-122"/>
              </a:rPr>
              <a:t>得：</a:t>
            </a:r>
            <a:endParaRPr lang="zh-CN" altLang="en-US" sz="2400">
              <a:latin typeface="Times New Roman" panose="02020603050405020304" pitchFamily="2" charset="0"/>
              <a:ea typeface="宋体" panose="02010600030101010101" pitchFamily="2" charset="-122"/>
            </a:endParaRPr>
          </a:p>
        </p:txBody>
      </p:sp>
    </p:spTree>
  </p:cSld>
  <p:clrMapOvr>
    <a:masterClrMapping/>
  </p:clrMapOvr>
  <p:transition/>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64865" name="组合 599041"/>
          <p:cNvGrpSpPr/>
          <p:nvPr/>
        </p:nvGrpSpPr>
        <p:grpSpPr>
          <a:xfrm>
            <a:off x="1187450" y="5586413"/>
            <a:ext cx="3816350" cy="944562"/>
            <a:chOff x="748" y="2387"/>
            <a:chExt cx="2404" cy="595"/>
          </a:xfrm>
        </p:grpSpPr>
        <p:sp>
          <p:nvSpPr>
            <p:cNvPr id="164866" name="文本框 599042"/>
            <p:cNvSpPr txBox="1"/>
            <p:nvPr/>
          </p:nvSpPr>
          <p:spPr>
            <a:xfrm>
              <a:off x="748" y="2387"/>
              <a:ext cx="2404" cy="595"/>
            </a:xfrm>
            <a:prstGeom prst="rect">
              <a:avLst/>
            </a:prstGeom>
            <a:noFill/>
            <a:ln w="12700">
              <a:noFill/>
            </a:ln>
          </p:spPr>
          <p:txBody>
            <a:bodyPr anchor="t" anchorCtr="0">
              <a:spAutoFit/>
            </a:bodyPr>
            <a:lstStyle/>
            <a:p>
              <a:pPr>
                <a:spcBef>
                  <a:spcPct val="50000"/>
                </a:spcBef>
              </a:pPr>
              <a:r>
                <a:rPr lang="en-US" altLang="zh-CN" sz="2400" dirty="0">
                  <a:latin typeface="Times New Roman" panose="02020603050405020304" pitchFamily="2" charset="0"/>
                  <a:ea typeface="宋体" panose="02010600030101010101" pitchFamily="2" charset="-122"/>
                </a:rPr>
                <a:t>z</a:t>
              </a:r>
              <a:r>
                <a:rPr lang="zh-CN" altLang="en-US" sz="2400" dirty="0">
                  <a:latin typeface="Times New Roman" panose="02020603050405020304" pitchFamily="2" charset="0"/>
                  <a:ea typeface="宋体" panose="02010600030101010101" pitchFamily="2" charset="-122"/>
                </a:rPr>
                <a:t>平面</a:t>
              </a:r>
              <a:r>
                <a:rPr lang="zh-CN" altLang="en-US" sz="3200" dirty="0">
                  <a:latin typeface="Times New Roman" panose="02020603050405020304" pitchFamily="2" charset="0"/>
                  <a:ea typeface="宋体" panose="02010600030101010101" pitchFamily="2" charset="-122"/>
                </a:rPr>
                <a:t>：</a:t>
              </a:r>
              <a:br>
                <a:rPr lang="zh-CN" altLang="en-US" sz="2400" dirty="0">
                  <a:latin typeface="Times New Roman" panose="02020603050405020304" pitchFamily="2" charset="0"/>
                  <a:ea typeface="宋体" panose="02010600030101010101" pitchFamily="2" charset="-122"/>
                </a:rPr>
              </a:br>
              <a:r>
                <a:rPr lang="zh-CN" altLang="en-US" sz="2400" dirty="0">
                  <a:latin typeface="Times New Roman" panose="02020603050405020304" pitchFamily="2" charset="0"/>
                  <a:ea typeface="宋体" panose="02010600030101010101" pitchFamily="2" charset="-122"/>
                </a:rPr>
                <a:t>          （极坐标）</a:t>
              </a:r>
            </a:p>
          </p:txBody>
        </p:sp>
        <p:graphicFrame>
          <p:nvGraphicFramePr>
            <p:cNvPr id="164867" name="对象 599043"/>
            <p:cNvGraphicFramePr/>
            <p:nvPr/>
          </p:nvGraphicFramePr>
          <p:xfrm>
            <a:off x="1655" y="2419"/>
            <a:ext cx="712" cy="240"/>
          </p:xfrm>
          <a:graphic>
            <a:graphicData uri="http://schemas.openxmlformats.org/presentationml/2006/ole">
              <mc:AlternateContent xmlns:mc="http://schemas.openxmlformats.org/markup-compatibility/2006">
                <mc:Choice xmlns:v="urn:schemas-microsoft-com:vml" Requires="v">
                  <p:oleObj r:id="rId2" imgW="1129665" imgH="381000" progId="Equation.DSMT4">
                    <p:embed/>
                  </p:oleObj>
                </mc:Choice>
                <mc:Fallback>
                  <p:oleObj r:id="rId2" imgW="1129665" imgH="381000" progId="Equation.DSMT4">
                    <p:embed/>
                    <p:pic>
                      <p:nvPicPr>
                        <p:cNvPr id="0" name="图片 3559"/>
                        <p:cNvPicPr/>
                        <p:nvPr/>
                      </p:nvPicPr>
                      <p:blipFill>
                        <a:blip r:embed="rId3">
                          <a:lum bright="-100000"/>
                        </a:blip>
                        <a:stretch>
                          <a:fillRect/>
                        </a:stretch>
                      </p:blipFill>
                      <p:spPr>
                        <a:xfrm>
                          <a:off x="1655" y="2419"/>
                          <a:ext cx="712" cy="240"/>
                        </a:xfrm>
                        <a:prstGeom prst="rect">
                          <a:avLst/>
                        </a:prstGeom>
                        <a:noFill/>
                        <a:ln w="38100">
                          <a:noFill/>
                          <a:miter/>
                        </a:ln>
                      </p:spPr>
                    </p:pic>
                  </p:oleObj>
                </mc:Fallback>
              </mc:AlternateContent>
            </a:graphicData>
          </a:graphic>
        </p:graphicFrame>
      </p:grpSp>
      <p:graphicFrame>
        <p:nvGraphicFramePr>
          <p:cNvPr id="164868" name="对象 599044"/>
          <p:cNvGraphicFramePr/>
          <p:nvPr/>
        </p:nvGraphicFramePr>
        <p:xfrm>
          <a:off x="5175250" y="5964238"/>
          <a:ext cx="3009900" cy="457200"/>
        </p:xfrm>
        <a:graphic>
          <a:graphicData uri="http://schemas.openxmlformats.org/presentationml/2006/ole">
            <mc:AlternateContent xmlns:mc="http://schemas.openxmlformats.org/markup-compatibility/2006">
              <mc:Choice xmlns:v="urn:schemas-microsoft-com:vml" Requires="v">
                <p:oleObj r:id="rId4" imgW="3009900" imgH="457200" progId="Equation.DSMT4">
                  <p:embed/>
                </p:oleObj>
              </mc:Choice>
              <mc:Fallback>
                <p:oleObj r:id="rId4" imgW="3009900" imgH="457200" progId="Equation.DSMT4">
                  <p:embed/>
                  <p:pic>
                    <p:nvPicPr>
                      <p:cNvPr id="0" name="图片 3566"/>
                      <p:cNvPicPr/>
                      <p:nvPr/>
                    </p:nvPicPr>
                    <p:blipFill>
                      <a:blip r:embed="rId5">
                        <a:lum bright="-100000"/>
                      </a:blip>
                      <a:stretch>
                        <a:fillRect/>
                      </a:stretch>
                    </p:blipFill>
                    <p:spPr>
                      <a:xfrm>
                        <a:off x="5175250" y="5964238"/>
                        <a:ext cx="3009900" cy="457200"/>
                      </a:xfrm>
                      <a:prstGeom prst="rect">
                        <a:avLst/>
                      </a:prstGeom>
                      <a:solidFill>
                        <a:srgbClr val="FF6600"/>
                      </a:solidFill>
                      <a:ln w="38100">
                        <a:noFill/>
                        <a:miter/>
                      </a:ln>
                    </p:spPr>
                  </p:pic>
                </p:oleObj>
              </mc:Fallback>
            </mc:AlternateContent>
          </a:graphicData>
        </a:graphic>
      </p:graphicFrame>
      <p:graphicFrame>
        <p:nvGraphicFramePr>
          <p:cNvPr id="164869" name="对象 599045"/>
          <p:cNvGraphicFramePr/>
          <p:nvPr/>
        </p:nvGraphicFramePr>
        <p:xfrm>
          <a:off x="5076825" y="4433888"/>
          <a:ext cx="3289300" cy="381000"/>
        </p:xfrm>
        <a:graphic>
          <a:graphicData uri="http://schemas.openxmlformats.org/presentationml/2006/ole">
            <mc:AlternateContent xmlns:mc="http://schemas.openxmlformats.org/markup-compatibility/2006">
              <mc:Choice xmlns:v="urn:schemas-microsoft-com:vml" Requires="v">
                <p:oleObj r:id="rId6" imgW="3288030" imgH="381000" progId="Equation.DSMT4">
                  <p:embed/>
                </p:oleObj>
              </mc:Choice>
              <mc:Fallback>
                <p:oleObj r:id="rId6" imgW="3288030" imgH="381000" progId="Equation.DSMT4">
                  <p:embed/>
                  <p:pic>
                    <p:nvPicPr>
                      <p:cNvPr id="0" name="图片 3568"/>
                      <p:cNvPicPr/>
                      <p:nvPr/>
                    </p:nvPicPr>
                    <p:blipFill>
                      <a:blip r:embed="rId7">
                        <a:lum bright="-100000"/>
                      </a:blip>
                      <a:stretch>
                        <a:fillRect/>
                      </a:stretch>
                    </p:blipFill>
                    <p:spPr>
                      <a:xfrm>
                        <a:off x="5076825" y="4433888"/>
                        <a:ext cx="3289300" cy="381000"/>
                      </a:xfrm>
                      <a:prstGeom prst="rect">
                        <a:avLst/>
                      </a:prstGeom>
                      <a:noFill/>
                      <a:ln w="38100">
                        <a:noFill/>
                        <a:miter/>
                      </a:ln>
                    </p:spPr>
                  </p:pic>
                </p:oleObj>
              </mc:Fallback>
            </mc:AlternateContent>
          </a:graphicData>
        </a:graphic>
      </p:graphicFrame>
      <p:graphicFrame>
        <p:nvGraphicFramePr>
          <p:cNvPr id="164870" name="对象 599046"/>
          <p:cNvGraphicFramePr/>
          <p:nvPr/>
        </p:nvGraphicFramePr>
        <p:xfrm>
          <a:off x="5916613" y="5208588"/>
          <a:ext cx="1130300" cy="381000"/>
        </p:xfrm>
        <a:graphic>
          <a:graphicData uri="http://schemas.openxmlformats.org/presentationml/2006/ole">
            <mc:AlternateContent xmlns:mc="http://schemas.openxmlformats.org/markup-compatibility/2006">
              <mc:Choice xmlns:v="urn:schemas-microsoft-com:vml" Requires="v">
                <p:oleObj r:id="rId8" imgW="1129665" imgH="381000" progId="Equation.DSMT4">
                  <p:embed/>
                </p:oleObj>
              </mc:Choice>
              <mc:Fallback>
                <p:oleObj r:id="rId8" imgW="1129665" imgH="381000" progId="Equation.DSMT4">
                  <p:embed/>
                  <p:pic>
                    <p:nvPicPr>
                      <p:cNvPr id="0" name="图片 3571"/>
                      <p:cNvPicPr/>
                      <p:nvPr/>
                    </p:nvPicPr>
                    <p:blipFill>
                      <a:blip r:embed="rId9">
                        <a:lum bright="-100000"/>
                      </a:blip>
                      <a:stretch>
                        <a:fillRect/>
                      </a:stretch>
                    </p:blipFill>
                    <p:spPr>
                      <a:xfrm>
                        <a:off x="5916613" y="5208588"/>
                        <a:ext cx="1130300" cy="381000"/>
                      </a:xfrm>
                      <a:prstGeom prst="rect">
                        <a:avLst/>
                      </a:prstGeom>
                      <a:noFill/>
                      <a:ln w="38100">
                        <a:noFill/>
                        <a:miter/>
                      </a:ln>
                    </p:spPr>
                  </p:pic>
                </p:oleObj>
              </mc:Fallback>
            </mc:AlternateContent>
          </a:graphicData>
        </a:graphic>
      </p:graphicFrame>
      <p:graphicFrame>
        <p:nvGraphicFramePr>
          <p:cNvPr id="164871" name="对象 599047"/>
          <p:cNvGraphicFramePr/>
          <p:nvPr/>
        </p:nvGraphicFramePr>
        <p:xfrm>
          <a:off x="2555875" y="1701800"/>
          <a:ext cx="3868738" cy="563563"/>
        </p:xfrm>
        <a:graphic>
          <a:graphicData uri="http://schemas.openxmlformats.org/presentationml/2006/ole">
            <mc:AlternateContent xmlns:mc="http://schemas.openxmlformats.org/markup-compatibility/2006">
              <mc:Choice xmlns:v="urn:schemas-microsoft-com:vml" Requires="v">
                <p:oleObj r:id="rId10" imgW="4011295" imgH="584200" progId="Equation.DSMT4">
                  <p:embed/>
                </p:oleObj>
              </mc:Choice>
              <mc:Fallback>
                <p:oleObj r:id="rId10" imgW="4011295" imgH="584200" progId="Equation.DSMT4">
                  <p:embed/>
                  <p:pic>
                    <p:nvPicPr>
                      <p:cNvPr id="0" name="图片 3563"/>
                      <p:cNvPicPr/>
                      <p:nvPr/>
                    </p:nvPicPr>
                    <p:blipFill>
                      <a:blip r:embed="rId11">
                        <a:lum bright="-100000"/>
                      </a:blip>
                      <a:stretch>
                        <a:fillRect/>
                      </a:stretch>
                    </p:blipFill>
                    <p:spPr>
                      <a:xfrm>
                        <a:off x="2555875" y="1701800"/>
                        <a:ext cx="3868738" cy="563563"/>
                      </a:xfrm>
                      <a:prstGeom prst="rect">
                        <a:avLst/>
                      </a:prstGeom>
                      <a:noFill/>
                      <a:ln w="38100">
                        <a:noFill/>
                        <a:miter/>
                      </a:ln>
                    </p:spPr>
                  </p:pic>
                </p:oleObj>
              </mc:Fallback>
            </mc:AlternateContent>
          </a:graphicData>
        </a:graphic>
      </p:graphicFrame>
      <p:sp>
        <p:nvSpPr>
          <p:cNvPr id="164872" name="文本框 599048"/>
          <p:cNvSpPr txBox="1"/>
          <p:nvPr/>
        </p:nvSpPr>
        <p:spPr>
          <a:xfrm>
            <a:off x="827088" y="1628775"/>
            <a:ext cx="1512887" cy="457200"/>
          </a:xfrm>
          <a:prstGeom prst="rect">
            <a:avLst/>
          </a:prstGeom>
          <a:noFill/>
          <a:ln w="12700">
            <a:noFill/>
          </a:ln>
        </p:spPr>
        <p:txBody>
          <a:bodyPr anchor="t" anchorCtr="0">
            <a:spAutoFit/>
          </a:bodyPr>
          <a:lstStyle/>
          <a:p>
            <a:pPr algn="ctr">
              <a:spcBef>
                <a:spcPct val="50000"/>
              </a:spcBef>
            </a:pPr>
            <a:r>
              <a:rPr lang="zh-CN" altLang="en-US" sz="2400" dirty="0">
                <a:latin typeface="Times New Roman" panose="02020603050405020304" pitchFamily="2" charset="0"/>
                <a:ea typeface="宋体" panose="02010600030101010101" pitchFamily="2" charset="-122"/>
              </a:rPr>
              <a:t>即：</a:t>
            </a:r>
          </a:p>
        </p:txBody>
      </p:sp>
      <p:grpSp>
        <p:nvGrpSpPr>
          <p:cNvPr id="164873" name="组合 599050"/>
          <p:cNvGrpSpPr/>
          <p:nvPr/>
        </p:nvGrpSpPr>
        <p:grpSpPr>
          <a:xfrm>
            <a:off x="1042988" y="4362450"/>
            <a:ext cx="3673475" cy="957263"/>
            <a:chOff x="657" y="1752"/>
            <a:chExt cx="2314" cy="603"/>
          </a:xfrm>
        </p:grpSpPr>
        <p:graphicFrame>
          <p:nvGraphicFramePr>
            <p:cNvPr id="164874" name="对象 599051"/>
            <p:cNvGraphicFramePr/>
            <p:nvPr/>
          </p:nvGraphicFramePr>
          <p:xfrm>
            <a:off x="1565" y="1837"/>
            <a:ext cx="992" cy="232"/>
          </p:xfrm>
          <a:graphic>
            <a:graphicData uri="http://schemas.openxmlformats.org/presentationml/2006/ole">
              <mc:AlternateContent xmlns:mc="http://schemas.openxmlformats.org/markup-compatibility/2006">
                <mc:Choice xmlns:v="urn:schemas-microsoft-com:vml" Requires="v">
                  <p:oleObj r:id="rId12" imgW="1574800" imgH="368300" progId="Equation.DSMT4">
                    <p:embed/>
                  </p:oleObj>
                </mc:Choice>
                <mc:Fallback>
                  <p:oleObj r:id="rId12" imgW="1574800" imgH="368300" progId="Equation.DSMT4">
                    <p:embed/>
                    <p:pic>
                      <p:nvPicPr>
                        <p:cNvPr id="0" name="图片 3569"/>
                        <p:cNvPicPr/>
                        <p:nvPr/>
                      </p:nvPicPr>
                      <p:blipFill>
                        <a:blip r:embed="rId13">
                          <a:lum bright="-100000"/>
                        </a:blip>
                        <a:stretch>
                          <a:fillRect/>
                        </a:stretch>
                      </p:blipFill>
                      <p:spPr>
                        <a:xfrm>
                          <a:off x="1565" y="1837"/>
                          <a:ext cx="992" cy="232"/>
                        </a:xfrm>
                        <a:prstGeom prst="rect">
                          <a:avLst/>
                        </a:prstGeom>
                        <a:noFill/>
                        <a:ln w="38100">
                          <a:noFill/>
                          <a:miter/>
                        </a:ln>
                      </p:spPr>
                    </p:pic>
                  </p:oleObj>
                </mc:Fallback>
              </mc:AlternateContent>
            </a:graphicData>
          </a:graphic>
        </p:graphicFrame>
        <p:sp>
          <p:nvSpPr>
            <p:cNvPr id="164875" name="文本框 599052"/>
            <p:cNvSpPr txBox="1"/>
            <p:nvPr/>
          </p:nvSpPr>
          <p:spPr>
            <a:xfrm>
              <a:off x="748" y="2067"/>
              <a:ext cx="2223" cy="288"/>
            </a:xfrm>
            <a:prstGeom prst="rect">
              <a:avLst/>
            </a:prstGeom>
            <a:noFill/>
            <a:ln w="12700">
              <a:noFill/>
            </a:ln>
          </p:spPr>
          <p:txBody>
            <a:bodyPr anchor="t" anchorCtr="0">
              <a:spAutoFit/>
            </a:bodyPr>
            <a:lstStyle/>
            <a:p>
              <a:r>
                <a:rPr lang="en-US" altLang="zh-CN" sz="2400" dirty="0">
                  <a:latin typeface="Times New Roman" panose="02020603050405020304" pitchFamily="2" charset="0"/>
                  <a:ea typeface="宋体" panose="02010600030101010101" pitchFamily="2" charset="-122"/>
                </a:rPr>
                <a:t>	(</a:t>
              </a:r>
              <a:r>
                <a:rPr lang="zh-CN" altLang="en-US" sz="2400" dirty="0">
                  <a:latin typeface="Times New Roman" panose="02020603050405020304" pitchFamily="2" charset="0"/>
                  <a:ea typeface="宋体" panose="02010600030101010101" pitchFamily="2" charset="-122"/>
                </a:rPr>
                <a:t>直角坐标）</a:t>
              </a:r>
            </a:p>
          </p:txBody>
        </p:sp>
        <p:sp>
          <p:nvSpPr>
            <p:cNvPr id="164876" name="文本框 599053"/>
            <p:cNvSpPr txBox="1"/>
            <p:nvPr/>
          </p:nvSpPr>
          <p:spPr>
            <a:xfrm>
              <a:off x="657" y="1752"/>
              <a:ext cx="998" cy="327"/>
            </a:xfrm>
            <a:prstGeom prst="rect">
              <a:avLst/>
            </a:prstGeom>
            <a:noFill/>
            <a:ln w="12700">
              <a:noFill/>
            </a:ln>
          </p:spPr>
          <p:txBody>
            <a:bodyPr anchor="t" anchorCtr="0">
              <a:spAutoFit/>
            </a:bodyPr>
            <a:lstStyle/>
            <a:p>
              <a:pPr algn="ctr">
                <a:spcBef>
                  <a:spcPct val="50000"/>
                </a:spcBef>
              </a:pPr>
              <a:r>
                <a:rPr lang="en-US" altLang="zh-CN" sz="2400" dirty="0">
                  <a:latin typeface="Times New Roman" panose="02020603050405020304" pitchFamily="2" charset="0"/>
                  <a:ea typeface="宋体" panose="02010600030101010101" pitchFamily="2" charset="-122"/>
                </a:rPr>
                <a:t>s</a:t>
              </a:r>
              <a:r>
                <a:rPr lang="zh-CN" altLang="en-US" sz="2400" dirty="0">
                  <a:latin typeface="Times New Roman" panose="02020603050405020304" pitchFamily="2" charset="0"/>
                  <a:ea typeface="宋体" panose="02010600030101010101" pitchFamily="2" charset="-122"/>
                </a:rPr>
                <a:t>平面</a:t>
              </a:r>
              <a:r>
                <a:rPr lang="zh-CN" altLang="en-US" sz="2800" dirty="0">
                  <a:latin typeface="Times New Roman" panose="02020603050405020304" pitchFamily="2" charset="0"/>
                  <a:ea typeface="宋体" panose="02010600030101010101" pitchFamily="2" charset="-122"/>
                </a:rPr>
                <a:t>：</a:t>
              </a:r>
            </a:p>
          </p:txBody>
        </p:sp>
      </p:grpSp>
      <p:grpSp>
        <p:nvGrpSpPr>
          <p:cNvPr id="164877" name="组合 599054"/>
          <p:cNvGrpSpPr/>
          <p:nvPr/>
        </p:nvGrpSpPr>
        <p:grpSpPr>
          <a:xfrm>
            <a:off x="5391150" y="4956175"/>
            <a:ext cx="2159000" cy="360363"/>
            <a:chOff x="3606" y="2568"/>
            <a:chExt cx="1360" cy="227"/>
          </a:xfrm>
        </p:grpSpPr>
        <p:sp>
          <p:nvSpPr>
            <p:cNvPr id="164878" name="直接连接符 599055"/>
            <p:cNvSpPr/>
            <p:nvPr/>
          </p:nvSpPr>
          <p:spPr>
            <a:xfrm flipH="1" flipV="1">
              <a:off x="3651" y="2568"/>
              <a:ext cx="136" cy="182"/>
            </a:xfrm>
            <a:prstGeom prst="line">
              <a:avLst/>
            </a:prstGeom>
            <a:ln w="12700" cap="sq" cmpd="sng">
              <a:solidFill>
                <a:schemeClr val="tx1"/>
              </a:solidFill>
              <a:prstDash val="solid"/>
              <a:round/>
              <a:headEnd type="none" w="sm" len="sm"/>
              <a:tailEnd type="none" w="sm" len="sm"/>
            </a:ln>
          </p:spPr>
        </p:sp>
        <p:sp>
          <p:nvSpPr>
            <p:cNvPr id="164879" name="直接连接符 599056"/>
            <p:cNvSpPr/>
            <p:nvPr/>
          </p:nvSpPr>
          <p:spPr>
            <a:xfrm flipH="1" flipV="1">
              <a:off x="3606" y="2614"/>
              <a:ext cx="136" cy="181"/>
            </a:xfrm>
            <a:prstGeom prst="line">
              <a:avLst/>
            </a:prstGeom>
            <a:ln w="12700" cap="sq" cmpd="sng">
              <a:solidFill>
                <a:schemeClr val="tx1"/>
              </a:solidFill>
              <a:prstDash val="solid"/>
              <a:round/>
              <a:headEnd type="none" w="sm" len="sm"/>
              <a:tailEnd type="none" w="sm" len="sm"/>
            </a:ln>
          </p:spPr>
        </p:sp>
        <p:sp>
          <p:nvSpPr>
            <p:cNvPr id="164880" name="直接连接符 599057"/>
            <p:cNvSpPr/>
            <p:nvPr/>
          </p:nvSpPr>
          <p:spPr>
            <a:xfrm flipH="1">
              <a:off x="4785" y="2659"/>
              <a:ext cx="181" cy="136"/>
            </a:xfrm>
            <a:prstGeom prst="line">
              <a:avLst/>
            </a:prstGeom>
            <a:ln w="12700" cap="sq" cmpd="sng">
              <a:solidFill>
                <a:schemeClr val="tx1"/>
              </a:solidFill>
              <a:prstDash val="solid"/>
              <a:round/>
              <a:headEnd type="none" w="sm" len="sm"/>
              <a:tailEnd type="none" w="sm" len="sm"/>
            </a:ln>
          </p:spPr>
        </p:sp>
        <p:sp>
          <p:nvSpPr>
            <p:cNvPr id="164881" name="直接连接符 599058"/>
            <p:cNvSpPr/>
            <p:nvPr/>
          </p:nvSpPr>
          <p:spPr>
            <a:xfrm flipH="1">
              <a:off x="4740" y="2613"/>
              <a:ext cx="181" cy="137"/>
            </a:xfrm>
            <a:prstGeom prst="line">
              <a:avLst/>
            </a:prstGeom>
            <a:ln w="12700" cap="sq" cmpd="sng">
              <a:solidFill>
                <a:schemeClr val="tx1"/>
              </a:solidFill>
              <a:prstDash val="solid"/>
              <a:round/>
              <a:headEnd type="none" w="sm" len="sm"/>
              <a:tailEnd type="none" w="sm" len="sm"/>
            </a:ln>
          </p:spPr>
        </p:sp>
      </p:grpSp>
      <p:sp>
        <p:nvSpPr>
          <p:cNvPr id="164882" name="文本框 599059"/>
          <p:cNvSpPr txBox="1"/>
          <p:nvPr/>
        </p:nvSpPr>
        <p:spPr>
          <a:xfrm>
            <a:off x="1042988" y="909638"/>
            <a:ext cx="7850187" cy="457200"/>
          </a:xfrm>
          <a:prstGeom prst="rect">
            <a:avLst/>
          </a:prstGeom>
          <a:solidFill>
            <a:srgbClr val="FF6600"/>
          </a:solidFill>
          <a:ln w="12700">
            <a:noFill/>
          </a:ln>
        </p:spPr>
        <p:txBody>
          <a:bodyPr anchor="t" anchorCtr="0">
            <a:spAutoFit/>
          </a:bodyPr>
          <a:lstStyle/>
          <a:p>
            <a:pPr algn="ctr">
              <a:spcBef>
                <a:spcPct val="50000"/>
              </a:spcBef>
            </a:pPr>
            <a:r>
              <a:rPr lang="zh-CN" altLang="en-US" sz="2400" dirty="0">
                <a:latin typeface="Times New Roman" panose="02020603050405020304" pitchFamily="2" charset="0"/>
                <a:ea typeface="宋体" panose="02010600030101010101" pitchFamily="2" charset="-122"/>
              </a:rPr>
              <a:t>抽样序列的</a:t>
            </a:r>
            <a:r>
              <a:rPr lang="en-US" altLang="zh-CN" sz="2400" dirty="0">
                <a:latin typeface="Times New Roman" panose="02020603050405020304" pitchFamily="2" charset="0"/>
                <a:ea typeface="宋体" panose="02010600030101010101" pitchFamily="2" charset="-122"/>
              </a:rPr>
              <a:t>z</a:t>
            </a:r>
            <a:r>
              <a:rPr lang="zh-CN" altLang="en-US" sz="2400" dirty="0">
                <a:latin typeface="Times New Roman" panose="02020603050405020304" pitchFamily="2" charset="0"/>
                <a:ea typeface="宋体" panose="02010600030101010101" pitchFamily="2" charset="-122"/>
              </a:rPr>
              <a:t>变换</a:t>
            </a:r>
            <a:r>
              <a:rPr lang="en-US" altLang="zh-CN" sz="2400" dirty="0">
                <a:latin typeface="Times New Roman" panose="02020603050405020304" pitchFamily="2" charset="0"/>
                <a:ea typeface="宋体" panose="02010600030101010101" pitchFamily="2" charset="-122"/>
              </a:rPr>
              <a:t>=</a:t>
            </a:r>
            <a:r>
              <a:rPr lang="zh-CN" altLang="en-US" sz="2400" dirty="0">
                <a:latin typeface="Times New Roman" panose="02020603050405020304" pitchFamily="2" charset="0"/>
                <a:ea typeface="宋体" panose="02010600030101010101" pitchFamily="2" charset="-122"/>
              </a:rPr>
              <a:t>理想抽样信号的</a:t>
            </a:r>
            <a:r>
              <a:rPr lang="en-US" altLang="zh-CN" sz="2400" dirty="0">
                <a:latin typeface="Times New Roman" panose="02020603050405020304" pitchFamily="2" charset="0"/>
                <a:ea typeface="宋体" panose="02010600030101010101" pitchFamily="2" charset="-122"/>
              </a:rPr>
              <a:t>Laplace</a:t>
            </a:r>
            <a:r>
              <a:rPr lang="zh-CN" altLang="en-US" sz="2400" dirty="0">
                <a:latin typeface="Times New Roman" panose="02020603050405020304" pitchFamily="2" charset="0"/>
                <a:ea typeface="宋体" panose="02010600030101010101" pitchFamily="2" charset="-122"/>
              </a:rPr>
              <a:t>变换</a:t>
            </a:r>
          </a:p>
        </p:txBody>
      </p:sp>
      <p:sp>
        <p:nvSpPr>
          <p:cNvPr id="164883" name="矩形 1"/>
          <p:cNvSpPr/>
          <p:nvPr/>
        </p:nvSpPr>
        <p:spPr>
          <a:xfrm>
            <a:off x="898525" y="2360613"/>
            <a:ext cx="7467600" cy="914400"/>
          </a:xfrm>
          <a:prstGeom prst="rect">
            <a:avLst/>
          </a:prstGeom>
          <a:noFill/>
          <a:ln w="9525">
            <a:noFill/>
          </a:ln>
        </p:spPr>
        <p:txBody>
          <a:bodyPr lIns="92075" tIns="46038" rIns="92075" bIns="46038" anchor="ctr" anchorCtr="0"/>
          <a:lstStyle/>
          <a:p>
            <a:r>
              <a:rPr lang="zh-CN" altLang="en-US" sz="2400" dirty="0">
                <a:latin typeface="Times New Roman" panose="02020603050405020304" pitchFamily="2" charset="0"/>
                <a:ea typeface="宋体" panose="02010600030101010101" pitchFamily="2" charset="-122"/>
              </a:rPr>
              <a:t>两变换之间的关系，就是由复变量</a:t>
            </a:r>
            <a:r>
              <a:rPr lang="zh-CN" altLang="en-US" sz="2400" b="1" dirty="0">
                <a:latin typeface="Times New Roman" panose="02020603050405020304" pitchFamily="2" charset="0"/>
                <a:ea typeface="宋体" panose="02010600030101010101" pitchFamily="2" charset="-122"/>
              </a:rPr>
              <a:t>s平面</a:t>
            </a:r>
            <a:r>
              <a:rPr lang="zh-CN" altLang="en-US" sz="2400" dirty="0">
                <a:latin typeface="Times New Roman" panose="02020603050405020304" pitchFamily="2" charset="0"/>
                <a:ea typeface="宋体" panose="02010600030101010101" pitchFamily="2" charset="-122"/>
              </a:rPr>
              <a:t>到复变量</a:t>
            </a:r>
            <a:r>
              <a:rPr lang="zh-CN" altLang="en-US" sz="2400" b="1" dirty="0">
                <a:latin typeface="Times New Roman" panose="02020603050405020304" pitchFamily="2" charset="0"/>
                <a:ea typeface="宋体" panose="02010600030101010101" pitchFamily="2" charset="-122"/>
              </a:rPr>
              <a:t>z平面</a:t>
            </a:r>
            <a:r>
              <a:rPr lang="zh-CN" altLang="en-US" sz="2400" dirty="0">
                <a:latin typeface="Times New Roman" panose="02020603050405020304" pitchFamily="2" charset="0"/>
                <a:ea typeface="宋体" panose="02010600030101010101" pitchFamily="2" charset="-122"/>
              </a:rPr>
              <a:t>的映射，其映射关系为</a:t>
            </a:r>
          </a:p>
        </p:txBody>
      </p:sp>
      <p:graphicFrame>
        <p:nvGraphicFramePr>
          <p:cNvPr id="164884" name="对象 2"/>
          <p:cNvGraphicFramePr>
            <a:graphicFrameLocks noChangeAspect="1"/>
          </p:cNvGraphicFramePr>
          <p:nvPr/>
        </p:nvGraphicFramePr>
        <p:xfrm>
          <a:off x="1616075" y="3268663"/>
          <a:ext cx="3313113" cy="941387"/>
        </p:xfrm>
        <a:graphic>
          <a:graphicData uri="http://schemas.openxmlformats.org/presentationml/2006/ole">
            <mc:AlternateContent xmlns:mc="http://schemas.openxmlformats.org/markup-compatibility/2006">
              <mc:Choice xmlns:v="urn:schemas-microsoft-com:vml" Requires="v">
                <p:oleObj r:id="rId14" imgW="1384300" imgH="393700" progId="Equation.3">
                  <p:embed/>
                </p:oleObj>
              </mc:Choice>
              <mc:Fallback>
                <p:oleObj r:id="rId14" imgW="1384300" imgH="393700" progId="Equation.3">
                  <p:embed/>
                  <p:pic>
                    <p:nvPicPr>
                      <p:cNvPr id="0" name="图片 3572"/>
                      <p:cNvPicPr/>
                      <p:nvPr/>
                    </p:nvPicPr>
                    <p:blipFill>
                      <a:blip r:embed="rId15"/>
                      <a:stretch>
                        <a:fillRect/>
                      </a:stretch>
                    </p:blipFill>
                    <p:spPr>
                      <a:xfrm>
                        <a:off x="1616075" y="3268663"/>
                        <a:ext cx="3313113" cy="941387"/>
                      </a:xfrm>
                      <a:prstGeom prst="rect">
                        <a:avLst/>
                      </a:prstGeom>
                      <a:noFill/>
                      <a:ln w="38100">
                        <a:noFill/>
                        <a:miter/>
                      </a:ln>
                    </p:spPr>
                  </p:pic>
                </p:oleObj>
              </mc:Fallback>
            </mc:AlternateContent>
          </a:graphicData>
        </a:graphic>
      </p:graphicFrame>
      <p:sp>
        <p:nvSpPr>
          <p:cNvPr id="164885" name="矩形 48139"/>
          <p:cNvSpPr/>
          <p:nvPr/>
        </p:nvSpPr>
        <p:spPr>
          <a:xfrm>
            <a:off x="5510213" y="3275013"/>
            <a:ext cx="3382962" cy="644525"/>
          </a:xfrm>
          <a:prstGeom prst="rect">
            <a:avLst/>
          </a:prstGeom>
          <a:noFill/>
          <a:ln w="9525">
            <a:noFill/>
          </a:ln>
        </p:spPr>
        <p:txBody>
          <a:bodyPr anchor="t" anchorCtr="0">
            <a:spAutoFit/>
          </a:bodyPr>
          <a:lstStyle/>
          <a:p>
            <a:r>
              <a:rPr lang="en-US" altLang="zh-CN" b="1">
                <a:solidFill>
                  <a:srgbClr val="FF3300"/>
                </a:solidFill>
                <a:latin typeface="Times New Roman" panose="02020603050405020304" pitchFamily="2" charset="0"/>
                <a:ea typeface="宋体" panose="02010600030101010101" pitchFamily="2" charset="-122"/>
              </a:rPr>
              <a:t>z</a:t>
            </a:r>
            <a:r>
              <a:rPr lang="zh-CN" altLang="en-US" b="1">
                <a:solidFill>
                  <a:srgbClr val="FF3300"/>
                </a:solidFill>
                <a:latin typeface="Times New Roman" panose="02020603050405020304" pitchFamily="2" charset="0"/>
                <a:ea typeface="宋体" panose="02010600030101010101" pitchFamily="2" charset="-122"/>
              </a:rPr>
              <a:t>的模只与</a:t>
            </a:r>
            <a:r>
              <a:rPr lang="en-US" altLang="zh-CN" b="1">
                <a:solidFill>
                  <a:srgbClr val="FF3300"/>
                </a:solidFill>
                <a:latin typeface="Times New Roman" panose="02020603050405020304" pitchFamily="2" charset="0"/>
                <a:ea typeface="宋体" panose="02010600030101010101" pitchFamily="2" charset="-122"/>
              </a:rPr>
              <a:t>s</a:t>
            </a:r>
            <a:r>
              <a:rPr lang="zh-CN" altLang="en-US" b="1">
                <a:solidFill>
                  <a:srgbClr val="FF3300"/>
                </a:solidFill>
                <a:latin typeface="Times New Roman" panose="02020603050405020304" pitchFamily="2" charset="0"/>
                <a:ea typeface="宋体" panose="02010600030101010101" pitchFamily="2" charset="-122"/>
              </a:rPr>
              <a:t>的实部相对应</a:t>
            </a:r>
            <a:r>
              <a:rPr lang="en-US" altLang="zh-CN" b="1">
                <a:solidFill>
                  <a:srgbClr val="FF3300"/>
                </a:solidFill>
                <a:latin typeface="Times New Roman" panose="02020603050405020304" pitchFamily="2" charset="0"/>
                <a:ea typeface="宋体" panose="02010600030101010101" pitchFamily="2" charset="-122"/>
              </a:rPr>
              <a:t>,</a:t>
            </a:r>
          </a:p>
          <a:p>
            <a:r>
              <a:rPr lang="en-US" altLang="zh-CN" b="1">
                <a:solidFill>
                  <a:srgbClr val="FF3300"/>
                </a:solidFill>
                <a:latin typeface="Times New Roman" panose="02020603050405020304" pitchFamily="2" charset="0"/>
                <a:ea typeface="宋体" panose="02010600030101010101" pitchFamily="2" charset="-122"/>
              </a:rPr>
              <a:t>z</a:t>
            </a:r>
            <a:r>
              <a:rPr lang="zh-CN" altLang="en-US" b="1">
                <a:solidFill>
                  <a:srgbClr val="FF3300"/>
                </a:solidFill>
                <a:latin typeface="Times New Roman" panose="02020603050405020304" pitchFamily="2" charset="0"/>
                <a:ea typeface="宋体" panose="02010600030101010101" pitchFamily="2" charset="-122"/>
              </a:rPr>
              <a:t>的相角只与</a:t>
            </a:r>
            <a:r>
              <a:rPr lang="en-US" altLang="zh-CN" b="1">
                <a:solidFill>
                  <a:srgbClr val="FF3300"/>
                </a:solidFill>
                <a:latin typeface="Times New Roman" panose="02020603050405020304" pitchFamily="2" charset="0"/>
                <a:ea typeface="宋体" panose="02010600030101010101" pitchFamily="2" charset="-122"/>
              </a:rPr>
              <a:t>s</a:t>
            </a:r>
            <a:r>
              <a:rPr lang="zh-CN" altLang="en-US" b="1">
                <a:solidFill>
                  <a:srgbClr val="FF3300"/>
                </a:solidFill>
                <a:latin typeface="Times New Roman" panose="02020603050405020304" pitchFamily="2" charset="0"/>
                <a:ea typeface="宋体" panose="02010600030101010101" pitchFamily="2" charset="-122"/>
              </a:rPr>
              <a:t>虚部</a:t>
            </a:r>
            <a:r>
              <a:rPr lang="en-US" altLang="zh-CN" b="1">
                <a:solidFill>
                  <a:srgbClr val="FF3300"/>
                </a:solidFill>
                <a:latin typeface="Times New Roman" panose="02020603050405020304" pitchFamily="2" charset="0"/>
                <a:ea typeface="宋体" panose="02010600030101010101" pitchFamily="2" charset="-122"/>
              </a:rPr>
              <a:t>Ω</a:t>
            </a:r>
            <a:r>
              <a:rPr lang="zh-CN" altLang="en-US" b="1">
                <a:solidFill>
                  <a:srgbClr val="FF3300"/>
                </a:solidFill>
                <a:latin typeface="Times New Roman" panose="02020603050405020304" pitchFamily="2" charset="0"/>
                <a:ea typeface="宋体" panose="02010600030101010101" pitchFamily="2" charset="-122"/>
              </a:rPr>
              <a:t>相对应</a:t>
            </a:r>
          </a:p>
        </p:txBody>
      </p:sp>
      <p:graphicFrame>
        <p:nvGraphicFramePr>
          <p:cNvPr id="164886" name="内容占位符 599060"/>
          <p:cNvGraphicFramePr>
            <a:graphicFrameLocks noGrp="1"/>
          </p:cNvGraphicFramePr>
          <p:nvPr/>
        </p:nvGraphicFramePr>
        <p:xfrm>
          <a:off x="1316038" y="317500"/>
          <a:ext cx="1444625" cy="369888"/>
        </p:xfrm>
        <a:graphic>
          <a:graphicData uri="http://schemas.openxmlformats.org/presentationml/2006/ole">
            <mc:AlternateContent xmlns:mc="http://schemas.openxmlformats.org/markup-compatibility/2006">
              <mc:Choice xmlns:v="urn:schemas-microsoft-com:vml" Requires="v">
                <p:oleObj r:id="rId16" imgW="1586230" imgH="405765" progId="Equation.DSMT4">
                  <p:embed/>
                </p:oleObj>
              </mc:Choice>
              <mc:Fallback>
                <p:oleObj r:id="rId16" imgW="1586230" imgH="405765" progId="Equation.DSMT4">
                  <p:embed/>
                  <p:pic>
                    <p:nvPicPr>
                      <p:cNvPr id="0" name="图片 3573"/>
                      <p:cNvPicPr/>
                      <p:nvPr/>
                    </p:nvPicPr>
                    <p:blipFill>
                      <a:blip r:embed="rId17">
                        <a:lum bright="-100000"/>
                      </a:blip>
                      <a:stretch>
                        <a:fillRect/>
                      </a:stretch>
                    </p:blipFill>
                    <p:spPr>
                      <a:xfrm>
                        <a:off x="1316038" y="317500"/>
                        <a:ext cx="1444625" cy="369888"/>
                      </a:xfrm>
                      <a:prstGeom prst="rect">
                        <a:avLst/>
                      </a:prstGeom>
                      <a:noFill/>
                      <a:ln w="38100">
                        <a:noFill/>
                        <a:miter/>
                      </a:ln>
                    </p:spPr>
                  </p:pic>
                </p:oleObj>
              </mc:Fallback>
            </mc:AlternateContent>
          </a:graphicData>
        </a:graphic>
      </p:graphicFrame>
    </p:spTree>
  </p:cSld>
  <p:clrMapOvr>
    <a:masterClrMapping/>
  </p:clrMapOvr>
  <p:transition spd="med">
    <p:zoom/>
  </p:transition>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65889" name="组合 600065"/>
          <p:cNvGrpSpPr/>
          <p:nvPr/>
        </p:nvGrpSpPr>
        <p:grpSpPr>
          <a:xfrm>
            <a:off x="5365750" y="2703513"/>
            <a:ext cx="3598863" cy="796925"/>
            <a:chOff x="3380" y="1613"/>
            <a:chExt cx="2267" cy="502"/>
          </a:xfrm>
        </p:grpSpPr>
        <p:sp>
          <p:nvSpPr>
            <p:cNvPr id="165890" name="矩形 600066"/>
            <p:cNvSpPr/>
            <p:nvPr/>
          </p:nvSpPr>
          <p:spPr>
            <a:xfrm>
              <a:off x="4060" y="1613"/>
              <a:ext cx="1587" cy="502"/>
            </a:xfrm>
            <a:prstGeom prst="rect">
              <a:avLst/>
            </a:prstGeom>
            <a:noFill/>
            <a:ln w="12700">
              <a:noFill/>
            </a:ln>
          </p:spPr>
          <p:txBody>
            <a:bodyPr lIns="90000" tIns="46800" rIns="90000" bIns="46800" anchor="t" anchorCtr="0"/>
            <a:lstStyle/>
            <a:p>
              <a:pPr>
                <a:spcBef>
                  <a:spcPct val="20000"/>
                </a:spcBef>
                <a:buClr>
                  <a:schemeClr val="bg2"/>
                </a:buClr>
                <a:buSzPct val="75000"/>
                <a:buFont typeface="Wingdings" panose="05000000000000000000" pitchFamily="2" charset="2"/>
              </a:pPr>
              <a:r>
                <a:rPr lang="zh-CN" altLang="en-US" sz="2400" dirty="0">
                  <a:latin typeface="Arial" panose="020B0604020202020204" pitchFamily="34" charset="0"/>
                  <a:ea typeface="宋体" panose="02010600030101010101" pitchFamily="2" charset="-122"/>
                </a:rPr>
                <a:t>单位圆外部</a:t>
              </a:r>
            </a:p>
          </p:txBody>
        </p:sp>
        <p:sp>
          <p:nvSpPr>
            <p:cNvPr id="165891" name="矩形 600067"/>
            <p:cNvSpPr/>
            <p:nvPr/>
          </p:nvSpPr>
          <p:spPr>
            <a:xfrm>
              <a:off x="3380" y="1613"/>
              <a:ext cx="680" cy="502"/>
            </a:xfrm>
            <a:prstGeom prst="rect">
              <a:avLst/>
            </a:prstGeom>
            <a:noFill/>
            <a:ln w="12700">
              <a:noFill/>
            </a:ln>
          </p:spPr>
          <p:txBody>
            <a:bodyPr lIns="90000" tIns="46800" rIns="90000" bIns="46800" anchor="t" anchorCtr="0"/>
            <a:lstStyle/>
            <a:p>
              <a:pPr>
                <a:spcBef>
                  <a:spcPct val="20000"/>
                </a:spcBef>
                <a:buClr>
                  <a:schemeClr val="bg2"/>
                </a:buClr>
                <a:buSzPct val="75000"/>
                <a:buFont typeface="Wingdings" panose="05000000000000000000" pitchFamily="2" charset="2"/>
              </a:pPr>
              <a:r>
                <a:rPr lang="en-US" altLang="zh-CN" sz="2400">
                  <a:latin typeface="Arial" panose="020B0604020202020204" pitchFamily="34" charset="0"/>
                  <a:ea typeface="宋体" panose="02010600030101010101" pitchFamily="2" charset="-122"/>
                </a:rPr>
                <a:t>r&gt;1</a:t>
              </a:r>
            </a:p>
          </p:txBody>
        </p:sp>
      </p:grpSp>
      <p:grpSp>
        <p:nvGrpSpPr>
          <p:cNvPr id="165892" name="组合 600068"/>
          <p:cNvGrpSpPr/>
          <p:nvPr/>
        </p:nvGrpSpPr>
        <p:grpSpPr>
          <a:xfrm>
            <a:off x="5365750" y="2100263"/>
            <a:ext cx="3598863" cy="603250"/>
            <a:chOff x="3380" y="1233"/>
            <a:chExt cx="2267" cy="380"/>
          </a:xfrm>
        </p:grpSpPr>
        <p:sp>
          <p:nvSpPr>
            <p:cNvPr id="165893" name="矩形 600069"/>
            <p:cNvSpPr/>
            <p:nvPr/>
          </p:nvSpPr>
          <p:spPr>
            <a:xfrm>
              <a:off x="4060" y="1233"/>
              <a:ext cx="1587" cy="380"/>
            </a:xfrm>
            <a:prstGeom prst="rect">
              <a:avLst/>
            </a:prstGeom>
            <a:noFill/>
            <a:ln w="12700">
              <a:noFill/>
            </a:ln>
          </p:spPr>
          <p:txBody>
            <a:bodyPr lIns="90000" tIns="46800" rIns="90000" bIns="46800" anchor="t" anchorCtr="0"/>
            <a:lstStyle/>
            <a:p>
              <a:pPr>
                <a:spcBef>
                  <a:spcPct val="20000"/>
                </a:spcBef>
                <a:buClr>
                  <a:schemeClr val="bg2"/>
                </a:buClr>
                <a:buSzPct val="75000"/>
                <a:buFont typeface="Wingdings" panose="05000000000000000000" pitchFamily="2" charset="2"/>
              </a:pPr>
              <a:r>
                <a:rPr lang="zh-CN" altLang="en-US" sz="2400" dirty="0">
                  <a:latin typeface="Arial" panose="020B0604020202020204" pitchFamily="34" charset="0"/>
                  <a:ea typeface="宋体" panose="02010600030101010101" pitchFamily="2" charset="-122"/>
                </a:rPr>
                <a:t>单位圆内部</a:t>
              </a:r>
            </a:p>
          </p:txBody>
        </p:sp>
        <p:sp>
          <p:nvSpPr>
            <p:cNvPr id="165894" name="矩形 600070"/>
            <p:cNvSpPr/>
            <p:nvPr/>
          </p:nvSpPr>
          <p:spPr>
            <a:xfrm>
              <a:off x="3380" y="1233"/>
              <a:ext cx="680" cy="380"/>
            </a:xfrm>
            <a:prstGeom prst="rect">
              <a:avLst/>
            </a:prstGeom>
            <a:noFill/>
            <a:ln w="12700">
              <a:noFill/>
            </a:ln>
          </p:spPr>
          <p:txBody>
            <a:bodyPr lIns="90000" tIns="46800" rIns="90000" bIns="46800" anchor="t" anchorCtr="0"/>
            <a:lstStyle/>
            <a:p>
              <a:pPr>
                <a:spcBef>
                  <a:spcPct val="20000"/>
                </a:spcBef>
                <a:buClr>
                  <a:schemeClr val="bg2"/>
                </a:buClr>
                <a:buSzPct val="75000"/>
                <a:buFont typeface="Wingdings" panose="05000000000000000000" pitchFamily="2" charset="2"/>
              </a:pPr>
              <a:r>
                <a:rPr lang="en-US" altLang="zh-CN" sz="2400">
                  <a:latin typeface="Arial" panose="020B0604020202020204" pitchFamily="34" charset="0"/>
                  <a:ea typeface="宋体" panose="02010600030101010101" pitchFamily="2" charset="-122"/>
                </a:rPr>
                <a:t>r&lt;1</a:t>
              </a:r>
            </a:p>
          </p:txBody>
        </p:sp>
      </p:grpSp>
      <p:grpSp>
        <p:nvGrpSpPr>
          <p:cNvPr id="165895" name="组合 600071"/>
          <p:cNvGrpSpPr/>
          <p:nvPr/>
        </p:nvGrpSpPr>
        <p:grpSpPr>
          <a:xfrm>
            <a:off x="5365750" y="1512888"/>
            <a:ext cx="3598863" cy="587375"/>
            <a:chOff x="3380" y="863"/>
            <a:chExt cx="2267" cy="370"/>
          </a:xfrm>
        </p:grpSpPr>
        <p:sp>
          <p:nvSpPr>
            <p:cNvPr id="165896" name="矩形 600072"/>
            <p:cNvSpPr/>
            <p:nvPr/>
          </p:nvSpPr>
          <p:spPr>
            <a:xfrm>
              <a:off x="4060" y="863"/>
              <a:ext cx="1587" cy="370"/>
            </a:xfrm>
            <a:prstGeom prst="rect">
              <a:avLst/>
            </a:prstGeom>
            <a:noFill/>
            <a:ln w="12700">
              <a:noFill/>
            </a:ln>
          </p:spPr>
          <p:txBody>
            <a:bodyPr lIns="90000" tIns="46800" rIns="90000" bIns="46800" anchor="t" anchorCtr="0"/>
            <a:lstStyle/>
            <a:p>
              <a:pPr>
                <a:spcBef>
                  <a:spcPct val="20000"/>
                </a:spcBef>
                <a:buClr>
                  <a:schemeClr val="bg2"/>
                </a:buClr>
                <a:buSzPct val="75000"/>
                <a:buFont typeface="Wingdings" panose="05000000000000000000" pitchFamily="2" charset="2"/>
              </a:pPr>
              <a:r>
                <a:rPr lang="zh-CN" altLang="en-US" sz="2400" dirty="0">
                  <a:latin typeface="Arial" panose="020B0604020202020204" pitchFamily="34" charset="0"/>
                  <a:ea typeface="宋体" panose="02010600030101010101" pitchFamily="2" charset="-122"/>
                </a:rPr>
                <a:t>单位圆</a:t>
              </a:r>
            </a:p>
          </p:txBody>
        </p:sp>
        <p:sp>
          <p:nvSpPr>
            <p:cNvPr id="165897" name="矩形 600073"/>
            <p:cNvSpPr/>
            <p:nvPr/>
          </p:nvSpPr>
          <p:spPr>
            <a:xfrm>
              <a:off x="3380" y="863"/>
              <a:ext cx="680" cy="370"/>
            </a:xfrm>
            <a:prstGeom prst="rect">
              <a:avLst/>
            </a:prstGeom>
            <a:noFill/>
            <a:ln w="12700">
              <a:noFill/>
            </a:ln>
          </p:spPr>
          <p:txBody>
            <a:bodyPr lIns="90000" tIns="46800" rIns="90000" bIns="46800" anchor="t" anchorCtr="0"/>
            <a:lstStyle/>
            <a:p>
              <a:pPr>
                <a:spcBef>
                  <a:spcPct val="20000"/>
                </a:spcBef>
                <a:buClr>
                  <a:schemeClr val="bg2"/>
                </a:buClr>
                <a:buSzPct val="75000"/>
                <a:buFont typeface="Wingdings" panose="05000000000000000000" pitchFamily="2" charset="2"/>
              </a:pPr>
              <a:r>
                <a:rPr lang="en-US" altLang="zh-CN" sz="2400">
                  <a:latin typeface="Arial" panose="020B0604020202020204" pitchFamily="34" charset="0"/>
                  <a:ea typeface="宋体" panose="02010600030101010101" pitchFamily="2" charset="-122"/>
                </a:rPr>
                <a:t>r=1</a:t>
              </a:r>
            </a:p>
          </p:txBody>
        </p:sp>
      </p:grpSp>
      <p:grpSp>
        <p:nvGrpSpPr>
          <p:cNvPr id="165898" name="组合 600074"/>
          <p:cNvGrpSpPr/>
          <p:nvPr/>
        </p:nvGrpSpPr>
        <p:grpSpPr>
          <a:xfrm>
            <a:off x="1763713" y="1512888"/>
            <a:ext cx="3602037" cy="1987550"/>
            <a:chOff x="1111" y="953"/>
            <a:chExt cx="2269" cy="1252"/>
          </a:xfrm>
        </p:grpSpPr>
        <p:grpSp>
          <p:nvGrpSpPr>
            <p:cNvPr id="165899" name="组合 600075"/>
            <p:cNvGrpSpPr/>
            <p:nvPr/>
          </p:nvGrpSpPr>
          <p:grpSpPr>
            <a:xfrm>
              <a:off x="1111" y="1703"/>
              <a:ext cx="2269" cy="502"/>
              <a:chOff x="1111" y="1613"/>
              <a:chExt cx="2269" cy="502"/>
            </a:xfrm>
          </p:grpSpPr>
          <p:sp>
            <p:nvSpPr>
              <p:cNvPr id="165900" name="矩形 600076"/>
              <p:cNvSpPr/>
              <p:nvPr/>
            </p:nvSpPr>
            <p:spPr>
              <a:xfrm>
                <a:off x="1973" y="1613"/>
                <a:ext cx="1407" cy="502"/>
              </a:xfrm>
              <a:prstGeom prst="rect">
                <a:avLst/>
              </a:prstGeom>
              <a:noFill/>
              <a:ln w="12700">
                <a:noFill/>
              </a:ln>
            </p:spPr>
            <p:txBody>
              <a:bodyPr lIns="90000" tIns="46800" rIns="90000" bIns="46800" anchor="t" anchorCtr="0"/>
              <a:lstStyle/>
              <a:p>
                <a:pPr>
                  <a:spcBef>
                    <a:spcPct val="20000"/>
                  </a:spcBef>
                  <a:buClr>
                    <a:schemeClr val="bg2"/>
                  </a:buClr>
                  <a:buSzPct val="75000"/>
                  <a:buFont typeface="Wingdings" panose="05000000000000000000" pitchFamily="2" charset="2"/>
                </a:pPr>
                <a:r>
                  <a:rPr lang="zh-CN" altLang="en-US" sz="2400" dirty="0">
                    <a:latin typeface="Arial" panose="020B0604020202020204" pitchFamily="34" charset="0"/>
                    <a:ea typeface="宋体" panose="02010600030101010101" pitchFamily="2" charset="-122"/>
                  </a:rPr>
                  <a:t>右半平面</a:t>
                </a:r>
              </a:p>
            </p:txBody>
          </p:sp>
          <p:sp>
            <p:nvSpPr>
              <p:cNvPr id="165901" name="矩形 600077"/>
              <p:cNvSpPr/>
              <p:nvPr/>
            </p:nvSpPr>
            <p:spPr>
              <a:xfrm>
                <a:off x="1111" y="1613"/>
                <a:ext cx="862" cy="502"/>
              </a:xfrm>
              <a:prstGeom prst="rect">
                <a:avLst/>
              </a:prstGeom>
              <a:noFill/>
              <a:ln w="12700">
                <a:noFill/>
              </a:ln>
            </p:spPr>
            <p:txBody>
              <a:bodyPr lIns="90000" tIns="46800" rIns="90000" bIns="46800" anchor="t" anchorCtr="0"/>
              <a:lstStyle/>
              <a:p>
                <a:pPr>
                  <a:spcBef>
                    <a:spcPct val="20000"/>
                  </a:spcBef>
                  <a:buClr>
                    <a:schemeClr val="bg2"/>
                  </a:buClr>
                  <a:buSzPct val="75000"/>
                  <a:buFont typeface="Wingdings" panose="05000000000000000000" pitchFamily="2" charset="2"/>
                </a:pPr>
                <a:r>
                  <a:rPr lang="el-GR" altLang="zh-CN" sz="2400">
                    <a:latin typeface="Arial" panose="020B0604020202020204" pitchFamily="34" charset="0"/>
                    <a:ea typeface="宋体" panose="02010600030101010101" pitchFamily="2" charset="-122"/>
                  </a:rPr>
                  <a:t>σ</a:t>
                </a:r>
                <a:r>
                  <a:rPr lang="en-US" altLang="zh-CN" sz="2400">
                    <a:latin typeface="Arial" panose="020B0604020202020204" pitchFamily="34" charset="0"/>
                    <a:ea typeface="宋体" panose="02010600030101010101" pitchFamily="2" charset="-122"/>
                  </a:rPr>
                  <a:t> &gt;0</a:t>
                </a:r>
                <a:endParaRPr lang="en-US" altLang="zh-CN" sz="2400">
                  <a:latin typeface="Arial" panose="020B0604020202020204" pitchFamily="34" charset="0"/>
                  <a:ea typeface="Times New Roman" panose="02020603050405020304" pitchFamily="2" charset="0"/>
                </a:endParaRPr>
              </a:p>
            </p:txBody>
          </p:sp>
        </p:grpSp>
        <p:grpSp>
          <p:nvGrpSpPr>
            <p:cNvPr id="165902" name="组合 600078"/>
            <p:cNvGrpSpPr/>
            <p:nvPr/>
          </p:nvGrpSpPr>
          <p:grpSpPr>
            <a:xfrm>
              <a:off x="1111" y="1323"/>
              <a:ext cx="2269" cy="380"/>
              <a:chOff x="1111" y="1233"/>
              <a:chExt cx="2269" cy="380"/>
            </a:xfrm>
          </p:grpSpPr>
          <p:sp>
            <p:nvSpPr>
              <p:cNvPr id="165903" name="矩形 600079"/>
              <p:cNvSpPr/>
              <p:nvPr/>
            </p:nvSpPr>
            <p:spPr>
              <a:xfrm>
                <a:off x="1973" y="1233"/>
                <a:ext cx="1407" cy="380"/>
              </a:xfrm>
              <a:prstGeom prst="rect">
                <a:avLst/>
              </a:prstGeom>
              <a:noFill/>
              <a:ln w="12700">
                <a:noFill/>
              </a:ln>
            </p:spPr>
            <p:txBody>
              <a:bodyPr lIns="90000" tIns="46800" rIns="90000" bIns="46800" anchor="t" anchorCtr="0"/>
              <a:lstStyle/>
              <a:p>
                <a:pPr>
                  <a:spcBef>
                    <a:spcPct val="20000"/>
                  </a:spcBef>
                  <a:buClr>
                    <a:schemeClr val="bg2"/>
                  </a:buClr>
                  <a:buSzPct val="75000"/>
                  <a:buFont typeface="Wingdings" panose="05000000000000000000" pitchFamily="2" charset="2"/>
                </a:pPr>
                <a:r>
                  <a:rPr lang="zh-CN" altLang="en-US" sz="2400" dirty="0">
                    <a:latin typeface="Arial" panose="020B0604020202020204" pitchFamily="34" charset="0"/>
                    <a:ea typeface="宋体" panose="02010600030101010101" pitchFamily="2" charset="-122"/>
                  </a:rPr>
                  <a:t>左半平面</a:t>
                </a:r>
              </a:p>
            </p:txBody>
          </p:sp>
          <p:sp>
            <p:nvSpPr>
              <p:cNvPr id="165904" name="矩形 600080"/>
              <p:cNvSpPr/>
              <p:nvPr/>
            </p:nvSpPr>
            <p:spPr>
              <a:xfrm>
                <a:off x="1111" y="1233"/>
                <a:ext cx="862" cy="380"/>
              </a:xfrm>
              <a:prstGeom prst="rect">
                <a:avLst/>
              </a:prstGeom>
              <a:noFill/>
              <a:ln w="12700">
                <a:noFill/>
              </a:ln>
            </p:spPr>
            <p:txBody>
              <a:bodyPr lIns="90000" tIns="46800" rIns="90000" bIns="46800" anchor="t" anchorCtr="0"/>
              <a:lstStyle/>
              <a:p>
                <a:pPr>
                  <a:spcBef>
                    <a:spcPct val="20000"/>
                  </a:spcBef>
                  <a:buClr>
                    <a:schemeClr val="bg2"/>
                  </a:buClr>
                  <a:buSzPct val="75000"/>
                  <a:buFont typeface="Wingdings" panose="05000000000000000000" pitchFamily="2" charset="2"/>
                </a:pPr>
                <a:r>
                  <a:rPr lang="el-GR" altLang="zh-CN" sz="2400" dirty="0">
                    <a:latin typeface="Arial" panose="020B0604020202020204" pitchFamily="34" charset="0"/>
                    <a:ea typeface="宋体" panose="02010600030101010101" pitchFamily="2" charset="-122"/>
                  </a:rPr>
                  <a:t>σ </a:t>
                </a:r>
                <a:r>
                  <a:rPr lang="en-US" altLang="zh-CN" sz="2400">
                    <a:latin typeface="Arial" panose="020B0604020202020204" pitchFamily="34" charset="0"/>
                    <a:ea typeface="宋体" panose="02010600030101010101" pitchFamily="2" charset="-122"/>
                  </a:rPr>
                  <a:t>&lt;0</a:t>
                </a:r>
                <a:endParaRPr lang="en-US" altLang="zh-CN" sz="2400">
                  <a:latin typeface="Arial" panose="020B0604020202020204" pitchFamily="34" charset="0"/>
                  <a:ea typeface="Times New Roman" panose="02020603050405020304" pitchFamily="2" charset="0"/>
                </a:endParaRPr>
              </a:p>
            </p:txBody>
          </p:sp>
        </p:grpSp>
        <p:grpSp>
          <p:nvGrpSpPr>
            <p:cNvPr id="165905" name="组合 600081"/>
            <p:cNvGrpSpPr/>
            <p:nvPr/>
          </p:nvGrpSpPr>
          <p:grpSpPr>
            <a:xfrm>
              <a:off x="1111" y="953"/>
              <a:ext cx="2269" cy="370"/>
              <a:chOff x="1111" y="863"/>
              <a:chExt cx="2269" cy="370"/>
            </a:xfrm>
          </p:grpSpPr>
          <p:sp>
            <p:nvSpPr>
              <p:cNvPr id="165906" name="矩形 600082"/>
              <p:cNvSpPr/>
              <p:nvPr/>
            </p:nvSpPr>
            <p:spPr>
              <a:xfrm>
                <a:off x="1973" y="863"/>
                <a:ext cx="1407" cy="370"/>
              </a:xfrm>
              <a:prstGeom prst="rect">
                <a:avLst/>
              </a:prstGeom>
              <a:noFill/>
              <a:ln w="12700">
                <a:noFill/>
              </a:ln>
            </p:spPr>
            <p:txBody>
              <a:bodyPr lIns="90000" tIns="46800" rIns="90000" bIns="46800" anchor="t" anchorCtr="0"/>
              <a:lstStyle/>
              <a:p>
                <a:pPr>
                  <a:spcBef>
                    <a:spcPct val="20000"/>
                  </a:spcBef>
                  <a:buClr>
                    <a:schemeClr val="bg2"/>
                  </a:buClr>
                  <a:buSzPct val="75000"/>
                  <a:buFont typeface="Wingdings" panose="05000000000000000000" pitchFamily="2" charset="2"/>
                </a:pPr>
                <a:r>
                  <a:rPr lang="zh-CN" altLang="en-US" sz="2400" dirty="0">
                    <a:latin typeface="Arial" panose="020B0604020202020204" pitchFamily="34" charset="0"/>
                    <a:ea typeface="宋体" panose="02010600030101010101" pitchFamily="2" charset="-122"/>
                  </a:rPr>
                  <a:t>虚轴</a:t>
                </a:r>
              </a:p>
            </p:txBody>
          </p:sp>
          <p:sp>
            <p:nvSpPr>
              <p:cNvPr id="165907" name="矩形 600083"/>
              <p:cNvSpPr/>
              <p:nvPr/>
            </p:nvSpPr>
            <p:spPr>
              <a:xfrm>
                <a:off x="1111" y="863"/>
                <a:ext cx="862" cy="370"/>
              </a:xfrm>
              <a:prstGeom prst="rect">
                <a:avLst/>
              </a:prstGeom>
              <a:noFill/>
              <a:ln w="12700">
                <a:noFill/>
              </a:ln>
            </p:spPr>
            <p:txBody>
              <a:bodyPr lIns="90000" tIns="46800" rIns="90000" bIns="46800" anchor="t" anchorCtr="0"/>
              <a:lstStyle/>
              <a:p>
                <a:pPr>
                  <a:spcBef>
                    <a:spcPct val="20000"/>
                  </a:spcBef>
                  <a:buClr>
                    <a:schemeClr val="bg2"/>
                  </a:buClr>
                  <a:buSzPct val="75000"/>
                  <a:buFont typeface="Wingdings" panose="05000000000000000000" pitchFamily="2" charset="2"/>
                </a:pPr>
                <a:r>
                  <a:rPr lang="el-GR" altLang="zh-CN" sz="2400" dirty="0">
                    <a:latin typeface="Arial" panose="020B0604020202020204" pitchFamily="34" charset="0"/>
                    <a:ea typeface="宋体" panose="02010600030101010101" pitchFamily="2" charset="-122"/>
                  </a:rPr>
                  <a:t>σ </a:t>
                </a:r>
                <a:r>
                  <a:rPr lang="en-US" altLang="zh-CN" sz="2400">
                    <a:latin typeface="Arial" panose="020B0604020202020204" pitchFamily="34" charset="0"/>
                    <a:ea typeface="宋体" panose="02010600030101010101" pitchFamily="2" charset="-122"/>
                  </a:rPr>
                  <a:t>=0</a:t>
                </a:r>
                <a:endParaRPr lang="el-GR" altLang="zh-CN" sz="2400">
                  <a:latin typeface="Arial" panose="020B0604020202020204" pitchFamily="34" charset="0"/>
                  <a:ea typeface="Times New Roman" panose="02020603050405020304" pitchFamily="2" charset="0"/>
                </a:endParaRPr>
              </a:p>
            </p:txBody>
          </p:sp>
        </p:grpSp>
      </p:grpSp>
      <p:grpSp>
        <p:nvGrpSpPr>
          <p:cNvPr id="165908" name="组合 600084"/>
          <p:cNvGrpSpPr/>
          <p:nvPr/>
        </p:nvGrpSpPr>
        <p:grpSpPr>
          <a:xfrm>
            <a:off x="1258888" y="962025"/>
            <a:ext cx="7200900" cy="738188"/>
            <a:chOff x="1111" y="398"/>
            <a:chExt cx="4536" cy="465"/>
          </a:xfrm>
        </p:grpSpPr>
        <p:sp>
          <p:nvSpPr>
            <p:cNvPr id="165909" name="矩形 600085"/>
            <p:cNvSpPr/>
            <p:nvPr/>
          </p:nvSpPr>
          <p:spPr>
            <a:xfrm>
              <a:off x="3380" y="398"/>
              <a:ext cx="2267" cy="465"/>
            </a:xfrm>
            <a:prstGeom prst="rect">
              <a:avLst/>
            </a:prstGeom>
            <a:noFill/>
            <a:ln w="12700">
              <a:noFill/>
            </a:ln>
          </p:spPr>
          <p:txBody>
            <a:bodyPr lIns="90000" tIns="46800" rIns="90000" bIns="46800" anchor="t" anchorCtr="0"/>
            <a:lstStyle/>
            <a:p>
              <a:pPr algn="ctr">
                <a:spcBef>
                  <a:spcPct val="20000"/>
                </a:spcBef>
                <a:buClr>
                  <a:schemeClr val="bg2"/>
                </a:buClr>
                <a:buSzPct val="75000"/>
                <a:buFont typeface="Wingdings" panose="05000000000000000000" pitchFamily="2" charset="2"/>
              </a:pPr>
              <a:r>
                <a:rPr lang="en-US" altLang="zh-CN" sz="2400" dirty="0">
                  <a:latin typeface="Arial" panose="020B0604020202020204" pitchFamily="34" charset="0"/>
                  <a:ea typeface="宋体" panose="02010600030101010101" pitchFamily="2" charset="-122"/>
                </a:rPr>
                <a:t>Z</a:t>
              </a:r>
              <a:r>
                <a:rPr lang="zh-CN" altLang="en-US" sz="2400" dirty="0">
                  <a:latin typeface="Arial" panose="020B0604020202020204" pitchFamily="34" charset="0"/>
                  <a:ea typeface="宋体" panose="02010600030101010101" pitchFamily="2" charset="-122"/>
                </a:rPr>
                <a:t>平面</a:t>
              </a:r>
            </a:p>
          </p:txBody>
        </p:sp>
        <p:sp>
          <p:nvSpPr>
            <p:cNvPr id="165910" name="矩形 600086"/>
            <p:cNvSpPr/>
            <p:nvPr/>
          </p:nvSpPr>
          <p:spPr>
            <a:xfrm>
              <a:off x="1111" y="398"/>
              <a:ext cx="2269" cy="465"/>
            </a:xfrm>
            <a:prstGeom prst="rect">
              <a:avLst/>
            </a:prstGeom>
            <a:noFill/>
            <a:ln w="12700">
              <a:noFill/>
            </a:ln>
          </p:spPr>
          <p:txBody>
            <a:bodyPr lIns="90000" tIns="46800" rIns="90000" bIns="46800" anchor="t" anchorCtr="0"/>
            <a:lstStyle/>
            <a:p>
              <a:pPr algn="ctr">
                <a:spcBef>
                  <a:spcPct val="20000"/>
                </a:spcBef>
                <a:buClr>
                  <a:schemeClr val="bg2"/>
                </a:buClr>
                <a:buSzPct val="75000"/>
                <a:buFont typeface="Wingdings" panose="05000000000000000000" pitchFamily="2" charset="2"/>
              </a:pPr>
              <a:r>
                <a:rPr lang="en-US" altLang="zh-CN" sz="2400" dirty="0">
                  <a:latin typeface="Arial" panose="020B0604020202020204" pitchFamily="34" charset="0"/>
                  <a:ea typeface="宋体" panose="02010600030101010101" pitchFamily="2" charset="-122"/>
                </a:rPr>
                <a:t>S</a:t>
              </a:r>
              <a:r>
                <a:rPr lang="zh-CN" altLang="en-US" sz="2400" dirty="0">
                  <a:latin typeface="Arial" panose="020B0604020202020204" pitchFamily="34" charset="0"/>
                  <a:ea typeface="宋体" panose="02010600030101010101" pitchFamily="2" charset="-122"/>
                </a:rPr>
                <a:t>平面</a:t>
              </a:r>
            </a:p>
          </p:txBody>
        </p:sp>
      </p:grpSp>
      <p:sp>
        <p:nvSpPr>
          <p:cNvPr id="165911" name="直接连接符 600087"/>
          <p:cNvSpPr/>
          <p:nvPr/>
        </p:nvSpPr>
        <p:spPr>
          <a:xfrm>
            <a:off x="1763713" y="1125538"/>
            <a:ext cx="3602037" cy="0"/>
          </a:xfrm>
          <a:prstGeom prst="line">
            <a:avLst/>
          </a:prstGeom>
          <a:ln w="28575">
            <a:noFill/>
          </a:ln>
        </p:spPr>
      </p:sp>
      <p:sp>
        <p:nvSpPr>
          <p:cNvPr id="165912" name="直接连接符 600088"/>
          <p:cNvSpPr/>
          <p:nvPr/>
        </p:nvSpPr>
        <p:spPr>
          <a:xfrm>
            <a:off x="1763713" y="3357563"/>
            <a:ext cx="1368425" cy="0"/>
          </a:xfrm>
          <a:prstGeom prst="line">
            <a:avLst/>
          </a:prstGeom>
          <a:ln w="28575">
            <a:noFill/>
          </a:ln>
        </p:spPr>
      </p:sp>
      <p:sp>
        <p:nvSpPr>
          <p:cNvPr id="165913" name="直接连接符 600089"/>
          <p:cNvSpPr/>
          <p:nvPr/>
        </p:nvSpPr>
        <p:spPr>
          <a:xfrm>
            <a:off x="1763713" y="631825"/>
            <a:ext cx="0" cy="738188"/>
          </a:xfrm>
          <a:prstGeom prst="line">
            <a:avLst/>
          </a:prstGeom>
          <a:ln w="28575">
            <a:noFill/>
          </a:ln>
        </p:spPr>
      </p:sp>
      <p:sp>
        <p:nvSpPr>
          <p:cNvPr id="165914" name="直接连接符 600090"/>
          <p:cNvSpPr/>
          <p:nvPr/>
        </p:nvSpPr>
        <p:spPr>
          <a:xfrm>
            <a:off x="8964613" y="631825"/>
            <a:ext cx="0" cy="738188"/>
          </a:xfrm>
          <a:prstGeom prst="line">
            <a:avLst/>
          </a:prstGeom>
          <a:ln w="28575">
            <a:noFill/>
          </a:ln>
        </p:spPr>
      </p:sp>
      <p:sp>
        <p:nvSpPr>
          <p:cNvPr id="165915" name="直接连接符 600091"/>
          <p:cNvSpPr/>
          <p:nvPr/>
        </p:nvSpPr>
        <p:spPr>
          <a:xfrm>
            <a:off x="5365750" y="631825"/>
            <a:ext cx="3598863" cy="0"/>
          </a:xfrm>
          <a:prstGeom prst="line">
            <a:avLst/>
          </a:prstGeom>
          <a:ln w="28575">
            <a:noFill/>
          </a:ln>
        </p:spPr>
      </p:sp>
      <p:sp>
        <p:nvSpPr>
          <p:cNvPr id="165916" name="直接连接符 600092"/>
          <p:cNvSpPr/>
          <p:nvPr/>
        </p:nvSpPr>
        <p:spPr>
          <a:xfrm>
            <a:off x="1763713" y="1370013"/>
            <a:ext cx="0" cy="587375"/>
          </a:xfrm>
          <a:prstGeom prst="line">
            <a:avLst/>
          </a:prstGeom>
          <a:ln w="28575">
            <a:noFill/>
          </a:ln>
        </p:spPr>
      </p:sp>
      <p:sp>
        <p:nvSpPr>
          <p:cNvPr id="165917" name="直接连接符 600093"/>
          <p:cNvSpPr/>
          <p:nvPr/>
        </p:nvSpPr>
        <p:spPr>
          <a:xfrm>
            <a:off x="8964613" y="1370013"/>
            <a:ext cx="0" cy="587375"/>
          </a:xfrm>
          <a:prstGeom prst="line">
            <a:avLst/>
          </a:prstGeom>
          <a:ln w="28575">
            <a:noFill/>
          </a:ln>
        </p:spPr>
      </p:sp>
      <p:sp>
        <p:nvSpPr>
          <p:cNvPr id="165918" name="直接连接符 600094"/>
          <p:cNvSpPr/>
          <p:nvPr/>
        </p:nvSpPr>
        <p:spPr>
          <a:xfrm>
            <a:off x="1763713" y="1957388"/>
            <a:ext cx="0" cy="603250"/>
          </a:xfrm>
          <a:prstGeom prst="line">
            <a:avLst/>
          </a:prstGeom>
          <a:ln w="28575">
            <a:noFill/>
          </a:ln>
        </p:spPr>
      </p:sp>
      <p:sp>
        <p:nvSpPr>
          <p:cNvPr id="165919" name="直接连接符 600095"/>
          <p:cNvSpPr/>
          <p:nvPr/>
        </p:nvSpPr>
        <p:spPr>
          <a:xfrm>
            <a:off x="8964613" y="1957388"/>
            <a:ext cx="0" cy="603250"/>
          </a:xfrm>
          <a:prstGeom prst="line">
            <a:avLst/>
          </a:prstGeom>
          <a:ln w="28575">
            <a:noFill/>
          </a:ln>
        </p:spPr>
      </p:sp>
      <p:sp>
        <p:nvSpPr>
          <p:cNvPr id="165920" name="直接连接符 600096"/>
          <p:cNvSpPr/>
          <p:nvPr/>
        </p:nvSpPr>
        <p:spPr>
          <a:xfrm>
            <a:off x="1763713" y="2560638"/>
            <a:ext cx="0" cy="796925"/>
          </a:xfrm>
          <a:prstGeom prst="line">
            <a:avLst/>
          </a:prstGeom>
          <a:ln w="28575">
            <a:noFill/>
          </a:ln>
        </p:spPr>
      </p:sp>
      <p:sp>
        <p:nvSpPr>
          <p:cNvPr id="165921" name="直接连接符 600097"/>
          <p:cNvSpPr/>
          <p:nvPr/>
        </p:nvSpPr>
        <p:spPr>
          <a:xfrm>
            <a:off x="8964613" y="2560638"/>
            <a:ext cx="0" cy="796925"/>
          </a:xfrm>
          <a:prstGeom prst="line">
            <a:avLst/>
          </a:prstGeom>
          <a:ln w="28575">
            <a:noFill/>
          </a:ln>
        </p:spPr>
      </p:sp>
      <p:sp>
        <p:nvSpPr>
          <p:cNvPr id="165922" name="直接连接符 600098"/>
          <p:cNvSpPr/>
          <p:nvPr/>
        </p:nvSpPr>
        <p:spPr>
          <a:xfrm>
            <a:off x="3132138" y="3357563"/>
            <a:ext cx="2233612" cy="0"/>
          </a:xfrm>
          <a:prstGeom prst="line">
            <a:avLst/>
          </a:prstGeom>
          <a:ln w="28575">
            <a:noFill/>
          </a:ln>
        </p:spPr>
      </p:sp>
      <p:sp>
        <p:nvSpPr>
          <p:cNvPr id="165923" name="直接连接符 600099"/>
          <p:cNvSpPr/>
          <p:nvPr/>
        </p:nvSpPr>
        <p:spPr>
          <a:xfrm>
            <a:off x="5365750" y="3357563"/>
            <a:ext cx="1079500" cy="0"/>
          </a:xfrm>
          <a:prstGeom prst="line">
            <a:avLst/>
          </a:prstGeom>
          <a:ln w="28575">
            <a:noFill/>
          </a:ln>
        </p:spPr>
      </p:sp>
      <p:sp>
        <p:nvSpPr>
          <p:cNvPr id="165924" name="直接连接符 600100"/>
          <p:cNvSpPr/>
          <p:nvPr/>
        </p:nvSpPr>
        <p:spPr>
          <a:xfrm>
            <a:off x="6445250" y="3357563"/>
            <a:ext cx="2519363" cy="0"/>
          </a:xfrm>
          <a:prstGeom prst="line">
            <a:avLst/>
          </a:prstGeom>
          <a:ln w="28575">
            <a:noFill/>
          </a:ln>
        </p:spPr>
      </p:sp>
      <p:pic>
        <p:nvPicPr>
          <p:cNvPr id="165925" name="图片 600101" descr="2-17"/>
          <p:cNvPicPr>
            <a:picLocks noChangeAspect="1"/>
          </p:cNvPicPr>
          <p:nvPr/>
        </p:nvPicPr>
        <p:blipFill>
          <a:blip r:embed="rId2">
            <a:lum bright="-100000"/>
          </a:blip>
          <a:stretch>
            <a:fillRect/>
          </a:stretch>
        </p:blipFill>
        <p:spPr>
          <a:xfrm>
            <a:off x="2339975" y="3251200"/>
            <a:ext cx="5327650" cy="3378200"/>
          </a:xfrm>
          <a:prstGeom prst="rect">
            <a:avLst/>
          </a:prstGeom>
          <a:noFill/>
          <a:ln w="9525">
            <a:noFill/>
          </a:ln>
        </p:spPr>
      </p:pic>
      <p:graphicFrame>
        <p:nvGraphicFramePr>
          <p:cNvPr id="165926" name="对象 1"/>
          <p:cNvGraphicFramePr>
            <a:graphicFrameLocks noGrp="1"/>
          </p:cNvGraphicFramePr>
          <p:nvPr/>
        </p:nvGraphicFramePr>
        <p:xfrm>
          <a:off x="3332163" y="322263"/>
          <a:ext cx="1439862" cy="431800"/>
        </p:xfrm>
        <a:graphic>
          <a:graphicData uri="http://schemas.openxmlformats.org/presentationml/2006/ole">
            <mc:AlternateContent xmlns:mc="http://schemas.openxmlformats.org/markup-compatibility/2006">
              <mc:Choice xmlns:v="urn:schemas-microsoft-com:vml" Requires="v">
                <p:oleObj r:id="rId3" imgW="3009900" imgH="457200" progId="Equation.DSMT4">
                  <p:embed/>
                </p:oleObj>
              </mc:Choice>
              <mc:Fallback>
                <p:oleObj r:id="rId3" imgW="3009900" imgH="457200" progId="Equation.DSMT4">
                  <p:embed/>
                  <p:pic>
                    <p:nvPicPr>
                      <p:cNvPr id="0" name="图片 3576"/>
                      <p:cNvPicPr/>
                      <p:nvPr/>
                    </p:nvPicPr>
                    <p:blipFill>
                      <a:blip r:embed="rId4">
                        <a:lum bright="-100000"/>
                      </a:blip>
                      <a:srcRect l="9599" r="42563" b="5556"/>
                      <a:stretch>
                        <a:fillRect/>
                      </a:stretch>
                    </p:blipFill>
                    <p:spPr>
                      <a:xfrm>
                        <a:off x="3332163" y="322263"/>
                        <a:ext cx="1439862" cy="431800"/>
                      </a:xfrm>
                      <a:prstGeom prst="rect">
                        <a:avLst/>
                      </a:prstGeom>
                      <a:solidFill>
                        <a:srgbClr val="FF6600"/>
                      </a:solidFill>
                      <a:ln w="38100">
                        <a:noFill/>
                        <a:miter/>
                      </a:ln>
                    </p:spPr>
                  </p:pic>
                </p:oleObj>
              </mc:Fallback>
            </mc:AlternateContent>
          </a:graphicData>
        </a:graphic>
      </p:graphicFrame>
      <p:sp>
        <p:nvSpPr>
          <p:cNvPr id="165927" name="文本框 1"/>
          <p:cNvSpPr txBox="1"/>
          <p:nvPr/>
        </p:nvSpPr>
        <p:spPr>
          <a:xfrm>
            <a:off x="590550" y="276225"/>
            <a:ext cx="3038475" cy="522288"/>
          </a:xfrm>
          <a:prstGeom prst="rect">
            <a:avLst/>
          </a:prstGeom>
          <a:noFill/>
          <a:ln w="9525">
            <a:noFill/>
          </a:ln>
        </p:spPr>
        <p:txBody>
          <a:bodyPr wrap="square" anchor="t" anchorCtr="0">
            <a:spAutoFit/>
          </a:bodyPr>
          <a:lstStyle/>
          <a:p>
            <a:r>
              <a:rPr lang="en-US" altLang="zh-CN" sz="2800" b="1" dirty="0">
                <a:solidFill>
                  <a:srgbClr val="FF3300"/>
                </a:solidFill>
                <a:latin typeface="Arial" panose="020B0604020202020204" pitchFamily="34" charset="0"/>
                <a:ea typeface="宋体" panose="02010600030101010101" pitchFamily="2" charset="-122"/>
              </a:rPr>
              <a:t>讨论r与σ的关系</a:t>
            </a:r>
          </a:p>
        </p:txBody>
      </p:sp>
      <p:graphicFrame>
        <p:nvGraphicFramePr>
          <p:cNvPr id="165928" name="对象 599051"/>
          <p:cNvGraphicFramePr/>
          <p:nvPr/>
        </p:nvGraphicFramePr>
        <p:xfrm>
          <a:off x="388938" y="4425950"/>
          <a:ext cx="1574800" cy="368300"/>
        </p:xfrm>
        <a:graphic>
          <a:graphicData uri="http://schemas.openxmlformats.org/presentationml/2006/ole">
            <mc:AlternateContent xmlns:mc="http://schemas.openxmlformats.org/markup-compatibility/2006">
              <mc:Choice xmlns:v="urn:schemas-microsoft-com:vml" Requires="v">
                <p:oleObj r:id="rId5" imgW="1574800" imgH="368300" progId="Equation.DSMT4">
                  <p:embed/>
                </p:oleObj>
              </mc:Choice>
              <mc:Fallback>
                <p:oleObj r:id="rId5" imgW="1574800" imgH="368300" progId="Equation.DSMT4">
                  <p:embed/>
                  <p:pic>
                    <p:nvPicPr>
                      <p:cNvPr id="0" name="图片 3575"/>
                      <p:cNvPicPr/>
                      <p:nvPr/>
                    </p:nvPicPr>
                    <p:blipFill>
                      <a:blip r:embed="rId6">
                        <a:lum bright="-100000"/>
                      </a:blip>
                      <a:stretch>
                        <a:fillRect/>
                      </a:stretch>
                    </p:blipFill>
                    <p:spPr>
                      <a:xfrm>
                        <a:off x="388938" y="4425950"/>
                        <a:ext cx="1574800" cy="368300"/>
                      </a:xfrm>
                      <a:prstGeom prst="rect">
                        <a:avLst/>
                      </a:prstGeom>
                      <a:noFill/>
                      <a:ln w="38100">
                        <a:noFill/>
                        <a:miter/>
                      </a:ln>
                    </p:spPr>
                  </p:pic>
                </p:oleObj>
              </mc:Fallback>
            </mc:AlternateContent>
          </a:graphicData>
        </a:graphic>
      </p:graphicFrame>
    </p:spTree>
  </p:cSld>
  <p:clrMapOvr>
    <a:masterClrMapping/>
  </p:clrMapOvr>
  <p:transition spd="med">
    <p:checker/>
  </p:transition>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66913" name="对象 601090"/>
          <p:cNvGraphicFramePr/>
          <p:nvPr/>
        </p:nvGraphicFramePr>
        <p:xfrm>
          <a:off x="3492500" y="338138"/>
          <a:ext cx="1058863" cy="277812"/>
        </p:xfrm>
        <a:graphic>
          <a:graphicData uri="http://schemas.openxmlformats.org/presentationml/2006/ole">
            <mc:AlternateContent xmlns:mc="http://schemas.openxmlformats.org/markup-compatibility/2006">
              <mc:Choice xmlns:v="urn:schemas-microsoft-com:vml" Requires="v">
                <p:oleObj r:id="rId3" imgW="1167765" imgH="304800" progId="Equation.DSMT4">
                  <p:embed/>
                </p:oleObj>
              </mc:Choice>
              <mc:Fallback>
                <p:oleObj r:id="rId3" imgW="1167765" imgH="304800" progId="Equation.DSMT4">
                  <p:embed/>
                  <p:pic>
                    <p:nvPicPr>
                      <p:cNvPr id="0" name="图片 3574"/>
                      <p:cNvPicPr/>
                      <p:nvPr/>
                    </p:nvPicPr>
                    <p:blipFill>
                      <a:blip r:embed="rId4">
                        <a:lum bright="-89990"/>
                      </a:blip>
                      <a:stretch>
                        <a:fillRect/>
                      </a:stretch>
                    </p:blipFill>
                    <p:spPr>
                      <a:xfrm>
                        <a:off x="3492500" y="338138"/>
                        <a:ext cx="1058863" cy="277812"/>
                      </a:xfrm>
                      <a:prstGeom prst="rect">
                        <a:avLst/>
                      </a:prstGeom>
                      <a:solidFill>
                        <a:srgbClr val="FF6600"/>
                      </a:solidFill>
                      <a:ln w="38100">
                        <a:noFill/>
                        <a:miter/>
                      </a:ln>
                    </p:spPr>
                  </p:pic>
                </p:oleObj>
              </mc:Fallback>
            </mc:AlternateContent>
          </a:graphicData>
        </a:graphic>
      </p:graphicFrame>
      <p:grpSp>
        <p:nvGrpSpPr>
          <p:cNvPr id="166914" name="组合 601091"/>
          <p:cNvGrpSpPr/>
          <p:nvPr/>
        </p:nvGrpSpPr>
        <p:grpSpPr>
          <a:xfrm>
            <a:off x="5724525" y="1700213"/>
            <a:ext cx="3311525" cy="617537"/>
            <a:chOff x="3289" y="909"/>
            <a:chExt cx="2086" cy="389"/>
          </a:xfrm>
        </p:grpSpPr>
        <p:sp>
          <p:nvSpPr>
            <p:cNvPr id="166915" name="矩形 601092"/>
            <p:cNvSpPr/>
            <p:nvPr/>
          </p:nvSpPr>
          <p:spPr>
            <a:xfrm>
              <a:off x="4196" y="909"/>
              <a:ext cx="1179" cy="344"/>
            </a:xfrm>
            <a:prstGeom prst="rect">
              <a:avLst/>
            </a:prstGeom>
            <a:noFill/>
            <a:ln w="12700">
              <a:noFill/>
            </a:ln>
          </p:spPr>
          <p:txBody>
            <a:bodyPr lIns="90000" tIns="46800" rIns="90000" bIns="46800" anchor="t" anchorCtr="0"/>
            <a:lstStyle/>
            <a:p>
              <a:pPr>
                <a:spcBef>
                  <a:spcPct val="20000"/>
                </a:spcBef>
                <a:buClr>
                  <a:schemeClr val="bg2"/>
                </a:buClr>
                <a:buSzPct val="75000"/>
                <a:buFont typeface="Wingdings" panose="05000000000000000000" pitchFamily="2" charset="2"/>
              </a:pPr>
              <a:r>
                <a:rPr lang="zh-CN" altLang="en-US" sz="2400" dirty="0">
                  <a:latin typeface="Arial" panose="020B0604020202020204" pitchFamily="34" charset="0"/>
                  <a:ea typeface="宋体" panose="02010600030101010101" pitchFamily="2" charset="-122"/>
                </a:rPr>
                <a:t>辐射线</a:t>
              </a:r>
            </a:p>
          </p:txBody>
        </p:sp>
        <p:sp>
          <p:nvSpPr>
            <p:cNvPr id="166916" name="矩形 601093"/>
            <p:cNvSpPr/>
            <p:nvPr/>
          </p:nvSpPr>
          <p:spPr>
            <a:xfrm>
              <a:off x="3289" y="909"/>
              <a:ext cx="907" cy="389"/>
            </a:xfrm>
            <a:prstGeom prst="rect">
              <a:avLst/>
            </a:prstGeom>
            <a:noFill/>
            <a:ln w="12700">
              <a:noFill/>
            </a:ln>
          </p:spPr>
          <p:txBody>
            <a:bodyPr lIns="90000" tIns="46800" rIns="90000" bIns="46800" anchor="t" anchorCtr="0"/>
            <a:lstStyle/>
            <a:p>
              <a:pPr>
                <a:spcBef>
                  <a:spcPct val="20000"/>
                </a:spcBef>
                <a:buClr>
                  <a:schemeClr val="bg2"/>
                </a:buClr>
                <a:buSzPct val="75000"/>
                <a:buFont typeface="Wingdings" panose="05000000000000000000" pitchFamily="2" charset="2"/>
              </a:pPr>
              <a:r>
                <a:rPr lang="el-GR" altLang="zh-CN" sz="2400">
                  <a:latin typeface="宋体" panose="02010600030101010101" pitchFamily="2" charset="-122"/>
                  <a:ea typeface="宋体" panose="02010600030101010101" pitchFamily="2" charset="-122"/>
                </a:rPr>
                <a:t>ω=Ω</a:t>
              </a:r>
              <a:r>
                <a:rPr lang="en-US" altLang="zh-CN" sz="2400" baseline="-25000">
                  <a:latin typeface="宋体" panose="02010600030101010101" pitchFamily="2" charset="-122"/>
                  <a:ea typeface="宋体" panose="02010600030101010101" pitchFamily="2" charset="-122"/>
                </a:rPr>
                <a:t>0</a:t>
              </a:r>
              <a:r>
                <a:rPr lang="en-US" altLang="zh-CN" sz="2400">
                  <a:latin typeface="宋体" panose="02010600030101010101" pitchFamily="2" charset="-122"/>
                  <a:ea typeface="宋体" panose="02010600030101010101" pitchFamily="2" charset="-122"/>
                </a:rPr>
                <a:t>T</a:t>
              </a:r>
              <a:endParaRPr lang="en-US" altLang="zh-CN" sz="2400">
                <a:latin typeface="宋体" panose="02010600030101010101" pitchFamily="2" charset="-122"/>
                <a:ea typeface="Times New Roman" panose="02020603050405020304" pitchFamily="2" charset="0"/>
              </a:endParaRPr>
            </a:p>
          </p:txBody>
        </p:sp>
      </p:grpSp>
      <p:sp>
        <p:nvSpPr>
          <p:cNvPr id="166917" name="矩形 601094"/>
          <p:cNvSpPr/>
          <p:nvPr/>
        </p:nvSpPr>
        <p:spPr>
          <a:xfrm>
            <a:off x="2555875" y="1700213"/>
            <a:ext cx="3240088" cy="546100"/>
          </a:xfrm>
          <a:prstGeom prst="rect">
            <a:avLst/>
          </a:prstGeom>
          <a:noFill/>
          <a:ln w="12700">
            <a:noFill/>
          </a:ln>
        </p:spPr>
        <p:txBody>
          <a:bodyPr lIns="90000" tIns="46800" rIns="90000" bIns="46800" anchor="t" anchorCtr="0"/>
          <a:lstStyle/>
          <a:p>
            <a:pPr>
              <a:spcBef>
                <a:spcPct val="20000"/>
              </a:spcBef>
              <a:buClr>
                <a:schemeClr val="bg2"/>
              </a:buClr>
              <a:buSzPct val="75000"/>
              <a:buFont typeface="Wingdings" panose="05000000000000000000" pitchFamily="2" charset="2"/>
            </a:pPr>
            <a:r>
              <a:rPr lang="zh-CN" altLang="en-US" sz="2400" dirty="0">
                <a:latin typeface="Arial" panose="020B0604020202020204" pitchFamily="34" charset="0"/>
                <a:ea typeface="宋体" panose="02010600030101010101" pitchFamily="2" charset="-122"/>
              </a:rPr>
              <a:t>平行于实轴的直线</a:t>
            </a:r>
          </a:p>
        </p:txBody>
      </p:sp>
      <p:sp>
        <p:nvSpPr>
          <p:cNvPr id="166918" name="矩形 601095"/>
          <p:cNvSpPr/>
          <p:nvPr/>
        </p:nvSpPr>
        <p:spPr>
          <a:xfrm>
            <a:off x="1258888" y="1771650"/>
            <a:ext cx="1512887" cy="473075"/>
          </a:xfrm>
          <a:prstGeom prst="rect">
            <a:avLst/>
          </a:prstGeom>
          <a:noFill/>
          <a:ln w="12700">
            <a:noFill/>
          </a:ln>
        </p:spPr>
        <p:txBody>
          <a:bodyPr lIns="90000" tIns="46800" rIns="90000" bIns="46800" anchor="t" anchorCtr="0"/>
          <a:lstStyle/>
          <a:p>
            <a:pPr>
              <a:spcBef>
                <a:spcPct val="20000"/>
              </a:spcBef>
              <a:buClr>
                <a:schemeClr val="bg2"/>
              </a:buClr>
              <a:buSzPct val="75000"/>
              <a:buFont typeface="Wingdings" panose="05000000000000000000" pitchFamily="2" charset="2"/>
            </a:pPr>
            <a:r>
              <a:rPr lang="el-GR" altLang="zh-CN" sz="2400" dirty="0">
                <a:latin typeface="宋体" panose="02010600030101010101" pitchFamily="2" charset="-122"/>
                <a:ea typeface="宋体" panose="02010600030101010101" pitchFamily="2" charset="-122"/>
              </a:rPr>
              <a:t>Ω</a:t>
            </a:r>
            <a:r>
              <a:rPr lang="el-GR" altLang="zh-CN" sz="2400" dirty="0">
                <a:latin typeface="Arial" panose="020B0604020202020204" pitchFamily="34" charset="0"/>
                <a:ea typeface="宋体" panose="02010600030101010101" pitchFamily="2" charset="-122"/>
              </a:rPr>
              <a:t> </a:t>
            </a:r>
            <a:r>
              <a:rPr lang="el-GR" altLang="zh-CN" sz="2400" dirty="0">
                <a:latin typeface="宋体" panose="02010600030101010101" pitchFamily="2" charset="-122"/>
                <a:ea typeface="宋体" panose="02010600030101010101" pitchFamily="2" charset="-122"/>
              </a:rPr>
              <a:t>=Ω</a:t>
            </a:r>
            <a:r>
              <a:rPr lang="en-US" altLang="zh-CN" sz="2400" baseline="-25000">
                <a:latin typeface="宋体" panose="02010600030101010101" pitchFamily="2" charset="-122"/>
                <a:ea typeface="宋体" panose="02010600030101010101" pitchFamily="2" charset="-122"/>
              </a:rPr>
              <a:t>0</a:t>
            </a:r>
            <a:endParaRPr lang="en-US" altLang="zh-CN" sz="2400">
              <a:latin typeface="Arial" panose="020B0604020202020204" pitchFamily="34" charset="0"/>
              <a:ea typeface="Times New Roman" panose="02020603050405020304" pitchFamily="2" charset="0"/>
            </a:endParaRPr>
          </a:p>
        </p:txBody>
      </p:sp>
      <p:sp>
        <p:nvSpPr>
          <p:cNvPr id="166919" name="矩形 601096"/>
          <p:cNvSpPr/>
          <p:nvPr/>
        </p:nvSpPr>
        <p:spPr>
          <a:xfrm>
            <a:off x="7164388" y="1187450"/>
            <a:ext cx="1871662" cy="519113"/>
          </a:xfrm>
          <a:prstGeom prst="rect">
            <a:avLst/>
          </a:prstGeom>
          <a:noFill/>
          <a:ln w="12700">
            <a:noFill/>
          </a:ln>
        </p:spPr>
        <p:txBody>
          <a:bodyPr lIns="90000" tIns="46800" rIns="90000" bIns="46800" anchor="t" anchorCtr="0"/>
          <a:lstStyle/>
          <a:p>
            <a:pPr>
              <a:spcBef>
                <a:spcPct val="20000"/>
              </a:spcBef>
              <a:buClr>
                <a:schemeClr val="bg2"/>
              </a:buClr>
              <a:buSzPct val="75000"/>
              <a:buFont typeface="Wingdings" panose="05000000000000000000" pitchFamily="2" charset="2"/>
            </a:pPr>
            <a:r>
              <a:rPr lang="zh-CN" altLang="en-US" sz="2400" dirty="0">
                <a:latin typeface="Arial" panose="020B0604020202020204" pitchFamily="34" charset="0"/>
                <a:ea typeface="宋体" panose="02010600030101010101" pitchFamily="2" charset="-122"/>
              </a:rPr>
              <a:t>正实轴</a:t>
            </a:r>
          </a:p>
        </p:txBody>
      </p:sp>
      <p:sp>
        <p:nvSpPr>
          <p:cNvPr id="166920" name="矩形 601097"/>
          <p:cNvSpPr/>
          <p:nvPr/>
        </p:nvSpPr>
        <p:spPr>
          <a:xfrm>
            <a:off x="5724525" y="1187450"/>
            <a:ext cx="1439863" cy="519113"/>
          </a:xfrm>
          <a:prstGeom prst="rect">
            <a:avLst/>
          </a:prstGeom>
          <a:noFill/>
          <a:ln w="12700">
            <a:noFill/>
          </a:ln>
        </p:spPr>
        <p:txBody>
          <a:bodyPr lIns="90000" tIns="46800" rIns="90000" bIns="46800" anchor="t" anchorCtr="0"/>
          <a:lstStyle/>
          <a:p>
            <a:pPr>
              <a:spcBef>
                <a:spcPct val="20000"/>
              </a:spcBef>
              <a:buClr>
                <a:schemeClr val="bg2"/>
              </a:buClr>
              <a:buSzPct val="75000"/>
              <a:buFont typeface="Wingdings" panose="05000000000000000000" pitchFamily="2" charset="2"/>
            </a:pPr>
            <a:r>
              <a:rPr lang="el-GR" altLang="zh-CN" sz="2400">
                <a:latin typeface="宋体" panose="02010600030101010101" pitchFamily="2" charset="-122"/>
                <a:ea typeface="宋体" panose="02010600030101010101" pitchFamily="2" charset="-122"/>
              </a:rPr>
              <a:t>ω=0</a:t>
            </a:r>
          </a:p>
        </p:txBody>
      </p:sp>
      <p:sp>
        <p:nvSpPr>
          <p:cNvPr id="166921" name="矩形 601098"/>
          <p:cNvSpPr/>
          <p:nvPr/>
        </p:nvSpPr>
        <p:spPr>
          <a:xfrm>
            <a:off x="2627313" y="1187450"/>
            <a:ext cx="2520950" cy="519113"/>
          </a:xfrm>
          <a:prstGeom prst="rect">
            <a:avLst/>
          </a:prstGeom>
          <a:noFill/>
          <a:ln w="12700">
            <a:noFill/>
          </a:ln>
        </p:spPr>
        <p:txBody>
          <a:bodyPr lIns="90000" tIns="46800" rIns="90000" bIns="46800" anchor="t" anchorCtr="0"/>
          <a:lstStyle/>
          <a:p>
            <a:pPr>
              <a:spcBef>
                <a:spcPct val="20000"/>
              </a:spcBef>
              <a:buClr>
                <a:schemeClr val="bg2"/>
              </a:buClr>
              <a:buSzPct val="75000"/>
              <a:buFont typeface="Wingdings" panose="05000000000000000000" pitchFamily="2" charset="2"/>
            </a:pPr>
            <a:r>
              <a:rPr lang="zh-CN" altLang="en-US" sz="2400" dirty="0">
                <a:latin typeface="Arial" panose="020B0604020202020204" pitchFamily="34" charset="0"/>
                <a:ea typeface="宋体" panose="02010600030101010101" pitchFamily="2" charset="-122"/>
              </a:rPr>
              <a:t>实轴</a:t>
            </a:r>
          </a:p>
        </p:txBody>
      </p:sp>
      <p:sp>
        <p:nvSpPr>
          <p:cNvPr id="166922" name="矩形 601099"/>
          <p:cNvSpPr/>
          <p:nvPr/>
        </p:nvSpPr>
        <p:spPr>
          <a:xfrm>
            <a:off x="1258888" y="1187450"/>
            <a:ext cx="1368425" cy="519113"/>
          </a:xfrm>
          <a:prstGeom prst="rect">
            <a:avLst/>
          </a:prstGeom>
          <a:noFill/>
          <a:ln w="12700">
            <a:noFill/>
          </a:ln>
        </p:spPr>
        <p:txBody>
          <a:bodyPr lIns="90000" tIns="46800" rIns="90000" bIns="46800" anchor="t" anchorCtr="0"/>
          <a:lstStyle/>
          <a:p>
            <a:pPr>
              <a:spcBef>
                <a:spcPct val="20000"/>
              </a:spcBef>
              <a:buClr>
                <a:schemeClr val="bg2"/>
              </a:buClr>
              <a:buSzPct val="75000"/>
              <a:buFont typeface="Wingdings" panose="05000000000000000000" pitchFamily="2" charset="2"/>
            </a:pPr>
            <a:r>
              <a:rPr lang="el-GR" altLang="zh-CN" sz="2400" dirty="0">
                <a:latin typeface="宋体" panose="02010600030101010101" pitchFamily="2" charset="-122"/>
                <a:ea typeface="宋体" panose="02010600030101010101" pitchFamily="2" charset="-122"/>
              </a:rPr>
              <a:t>Ω =0</a:t>
            </a:r>
          </a:p>
        </p:txBody>
      </p:sp>
      <p:grpSp>
        <p:nvGrpSpPr>
          <p:cNvPr id="166923" name="组合 601100"/>
          <p:cNvGrpSpPr/>
          <p:nvPr/>
        </p:nvGrpSpPr>
        <p:grpSpPr>
          <a:xfrm>
            <a:off x="1258888" y="676275"/>
            <a:ext cx="7200900" cy="519113"/>
            <a:chOff x="839" y="255"/>
            <a:chExt cx="4536" cy="327"/>
          </a:xfrm>
        </p:grpSpPr>
        <p:sp>
          <p:nvSpPr>
            <p:cNvPr id="166924" name="矩形 601101"/>
            <p:cNvSpPr/>
            <p:nvPr/>
          </p:nvSpPr>
          <p:spPr>
            <a:xfrm>
              <a:off x="3289" y="255"/>
              <a:ext cx="2086" cy="327"/>
            </a:xfrm>
            <a:prstGeom prst="rect">
              <a:avLst/>
            </a:prstGeom>
            <a:noFill/>
            <a:ln w="12700">
              <a:noFill/>
            </a:ln>
          </p:spPr>
          <p:txBody>
            <a:bodyPr lIns="90000" tIns="46800" rIns="90000" bIns="46800" anchor="t" anchorCtr="0"/>
            <a:lstStyle/>
            <a:p>
              <a:pPr algn="ctr">
                <a:spcBef>
                  <a:spcPct val="20000"/>
                </a:spcBef>
                <a:buClr>
                  <a:schemeClr val="bg2"/>
                </a:buClr>
                <a:buSzPct val="75000"/>
                <a:buFont typeface="Wingdings" panose="05000000000000000000" pitchFamily="2" charset="2"/>
              </a:pPr>
              <a:r>
                <a:rPr lang="en-US" altLang="zh-CN" sz="2400" dirty="0">
                  <a:latin typeface="Arial" panose="020B0604020202020204" pitchFamily="34" charset="0"/>
                  <a:ea typeface="宋体" panose="02010600030101010101" pitchFamily="2" charset="-122"/>
                </a:rPr>
                <a:t>Z</a:t>
              </a:r>
              <a:r>
                <a:rPr lang="zh-CN" altLang="en-US" sz="2400" dirty="0">
                  <a:latin typeface="Arial" panose="020B0604020202020204" pitchFamily="34" charset="0"/>
                  <a:ea typeface="宋体" panose="02010600030101010101" pitchFamily="2" charset="-122"/>
                </a:rPr>
                <a:t>平面</a:t>
              </a:r>
            </a:p>
          </p:txBody>
        </p:sp>
        <p:sp>
          <p:nvSpPr>
            <p:cNvPr id="166925" name="矩形 601102"/>
            <p:cNvSpPr/>
            <p:nvPr/>
          </p:nvSpPr>
          <p:spPr>
            <a:xfrm>
              <a:off x="839" y="255"/>
              <a:ext cx="2450" cy="327"/>
            </a:xfrm>
            <a:prstGeom prst="rect">
              <a:avLst/>
            </a:prstGeom>
            <a:noFill/>
            <a:ln w="12700">
              <a:noFill/>
            </a:ln>
          </p:spPr>
          <p:txBody>
            <a:bodyPr lIns="90000" tIns="46800" rIns="90000" bIns="46800" anchor="t" anchorCtr="0"/>
            <a:lstStyle/>
            <a:p>
              <a:pPr algn="ctr">
                <a:spcBef>
                  <a:spcPct val="20000"/>
                </a:spcBef>
                <a:buClr>
                  <a:schemeClr val="bg2"/>
                </a:buClr>
                <a:buSzPct val="75000"/>
                <a:buFont typeface="Wingdings" panose="05000000000000000000" pitchFamily="2" charset="2"/>
              </a:pPr>
              <a:r>
                <a:rPr lang="en-US" altLang="zh-CN" sz="2400" dirty="0">
                  <a:latin typeface="Arial" panose="020B0604020202020204" pitchFamily="34" charset="0"/>
                  <a:ea typeface="宋体" panose="02010600030101010101" pitchFamily="2" charset="-122"/>
                </a:rPr>
                <a:t>S</a:t>
              </a:r>
              <a:r>
                <a:rPr lang="zh-CN" altLang="en-US" sz="2400" dirty="0">
                  <a:latin typeface="Arial" panose="020B0604020202020204" pitchFamily="34" charset="0"/>
                  <a:ea typeface="宋体" panose="02010600030101010101" pitchFamily="2" charset="-122"/>
                </a:rPr>
                <a:t>平面</a:t>
              </a:r>
            </a:p>
          </p:txBody>
        </p:sp>
      </p:grpSp>
      <p:sp>
        <p:nvSpPr>
          <p:cNvPr id="166926" name="直接连接符 601103"/>
          <p:cNvSpPr/>
          <p:nvPr/>
        </p:nvSpPr>
        <p:spPr>
          <a:xfrm>
            <a:off x="1331913" y="547688"/>
            <a:ext cx="3889375" cy="0"/>
          </a:xfrm>
          <a:prstGeom prst="line">
            <a:avLst/>
          </a:prstGeom>
          <a:ln w="28575">
            <a:noFill/>
          </a:ln>
        </p:spPr>
      </p:sp>
      <p:sp>
        <p:nvSpPr>
          <p:cNvPr id="166927" name="直接连接符 601104"/>
          <p:cNvSpPr/>
          <p:nvPr/>
        </p:nvSpPr>
        <p:spPr>
          <a:xfrm>
            <a:off x="1331913" y="3851275"/>
            <a:ext cx="3889375" cy="0"/>
          </a:xfrm>
          <a:prstGeom prst="line">
            <a:avLst/>
          </a:prstGeom>
          <a:ln w="28575">
            <a:noFill/>
          </a:ln>
        </p:spPr>
      </p:sp>
      <p:sp>
        <p:nvSpPr>
          <p:cNvPr id="166928" name="直接连接符 601105"/>
          <p:cNvSpPr/>
          <p:nvPr/>
        </p:nvSpPr>
        <p:spPr>
          <a:xfrm>
            <a:off x="1331913" y="547688"/>
            <a:ext cx="0" cy="519112"/>
          </a:xfrm>
          <a:prstGeom prst="line">
            <a:avLst/>
          </a:prstGeom>
          <a:ln w="28575">
            <a:noFill/>
          </a:ln>
        </p:spPr>
      </p:sp>
      <p:sp>
        <p:nvSpPr>
          <p:cNvPr id="166929" name="直接连接符 601106"/>
          <p:cNvSpPr/>
          <p:nvPr/>
        </p:nvSpPr>
        <p:spPr>
          <a:xfrm>
            <a:off x="8532813" y="547688"/>
            <a:ext cx="0" cy="519112"/>
          </a:xfrm>
          <a:prstGeom prst="line">
            <a:avLst/>
          </a:prstGeom>
          <a:ln w="28575">
            <a:noFill/>
          </a:ln>
        </p:spPr>
      </p:sp>
      <p:sp>
        <p:nvSpPr>
          <p:cNvPr id="166930" name="直接连接符 601107"/>
          <p:cNvSpPr/>
          <p:nvPr/>
        </p:nvSpPr>
        <p:spPr>
          <a:xfrm>
            <a:off x="5221288" y="547688"/>
            <a:ext cx="3311525" cy="0"/>
          </a:xfrm>
          <a:prstGeom prst="line">
            <a:avLst/>
          </a:prstGeom>
          <a:ln w="28575">
            <a:noFill/>
          </a:ln>
        </p:spPr>
      </p:sp>
      <p:sp>
        <p:nvSpPr>
          <p:cNvPr id="166931" name="直接连接符 601108"/>
          <p:cNvSpPr/>
          <p:nvPr/>
        </p:nvSpPr>
        <p:spPr>
          <a:xfrm>
            <a:off x="1331913" y="1066800"/>
            <a:ext cx="0" cy="519113"/>
          </a:xfrm>
          <a:prstGeom prst="line">
            <a:avLst/>
          </a:prstGeom>
          <a:ln w="28575">
            <a:noFill/>
          </a:ln>
        </p:spPr>
      </p:sp>
      <p:sp>
        <p:nvSpPr>
          <p:cNvPr id="166932" name="直接连接符 601109"/>
          <p:cNvSpPr/>
          <p:nvPr/>
        </p:nvSpPr>
        <p:spPr>
          <a:xfrm>
            <a:off x="8532813" y="1066800"/>
            <a:ext cx="0" cy="519113"/>
          </a:xfrm>
          <a:prstGeom prst="line">
            <a:avLst/>
          </a:prstGeom>
          <a:ln w="28575">
            <a:noFill/>
          </a:ln>
        </p:spPr>
      </p:sp>
      <p:sp>
        <p:nvSpPr>
          <p:cNvPr id="166933" name="直接连接符 601110"/>
          <p:cNvSpPr/>
          <p:nvPr/>
        </p:nvSpPr>
        <p:spPr>
          <a:xfrm>
            <a:off x="1331913" y="1585913"/>
            <a:ext cx="0" cy="946150"/>
          </a:xfrm>
          <a:prstGeom prst="line">
            <a:avLst/>
          </a:prstGeom>
          <a:ln w="28575">
            <a:noFill/>
          </a:ln>
        </p:spPr>
      </p:sp>
      <p:sp>
        <p:nvSpPr>
          <p:cNvPr id="166934" name="直接连接符 601111"/>
          <p:cNvSpPr/>
          <p:nvPr/>
        </p:nvSpPr>
        <p:spPr>
          <a:xfrm>
            <a:off x="8532813" y="1585913"/>
            <a:ext cx="0" cy="946150"/>
          </a:xfrm>
          <a:prstGeom prst="line">
            <a:avLst/>
          </a:prstGeom>
          <a:ln w="28575">
            <a:noFill/>
          </a:ln>
        </p:spPr>
      </p:sp>
      <p:sp>
        <p:nvSpPr>
          <p:cNvPr id="166935" name="直接连接符 601112"/>
          <p:cNvSpPr/>
          <p:nvPr/>
        </p:nvSpPr>
        <p:spPr>
          <a:xfrm>
            <a:off x="1331913" y="2532063"/>
            <a:ext cx="0" cy="1319212"/>
          </a:xfrm>
          <a:prstGeom prst="line">
            <a:avLst/>
          </a:prstGeom>
          <a:ln w="28575">
            <a:noFill/>
          </a:ln>
        </p:spPr>
      </p:sp>
      <p:sp>
        <p:nvSpPr>
          <p:cNvPr id="166936" name="直接连接符 601113"/>
          <p:cNvSpPr/>
          <p:nvPr/>
        </p:nvSpPr>
        <p:spPr>
          <a:xfrm>
            <a:off x="8532813" y="2532063"/>
            <a:ext cx="0" cy="1319212"/>
          </a:xfrm>
          <a:prstGeom prst="line">
            <a:avLst/>
          </a:prstGeom>
          <a:ln w="28575">
            <a:noFill/>
          </a:ln>
        </p:spPr>
      </p:sp>
      <p:sp>
        <p:nvSpPr>
          <p:cNvPr id="166937" name="直接连接符 601114"/>
          <p:cNvSpPr/>
          <p:nvPr/>
        </p:nvSpPr>
        <p:spPr>
          <a:xfrm>
            <a:off x="5221288" y="3851275"/>
            <a:ext cx="3311525" cy="0"/>
          </a:xfrm>
          <a:prstGeom prst="line">
            <a:avLst/>
          </a:prstGeom>
          <a:ln w="28575">
            <a:noFill/>
          </a:ln>
        </p:spPr>
      </p:sp>
      <p:grpSp>
        <p:nvGrpSpPr>
          <p:cNvPr id="166938" name="组合 601115"/>
          <p:cNvGrpSpPr/>
          <p:nvPr/>
        </p:nvGrpSpPr>
        <p:grpSpPr>
          <a:xfrm>
            <a:off x="1258888" y="2276475"/>
            <a:ext cx="3889375" cy="519113"/>
            <a:chOff x="839" y="1253"/>
            <a:chExt cx="2450" cy="327"/>
          </a:xfrm>
        </p:grpSpPr>
        <p:sp>
          <p:nvSpPr>
            <p:cNvPr id="166939" name="矩形 601116"/>
            <p:cNvSpPr/>
            <p:nvPr/>
          </p:nvSpPr>
          <p:spPr>
            <a:xfrm>
              <a:off x="839" y="1253"/>
              <a:ext cx="2450" cy="327"/>
            </a:xfrm>
            <a:prstGeom prst="rect">
              <a:avLst/>
            </a:prstGeom>
            <a:noFill/>
            <a:ln w="12700">
              <a:noFill/>
            </a:ln>
          </p:spPr>
          <p:txBody>
            <a:bodyPr lIns="90000" tIns="46800" rIns="90000" bIns="46800" anchor="t" anchorCtr="0"/>
            <a:lstStyle/>
            <a:p>
              <a:pPr>
                <a:spcBef>
                  <a:spcPct val="20000"/>
                </a:spcBef>
                <a:buClr>
                  <a:schemeClr val="bg2"/>
                </a:buClr>
                <a:buSzPct val="75000"/>
                <a:buFont typeface="Wingdings" panose="05000000000000000000" pitchFamily="2" charset="2"/>
              </a:pPr>
              <a:r>
                <a:rPr lang="el-GR" altLang="zh-CN" sz="2400">
                  <a:latin typeface="宋体" panose="02010600030101010101" pitchFamily="2" charset="-122"/>
                  <a:ea typeface="宋体" panose="02010600030101010101" pitchFamily="2" charset="-122"/>
                </a:rPr>
                <a:t>Ω</a:t>
              </a:r>
              <a:r>
                <a:rPr lang="en-US" altLang="zh-CN" sz="2400">
                  <a:latin typeface="宋体" panose="02010600030101010101" pitchFamily="2" charset="-122"/>
                  <a:ea typeface="宋体" panose="02010600030101010101" pitchFamily="2" charset="-122"/>
                </a:rPr>
                <a:t>:</a:t>
              </a:r>
              <a:endParaRPr lang="en-US" altLang="zh-CN" sz="2400">
                <a:latin typeface="宋体" panose="02010600030101010101" pitchFamily="2" charset="-122"/>
                <a:ea typeface="Times New Roman" panose="02020603050405020304" pitchFamily="2" charset="0"/>
              </a:endParaRPr>
            </a:p>
          </p:txBody>
        </p:sp>
        <p:graphicFrame>
          <p:nvGraphicFramePr>
            <p:cNvPr id="166940" name="对象 601117"/>
            <p:cNvGraphicFramePr/>
            <p:nvPr/>
          </p:nvGraphicFramePr>
          <p:xfrm>
            <a:off x="1295" y="1309"/>
            <a:ext cx="1212" cy="176"/>
          </p:xfrm>
          <a:graphic>
            <a:graphicData uri="http://schemas.openxmlformats.org/presentationml/2006/ole">
              <mc:AlternateContent xmlns:mc="http://schemas.openxmlformats.org/markup-compatibility/2006">
                <mc:Choice xmlns:v="urn:schemas-microsoft-com:vml" Requires="v">
                  <p:oleObj r:id="rId5" imgW="2055495" imgH="317500" progId="Equation.DSMT4">
                    <p:embed/>
                  </p:oleObj>
                </mc:Choice>
                <mc:Fallback>
                  <p:oleObj r:id="rId5" imgW="2055495" imgH="317500" progId="Equation.DSMT4">
                    <p:embed/>
                    <p:pic>
                      <p:nvPicPr>
                        <p:cNvPr id="0" name="图片 3662"/>
                        <p:cNvPicPr/>
                        <p:nvPr/>
                      </p:nvPicPr>
                      <p:blipFill>
                        <a:blip r:embed="rId6">
                          <a:lum bright="-100000"/>
                        </a:blip>
                        <a:stretch>
                          <a:fillRect/>
                        </a:stretch>
                      </p:blipFill>
                      <p:spPr>
                        <a:xfrm>
                          <a:off x="1295" y="1309"/>
                          <a:ext cx="1212" cy="176"/>
                        </a:xfrm>
                        <a:prstGeom prst="rect">
                          <a:avLst/>
                        </a:prstGeom>
                        <a:noFill/>
                        <a:ln w="38100">
                          <a:noFill/>
                          <a:miter/>
                        </a:ln>
                      </p:spPr>
                    </p:pic>
                  </p:oleObj>
                </mc:Fallback>
              </mc:AlternateContent>
            </a:graphicData>
          </a:graphic>
        </p:graphicFrame>
      </p:grpSp>
      <p:grpSp>
        <p:nvGrpSpPr>
          <p:cNvPr id="166941" name="组合 601118"/>
          <p:cNvGrpSpPr/>
          <p:nvPr/>
        </p:nvGrpSpPr>
        <p:grpSpPr>
          <a:xfrm>
            <a:off x="1258888" y="2844800"/>
            <a:ext cx="2925762" cy="857250"/>
            <a:chOff x="839" y="1580"/>
            <a:chExt cx="1843" cy="540"/>
          </a:xfrm>
        </p:grpSpPr>
        <p:sp>
          <p:nvSpPr>
            <p:cNvPr id="166942" name="矩形 601119"/>
            <p:cNvSpPr/>
            <p:nvPr/>
          </p:nvSpPr>
          <p:spPr>
            <a:xfrm>
              <a:off x="839" y="1580"/>
              <a:ext cx="1043" cy="308"/>
            </a:xfrm>
            <a:prstGeom prst="rect">
              <a:avLst/>
            </a:prstGeom>
            <a:noFill/>
            <a:ln w="12700">
              <a:noFill/>
            </a:ln>
          </p:spPr>
          <p:txBody>
            <a:bodyPr lIns="90000" tIns="46800" rIns="90000" bIns="46800" anchor="t" anchorCtr="0"/>
            <a:lstStyle/>
            <a:p>
              <a:pPr>
                <a:spcBef>
                  <a:spcPct val="20000"/>
                </a:spcBef>
                <a:buClr>
                  <a:schemeClr val="bg2"/>
                </a:buClr>
                <a:buSzPct val="75000"/>
                <a:buFont typeface="Wingdings" panose="05000000000000000000" pitchFamily="2" charset="2"/>
              </a:pPr>
              <a:r>
                <a:rPr lang="el-GR" altLang="zh-CN" sz="2400">
                  <a:latin typeface="宋体" panose="02010600030101010101" pitchFamily="2" charset="-122"/>
                  <a:ea typeface="宋体" panose="02010600030101010101" pitchFamily="2" charset="-122"/>
                </a:rPr>
                <a:t>Ω</a:t>
              </a:r>
              <a:r>
                <a:rPr lang="en-US" altLang="zh-CN" sz="2400">
                  <a:latin typeface="宋体" panose="02010600030101010101" pitchFamily="2" charset="-122"/>
                  <a:ea typeface="宋体" panose="02010600030101010101" pitchFamily="2" charset="-122"/>
                </a:rPr>
                <a:t>:</a:t>
              </a:r>
              <a:endParaRPr lang="en-US" altLang="zh-CN" sz="2400">
                <a:latin typeface="Arial" panose="020B0604020202020204" pitchFamily="34" charset="0"/>
                <a:ea typeface="Times New Roman" panose="02020603050405020304" pitchFamily="2" charset="0"/>
              </a:endParaRPr>
            </a:p>
          </p:txBody>
        </p:sp>
        <p:graphicFrame>
          <p:nvGraphicFramePr>
            <p:cNvPr id="166943" name="对象 601120"/>
            <p:cNvGraphicFramePr/>
            <p:nvPr/>
          </p:nvGraphicFramePr>
          <p:xfrm>
            <a:off x="1295" y="1639"/>
            <a:ext cx="1387" cy="189"/>
          </p:xfrm>
          <a:graphic>
            <a:graphicData uri="http://schemas.openxmlformats.org/presentationml/2006/ole">
              <mc:AlternateContent xmlns:mc="http://schemas.openxmlformats.org/markup-compatibility/2006">
                <mc:Choice xmlns:v="urn:schemas-microsoft-com:vml" Requires="v">
                  <p:oleObj r:id="rId7" imgW="2413000" imgH="316865" progId="Equation.DSMT4">
                    <p:embed/>
                  </p:oleObj>
                </mc:Choice>
                <mc:Fallback>
                  <p:oleObj r:id="rId7" imgW="2413000" imgH="316865" progId="Equation.DSMT4">
                    <p:embed/>
                    <p:pic>
                      <p:nvPicPr>
                        <p:cNvPr id="0" name="图片 3741"/>
                        <p:cNvPicPr/>
                        <p:nvPr/>
                      </p:nvPicPr>
                      <p:blipFill>
                        <a:blip r:embed="rId8">
                          <a:lum bright="-100000"/>
                        </a:blip>
                        <a:stretch>
                          <a:fillRect/>
                        </a:stretch>
                      </p:blipFill>
                      <p:spPr>
                        <a:xfrm>
                          <a:off x="1295" y="1639"/>
                          <a:ext cx="1387" cy="189"/>
                        </a:xfrm>
                        <a:prstGeom prst="rect">
                          <a:avLst/>
                        </a:prstGeom>
                        <a:noFill/>
                        <a:ln w="38100">
                          <a:noFill/>
                          <a:miter/>
                        </a:ln>
                      </p:spPr>
                    </p:pic>
                  </p:oleObj>
                </mc:Fallback>
              </mc:AlternateContent>
            </a:graphicData>
          </a:graphic>
        </p:graphicFrame>
        <p:graphicFrame>
          <p:nvGraphicFramePr>
            <p:cNvPr id="166944" name="对象 601121"/>
            <p:cNvGraphicFramePr/>
            <p:nvPr/>
          </p:nvGraphicFramePr>
          <p:xfrm>
            <a:off x="1338" y="1930"/>
            <a:ext cx="1169" cy="190"/>
          </p:xfrm>
          <a:graphic>
            <a:graphicData uri="http://schemas.openxmlformats.org/presentationml/2006/ole">
              <mc:AlternateContent xmlns:mc="http://schemas.openxmlformats.org/markup-compatibility/2006">
                <mc:Choice xmlns:v="urn:schemas-microsoft-com:vml" Requires="v">
                  <p:oleObj r:id="rId9" imgW="2004695" imgH="317500" progId="Equation.DSMT4">
                    <p:embed/>
                  </p:oleObj>
                </mc:Choice>
                <mc:Fallback>
                  <p:oleObj r:id="rId9" imgW="2004695" imgH="317500" progId="Equation.DSMT4">
                    <p:embed/>
                    <p:pic>
                      <p:nvPicPr>
                        <p:cNvPr id="0" name="图片 3738"/>
                        <p:cNvPicPr/>
                        <p:nvPr/>
                      </p:nvPicPr>
                      <p:blipFill>
                        <a:blip r:embed="rId10">
                          <a:lum bright="-100000"/>
                        </a:blip>
                        <a:stretch>
                          <a:fillRect/>
                        </a:stretch>
                      </p:blipFill>
                      <p:spPr>
                        <a:xfrm>
                          <a:off x="1338" y="1930"/>
                          <a:ext cx="1169" cy="190"/>
                        </a:xfrm>
                        <a:prstGeom prst="rect">
                          <a:avLst/>
                        </a:prstGeom>
                        <a:noFill/>
                        <a:ln w="38100">
                          <a:noFill/>
                          <a:miter/>
                        </a:ln>
                      </p:spPr>
                    </p:pic>
                  </p:oleObj>
                </mc:Fallback>
              </mc:AlternateContent>
            </a:graphicData>
          </a:graphic>
        </p:graphicFrame>
      </p:grpSp>
      <p:grpSp>
        <p:nvGrpSpPr>
          <p:cNvPr id="166945" name="组合 601122"/>
          <p:cNvGrpSpPr/>
          <p:nvPr/>
        </p:nvGrpSpPr>
        <p:grpSpPr>
          <a:xfrm>
            <a:off x="5724525" y="2246313"/>
            <a:ext cx="3311525" cy="519112"/>
            <a:chOff x="3289" y="1253"/>
            <a:chExt cx="2086" cy="327"/>
          </a:xfrm>
        </p:grpSpPr>
        <p:sp>
          <p:nvSpPr>
            <p:cNvPr id="166946" name="矩形 601123"/>
            <p:cNvSpPr/>
            <p:nvPr/>
          </p:nvSpPr>
          <p:spPr>
            <a:xfrm>
              <a:off x="3289" y="1253"/>
              <a:ext cx="2086" cy="327"/>
            </a:xfrm>
            <a:prstGeom prst="rect">
              <a:avLst/>
            </a:prstGeom>
            <a:noFill/>
            <a:ln w="12700">
              <a:noFill/>
            </a:ln>
          </p:spPr>
          <p:txBody>
            <a:bodyPr lIns="90000" tIns="46800" rIns="90000" bIns="46800" anchor="t" anchorCtr="0"/>
            <a:lstStyle/>
            <a:p>
              <a:pPr>
                <a:spcBef>
                  <a:spcPct val="20000"/>
                </a:spcBef>
                <a:buClr>
                  <a:schemeClr val="bg2"/>
                </a:buClr>
                <a:buSzPct val="75000"/>
                <a:buFont typeface="Wingdings" panose="05000000000000000000" pitchFamily="2" charset="2"/>
              </a:pPr>
              <a:r>
                <a:rPr lang="el-GR" altLang="zh-CN" sz="2400">
                  <a:latin typeface="宋体" panose="02010600030101010101" pitchFamily="2" charset="-122"/>
                  <a:ea typeface="宋体" panose="02010600030101010101" pitchFamily="2" charset="-122"/>
                </a:rPr>
                <a:t>ω</a:t>
              </a:r>
              <a:r>
                <a:rPr lang="en-US" altLang="zh-CN" sz="2400">
                  <a:latin typeface="宋体" panose="02010600030101010101" pitchFamily="2" charset="-122"/>
                  <a:ea typeface="宋体" panose="02010600030101010101" pitchFamily="2" charset="-122"/>
                </a:rPr>
                <a:t>:</a:t>
              </a:r>
              <a:endParaRPr lang="en-US" altLang="zh-CN" sz="2400">
                <a:latin typeface="宋体" panose="02010600030101010101" pitchFamily="2" charset="-122"/>
                <a:ea typeface="Times New Roman" panose="02020603050405020304" pitchFamily="2" charset="0"/>
              </a:endParaRPr>
            </a:p>
          </p:txBody>
        </p:sp>
        <p:graphicFrame>
          <p:nvGraphicFramePr>
            <p:cNvPr id="166947" name="对象 601124"/>
            <p:cNvGraphicFramePr/>
            <p:nvPr/>
          </p:nvGraphicFramePr>
          <p:xfrm>
            <a:off x="3744" y="1335"/>
            <a:ext cx="752" cy="160"/>
          </p:xfrm>
          <a:graphic>
            <a:graphicData uri="http://schemas.openxmlformats.org/presentationml/2006/ole">
              <mc:AlternateContent xmlns:mc="http://schemas.openxmlformats.org/markup-compatibility/2006">
                <mc:Choice xmlns:v="urn:schemas-microsoft-com:vml" Requires="v">
                  <p:oleObj r:id="rId11" imgW="1193165" imgH="254000" progId="Equation.DSMT4">
                    <p:embed/>
                  </p:oleObj>
                </mc:Choice>
                <mc:Fallback>
                  <p:oleObj r:id="rId11" imgW="1193165" imgH="254000" progId="Equation.DSMT4">
                    <p:embed/>
                    <p:pic>
                      <p:nvPicPr>
                        <p:cNvPr id="0" name="图片 3734"/>
                        <p:cNvPicPr/>
                        <p:nvPr/>
                      </p:nvPicPr>
                      <p:blipFill>
                        <a:blip r:embed="rId12">
                          <a:lum bright="-100000"/>
                        </a:blip>
                        <a:stretch>
                          <a:fillRect/>
                        </a:stretch>
                      </p:blipFill>
                      <p:spPr>
                        <a:xfrm>
                          <a:off x="3744" y="1335"/>
                          <a:ext cx="752" cy="160"/>
                        </a:xfrm>
                        <a:prstGeom prst="rect">
                          <a:avLst/>
                        </a:prstGeom>
                        <a:noFill/>
                        <a:ln w="38100">
                          <a:noFill/>
                          <a:miter/>
                        </a:ln>
                      </p:spPr>
                    </p:pic>
                  </p:oleObj>
                </mc:Fallback>
              </mc:AlternateContent>
            </a:graphicData>
          </a:graphic>
        </p:graphicFrame>
      </p:grpSp>
      <p:grpSp>
        <p:nvGrpSpPr>
          <p:cNvPr id="166948" name="组合 601125"/>
          <p:cNvGrpSpPr/>
          <p:nvPr/>
        </p:nvGrpSpPr>
        <p:grpSpPr>
          <a:xfrm>
            <a:off x="5724525" y="2867025"/>
            <a:ext cx="3311525" cy="633413"/>
            <a:chOff x="3289" y="1580"/>
            <a:chExt cx="2086" cy="399"/>
          </a:xfrm>
        </p:grpSpPr>
        <p:sp>
          <p:nvSpPr>
            <p:cNvPr id="166949" name="矩形 601126"/>
            <p:cNvSpPr/>
            <p:nvPr/>
          </p:nvSpPr>
          <p:spPr>
            <a:xfrm>
              <a:off x="3289" y="1580"/>
              <a:ext cx="2086" cy="399"/>
            </a:xfrm>
            <a:prstGeom prst="rect">
              <a:avLst/>
            </a:prstGeom>
            <a:noFill/>
            <a:ln w="12700">
              <a:noFill/>
            </a:ln>
          </p:spPr>
          <p:txBody>
            <a:bodyPr lIns="90000" tIns="46800" rIns="90000" bIns="46800" anchor="t" anchorCtr="0"/>
            <a:lstStyle/>
            <a:p>
              <a:pPr>
                <a:spcBef>
                  <a:spcPct val="20000"/>
                </a:spcBef>
                <a:buClr>
                  <a:schemeClr val="bg2"/>
                </a:buClr>
                <a:buSzPct val="75000"/>
                <a:buFont typeface="Wingdings" panose="05000000000000000000" pitchFamily="2" charset="2"/>
              </a:pPr>
              <a:r>
                <a:rPr lang="el-GR" altLang="zh-CN" sz="2400">
                  <a:latin typeface="宋体" panose="02010600030101010101" pitchFamily="2" charset="-122"/>
                  <a:ea typeface="宋体" panose="02010600030101010101" pitchFamily="2" charset="-122"/>
                </a:rPr>
                <a:t>ω</a:t>
              </a:r>
              <a:r>
                <a:rPr lang="en-US" altLang="zh-CN" sz="2400">
                  <a:latin typeface="宋体" panose="02010600030101010101" pitchFamily="2" charset="-122"/>
                  <a:ea typeface="宋体" panose="02010600030101010101" pitchFamily="2" charset="-122"/>
                </a:rPr>
                <a:t>:</a:t>
              </a:r>
              <a:endParaRPr lang="en-US" altLang="zh-CN" sz="2400">
                <a:latin typeface="宋体" panose="02010600030101010101" pitchFamily="2" charset="-122"/>
                <a:ea typeface="Times New Roman" panose="02020603050405020304" pitchFamily="2" charset="0"/>
              </a:endParaRPr>
            </a:p>
          </p:txBody>
        </p:sp>
        <p:graphicFrame>
          <p:nvGraphicFramePr>
            <p:cNvPr id="166950" name="对象 601127"/>
            <p:cNvGraphicFramePr/>
            <p:nvPr/>
          </p:nvGraphicFramePr>
          <p:xfrm>
            <a:off x="3744" y="1653"/>
            <a:ext cx="752" cy="160"/>
          </p:xfrm>
          <a:graphic>
            <a:graphicData uri="http://schemas.openxmlformats.org/presentationml/2006/ole">
              <mc:AlternateContent xmlns:mc="http://schemas.openxmlformats.org/markup-compatibility/2006">
                <mc:Choice xmlns:v="urn:schemas-microsoft-com:vml" Requires="v">
                  <p:oleObj r:id="rId13" imgW="1193165" imgH="254000" progId="Equation.DSMT4">
                    <p:embed/>
                  </p:oleObj>
                </mc:Choice>
                <mc:Fallback>
                  <p:oleObj r:id="rId13" imgW="1193165" imgH="254000" progId="Equation.DSMT4">
                    <p:embed/>
                    <p:pic>
                      <p:nvPicPr>
                        <p:cNvPr id="0" name="图片 3735"/>
                        <p:cNvPicPr/>
                        <p:nvPr/>
                      </p:nvPicPr>
                      <p:blipFill>
                        <a:blip r:embed="rId12">
                          <a:lum bright="-100000"/>
                        </a:blip>
                        <a:stretch>
                          <a:fillRect/>
                        </a:stretch>
                      </p:blipFill>
                      <p:spPr>
                        <a:xfrm>
                          <a:off x="3744" y="1653"/>
                          <a:ext cx="752" cy="160"/>
                        </a:xfrm>
                        <a:prstGeom prst="rect">
                          <a:avLst/>
                        </a:prstGeom>
                        <a:noFill/>
                        <a:ln w="38100">
                          <a:noFill/>
                          <a:miter/>
                        </a:ln>
                      </p:spPr>
                    </p:pic>
                  </p:oleObj>
                </mc:Fallback>
              </mc:AlternateContent>
            </a:graphicData>
          </a:graphic>
        </p:graphicFrame>
      </p:grpSp>
      <p:pic>
        <p:nvPicPr>
          <p:cNvPr id="166951" name="图片 601128" descr="2-18"/>
          <p:cNvPicPr>
            <a:picLocks noChangeAspect="1"/>
          </p:cNvPicPr>
          <p:nvPr/>
        </p:nvPicPr>
        <p:blipFill>
          <a:blip r:embed="rId14">
            <a:lum bright="-100000"/>
          </a:blip>
          <a:stretch>
            <a:fillRect/>
          </a:stretch>
        </p:blipFill>
        <p:spPr>
          <a:xfrm>
            <a:off x="4211638" y="3530600"/>
            <a:ext cx="4572000" cy="3225800"/>
          </a:xfrm>
          <a:prstGeom prst="rect">
            <a:avLst/>
          </a:prstGeom>
          <a:noFill/>
          <a:ln w="9525">
            <a:noFill/>
          </a:ln>
        </p:spPr>
      </p:pic>
      <p:sp>
        <p:nvSpPr>
          <p:cNvPr id="166952" name="文本占位符 601089"/>
          <p:cNvSpPr>
            <a:spLocks noGrp="1"/>
          </p:cNvSpPr>
          <p:nvPr/>
        </p:nvSpPr>
        <p:spPr>
          <a:xfrm>
            <a:off x="955675" y="5067300"/>
            <a:ext cx="3095625" cy="1152525"/>
          </a:xfrm>
          <a:prstGeom prst="rect">
            <a:avLst/>
          </a:prstGeom>
          <a:noFill/>
          <a:ln w="9525">
            <a:noFill/>
          </a:ln>
        </p:spPr>
        <p:txBody>
          <a:bodyPr anchor="t" anchorCtr="0"/>
          <a:lstStyle/>
          <a:p>
            <a:pPr marL="342900" indent="-342900">
              <a:spcBef>
                <a:spcPct val="20000"/>
              </a:spcBef>
            </a:pPr>
            <a:r>
              <a:rPr lang="en-US" altLang="zh-CN" sz="2400" dirty="0">
                <a:latin typeface="Times New Roman" panose="02020603050405020304" pitchFamily="2" charset="0"/>
                <a:ea typeface="宋体" panose="02010600030101010101" pitchFamily="2" charset="-122"/>
              </a:rPr>
              <a:t>s</a:t>
            </a:r>
            <a:r>
              <a:rPr lang="zh-CN" altLang="en-US" sz="2400" dirty="0">
                <a:latin typeface="Times New Roman" panose="02020603050405020304" pitchFamily="2" charset="0"/>
                <a:ea typeface="宋体" panose="02010600030101010101" pitchFamily="2" charset="-122"/>
              </a:rPr>
              <a:t>平面到</a:t>
            </a:r>
            <a:r>
              <a:rPr lang="en-US" altLang="zh-CN" sz="2400" dirty="0">
                <a:latin typeface="Times New Roman" panose="02020603050405020304" pitchFamily="2" charset="0"/>
                <a:ea typeface="宋体" panose="02010600030101010101" pitchFamily="2" charset="-122"/>
              </a:rPr>
              <a:t>z</a:t>
            </a:r>
            <a:r>
              <a:rPr lang="zh-CN" altLang="en-US" sz="2400" dirty="0">
                <a:latin typeface="Times New Roman" panose="02020603050405020304" pitchFamily="2" charset="0"/>
                <a:ea typeface="宋体" panose="02010600030101010101" pitchFamily="2" charset="-122"/>
              </a:rPr>
              <a:t>平面的</a:t>
            </a:r>
          </a:p>
          <a:p>
            <a:pPr marL="342900" indent="-342900">
              <a:spcBef>
                <a:spcPct val="20000"/>
              </a:spcBef>
            </a:pPr>
            <a:r>
              <a:rPr lang="zh-CN" altLang="en-US" sz="2400" dirty="0">
                <a:latin typeface="Times New Roman" panose="02020603050405020304" pitchFamily="2" charset="0"/>
                <a:ea typeface="宋体" panose="02010600030101010101" pitchFamily="2" charset="-122"/>
              </a:rPr>
              <a:t>映射是</a:t>
            </a:r>
            <a:r>
              <a:rPr lang="zh-CN" altLang="en-US" sz="2400" b="1" dirty="0">
                <a:latin typeface="Times New Roman" panose="02020603050405020304" pitchFamily="2" charset="0"/>
                <a:ea typeface="宋体" panose="02010600030101010101" pitchFamily="2" charset="-122"/>
              </a:rPr>
              <a:t>多值映射</a:t>
            </a:r>
            <a:r>
              <a:rPr lang="zh-CN" altLang="en-US" sz="2400" dirty="0">
                <a:latin typeface="Times New Roman" panose="02020603050405020304" pitchFamily="2" charset="0"/>
                <a:ea typeface="宋体" panose="02010600030101010101" pitchFamily="2" charset="-122"/>
              </a:rPr>
              <a:t>。</a:t>
            </a:r>
          </a:p>
        </p:txBody>
      </p:sp>
      <p:sp>
        <p:nvSpPr>
          <p:cNvPr id="166953" name="文本框 1"/>
          <p:cNvSpPr txBox="1"/>
          <p:nvPr/>
        </p:nvSpPr>
        <p:spPr>
          <a:xfrm>
            <a:off x="566738" y="215900"/>
            <a:ext cx="3040062" cy="522288"/>
          </a:xfrm>
          <a:prstGeom prst="rect">
            <a:avLst/>
          </a:prstGeom>
          <a:noFill/>
          <a:ln w="9525">
            <a:noFill/>
          </a:ln>
        </p:spPr>
        <p:txBody>
          <a:bodyPr wrap="square" anchor="t" anchorCtr="0">
            <a:spAutoFit/>
          </a:bodyPr>
          <a:lstStyle/>
          <a:p>
            <a:r>
              <a:rPr lang="en-US" altLang="zh-CN" sz="2800" b="1" dirty="0">
                <a:solidFill>
                  <a:srgbClr val="FF3300"/>
                </a:solidFill>
                <a:latin typeface="Arial" panose="020B0604020202020204" pitchFamily="34" charset="0"/>
                <a:ea typeface="宋体" panose="02010600030101010101" pitchFamily="2" charset="-122"/>
              </a:rPr>
              <a:t>讨论ω</a:t>
            </a:r>
            <a:r>
              <a:rPr lang="en-US" altLang="zh-CN" sz="2800" b="1" dirty="0">
                <a:solidFill>
                  <a:srgbClr val="FF3300"/>
                </a:solidFill>
                <a:latin typeface="Arial" panose="020B0604020202020204" pitchFamily="34" charset="0"/>
                <a:ea typeface="宋体" panose="02010600030101010101" pitchFamily="2" charset="-122"/>
                <a:sym typeface="微软雅黑" panose="020B0503020204020204" pitchFamily="2" charset="-122"/>
              </a:rPr>
              <a:t>与</a:t>
            </a:r>
            <a:r>
              <a:rPr lang="en-US" altLang="zh-CN" sz="2800" b="1" dirty="0">
                <a:solidFill>
                  <a:srgbClr val="FF3300"/>
                </a:solidFill>
                <a:latin typeface="Arial" panose="020B0604020202020204" pitchFamily="34" charset="0"/>
                <a:ea typeface="宋体" panose="02010600030101010101" pitchFamily="2" charset="-122"/>
              </a:rPr>
              <a:t>Ω</a:t>
            </a:r>
            <a:r>
              <a:rPr lang="en-US" altLang="zh-CN" sz="2800" b="1" dirty="0">
                <a:solidFill>
                  <a:srgbClr val="FF3300"/>
                </a:solidFill>
                <a:latin typeface="Arial" panose="020B0604020202020204" pitchFamily="34" charset="0"/>
                <a:ea typeface="宋体" panose="02010600030101010101" pitchFamily="2" charset="-122"/>
                <a:sym typeface="微软雅黑" panose="020B0503020204020204" pitchFamily="2" charset="-122"/>
              </a:rPr>
              <a:t>的关系</a:t>
            </a:r>
          </a:p>
        </p:txBody>
      </p:sp>
      <p:graphicFrame>
        <p:nvGraphicFramePr>
          <p:cNvPr id="166954" name="对象 599051"/>
          <p:cNvGraphicFramePr/>
          <p:nvPr/>
        </p:nvGraphicFramePr>
        <p:xfrm>
          <a:off x="1052513" y="4386263"/>
          <a:ext cx="1574800" cy="368300"/>
        </p:xfrm>
        <a:graphic>
          <a:graphicData uri="http://schemas.openxmlformats.org/presentationml/2006/ole">
            <mc:AlternateContent xmlns:mc="http://schemas.openxmlformats.org/markup-compatibility/2006">
              <mc:Choice xmlns:v="urn:schemas-microsoft-com:vml" Requires="v">
                <p:oleObj r:id="rId15" imgW="1574800" imgH="368300" progId="Equation.DSMT4">
                  <p:embed/>
                </p:oleObj>
              </mc:Choice>
              <mc:Fallback>
                <p:oleObj r:id="rId15" imgW="1574800" imgH="368300" progId="Equation.DSMT4">
                  <p:embed/>
                  <p:pic>
                    <p:nvPicPr>
                      <p:cNvPr id="0" name="图片 3729"/>
                      <p:cNvPicPr/>
                      <p:nvPr/>
                    </p:nvPicPr>
                    <p:blipFill>
                      <a:blip r:embed="rId16">
                        <a:lum bright="-100000"/>
                      </a:blip>
                      <a:stretch>
                        <a:fillRect/>
                      </a:stretch>
                    </p:blipFill>
                    <p:spPr>
                      <a:xfrm>
                        <a:off x="1052513" y="4386263"/>
                        <a:ext cx="1574800" cy="368300"/>
                      </a:xfrm>
                      <a:prstGeom prst="rect">
                        <a:avLst/>
                      </a:prstGeom>
                      <a:noFill/>
                      <a:ln w="38100">
                        <a:noFill/>
                        <a:miter/>
                      </a:ln>
                    </p:spPr>
                  </p:pic>
                </p:oleObj>
              </mc:Fallback>
            </mc:AlternateContent>
          </a:graphicData>
        </a:graphic>
      </p:graphicFrame>
    </p:spTree>
  </p:cSld>
  <p:clrMapOvr>
    <a:masterClrMapping/>
  </p:clrMapOvr>
  <p:transition spd="med">
    <p:checker dir="vert"/>
  </p:transition>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68961" name="对象 1"/>
          <p:cNvGraphicFramePr/>
          <p:nvPr/>
        </p:nvGraphicFramePr>
        <p:xfrm>
          <a:off x="1314450" y="755650"/>
          <a:ext cx="2279650" cy="573088"/>
        </p:xfrm>
        <a:graphic>
          <a:graphicData uri="http://schemas.openxmlformats.org/presentationml/2006/ole">
            <mc:AlternateContent xmlns:mc="http://schemas.openxmlformats.org/markup-compatibility/2006">
              <mc:Choice xmlns:v="urn:schemas-microsoft-com:vml" Requires="v">
                <p:oleObj r:id="rId3" imgW="850900" imgH="228600" progId="Equation.3">
                  <p:embed/>
                </p:oleObj>
              </mc:Choice>
              <mc:Fallback>
                <p:oleObj r:id="rId3" imgW="850900" imgH="228600" progId="Equation.3">
                  <p:embed/>
                  <p:pic>
                    <p:nvPicPr>
                      <p:cNvPr id="0" name="图片 3736"/>
                      <p:cNvPicPr/>
                      <p:nvPr/>
                    </p:nvPicPr>
                    <p:blipFill>
                      <a:blip r:embed="rId4"/>
                      <a:stretch>
                        <a:fillRect/>
                      </a:stretch>
                    </p:blipFill>
                    <p:spPr>
                      <a:xfrm>
                        <a:off x="1314450" y="755650"/>
                        <a:ext cx="2279650" cy="573088"/>
                      </a:xfrm>
                      <a:prstGeom prst="rect">
                        <a:avLst/>
                      </a:prstGeom>
                      <a:noFill/>
                      <a:ln w="9525" cap="flat" cmpd="sng">
                        <a:solidFill>
                          <a:srgbClr val="FF3300"/>
                        </a:solidFill>
                        <a:prstDash val="solid"/>
                        <a:miter/>
                        <a:headEnd type="none" w="med" len="med"/>
                        <a:tailEnd type="none" w="med" len="med"/>
                      </a:ln>
                    </p:spPr>
                  </p:pic>
                </p:oleObj>
              </mc:Fallback>
            </mc:AlternateContent>
          </a:graphicData>
        </a:graphic>
      </p:graphicFrame>
      <p:graphicFrame>
        <p:nvGraphicFramePr>
          <p:cNvPr id="168962" name="内容占位符 603137"/>
          <p:cNvGraphicFramePr>
            <a:graphicFrameLocks noGrp="1"/>
          </p:cNvGraphicFramePr>
          <p:nvPr/>
        </p:nvGraphicFramePr>
        <p:xfrm>
          <a:off x="1314450" y="1971675"/>
          <a:ext cx="3514725" cy="449263"/>
        </p:xfrm>
        <a:graphic>
          <a:graphicData uri="http://schemas.openxmlformats.org/presentationml/2006/ole">
            <mc:AlternateContent xmlns:mc="http://schemas.openxmlformats.org/markup-compatibility/2006">
              <mc:Choice xmlns:v="urn:schemas-microsoft-com:vml" Requires="v">
                <p:oleObj r:id="rId5" imgW="3873500" imgH="495300" progId="Equation.DSMT4">
                  <p:embed/>
                </p:oleObj>
              </mc:Choice>
              <mc:Fallback>
                <p:oleObj r:id="rId5" imgW="3873500" imgH="495300" progId="Equation.DSMT4">
                  <p:embed/>
                  <p:pic>
                    <p:nvPicPr>
                      <p:cNvPr id="0" name="图片 3739"/>
                      <p:cNvPicPr/>
                      <p:nvPr/>
                    </p:nvPicPr>
                    <p:blipFill>
                      <a:blip r:embed="rId6">
                        <a:lum bright="-100000"/>
                      </a:blip>
                      <a:stretch>
                        <a:fillRect/>
                      </a:stretch>
                    </p:blipFill>
                    <p:spPr>
                      <a:xfrm>
                        <a:off x="1314450" y="1971675"/>
                        <a:ext cx="3514725" cy="449263"/>
                      </a:xfrm>
                      <a:prstGeom prst="rect">
                        <a:avLst/>
                      </a:prstGeom>
                      <a:noFill/>
                      <a:ln w="38100">
                        <a:noFill/>
                        <a:miter/>
                      </a:ln>
                    </p:spPr>
                  </p:pic>
                </p:oleObj>
              </mc:Fallback>
            </mc:AlternateContent>
          </a:graphicData>
        </a:graphic>
      </p:graphicFrame>
      <p:graphicFrame>
        <p:nvGraphicFramePr>
          <p:cNvPr id="168963" name="对象 54274"/>
          <p:cNvGraphicFramePr>
            <a:graphicFrameLocks noChangeAspect="1"/>
          </p:cNvGraphicFramePr>
          <p:nvPr/>
        </p:nvGraphicFramePr>
        <p:xfrm>
          <a:off x="1314450" y="2693988"/>
          <a:ext cx="7332663" cy="1927225"/>
        </p:xfrm>
        <a:graphic>
          <a:graphicData uri="http://schemas.openxmlformats.org/presentationml/2006/ole">
            <mc:AlternateContent xmlns:mc="http://schemas.openxmlformats.org/markup-compatibility/2006">
              <mc:Choice xmlns:v="urn:schemas-microsoft-com:vml" Requires="v">
                <p:oleObj r:id="rId7" imgW="3377565" imgH="889000" progId="Equation.3">
                  <p:embed/>
                </p:oleObj>
              </mc:Choice>
              <mc:Fallback>
                <p:oleObj r:id="rId7" imgW="3377565" imgH="889000" progId="Equation.3">
                  <p:embed/>
                  <p:pic>
                    <p:nvPicPr>
                      <p:cNvPr id="0" name="图片 3731"/>
                      <p:cNvPicPr/>
                      <p:nvPr/>
                    </p:nvPicPr>
                    <p:blipFill>
                      <a:blip r:embed="rId8"/>
                      <a:stretch>
                        <a:fillRect/>
                      </a:stretch>
                    </p:blipFill>
                    <p:spPr>
                      <a:xfrm>
                        <a:off x="1314450" y="2693988"/>
                        <a:ext cx="7332663" cy="1927225"/>
                      </a:xfrm>
                      <a:prstGeom prst="rect">
                        <a:avLst/>
                      </a:prstGeom>
                      <a:noFill/>
                      <a:ln w="38100">
                        <a:noFill/>
                        <a:miter/>
                      </a:ln>
                    </p:spPr>
                  </p:pic>
                </p:oleObj>
              </mc:Fallback>
            </mc:AlternateContent>
          </a:graphicData>
        </a:graphic>
      </p:graphicFrame>
    </p:spTree>
  </p:cSld>
  <p:clrMapOvr>
    <a:masterClrMapping/>
  </p:clrMapOvr>
  <p:transition spd="med">
    <p:comb/>
  </p:transition>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71009" name="对象 605187"/>
          <p:cNvGraphicFramePr/>
          <p:nvPr/>
        </p:nvGraphicFramePr>
        <p:xfrm>
          <a:off x="1641475" y="3894138"/>
          <a:ext cx="4597400" cy="584200"/>
        </p:xfrm>
        <a:graphic>
          <a:graphicData uri="http://schemas.openxmlformats.org/presentationml/2006/ole">
            <mc:AlternateContent xmlns:mc="http://schemas.openxmlformats.org/markup-compatibility/2006">
              <mc:Choice xmlns:v="urn:schemas-microsoft-com:vml" Requires="v">
                <p:oleObj r:id="rId2" imgW="4595495" imgH="584200" progId="Equation.DSMT4">
                  <p:embed/>
                </p:oleObj>
              </mc:Choice>
              <mc:Fallback>
                <p:oleObj r:id="rId2" imgW="4595495" imgH="584200" progId="Equation.DSMT4">
                  <p:embed/>
                  <p:pic>
                    <p:nvPicPr>
                      <p:cNvPr id="0" name="图片 3737"/>
                      <p:cNvPicPr/>
                      <p:nvPr/>
                    </p:nvPicPr>
                    <p:blipFill>
                      <a:blip r:embed="rId3">
                        <a:lum bright="-100000"/>
                      </a:blip>
                      <a:stretch>
                        <a:fillRect/>
                      </a:stretch>
                    </p:blipFill>
                    <p:spPr>
                      <a:xfrm>
                        <a:off x="1641475" y="3894138"/>
                        <a:ext cx="4597400" cy="584200"/>
                      </a:xfrm>
                      <a:prstGeom prst="rect">
                        <a:avLst/>
                      </a:prstGeom>
                      <a:noFill/>
                      <a:ln w="38100">
                        <a:noFill/>
                        <a:miter/>
                      </a:ln>
                    </p:spPr>
                  </p:pic>
                </p:oleObj>
              </mc:Fallback>
            </mc:AlternateContent>
          </a:graphicData>
        </a:graphic>
      </p:graphicFrame>
      <p:graphicFrame>
        <p:nvGraphicFramePr>
          <p:cNvPr id="171010" name="对象 605188"/>
          <p:cNvGraphicFramePr/>
          <p:nvPr/>
        </p:nvGraphicFramePr>
        <p:xfrm>
          <a:off x="4789488" y="4541838"/>
          <a:ext cx="1816100" cy="558800"/>
        </p:xfrm>
        <a:graphic>
          <a:graphicData uri="http://schemas.openxmlformats.org/presentationml/2006/ole">
            <mc:AlternateContent xmlns:mc="http://schemas.openxmlformats.org/markup-compatibility/2006">
              <mc:Choice xmlns:v="urn:schemas-microsoft-com:vml" Requires="v">
                <p:oleObj r:id="rId4" imgW="1816100" imgH="558800" progId="Equation.DSMT4">
                  <p:embed/>
                </p:oleObj>
              </mc:Choice>
              <mc:Fallback>
                <p:oleObj r:id="rId4" imgW="1816100" imgH="558800" progId="Equation.DSMT4">
                  <p:embed/>
                  <p:pic>
                    <p:nvPicPr>
                      <p:cNvPr id="0" name="图片 3730"/>
                      <p:cNvPicPr/>
                      <p:nvPr/>
                    </p:nvPicPr>
                    <p:blipFill>
                      <a:blip r:embed="rId5">
                        <a:lum bright="-100000"/>
                      </a:blip>
                      <a:stretch>
                        <a:fillRect/>
                      </a:stretch>
                    </p:blipFill>
                    <p:spPr>
                      <a:xfrm>
                        <a:off x="4789488" y="4541838"/>
                        <a:ext cx="1816100" cy="558800"/>
                      </a:xfrm>
                      <a:prstGeom prst="rect">
                        <a:avLst/>
                      </a:prstGeom>
                      <a:noFill/>
                      <a:ln w="38100">
                        <a:noFill/>
                        <a:miter/>
                      </a:ln>
                    </p:spPr>
                  </p:pic>
                </p:oleObj>
              </mc:Fallback>
            </mc:AlternateContent>
          </a:graphicData>
        </a:graphic>
      </p:graphicFrame>
      <p:sp>
        <p:nvSpPr>
          <p:cNvPr id="171011" name="文本框 605189"/>
          <p:cNvSpPr txBox="1"/>
          <p:nvPr/>
        </p:nvSpPr>
        <p:spPr>
          <a:xfrm>
            <a:off x="1044575" y="1989138"/>
            <a:ext cx="6911975" cy="457200"/>
          </a:xfrm>
          <a:prstGeom prst="rect">
            <a:avLst/>
          </a:prstGeom>
          <a:noFill/>
          <a:ln w="12700">
            <a:noFill/>
          </a:ln>
        </p:spPr>
        <p:txBody>
          <a:bodyPr anchor="t" anchorCtr="0">
            <a:spAutoFit/>
          </a:bodyPr>
          <a:lstStyle/>
          <a:p>
            <a:pPr>
              <a:spcBef>
                <a:spcPct val="50000"/>
              </a:spcBef>
            </a:pPr>
            <a:r>
              <a:rPr lang="en-US" altLang="zh-CN" sz="2400" dirty="0">
                <a:latin typeface="Times New Roman" panose="02020603050405020304" pitchFamily="2" charset="0"/>
                <a:ea typeface="宋体" panose="02010600030101010101" pitchFamily="2" charset="-122"/>
              </a:rPr>
              <a:t>Fourier</a:t>
            </a:r>
            <a:r>
              <a:rPr lang="zh-CN" altLang="en-US" sz="2400" dirty="0">
                <a:latin typeface="Times New Roman" panose="02020603050405020304" pitchFamily="2" charset="0"/>
                <a:ea typeface="宋体" panose="02010600030101010101" pitchFamily="2" charset="-122"/>
              </a:rPr>
              <a:t>变换是</a:t>
            </a:r>
            <a:r>
              <a:rPr lang="en-US" altLang="zh-CN" sz="2400" dirty="0">
                <a:latin typeface="Times New Roman" panose="02020603050405020304" pitchFamily="2" charset="0"/>
                <a:ea typeface="宋体" panose="02010600030101010101" pitchFamily="2" charset="-122"/>
              </a:rPr>
              <a:t>Laplace</a:t>
            </a:r>
            <a:r>
              <a:rPr lang="zh-CN" altLang="en-US" sz="2400" dirty="0">
                <a:latin typeface="Times New Roman" panose="02020603050405020304" pitchFamily="2" charset="0"/>
                <a:ea typeface="宋体" panose="02010600030101010101" pitchFamily="2" charset="-122"/>
              </a:rPr>
              <a:t>变换在虚轴上的特例。</a:t>
            </a:r>
          </a:p>
        </p:txBody>
      </p:sp>
      <p:sp>
        <p:nvSpPr>
          <p:cNvPr id="171012" name="文本框 605190"/>
          <p:cNvSpPr txBox="1"/>
          <p:nvPr/>
        </p:nvSpPr>
        <p:spPr>
          <a:xfrm>
            <a:off x="1044575" y="2636838"/>
            <a:ext cx="2087563" cy="457200"/>
          </a:xfrm>
          <a:prstGeom prst="rect">
            <a:avLst/>
          </a:prstGeom>
          <a:noFill/>
          <a:ln w="12700">
            <a:noFill/>
          </a:ln>
        </p:spPr>
        <p:txBody>
          <a:bodyPr anchor="t" anchorCtr="0">
            <a:spAutoFit/>
          </a:bodyPr>
          <a:lstStyle/>
          <a:p>
            <a:pPr>
              <a:spcBef>
                <a:spcPct val="20000"/>
              </a:spcBef>
              <a:buClr>
                <a:schemeClr val="tx2"/>
              </a:buClr>
              <a:buSzPct val="90000"/>
              <a:buFont typeface="Symbol" panose="05050102010706020507" pitchFamily="2" charset="2"/>
            </a:pPr>
            <a:r>
              <a:rPr lang="zh-CN" altLang="en-US" sz="2400">
                <a:latin typeface="Times New Roman" panose="02020603050405020304" pitchFamily="2" charset="0"/>
                <a:ea typeface="宋体" panose="02010600030101010101" pitchFamily="2" charset="-122"/>
              </a:rPr>
              <a:t>即</a:t>
            </a:r>
            <a:r>
              <a:rPr lang="en-US" altLang="zh-CN" sz="2400">
                <a:latin typeface="Times New Roman" panose="02020603050405020304" pitchFamily="2" charset="0"/>
                <a:ea typeface="宋体" panose="02010600030101010101" pitchFamily="2" charset="-122"/>
              </a:rPr>
              <a:t>: s=jΩ</a:t>
            </a:r>
            <a:endParaRPr lang="en-US" altLang="zh-CN" sz="2400">
              <a:solidFill>
                <a:srgbClr val="FFFFFF"/>
              </a:solidFill>
              <a:latin typeface="Times New Roman" panose="02020603050405020304" pitchFamily="2" charset="0"/>
              <a:ea typeface="宋体" panose="02010600030101010101" pitchFamily="2" charset="-122"/>
            </a:endParaRPr>
          </a:p>
        </p:txBody>
      </p:sp>
      <p:grpSp>
        <p:nvGrpSpPr>
          <p:cNvPr id="171013" name="组合 605191"/>
          <p:cNvGrpSpPr/>
          <p:nvPr/>
        </p:nvGrpSpPr>
        <p:grpSpPr>
          <a:xfrm>
            <a:off x="901700" y="3213100"/>
            <a:ext cx="5184775" cy="490538"/>
            <a:chOff x="748" y="1683"/>
            <a:chExt cx="3266" cy="309"/>
          </a:xfrm>
        </p:grpSpPr>
        <p:graphicFrame>
          <p:nvGraphicFramePr>
            <p:cNvPr id="171014" name="对象 605192"/>
            <p:cNvGraphicFramePr/>
            <p:nvPr/>
          </p:nvGraphicFramePr>
          <p:xfrm>
            <a:off x="3294" y="1683"/>
            <a:ext cx="720" cy="240"/>
          </p:xfrm>
          <a:graphic>
            <a:graphicData uri="http://schemas.openxmlformats.org/presentationml/2006/ole">
              <mc:AlternateContent xmlns:mc="http://schemas.openxmlformats.org/markup-compatibility/2006">
                <mc:Choice xmlns:v="urn:schemas-microsoft-com:vml" Requires="v">
                  <p:oleObj r:id="rId6" imgW="1142365" imgH="381000" progId="Equation.DSMT4">
                    <p:embed/>
                  </p:oleObj>
                </mc:Choice>
                <mc:Fallback>
                  <p:oleObj r:id="rId6" imgW="1142365" imgH="381000" progId="Equation.DSMT4">
                    <p:embed/>
                    <p:pic>
                      <p:nvPicPr>
                        <p:cNvPr id="0" name="图片 3740"/>
                        <p:cNvPicPr/>
                        <p:nvPr/>
                      </p:nvPicPr>
                      <p:blipFill>
                        <a:blip r:embed="rId7">
                          <a:lum bright="-100000"/>
                        </a:blip>
                        <a:stretch>
                          <a:fillRect/>
                        </a:stretch>
                      </p:blipFill>
                      <p:spPr>
                        <a:xfrm>
                          <a:off x="3294" y="1683"/>
                          <a:ext cx="720" cy="240"/>
                        </a:xfrm>
                        <a:prstGeom prst="rect">
                          <a:avLst/>
                        </a:prstGeom>
                        <a:noFill/>
                        <a:ln w="38100">
                          <a:noFill/>
                          <a:miter/>
                        </a:ln>
                      </p:spPr>
                    </p:pic>
                  </p:oleObj>
                </mc:Fallback>
              </mc:AlternateContent>
            </a:graphicData>
          </a:graphic>
        </p:graphicFrame>
        <p:sp>
          <p:nvSpPr>
            <p:cNvPr id="171015" name="文本框 605193"/>
            <p:cNvSpPr txBox="1"/>
            <p:nvPr/>
          </p:nvSpPr>
          <p:spPr>
            <a:xfrm>
              <a:off x="748" y="1704"/>
              <a:ext cx="2767" cy="288"/>
            </a:xfrm>
            <a:prstGeom prst="rect">
              <a:avLst/>
            </a:prstGeom>
            <a:noFill/>
            <a:ln w="12700">
              <a:noFill/>
            </a:ln>
          </p:spPr>
          <p:txBody>
            <a:bodyPr anchor="t" anchorCtr="0">
              <a:spAutoFit/>
            </a:bodyPr>
            <a:lstStyle/>
            <a:p>
              <a:pPr algn="ctr">
                <a:spcBef>
                  <a:spcPct val="50000"/>
                </a:spcBef>
              </a:pPr>
              <a:r>
                <a:rPr lang="zh-CN" altLang="en-US" sz="2400" dirty="0">
                  <a:latin typeface="Times New Roman" panose="02020603050405020304" pitchFamily="2" charset="0"/>
                  <a:ea typeface="宋体" panose="02010600030101010101" pitchFamily="2" charset="-122"/>
                </a:rPr>
                <a:t>映射到</a:t>
              </a:r>
              <a:r>
                <a:rPr lang="en-US" altLang="zh-CN" sz="2400" dirty="0">
                  <a:latin typeface="Times New Roman" panose="02020603050405020304" pitchFamily="2" charset="0"/>
                  <a:ea typeface="宋体" panose="02010600030101010101" pitchFamily="2" charset="-122"/>
                </a:rPr>
                <a:t>z</a:t>
              </a:r>
              <a:r>
                <a:rPr lang="zh-CN" altLang="en-US" sz="2400" dirty="0">
                  <a:latin typeface="Times New Roman" panose="02020603050405020304" pitchFamily="2" charset="0"/>
                  <a:ea typeface="宋体" panose="02010600030101010101" pitchFamily="2" charset="-122"/>
                </a:rPr>
                <a:t>平面为单位圆</a:t>
              </a:r>
            </a:p>
          </p:txBody>
        </p:sp>
      </p:grpSp>
      <p:sp>
        <p:nvSpPr>
          <p:cNvPr id="171016" name="标题 605185"/>
          <p:cNvSpPr>
            <a:spLocks noGrp="1"/>
          </p:cNvSpPr>
          <p:nvPr/>
        </p:nvSpPr>
        <p:spPr>
          <a:xfrm>
            <a:off x="495300" y="411163"/>
            <a:ext cx="8548688" cy="1206500"/>
          </a:xfrm>
          <a:prstGeom prst="rect">
            <a:avLst/>
          </a:prstGeom>
          <a:noFill/>
          <a:ln w="9525">
            <a:noFill/>
          </a:ln>
        </p:spPr>
        <p:txBody>
          <a:bodyPr anchor="ctr" anchorCtr="0"/>
          <a:lstStyle/>
          <a:p>
            <a:r>
              <a:rPr lang="en-US" altLang="zh-CN" sz="3200" b="1" dirty="0">
                <a:solidFill>
                  <a:srgbClr val="C00000"/>
                </a:solidFill>
                <a:latin typeface="Times New Roman" panose="02020603050405020304" pitchFamily="2" charset="0"/>
                <a:ea typeface="宋体" panose="02010600030101010101" pitchFamily="2" charset="-122"/>
              </a:rPr>
              <a:t>2</a:t>
            </a:r>
            <a:r>
              <a:rPr lang="zh-CN" altLang="en-US" sz="3200" b="1" dirty="0">
                <a:solidFill>
                  <a:srgbClr val="C00000"/>
                </a:solidFill>
                <a:latin typeface="Times New Roman" panose="02020603050405020304" pitchFamily="2" charset="0"/>
                <a:ea typeface="宋体" panose="02010600030101010101" pitchFamily="2" charset="-122"/>
              </a:rPr>
              <a:t>）序列的</a:t>
            </a:r>
            <a:r>
              <a:rPr lang="en-US" altLang="zh-CN" sz="3200" b="1" dirty="0">
                <a:solidFill>
                  <a:srgbClr val="C00000"/>
                </a:solidFill>
                <a:latin typeface="Times New Roman" panose="02020603050405020304" pitchFamily="2" charset="0"/>
                <a:ea typeface="宋体" panose="02010600030101010101" pitchFamily="2" charset="-122"/>
              </a:rPr>
              <a:t>z</a:t>
            </a:r>
            <a:r>
              <a:rPr lang="zh-CN" altLang="en-US" sz="3200" b="1" dirty="0">
                <a:solidFill>
                  <a:srgbClr val="C00000"/>
                </a:solidFill>
                <a:latin typeface="Times New Roman" panose="02020603050405020304" pitchFamily="2" charset="0"/>
                <a:ea typeface="宋体" panose="02010600030101010101" pitchFamily="2" charset="-122"/>
              </a:rPr>
              <a:t>变换</a:t>
            </a:r>
            <a:r>
              <a:rPr lang="en-US" altLang="zh-CN" sz="3200" b="1" dirty="0">
                <a:solidFill>
                  <a:srgbClr val="C00000"/>
                </a:solidFill>
                <a:latin typeface="Times New Roman" panose="02020603050405020304" pitchFamily="2" charset="0"/>
                <a:ea typeface="宋体" panose="02010600030101010101" pitchFamily="2" charset="-122"/>
              </a:rPr>
              <a:t>&amp;</a:t>
            </a:r>
            <a:r>
              <a:rPr lang="zh-CN" altLang="en-US" sz="3200" b="1" dirty="0">
                <a:solidFill>
                  <a:srgbClr val="C00000"/>
                </a:solidFill>
                <a:latin typeface="Times New Roman" panose="02020603050405020304" pitchFamily="2" charset="0"/>
                <a:ea typeface="宋体" panose="02010600030101010101" pitchFamily="2" charset="-122"/>
              </a:rPr>
              <a:t>理想抽样信号的</a:t>
            </a:r>
            <a:r>
              <a:rPr lang="en-US" altLang="zh-CN" sz="3200" b="1" dirty="0">
                <a:solidFill>
                  <a:srgbClr val="C00000"/>
                </a:solidFill>
                <a:latin typeface="Times New Roman" panose="02020603050405020304" pitchFamily="2" charset="0"/>
                <a:ea typeface="宋体" panose="02010600030101010101" pitchFamily="2" charset="-122"/>
              </a:rPr>
              <a:t>Fourier</a:t>
            </a:r>
            <a:r>
              <a:rPr lang="zh-CN" altLang="en-US" sz="3200" b="1" dirty="0">
                <a:solidFill>
                  <a:srgbClr val="C00000"/>
                </a:solidFill>
                <a:latin typeface="Times New Roman" panose="02020603050405020304" pitchFamily="2" charset="0"/>
                <a:ea typeface="宋体" panose="02010600030101010101" pitchFamily="2" charset="-122"/>
              </a:rPr>
              <a:t>变换</a:t>
            </a:r>
          </a:p>
        </p:txBody>
      </p:sp>
      <p:sp>
        <p:nvSpPr>
          <p:cNvPr id="171017" name="文本占位符 605186"/>
          <p:cNvSpPr>
            <a:spLocks noGrp="1"/>
          </p:cNvSpPr>
          <p:nvPr/>
        </p:nvSpPr>
        <p:spPr>
          <a:xfrm>
            <a:off x="1190625" y="5294313"/>
            <a:ext cx="6619875" cy="882650"/>
          </a:xfrm>
          <a:prstGeom prst="rect">
            <a:avLst/>
          </a:prstGeom>
          <a:solidFill>
            <a:srgbClr val="FF6600"/>
          </a:solidFill>
          <a:ln w="9525">
            <a:noFill/>
          </a:ln>
        </p:spPr>
        <p:txBody>
          <a:bodyPr anchor="t" anchorCtr="0"/>
          <a:lstStyle/>
          <a:p>
            <a:pPr marL="342900" indent="-342900">
              <a:spcBef>
                <a:spcPct val="20000"/>
              </a:spcBef>
            </a:pPr>
            <a:r>
              <a:rPr lang="zh-CN" altLang="en-US" sz="2400" dirty="0">
                <a:latin typeface="Times New Roman" panose="02020603050405020304" pitchFamily="2" charset="0"/>
                <a:ea typeface="宋体" panose="02010600030101010101" pitchFamily="2" charset="-122"/>
              </a:rPr>
              <a:t>抽样序列在单位圆上的z变换</a:t>
            </a:r>
          </a:p>
          <a:p>
            <a:pPr marL="342900" indent="-342900">
              <a:spcBef>
                <a:spcPct val="20000"/>
              </a:spcBef>
            </a:pPr>
            <a:r>
              <a:rPr lang="zh-CN" altLang="en-US" sz="2400" dirty="0">
                <a:latin typeface="Times New Roman" panose="02020603050405020304" pitchFamily="2" charset="0"/>
                <a:ea typeface="宋体" panose="02010600030101010101" pitchFamily="2" charset="-122"/>
              </a:rPr>
              <a:t>                 =其理想抽样信号的Fourier变换</a:t>
            </a:r>
          </a:p>
          <a:p>
            <a:pPr marL="342900" indent="-342900">
              <a:spcBef>
                <a:spcPct val="20000"/>
              </a:spcBef>
            </a:pPr>
            <a:endParaRPr lang="zh-CN" altLang="en-US" sz="2400" dirty="0">
              <a:latin typeface="Times New Roman" panose="02020603050405020304" pitchFamily="2" charset="0"/>
              <a:ea typeface="宋体" panose="02010600030101010101" pitchFamily="2" charset="-122"/>
            </a:endParaRPr>
          </a:p>
        </p:txBody>
      </p:sp>
    </p:spTree>
  </p:cSld>
  <p:clrMapOvr>
    <a:masterClrMapping/>
  </p:clrMapOvr>
  <p:transition spd="med">
    <p:comb dir="vert"/>
  </p:transition>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72033" name="对象 57348"/>
          <p:cNvGraphicFramePr/>
          <p:nvPr/>
        </p:nvGraphicFramePr>
        <p:xfrm>
          <a:off x="801688" y="573088"/>
          <a:ext cx="2822575" cy="660400"/>
        </p:xfrm>
        <a:graphic>
          <a:graphicData uri="http://schemas.openxmlformats.org/presentationml/2006/ole">
            <mc:AlternateContent xmlns:mc="http://schemas.openxmlformats.org/markup-compatibility/2006">
              <mc:Choice xmlns:v="urn:schemas-microsoft-com:vml" Requires="v">
                <p:oleObj r:id="rId2" imgW="977900" imgH="228600" progId="Equation.3">
                  <p:embed/>
                </p:oleObj>
              </mc:Choice>
              <mc:Fallback>
                <p:oleObj r:id="rId2" imgW="977900" imgH="228600" progId="Equation.3">
                  <p:embed/>
                  <p:pic>
                    <p:nvPicPr>
                      <p:cNvPr id="0" name="图片 3732"/>
                      <p:cNvPicPr/>
                      <p:nvPr/>
                    </p:nvPicPr>
                    <p:blipFill>
                      <a:blip r:embed="rId3"/>
                      <a:stretch>
                        <a:fillRect/>
                      </a:stretch>
                    </p:blipFill>
                    <p:spPr>
                      <a:xfrm>
                        <a:off x="801688" y="573088"/>
                        <a:ext cx="2822575" cy="660400"/>
                      </a:xfrm>
                      <a:prstGeom prst="rect">
                        <a:avLst/>
                      </a:prstGeom>
                      <a:noFill/>
                      <a:ln w="9525" cap="flat" cmpd="sng">
                        <a:solidFill>
                          <a:srgbClr val="FF0000"/>
                        </a:solidFill>
                        <a:prstDash val="solid"/>
                        <a:miter/>
                        <a:headEnd type="none" w="med" len="med"/>
                        <a:tailEnd type="none" w="med" len="med"/>
                      </a:ln>
                    </p:spPr>
                  </p:pic>
                </p:oleObj>
              </mc:Fallback>
            </mc:AlternateContent>
          </a:graphicData>
        </a:graphic>
      </p:graphicFrame>
      <p:graphicFrame>
        <p:nvGraphicFramePr>
          <p:cNvPr id="172034" name="对象 54276"/>
          <p:cNvGraphicFramePr>
            <a:graphicFrameLocks noChangeAspect="1"/>
          </p:cNvGraphicFramePr>
          <p:nvPr/>
        </p:nvGraphicFramePr>
        <p:xfrm>
          <a:off x="682625" y="1604963"/>
          <a:ext cx="8382000" cy="1027112"/>
        </p:xfrm>
        <a:graphic>
          <a:graphicData uri="http://schemas.openxmlformats.org/presentationml/2006/ole">
            <mc:AlternateContent xmlns:mc="http://schemas.openxmlformats.org/markup-compatibility/2006">
              <mc:Choice xmlns:v="urn:schemas-microsoft-com:vml" Requires="v">
                <p:oleObj r:id="rId4" imgW="3516630" imgH="431800" progId="Equation.3">
                  <p:embed/>
                </p:oleObj>
              </mc:Choice>
              <mc:Fallback>
                <p:oleObj r:id="rId4" imgW="3516630" imgH="431800" progId="Equation.3">
                  <p:embed/>
                  <p:pic>
                    <p:nvPicPr>
                      <p:cNvPr id="0" name="图片 3733"/>
                      <p:cNvPicPr/>
                      <p:nvPr/>
                    </p:nvPicPr>
                    <p:blipFill>
                      <a:blip r:embed="rId5"/>
                      <a:stretch>
                        <a:fillRect/>
                      </a:stretch>
                    </p:blipFill>
                    <p:spPr>
                      <a:xfrm>
                        <a:off x="682625" y="1604963"/>
                        <a:ext cx="8382000" cy="1027112"/>
                      </a:xfrm>
                      <a:prstGeom prst="rect">
                        <a:avLst/>
                      </a:prstGeom>
                      <a:noFill/>
                      <a:ln w="38100">
                        <a:noFill/>
                        <a:miter/>
                      </a:ln>
                    </p:spPr>
                  </p:pic>
                </p:oleObj>
              </mc:Fallback>
            </mc:AlternateContent>
          </a:graphicData>
        </a:graphic>
      </p:graphicFrame>
      <p:sp>
        <p:nvSpPr>
          <p:cNvPr id="172035" name="文本框 3"/>
          <p:cNvSpPr txBox="1"/>
          <p:nvPr/>
        </p:nvSpPr>
        <p:spPr>
          <a:xfrm>
            <a:off x="682625" y="2876550"/>
            <a:ext cx="7667625" cy="828675"/>
          </a:xfrm>
          <a:prstGeom prst="rect">
            <a:avLst/>
          </a:prstGeom>
          <a:noFill/>
          <a:ln w="9525">
            <a:noFill/>
          </a:ln>
        </p:spPr>
        <p:txBody>
          <a:bodyPr wrap="square" anchor="t" anchorCtr="0">
            <a:spAutoFit/>
          </a:bodyPr>
          <a:lstStyle/>
          <a:p>
            <a:r>
              <a:rPr lang="zh-CN" altLang="en-US" sz="2400" dirty="0">
                <a:latin typeface="Times New Roman" panose="02020603050405020304" pitchFamily="2" charset="0"/>
                <a:ea typeface="宋体" panose="02010600030101010101" pitchFamily="2" charset="-122"/>
              </a:rPr>
              <a:t>抽样序列在单位圆上的z变换，就等于其理想抽样信号的傅里叶变换</a:t>
            </a:r>
          </a:p>
        </p:txBody>
      </p:sp>
    </p:spTree>
  </p:cSld>
  <p:clrMapOvr>
    <a:masterClrMapping/>
  </p:clrMapOvr>
  <p:transition/>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057" name="文本框 606209"/>
          <p:cNvSpPr txBox="1"/>
          <p:nvPr/>
        </p:nvSpPr>
        <p:spPr>
          <a:xfrm>
            <a:off x="1042988" y="908050"/>
            <a:ext cx="7056437" cy="1235075"/>
          </a:xfrm>
          <a:prstGeom prst="rect">
            <a:avLst/>
          </a:prstGeom>
          <a:noFill/>
          <a:ln w="12700">
            <a:noFill/>
          </a:ln>
        </p:spPr>
        <p:txBody>
          <a:bodyPr anchor="t" anchorCtr="0">
            <a:spAutoFit/>
          </a:bodyPr>
          <a:lstStyle/>
          <a:p>
            <a:pPr>
              <a:lnSpc>
                <a:spcPct val="155000"/>
              </a:lnSpc>
              <a:spcBef>
                <a:spcPct val="50000"/>
              </a:spcBef>
              <a:spcAft>
                <a:spcPct val="25000"/>
              </a:spcAft>
            </a:pPr>
            <a:r>
              <a:rPr lang="zh-CN" altLang="en-US" sz="2400" dirty="0">
                <a:solidFill>
                  <a:schemeClr val="tx2"/>
                </a:solidFill>
                <a:latin typeface="Times New Roman" panose="02020603050405020304" pitchFamily="2" charset="0"/>
                <a:ea typeface="宋体" panose="02010600030101010101" pitchFamily="2" charset="-122"/>
              </a:rPr>
              <a:t>序列的</a:t>
            </a:r>
            <a:r>
              <a:rPr lang="en-US" altLang="zh-CN" sz="2400" dirty="0">
                <a:solidFill>
                  <a:schemeClr val="tx2"/>
                </a:solidFill>
                <a:latin typeface="Times New Roman" panose="02020603050405020304" pitchFamily="2" charset="0"/>
                <a:ea typeface="宋体" panose="02010600030101010101" pitchFamily="2" charset="-122"/>
              </a:rPr>
              <a:t>Fourier</a:t>
            </a:r>
            <a:r>
              <a:rPr lang="zh-CN" altLang="en-US" sz="2400" dirty="0">
                <a:solidFill>
                  <a:schemeClr val="tx2"/>
                </a:solidFill>
                <a:latin typeface="Times New Roman" panose="02020603050405020304" pitchFamily="2" charset="0"/>
                <a:ea typeface="宋体" panose="02010600030101010101" pitchFamily="2" charset="-122"/>
              </a:rPr>
              <a:t>变换</a:t>
            </a:r>
            <a:br>
              <a:rPr lang="zh-CN" altLang="en-US" sz="2400" dirty="0">
                <a:solidFill>
                  <a:schemeClr val="tx2"/>
                </a:solidFill>
                <a:latin typeface="Times New Roman" panose="02020603050405020304" pitchFamily="2" charset="0"/>
                <a:ea typeface="宋体" panose="02010600030101010101" pitchFamily="2" charset="-122"/>
              </a:rPr>
            </a:br>
            <a:r>
              <a:rPr lang="zh-CN" altLang="en-US" sz="2400" dirty="0">
                <a:solidFill>
                  <a:schemeClr val="tx2"/>
                </a:solidFill>
                <a:latin typeface="Times New Roman" panose="02020603050405020304" pitchFamily="2" charset="0"/>
                <a:ea typeface="宋体" panose="02010600030101010101" pitchFamily="2" charset="-122"/>
              </a:rPr>
              <a:t>	                  单位圆上序列的</a:t>
            </a:r>
            <a:r>
              <a:rPr lang="en-US" altLang="zh-CN" sz="2400" dirty="0">
                <a:solidFill>
                  <a:schemeClr val="tx2"/>
                </a:solidFill>
                <a:latin typeface="Times New Roman" panose="02020603050405020304" pitchFamily="2" charset="0"/>
                <a:ea typeface="宋体" panose="02010600030101010101" pitchFamily="2" charset="-122"/>
              </a:rPr>
              <a:t>z</a:t>
            </a:r>
            <a:r>
              <a:rPr lang="zh-CN" altLang="en-US" sz="2400" dirty="0">
                <a:solidFill>
                  <a:schemeClr val="tx2"/>
                </a:solidFill>
                <a:latin typeface="Times New Roman" panose="02020603050405020304" pitchFamily="2" charset="0"/>
                <a:ea typeface="宋体" panose="02010600030101010101" pitchFamily="2" charset="-122"/>
              </a:rPr>
              <a:t>变换</a:t>
            </a:r>
          </a:p>
        </p:txBody>
      </p:sp>
      <p:graphicFrame>
        <p:nvGraphicFramePr>
          <p:cNvPr id="173058" name="对象 606210"/>
          <p:cNvGraphicFramePr/>
          <p:nvPr/>
        </p:nvGraphicFramePr>
        <p:xfrm>
          <a:off x="3636963" y="1111250"/>
          <a:ext cx="1054100" cy="444500"/>
        </p:xfrm>
        <a:graphic>
          <a:graphicData uri="http://schemas.openxmlformats.org/presentationml/2006/ole">
            <mc:AlternateContent xmlns:mc="http://schemas.openxmlformats.org/markup-compatibility/2006">
              <mc:Choice xmlns:v="urn:schemas-microsoft-com:vml" Requires="v">
                <p:oleObj r:id="rId3" imgW="1053465" imgH="444500" progId="Equation.DSMT4">
                  <p:embed/>
                </p:oleObj>
              </mc:Choice>
              <mc:Fallback>
                <p:oleObj r:id="rId3" imgW="1053465" imgH="444500" progId="Equation.DSMT4">
                  <p:embed/>
                  <p:pic>
                    <p:nvPicPr>
                      <p:cNvPr id="0" name="图片 3751"/>
                      <p:cNvPicPr/>
                      <p:nvPr/>
                    </p:nvPicPr>
                    <p:blipFill>
                      <a:blip r:embed="rId4">
                        <a:lum bright="-100000"/>
                      </a:blip>
                      <a:stretch>
                        <a:fillRect/>
                      </a:stretch>
                    </p:blipFill>
                    <p:spPr>
                      <a:xfrm>
                        <a:off x="3636963" y="1111250"/>
                        <a:ext cx="1054100" cy="444500"/>
                      </a:xfrm>
                      <a:prstGeom prst="rect">
                        <a:avLst/>
                      </a:prstGeom>
                      <a:noFill/>
                      <a:ln w="38100">
                        <a:noFill/>
                        <a:miter/>
                      </a:ln>
                    </p:spPr>
                  </p:pic>
                </p:oleObj>
              </mc:Fallback>
            </mc:AlternateContent>
          </a:graphicData>
        </a:graphic>
      </p:graphicFrame>
      <p:graphicFrame>
        <p:nvGraphicFramePr>
          <p:cNvPr id="173059" name="对象 606211"/>
          <p:cNvGraphicFramePr/>
          <p:nvPr/>
        </p:nvGraphicFramePr>
        <p:xfrm>
          <a:off x="1692275" y="2260600"/>
          <a:ext cx="2736850" cy="561975"/>
        </p:xfrm>
        <a:graphic>
          <a:graphicData uri="http://schemas.openxmlformats.org/presentationml/2006/ole">
            <mc:AlternateContent xmlns:mc="http://schemas.openxmlformats.org/markup-compatibility/2006">
              <mc:Choice xmlns:v="urn:schemas-microsoft-com:vml" Requires="v">
                <p:oleObj r:id="rId5" imgW="2844800" imgH="584200" progId="Equation.DSMT4">
                  <p:embed/>
                </p:oleObj>
              </mc:Choice>
              <mc:Fallback>
                <p:oleObj r:id="rId5" imgW="2844800" imgH="584200" progId="Equation.DSMT4">
                  <p:embed/>
                  <p:pic>
                    <p:nvPicPr>
                      <p:cNvPr id="0" name="图片 3745"/>
                      <p:cNvPicPr/>
                      <p:nvPr/>
                    </p:nvPicPr>
                    <p:blipFill>
                      <a:blip r:embed="rId6">
                        <a:lum bright="-100000"/>
                      </a:blip>
                      <a:stretch>
                        <a:fillRect/>
                      </a:stretch>
                    </p:blipFill>
                    <p:spPr>
                      <a:xfrm>
                        <a:off x="1692275" y="2260600"/>
                        <a:ext cx="2736850" cy="561975"/>
                      </a:xfrm>
                      <a:prstGeom prst="rect">
                        <a:avLst/>
                      </a:prstGeom>
                      <a:noFill/>
                      <a:ln w="38100">
                        <a:noFill/>
                        <a:miter/>
                      </a:ln>
                    </p:spPr>
                  </p:pic>
                </p:oleObj>
              </mc:Fallback>
            </mc:AlternateContent>
          </a:graphicData>
        </a:graphic>
      </p:graphicFrame>
      <p:graphicFrame>
        <p:nvGraphicFramePr>
          <p:cNvPr id="173060" name="对象 606212"/>
          <p:cNvGraphicFramePr/>
          <p:nvPr/>
        </p:nvGraphicFramePr>
        <p:xfrm>
          <a:off x="4859338" y="2354263"/>
          <a:ext cx="2952750" cy="354012"/>
        </p:xfrm>
        <a:graphic>
          <a:graphicData uri="http://schemas.openxmlformats.org/presentationml/2006/ole">
            <mc:AlternateContent xmlns:mc="http://schemas.openxmlformats.org/markup-compatibility/2006">
              <mc:Choice xmlns:v="urn:schemas-microsoft-com:vml" Requires="v">
                <p:oleObj r:id="rId7" imgW="3288030" imgH="393700" progId="Equation.DSMT4">
                  <p:embed/>
                </p:oleObj>
              </mc:Choice>
              <mc:Fallback>
                <p:oleObj r:id="rId7" imgW="3288030" imgH="393700" progId="Equation.DSMT4">
                  <p:embed/>
                  <p:pic>
                    <p:nvPicPr>
                      <p:cNvPr id="0" name="图片 3744"/>
                      <p:cNvPicPr/>
                      <p:nvPr/>
                    </p:nvPicPr>
                    <p:blipFill>
                      <a:blip r:embed="rId8">
                        <a:lum bright="-100000"/>
                      </a:blip>
                      <a:stretch>
                        <a:fillRect/>
                      </a:stretch>
                    </p:blipFill>
                    <p:spPr>
                      <a:xfrm>
                        <a:off x="4859338" y="2354263"/>
                        <a:ext cx="2952750" cy="354012"/>
                      </a:xfrm>
                      <a:prstGeom prst="rect">
                        <a:avLst/>
                      </a:prstGeom>
                      <a:noFill/>
                      <a:ln w="38100">
                        <a:noFill/>
                        <a:miter/>
                      </a:ln>
                    </p:spPr>
                  </p:pic>
                </p:oleObj>
              </mc:Fallback>
            </mc:AlternateContent>
          </a:graphicData>
        </a:graphic>
      </p:graphicFrame>
      <p:graphicFrame>
        <p:nvGraphicFramePr>
          <p:cNvPr id="173061" name="对象 606213"/>
          <p:cNvGraphicFramePr/>
          <p:nvPr/>
        </p:nvGraphicFramePr>
        <p:xfrm>
          <a:off x="2603500" y="4067175"/>
          <a:ext cx="3121025" cy="835025"/>
        </p:xfrm>
        <a:graphic>
          <a:graphicData uri="http://schemas.openxmlformats.org/presentationml/2006/ole">
            <mc:AlternateContent xmlns:mc="http://schemas.openxmlformats.org/markup-compatibility/2006">
              <mc:Choice xmlns:v="urn:schemas-microsoft-com:vml" Requires="v">
                <p:oleObj r:id="rId9" imgW="3416300" imgH="914400" progId="Equation.DSMT4">
                  <p:embed/>
                </p:oleObj>
              </mc:Choice>
              <mc:Fallback>
                <p:oleObj r:id="rId9" imgW="3416300" imgH="914400" progId="Equation.DSMT4">
                  <p:embed/>
                  <p:pic>
                    <p:nvPicPr>
                      <p:cNvPr id="0" name="图片 3748"/>
                      <p:cNvPicPr/>
                      <p:nvPr/>
                    </p:nvPicPr>
                    <p:blipFill>
                      <a:blip r:embed="rId10">
                        <a:lum bright="-100000"/>
                      </a:blip>
                      <a:stretch>
                        <a:fillRect/>
                      </a:stretch>
                    </p:blipFill>
                    <p:spPr>
                      <a:xfrm>
                        <a:off x="2603500" y="4067175"/>
                        <a:ext cx="3121025" cy="835025"/>
                      </a:xfrm>
                      <a:prstGeom prst="rect">
                        <a:avLst/>
                      </a:prstGeom>
                      <a:noFill/>
                      <a:ln w="38100">
                        <a:noFill/>
                        <a:miter/>
                      </a:ln>
                    </p:spPr>
                  </p:pic>
                </p:oleObj>
              </mc:Fallback>
            </mc:AlternateContent>
          </a:graphicData>
        </a:graphic>
      </p:graphicFrame>
      <p:graphicFrame>
        <p:nvGraphicFramePr>
          <p:cNvPr id="173062" name="对象 606214"/>
          <p:cNvGraphicFramePr/>
          <p:nvPr/>
        </p:nvGraphicFramePr>
        <p:xfrm>
          <a:off x="5795963" y="5214938"/>
          <a:ext cx="2089150" cy="733425"/>
        </p:xfrm>
        <a:graphic>
          <a:graphicData uri="http://schemas.openxmlformats.org/presentationml/2006/ole">
            <mc:AlternateContent xmlns:mc="http://schemas.openxmlformats.org/markup-compatibility/2006">
              <mc:Choice xmlns:v="urn:schemas-microsoft-com:vml" Requires="v">
                <p:oleObj r:id="rId11" imgW="2349500" imgH="825500" progId="Equation.DSMT4">
                  <p:embed/>
                </p:oleObj>
              </mc:Choice>
              <mc:Fallback>
                <p:oleObj r:id="rId11" imgW="2349500" imgH="825500" progId="Equation.DSMT4">
                  <p:embed/>
                  <p:pic>
                    <p:nvPicPr>
                      <p:cNvPr id="0" name="图片 3750"/>
                      <p:cNvPicPr/>
                      <p:nvPr/>
                    </p:nvPicPr>
                    <p:blipFill>
                      <a:blip r:embed="rId12">
                        <a:lum bright="-71991"/>
                      </a:blip>
                      <a:stretch>
                        <a:fillRect/>
                      </a:stretch>
                    </p:blipFill>
                    <p:spPr>
                      <a:xfrm>
                        <a:off x="5795963" y="5214938"/>
                        <a:ext cx="2089150" cy="733425"/>
                      </a:xfrm>
                      <a:prstGeom prst="rect">
                        <a:avLst/>
                      </a:prstGeom>
                      <a:noFill/>
                      <a:ln w="38100">
                        <a:noFill/>
                        <a:miter/>
                      </a:ln>
                    </p:spPr>
                  </p:pic>
                </p:oleObj>
              </mc:Fallback>
            </mc:AlternateContent>
          </a:graphicData>
        </a:graphic>
      </p:graphicFrame>
      <p:graphicFrame>
        <p:nvGraphicFramePr>
          <p:cNvPr id="173063" name="对象 606216"/>
          <p:cNvGraphicFramePr/>
          <p:nvPr/>
        </p:nvGraphicFramePr>
        <p:xfrm>
          <a:off x="2654300" y="3292475"/>
          <a:ext cx="2709863" cy="449263"/>
        </p:xfrm>
        <a:graphic>
          <a:graphicData uri="http://schemas.openxmlformats.org/presentationml/2006/ole">
            <mc:AlternateContent xmlns:mc="http://schemas.openxmlformats.org/markup-compatibility/2006">
              <mc:Choice xmlns:v="urn:schemas-microsoft-com:vml" Requires="v">
                <p:oleObj r:id="rId13" imgW="2983230" imgH="495300" progId="Equation.DSMT4">
                  <p:embed/>
                </p:oleObj>
              </mc:Choice>
              <mc:Fallback>
                <p:oleObj r:id="rId13" imgW="2983230" imgH="495300" progId="Equation.DSMT4">
                  <p:embed/>
                  <p:pic>
                    <p:nvPicPr>
                      <p:cNvPr id="0" name="图片 3749"/>
                      <p:cNvPicPr/>
                      <p:nvPr/>
                    </p:nvPicPr>
                    <p:blipFill>
                      <a:blip r:embed="rId14">
                        <a:lum bright="-100000"/>
                      </a:blip>
                      <a:stretch>
                        <a:fillRect/>
                      </a:stretch>
                    </p:blipFill>
                    <p:spPr>
                      <a:xfrm>
                        <a:off x="2654300" y="3292475"/>
                        <a:ext cx="2709863" cy="449263"/>
                      </a:xfrm>
                      <a:prstGeom prst="rect">
                        <a:avLst/>
                      </a:prstGeom>
                      <a:noFill/>
                      <a:ln w="38100">
                        <a:noFill/>
                        <a:miter/>
                      </a:ln>
                    </p:spPr>
                  </p:pic>
                </p:oleObj>
              </mc:Fallback>
            </mc:AlternateContent>
          </a:graphicData>
        </a:graphic>
      </p:graphicFrame>
      <p:graphicFrame>
        <p:nvGraphicFramePr>
          <p:cNvPr id="173064" name="内容占位符 606215"/>
          <p:cNvGraphicFramePr>
            <a:graphicFrameLocks noGrp="1"/>
          </p:cNvGraphicFramePr>
          <p:nvPr/>
        </p:nvGraphicFramePr>
        <p:xfrm>
          <a:off x="2516188" y="5207000"/>
          <a:ext cx="3086100" cy="741363"/>
        </p:xfrm>
        <a:graphic>
          <a:graphicData uri="http://schemas.openxmlformats.org/presentationml/2006/ole">
            <mc:AlternateContent xmlns:mc="http://schemas.openxmlformats.org/markup-compatibility/2006">
              <mc:Choice xmlns:v="urn:schemas-microsoft-com:vml" Requires="v">
                <p:oleObj r:id="rId15" imgW="3454400" imgH="939800" progId="Equation.DSMT4">
                  <p:embed/>
                </p:oleObj>
              </mc:Choice>
              <mc:Fallback>
                <p:oleObj r:id="rId15" imgW="3454400" imgH="939800" progId="Equation.DSMT4">
                  <p:embed/>
                  <p:pic>
                    <p:nvPicPr>
                      <p:cNvPr id="0" name="图片 3742"/>
                      <p:cNvPicPr/>
                      <p:nvPr/>
                    </p:nvPicPr>
                    <p:blipFill>
                      <a:blip r:embed="rId16">
                        <a:lum bright="-100000"/>
                      </a:blip>
                      <a:stretch>
                        <a:fillRect/>
                      </a:stretch>
                    </p:blipFill>
                    <p:spPr>
                      <a:xfrm>
                        <a:off x="2516188" y="5207000"/>
                        <a:ext cx="3086100" cy="741363"/>
                      </a:xfrm>
                      <a:prstGeom prst="rect">
                        <a:avLst/>
                      </a:prstGeom>
                      <a:noFill/>
                      <a:ln w="38100">
                        <a:noFill/>
                        <a:miter/>
                      </a:ln>
                    </p:spPr>
                  </p:pic>
                </p:oleObj>
              </mc:Fallback>
            </mc:AlternateContent>
          </a:graphicData>
        </a:graphic>
      </p:graphicFrame>
      <p:graphicFrame>
        <p:nvGraphicFramePr>
          <p:cNvPr id="173065" name="对象 57348"/>
          <p:cNvGraphicFramePr/>
          <p:nvPr/>
        </p:nvGraphicFramePr>
        <p:xfrm>
          <a:off x="1042988" y="211138"/>
          <a:ext cx="3189287" cy="696912"/>
        </p:xfrm>
        <a:graphic>
          <a:graphicData uri="http://schemas.openxmlformats.org/presentationml/2006/ole">
            <mc:AlternateContent xmlns:mc="http://schemas.openxmlformats.org/markup-compatibility/2006">
              <mc:Choice xmlns:v="urn:schemas-microsoft-com:vml" Requires="v">
                <p:oleObj r:id="rId17" imgW="1104900" imgH="241300" progId="Equation.3">
                  <p:embed/>
                </p:oleObj>
              </mc:Choice>
              <mc:Fallback>
                <p:oleObj r:id="rId17" imgW="1104900" imgH="241300" progId="Equation.3">
                  <p:embed/>
                  <p:pic>
                    <p:nvPicPr>
                      <p:cNvPr id="0" name="图片 3747"/>
                      <p:cNvPicPr/>
                      <p:nvPr/>
                    </p:nvPicPr>
                    <p:blipFill>
                      <a:blip r:embed="rId18"/>
                      <a:stretch>
                        <a:fillRect/>
                      </a:stretch>
                    </p:blipFill>
                    <p:spPr>
                      <a:xfrm>
                        <a:off x="1042988" y="211138"/>
                        <a:ext cx="3189287" cy="696912"/>
                      </a:xfrm>
                      <a:prstGeom prst="rect">
                        <a:avLst/>
                      </a:prstGeom>
                      <a:noFill/>
                      <a:ln w="9525" cap="flat" cmpd="sng">
                        <a:solidFill>
                          <a:srgbClr val="FF0000"/>
                        </a:solidFill>
                        <a:prstDash val="solid"/>
                        <a:miter/>
                        <a:headEnd type="none" w="med" len="med"/>
                        <a:tailEnd type="none" w="med" len="med"/>
                      </a:ln>
                    </p:spPr>
                  </p:pic>
                </p:oleObj>
              </mc:Fallback>
            </mc:AlternateContent>
          </a:graphicData>
        </a:graphic>
      </p:graphicFrame>
    </p:spTree>
  </p:cSld>
  <p:clrMapOvr>
    <a:masterClrMapping/>
  </p:clrMapOvr>
  <p:transition spd="med">
    <p:cover dir="d"/>
    <p:sndAc>
      <p:stSnd>
        <p:snd r:embed="rId2" name="wind.wav"/>
      </p:stSnd>
    </p:sndAc>
  </p:transition>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81" name="矩形 607235"/>
          <p:cNvSpPr/>
          <p:nvPr/>
        </p:nvSpPr>
        <p:spPr>
          <a:xfrm>
            <a:off x="4211638" y="1922463"/>
            <a:ext cx="2547937" cy="398462"/>
          </a:xfrm>
          <a:prstGeom prst="rect">
            <a:avLst/>
          </a:prstGeom>
          <a:noFill/>
          <a:ln w="12700">
            <a:noFill/>
          </a:ln>
        </p:spPr>
        <p:txBody>
          <a:bodyPr wrap="none" anchor="t" anchorCtr="0">
            <a:spAutoFit/>
          </a:bodyPr>
          <a:lstStyle/>
          <a:p>
            <a:r>
              <a:rPr lang="zh-CN" altLang="en-US" sz="2000" dirty="0">
                <a:latin typeface="Tahoma" panose="020B0604030504040204" pitchFamily="2" charset="0"/>
                <a:ea typeface="宋体" panose="02010600030101010101" pitchFamily="2" charset="-122"/>
              </a:rPr>
              <a:t> 连续信号的拉斯变换</a:t>
            </a:r>
          </a:p>
        </p:txBody>
      </p:sp>
      <p:sp>
        <p:nvSpPr>
          <p:cNvPr id="174082" name="矩形 607236"/>
          <p:cNvSpPr/>
          <p:nvPr/>
        </p:nvSpPr>
        <p:spPr>
          <a:xfrm>
            <a:off x="3851275" y="1219200"/>
            <a:ext cx="2978150" cy="396875"/>
          </a:xfrm>
          <a:prstGeom prst="rect">
            <a:avLst/>
          </a:prstGeom>
          <a:noFill/>
          <a:ln w="12700">
            <a:noFill/>
          </a:ln>
        </p:spPr>
        <p:txBody>
          <a:bodyPr wrap="none" anchor="t" anchorCtr="0">
            <a:spAutoFit/>
          </a:bodyPr>
          <a:lstStyle/>
          <a:p>
            <a:r>
              <a:rPr lang="zh-CN" altLang="en-US" sz="2000" dirty="0">
                <a:latin typeface="Tahoma" panose="020B0604030504040204" pitchFamily="2" charset="0"/>
                <a:ea typeface="宋体" panose="02010600030101010101" pitchFamily="2" charset="-122"/>
              </a:rPr>
              <a:t>理想抽样信号的拉斯变换</a:t>
            </a:r>
          </a:p>
        </p:txBody>
      </p:sp>
      <p:sp>
        <p:nvSpPr>
          <p:cNvPr id="174083" name="直接连接符 607237"/>
          <p:cNvSpPr/>
          <p:nvPr/>
        </p:nvSpPr>
        <p:spPr>
          <a:xfrm>
            <a:off x="1979613" y="1446213"/>
            <a:ext cx="1800225" cy="0"/>
          </a:xfrm>
          <a:prstGeom prst="line">
            <a:avLst/>
          </a:prstGeom>
          <a:ln w="12700" cap="sq" cmpd="sng">
            <a:solidFill>
              <a:schemeClr val="tx1"/>
            </a:solidFill>
            <a:prstDash val="solid"/>
            <a:round/>
            <a:headEnd type="none" w="sm" len="sm"/>
            <a:tailEnd type="triangle" w="sm" len="sm"/>
          </a:ln>
        </p:spPr>
      </p:sp>
      <p:sp>
        <p:nvSpPr>
          <p:cNvPr id="174084" name="直接连接符 607238"/>
          <p:cNvSpPr/>
          <p:nvPr/>
        </p:nvSpPr>
        <p:spPr>
          <a:xfrm>
            <a:off x="6804025" y="1417638"/>
            <a:ext cx="863600" cy="0"/>
          </a:xfrm>
          <a:prstGeom prst="line">
            <a:avLst/>
          </a:prstGeom>
          <a:ln w="12700" cap="sq" cmpd="sng">
            <a:solidFill>
              <a:schemeClr val="tx1"/>
            </a:solidFill>
            <a:prstDash val="solid"/>
            <a:round/>
            <a:headEnd type="none" w="sm" len="sm"/>
            <a:tailEnd type="none" w="sm" len="sm"/>
          </a:ln>
        </p:spPr>
      </p:sp>
      <p:sp>
        <p:nvSpPr>
          <p:cNvPr id="174085" name="直接连接符 607239"/>
          <p:cNvSpPr/>
          <p:nvPr/>
        </p:nvSpPr>
        <p:spPr>
          <a:xfrm>
            <a:off x="7667625" y="1417638"/>
            <a:ext cx="0" cy="647700"/>
          </a:xfrm>
          <a:prstGeom prst="line">
            <a:avLst/>
          </a:prstGeom>
          <a:ln w="12700" cap="sq" cmpd="sng">
            <a:solidFill>
              <a:schemeClr val="tx1"/>
            </a:solidFill>
            <a:prstDash val="solid"/>
            <a:round/>
            <a:headEnd type="none" w="sm" len="sm"/>
            <a:tailEnd type="none" w="sm" len="sm"/>
          </a:ln>
        </p:spPr>
      </p:sp>
      <p:sp>
        <p:nvSpPr>
          <p:cNvPr id="174086" name="直接连接符 607240"/>
          <p:cNvSpPr/>
          <p:nvPr/>
        </p:nvSpPr>
        <p:spPr>
          <a:xfrm flipH="1">
            <a:off x="6804025" y="2093913"/>
            <a:ext cx="863600" cy="0"/>
          </a:xfrm>
          <a:prstGeom prst="line">
            <a:avLst/>
          </a:prstGeom>
          <a:ln w="12700" cap="sq" cmpd="sng">
            <a:solidFill>
              <a:schemeClr val="tx1"/>
            </a:solidFill>
            <a:prstDash val="solid"/>
            <a:round/>
            <a:headEnd type="none" w="sm" len="sm"/>
            <a:tailEnd type="triangle" w="sm" len="sm"/>
          </a:ln>
        </p:spPr>
      </p:sp>
      <p:sp>
        <p:nvSpPr>
          <p:cNvPr id="174087" name="文本框 607241"/>
          <p:cNvSpPr txBox="1"/>
          <p:nvPr/>
        </p:nvSpPr>
        <p:spPr>
          <a:xfrm>
            <a:off x="6804025" y="1560513"/>
            <a:ext cx="1800225" cy="398462"/>
          </a:xfrm>
          <a:prstGeom prst="rect">
            <a:avLst/>
          </a:prstGeom>
          <a:solidFill>
            <a:schemeClr val="hlink"/>
          </a:solidFill>
          <a:ln w="12700">
            <a:noFill/>
          </a:ln>
        </p:spPr>
        <p:txBody>
          <a:bodyPr anchor="t" anchorCtr="0">
            <a:spAutoFit/>
          </a:bodyPr>
          <a:lstStyle/>
          <a:p>
            <a:pPr>
              <a:spcBef>
                <a:spcPct val="50000"/>
              </a:spcBef>
            </a:pPr>
            <a:r>
              <a:rPr lang="zh-CN" altLang="en-US" sz="2000" dirty="0">
                <a:latin typeface="Tahoma" panose="020B0604030504040204" pitchFamily="2" charset="0"/>
                <a:ea typeface="宋体" panose="02010600030101010101" pitchFamily="2" charset="-122"/>
              </a:rPr>
              <a:t>只取一个周期</a:t>
            </a:r>
          </a:p>
        </p:txBody>
      </p:sp>
      <p:sp>
        <p:nvSpPr>
          <p:cNvPr id="174088" name="矩形 607242"/>
          <p:cNvSpPr/>
          <p:nvPr/>
        </p:nvSpPr>
        <p:spPr>
          <a:xfrm>
            <a:off x="468313" y="2922588"/>
            <a:ext cx="1584325" cy="474662"/>
          </a:xfrm>
          <a:prstGeom prst="rect">
            <a:avLst/>
          </a:prstGeom>
          <a:noFill/>
          <a:ln w="9525">
            <a:noFill/>
          </a:ln>
        </p:spPr>
        <p:txBody>
          <a:bodyPr anchor="t" anchorCtr="0"/>
          <a:lstStyle/>
          <a:p>
            <a:pPr marL="342900" indent="-342900">
              <a:spcBef>
                <a:spcPct val="20000"/>
              </a:spcBef>
              <a:buClr>
                <a:schemeClr val="bg2"/>
              </a:buClr>
              <a:buSzPct val="75000"/>
              <a:buFont typeface="Wingdings" panose="05000000000000000000" pitchFamily="2" charset="2"/>
            </a:pPr>
            <a:r>
              <a:rPr lang="zh-CN" altLang="en-US" sz="2000" dirty="0">
                <a:latin typeface="Arial" panose="020B0604020202020204" pitchFamily="34" charset="0"/>
                <a:ea typeface="宋体" panose="02010600030101010101" pitchFamily="2" charset="-122"/>
              </a:rPr>
              <a:t>序列的</a:t>
            </a:r>
            <a:r>
              <a:rPr lang="en-US" altLang="zh-CN" sz="2000" dirty="0">
                <a:latin typeface="Arial" panose="020B0604020202020204" pitchFamily="34" charset="0"/>
                <a:ea typeface="宋体" panose="02010600030101010101" pitchFamily="2" charset="-122"/>
              </a:rPr>
              <a:t>z</a:t>
            </a:r>
            <a:r>
              <a:rPr lang="zh-CN" altLang="en-US" sz="2000" dirty="0">
                <a:latin typeface="Arial" panose="020B0604020202020204" pitchFamily="34" charset="0"/>
                <a:ea typeface="宋体" panose="02010600030101010101" pitchFamily="2" charset="-122"/>
              </a:rPr>
              <a:t>变换</a:t>
            </a:r>
            <a:r>
              <a:rPr lang="zh-CN" altLang="en-US" sz="2400" dirty="0">
                <a:latin typeface="Arial" panose="020B0604020202020204" pitchFamily="34" charset="0"/>
                <a:ea typeface="宋体" panose="02010600030101010101" pitchFamily="2" charset="-122"/>
              </a:rPr>
              <a:t>                                                 </a:t>
            </a:r>
            <a:endParaRPr lang="zh-CN" altLang="en-US" sz="2400">
              <a:latin typeface="Arial" panose="020B0604020202020204" pitchFamily="34" charset="0"/>
              <a:ea typeface="宋体" panose="02010600030101010101" pitchFamily="2" charset="-122"/>
            </a:endParaRPr>
          </a:p>
        </p:txBody>
      </p:sp>
      <p:graphicFrame>
        <p:nvGraphicFramePr>
          <p:cNvPr id="174089" name="对象 607243"/>
          <p:cNvGraphicFramePr/>
          <p:nvPr/>
        </p:nvGraphicFramePr>
        <p:xfrm>
          <a:off x="2314575" y="2633663"/>
          <a:ext cx="1349375" cy="558800"/>
        </p:xfrm>
        <a:graphic>
          <a:graphicData uri="http://schemas.openxmlformats.org/presentationml/2006/ole">
            <mc:AlternateContent xmlns:mc="http://schemas.openxmlformats.org/markup-compatibility/2006">
              <mc:Choice xmlns:v="urn:schemas-microsoft-com:vml" Requires="v">
                <p:oleObj r:id="rId3" imgW="520065" imgH="203200" progId="Equation.3">
                  <p:embed/>
                </p:oleObj>
              </mc:Choice>
              <mc:Fallback>
                <p:oleObj r:id="rId3" imgW="520065" imgH="203200" progId="Equation.3">
                  <p:embed/>
                  <p:pic>
                    <p:nvPicPr>
                      <p:cNvPr id="0" name="图片 3743"/>
                      <p:cNvPicPr/>
                      <p:nvPr/>
                    </p:nvPicPr>
                    <p:blipFill>
                      <a:blip r:embed="rId4"/>
                      <a:stretch>
                        <a:fillRect/>
                      </a:stretch>
                    </p:blipFill>
                    <p:spPr>
                      <a:xfrm>
                        <a:off x="2314575" y="2633663"/>
                        <a:ext cx="1349375" cy="558800"/>
                      </a:xfrm>
                      <a:prstGeom prst="rect">
                        <a:avLst/>
                      </a:prstGeom>
                      <a:solidFill>
                        <a:schemeClr val="hlink"/>
                      </a:solidFill>
                      <a:ln w="38100">
                        <a:noFill/>
                        <a:miter/>
                      </a:ln>
                    </p:spPr>
                  </p:pic>
                </p:oleObj>
              </mc:Fallback>
            </mc:AlternateContent>
          </a:graphicData>
        </a:graphic>
      </p:graphicFrame>
      <p:sp>
        <p:nvSpPr>
          <p:cNvPr id="174090" name="矩形 607244"/>
          <p:cNvSpPr/>
          <p:nvPr/>
        </p:nvSpPr>
        <p:spPr>
          <a:xfrm>
            <a:off x="3924300" y="3500438"/>
            <a:ext cx="2800350" cy="398462"/>
          </a:xfrm>
          <a:prstGeom prst="rect">
            <a:avLst/>
          </a:prstGeom>
          <a:noFill/>
          <a:ln w="12700">
            <a:noFill/>
          </a:ln>
        </p:spPr>
        <p:txBody>
          <a:bodyPr wrap="square" anchor="t" anchorCtr="0">
            <a:spAutoFit/>
          </a:bodyPr>
          <a:lstStyle/>
          <a:p>
            <a:r>
              <a:rPr lang="zh-CN" altLang="en-US" sz="2000" dirty="0">
                <a:latin typeface="Tahoma" panose="020B0604030504040204" pitchFamily="2" charset="0"/>
                <a:ea typeface="宋体" panose="02010600030101010101" pitchFamily="2" charset="-122"/>
              </a:rPr>
              <a:t>连续信号的傅里叶变换</a:t>
            </a:r>
          </a:p>
        </p:txBody>
      </p:sp>
      <p:sp>
        <p:nvSpPr>
          <p:cNvPr id="174091" name="矩形 607245"/>
          <p:cNvSpPr/>
          <p:nvPr/>
        </p:nvSpPr>
        <p:spPr>
          <a:xfrm>
            <a:off x="3924300" y="2814638"/>
            <a:ext cx="2800350" cy="706437"/>
          </a:xfrm>
          <a:prstGeom prst="rect">
            <a:avLst/>
          </a:prstGeom>
          <a:noFill/>
          <a:ln w="12700">
            <a:noFill/>
          </a:ln>
        </p:spPr>
        <p:txBody>
          <a:bodyPr wrap="square" anchor="t" anchorCtr="0">
            <a:spAutoFit/>
          </a:bodyPr>
          <a:lstStyle/>
          <a:p>
            <a:r>
              <a:rPr lang="zh-CN" altLang="en-US" sz="2000" dirty="0">
                <a:latin typeface="Tahoma" panose="020B0604030504040204" pitchFamily="2" charset="0"/>
                <a:ea typeface="宋体" panose="02010600030101010101" pitchFamily="2" charset="-122"/>
              </a:rPr>
              <a:t>理想抽样信号的傅里叶变换</a:t>
            </a:r>
          </a:p>
        </p:txBody>
      </p:sp>
      <p:sp>
        <p:nvSpPr>
          <p:cNvPr id="174092" name="直接连接符 607246"/>
          <p:cNvSpPr/>
          <p:nvPr/>
        </p:nvSpPr>
        <p:spPr>
          <a:xfrm>
            <a:off x="2052638" y="3167063"/>
            <a:ext cx="1800225" cy="0"/>
          </a:xfrm>
          <a:prstGeom prst="line">
            <a:avLst/>
          </a:prstGeom>
          <a:ln w="12700" cap="sq" cmpd="sng">
            <a:solidFill>
              <a:schemeClr val="tx1"/>
            </a:solidFill>
            <a:prstDash val="solid"/>
            <a:round/>
            <a:headEnd type="none" w="sm" len="sm"/>
            <a:tailEnd type="triangle" w="sm" len="sm"/>
          </a:ln>
        </p:spPr>
      </p:sp>
      <p:sp>
        <p:nvSpPr>
          <p:cNvPr id="174093" name="直接连接符 607247"/>
          <p:cNvSpPr/>
          <p:nvPr/>
        </p:nvSpPr>
        <p:spPr>
          <a:xfrm>
            <a:off x="6877050" y="2995613"/>
            <a:ext cx="863600" cy="0"/>
          </a:xfrm>
          <a:prstGeom prst="line">
            <a:avLst/>
          </a:prstGeom>
          <a:ln w="12700" cap="sq" cmpd="sng">
            <a:solidFill>
              <a:schemeClr val="tx1"/>
            </a:solidFill>
            <a:prstDash val="solid"/>
            <a:round/>
            <a:headEnd type="none" w="sm" len="sm"/>
            <a:tailEnd type="none" w="sm" len="sm"/>
          </a:ln>
        </p:spPr>
      </p:sp>
      <p:sp>
        <p:nvSpPr>
          <p:cNvPr id="174094" name="直接连接符 607248"/>
          <p:cNvSpPr/>
          <p:nvPr/>
        </p:nvSpPr>
        <p:spPr>
          <a:xfrm>
            <a:off x="7740650" y="2995613"/>
            <a:ext cx="0" cy="685800"/>
          </a:xfrm>
          <a:prstGeom prst="line">
            <a:avLst/>
          </a:prstGeom>
          <a:ln w="12700" cap="sq" cmpd="sng">
            <a:solidFill>
              <a:schemeClr val="tx1"/>
            </a:solidFill>
            <a:prstDash val="solid"/>
            <a:round/>
            <a:headEnd type="none" w="sm" len="sm"/>
            <a:tailEnd type="none" w="sm" len="sm"/>
          </a:ln>
        </p:spPr>
      </p:sp>
      <p:sp>
        <p:nvSpPr>
          <p:cNvPr id="174095" name="直接连接符 607249"/>
          <p:cNvSpPr/>
          <p:nvPr/>
        </p:nvSpPr>
        <p:spPr>
          <a:xfrm flipH="1">
            <a:off x="6875463" y="3673475"/>
            <a:ext cx="863600" cy="0"/>
          </a:xfrm>
          <a:prstGeom prst="line">
            <a:avLst/>
          </a:prstGeom>
          <a:ln w="12700" cap="sq" cmpd="sng">
            <a:solidFill>
              <a:schemeClr val="tx1"/>
            </a:solidFill>
            <a:prstDash val="solid"/>
            <a:round/>
            <a:headEnd type="none" w="sm" len="sm"/>
            <a:tailEnd type="triangle" w="sm" len="sm"/>
          </a:ln>
        </p:spPr>
      </p:sp>
      <p:sp>
        <p:nvSpPr>
          <p:cNvPr id="174096" name="文本框 607250"/>
          <p:cNvSpPr txBox="1"/>
          <p:nvPr/>
        </p:nvSpPr>
        <p:spPr>
          <a:xfrm>
            <a:off x="6877050" y="3138488"/>
            <a:ext cx="1800225" cy="398462"/>
          </a:xfrm>
          <a:prstGeom prst="rect">
            <a:avLst/>
          </a:prstGeom>
          <a:solidFill>
            <a:srgbClr val="FF0000"/>
          </a:solidFill>
          <a:ln w="12700">
            <a:noFill/>
          </a:ln>
        </p:spPr>
        <p:txBody>
          <a:bodyPr anchor="t" anchorCtr="0">
            <a:spAutoFit/>
          </a:bodyPr>
          <a:lstStyle/>
          <a:p>
            <a:pPr>
              <a:spcBef>
                <a:spcPct val="50000"/>
              </a:spcBef>
            </a:pPr>
            <a:r>
              <a:rPr lang="zh-CN" altLang="en-US" sz="2000" dirty="0">
                <a:latin typeface="Tahoma" panose="020B0604030504040204" pitchFamily="2" charset="0"/>
                <a:ea typeface="宋体" panose="02010600030101010101" pitchFamily="2" charset="-122"/>
              </a:rPr>
              <a:t>只取一个周期</a:t>
            </a:r>
          </a:p>
        </p:txBody>
      </p:sp>
      <p:sp>
        <p:nvSpPr>
          <p:cNvPr id="174097" name="文本占位符 607233"/>
          <p:cNvSpPr>
            <a:spLocks noGrp="1"/>
          </p:cNvSpPr>
          <p:nvPr/>
        </p:nvSpPr>
        <p:spPr>
          <a:xfrm>
            <a:off x="395288" y="1219200"/>
            <a:ext cx="1584325" cy="474663"/>
          </a:xfrm>
          <a:prstGeom prst="rect">
            <a:avLst/>
          </a:prstGeom>
          <a:noFill/>
          <a:ln w="9525">
            <a:noFill/>
          </a:ln>
        </p:spPr>
        <p:txBody>
          <a:bodyPr anchor="t" anchorCtr="0"/>
          <a:lstStyle/>
          <a:p>
            <a:pPr marL="342900" indent="-342900">
              <a:spcBef>
                <a:spcPct val="20000"/>
              </a:spcBef>
            </a:pPr>
            <a:r>
              <a:rPr lang="zh-CN" altLang="en-US" sz="2000" dirty="0">
                <a:latin typeface="Arial" panose="020B0604020202020204" pitchFamily="34" charset="0"/>
                <a:ea typeface="宋体" panose="02010600030101010101" pitchFamily="2" charset="-122"/>
              </a:rPr>
              <a:t>序列的z变换 </a:t>
            </a:r>
            <a:r>
              <a:rPr lang="zh-CN" altLang="en-US" sz="2400" dirty="0">
                <a:latin typeface="Arial" panose="020B0604020202020204" pitchFamily="34" charset="0"/>
                <a:ea typeface="微软雅黑" panose="020B0503020204020204" pitchFamily="2" charset="-122"/>
              </a:rPr>
              <a:t>                                                </a:t>
            </a:r>
            <a:endParaRPr lang="zh-CN" altLang="en-US" sz="2400">
              <a:latin typeface="Arial" panose="020B0604020202020204" pitchFamily="34" charset="0"/>
              <a:ea typeface="微软雅黑" panose="020B0503020204020204" pitchFamily="2" charset="-122"/>
            </a:endParaRPr>
          </a:p>
        </p:txBody>
      </p:sp>
      <p:graphicFrame>
        <p:nvGraphicFramePr>
          <p:cNvPr id="174098" name="内容占位符 607234"/>
          <p:cNvGraphicFramePr>
            <a:graphicFrameLocks noGrp="1"/>
          </p:cNvGraphicFramePr>
          <p:nvPr/>
        </p:nvGraphicFramePr>
        <p:xfrm>
          <a:off x="2168525" y="930275"/>
          <a:ext cx="1220788" cy="527050"/>
        </p:xfrm>
        <a:graphic>
          <a:graphicData uri="http://schemas.openxmlformats.org/presentationml/2006/ole">
            <mc:AlternateContent xmlns:mc="http://schemas.openxmlformats.org/markup-compatibility/2006">
              <mc:Choice xmlns:v="urn:schemas-microsoft-com:vml" Requires="v">
                <p:oleObj r:id="rId5" imgW="443865" imgH="203200" progId="Equation.3">
                  <p:embed/>
                </p:oleObj>
              </mc:Choice>
              <mc:Fallback>
                <p:oleObj r:id="rId5" imgW="443865" imgH="203200" progId="Equation.3">
                  <p:embed/>
                  <p:pic>
                    <p:nvPicPr>
                      <p:cNvPr id="0" name="图片 3746"/>
                      <p:cNvPicPr/>
                      <p:nvPr/>
                    </p:nvPicPr>
                    <p:blipFill>
                      <a:blip r:embed="rId6"/>
                      <a:stretch>
                        <a:fillRect/>
                      </a:stretch>
                    </p:blipFill>
                    <p:spPr>
                      <a:xfrm>
                        <a:off x="2168525" y="930275"/>
                        <a:ext cx="1220788" cy="527050"/>
                      </a:xfrm>
                      <a:prstGeom prst="rect">
                        <a:avLst/>
                      </a:prstGeom>
                      <a:solidFill>
                        <a:schemeClr val="hlink"/>
                      </a:solidFill>
                      <a:ln w="38100">
                        <a:noFill/>
                        <a:miter/>
                      </a:ln>
                    </p:spPr>
                  </p:pic>
                </p:oleObj>
              </mc:Fallback>
            </mc:AlternateContent>
          </a:graphicData>
        </a:graphic>
      </p:graphicFrame>
      <p:sp>
        <p:nvSpPr>
          <p:cNvPr id="174099" name="矩形 607236"/>
          <p:cNvSpPr/>
          <p:nvPr/>
        </p:nvSpPr>
        <p:spPr>
          <a:xfrm>
            <a:off x="3978275" y="4430713"/>
            <a:ext cx="2214563" cy="400050"/>
          </a:xfrm>
          <a:prstGeom prst="rect">
            <a:avLst/>
          </a:prstGeom>
          <a:noFill/>
          <a:ln w="12700">
            <a:noFill/>
          </a:ln>
        </p:spPr>
        <p:txBody>
          <a:bodyPr wrap="none" anchor="t" anchorCtr="0">
            <a:spAutoFit/>
          </a:bodyPr>
          <a:lstStyle/>
          <a:p>
            <a:r>
              <a:rPr lang="zh-CN" altLang="en-US" sz="2000" dirty="0">
                <a:latin typeface="Tahoma" panose="020B0604030504040204" pitchFamily="2" charset="0"/>
                <a:ea typeface="宋体" panose="02010600030101010101" pitchFamily="2" charset="-122"/>
              </a:rPr>
              <a:t>序列的傅里叶变换</a:t>
            </a:r>
          </a:p>
        </p:txBody>
      </p:sp>
      <p:sp>
        <p:nvSpPr>
          <p:cNvPr id="174100" name="直接连接符 607237"/>
          <p:cNvSpPr/>
          <p:nvPr/>
        </p:nvSpPr>
        <p:spPr>
          <a:xfrm>
            <a:off x="2106613" y="4657725"/>
            <a:ext cx="1800225" cy="0"/>
          </a:xfrm>
          <a:prstGeom prst="line">
            <a:avLst/>
          </a:prstGeom>
          <a:ln w="12700" cap="sq" cmpd="sng">
            <a:solidFill>
              <a:schemeClr val="tx1"/>
            </a:solidFill>
            <a:prstDash val="solid"/>
            <a:round/>
            <a:headEnd type="none" w="sm" len="sm"/>
            <a:tailEnd type="triangle" w="sm" len="sm"/>
          </a:ln>
        </p:spPr>
      </p:sp>
      <p:sp>
        <p:nvSpPr>
          <p:cNvPr id="174101" name="文本占位符 607233"/>
          <p:cNvSpPr>
            <a:spLocks noGrp="1"/>
          </p:cNvSpPr>
          <p:nvPr/>
        </p:nvSpPr>
        <p:spPr>
          <a:xfrm>
            <a:off x="522288" y="4430713"/>
            <a:ext cx="1584325" cy="474662"/>
          </a:xfrm>
          <a:prstGeom prst="rect">
            <a:avLst/>
          </a:prstGeom>
          <a:noFill/>
          <a:ln w="9525">
            <a:noFill/>
          </a:ln>
        </p:spPr>
        <p:txBody>
          <a:bodyPr anchor="t" anchorCtr="0"/>
          <a:lstStyle/>
          <a:p>
            <a:pPr marL="342900" indent="-342900">
              <a:spcBef>
                <a:spcPct val="20000"/>
              </a:spcBef>
            </a:pPr>
            <a:r>
              <a:rPr lang="zh-CN" altLang="en-US" sz="2000" dirty="0">
                <a:latin typeface="Arial" panose="020B0604020202020204" pitchFamily="34" charset="0"/>
                <a:ea typeface="宋体" panose="02010600030101010101" pitchFamily="2" charset="-122"/>
              </a:rPr>
              <a:t>序列的z变换 </a:t>
            </a:r>
            <a:r>
              <a:rPr lang="zh-CN" altLang="en-US" sz="2400" dirty="0">
                <a:latin typeface="Arial" panose="020B0604020202020204" pitchFamily="34" charset="0"/>
                <a:ea typeface="微软雅黑" panose="020B0503020204020204" pitchFamily="2" charset="-122"/>
              </a:rPr>
              <a:t>                                                </a:t>
            </a:r>
            <a:endParaRPr lang="zh-CN" altLang="en-US" sz="2400">
              <a:latin typeface="Arial" panose="020B0604020202020204" pitchFamily="34" charset="0"/>
              <a:ea typeface="微软雅黑" panose="020B0503020204020204" pitchFamily="2" charset="-122"/>
            </a:endParaRPr>
          </a:p>
        </p:txBody>
      </p:sp>
      <p:graphicFrame>
        <p:nvGraphicFramePr>
          <p:cNvPr id="174102" name="内容占位符 607234"/>
          <p:cNvGraphicFramePr>
            <a:graphicFrameLocks noGrp="1"/>
          </p:cNvGraphicFramePr>
          <p:nvPr/>
        </p:nvGraphicFramePr>
        <p:xfrm>
          <a:off x="2432050" y="4130675"/>
          <a:ext cx="1260475" cy="527050"/>
        </p:xfrm>
        <a:graphic>
          <a:graphicData uri="http://schemas.openxmlformats.org/presentationml/2006/ole">
            <mc:AlternateContent xmlns:mc="http://schemas.openxmlformats.org/markup-compatibility/2006">
              <mc:Choice xmlns:v="urn:schemas-microsoft-com:vml" Requires="v">
                <p:oleObj r:id="rId7" imgW="457200" imgH="203200" progId="Equation.3">
                  <p:embed/>
                </p:oleObj>
              </mc:Choice>
              <mc:Fallback>
                <p:oleObj r:id="rId7" imgW="457200" imgH="203200" progId="Equation.3">
                  <p:embed/>
                  <p:pic>
                    <p:nvPicPr>
                      <p:cNvPr id="0" name="图片 3759"/>
                      <p:cNvPicPr/>
                      <p:nvPr/>
                    </p:nvPicPr>
                    <p:blipFill>
                      <a:blip r:embed="rId8"/>
                      <a:stretch>
                        <a:fillRect/>
                      </a:stretch>
                    </p:blipFill>
                    <p:spPr>
                      <a:xfrm>
                        <a:off x="2432050" y="4130675"/>
                        <a:ext cx="1260475" cy="527050"/>
                      </a:xfrm>
                      <a:prstGeom prst="rect">
                        <a:avLst/>
                      </a:prstGeom>
                      <a:solidFill>
                        <a:schemeClr val="hlink"/>
                      </a:solidFill>
                      <a:ln w="38100">
                        <a:noFill/>
                        <a:miter/>
                      </a:ln>
                    </p:spPr>
                  </p:pic>
                </p:oleObj>
              </mc:Fallback>
            </mc:AlternateContent>
          </a:graphicData>
        </a:graphic>
      </p:graphicFrame>
    </p:spTree>
  </p:cSld>
  <p:clrMapOvr>
    <a:masterClrMapping/>
  </p:clrMapOvr>
  <p:transition spd="med">
    <p:cover dir="r"/>
    <p:sndAc>
      <p:stSnd>
        <p:snd r:embed="rId2" name="chimes.wav"/>
      </p:stSnd>
    </p:sndAc>
  </p:transition>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5105" name="标题 84993"/>
          <p:cNvSpPr>
            <a:spLocks noGrp="1"/>
          </p:cNvSpPr>
          <p:nvPr>
            <p:ph type="title"/>
          </p:nvPr>
        </p:nvSpPr>
        <p:spPr>
          <a:xfrm>
            <a:off x="1406525" y="334963"/>
            <a:ext cx="6332538" cy="733425"/>
          </a:xfrm>
          <a:ln/>
        </p:spPr>
        <p:txBody>
          <a:bodyPr anchor="ctr" anchorCtr="0"/>
          <a:lstStyle/>
          <a:p>
            <a:r>
              <a:rPr lang="en-US" altLang="zh-CN" sz="3500" b="1">
                <a:latin typeface="Times New Roman" panose="02020603050405020304" pitchFamily="2" charset="0"/>
                <a:ea typeface="宋体" panose="02010600030101010101" pitchFamily="2" charset="-122"/>
              </a:rPr>
              <a:t>2.4 </a:t>
            </a:r>
            <a:r>
              <a:rPr lang="zh-CN" altLang="en-US" sz="3500" b="1">
                <a:latin typeface="Times New Roman" panose="02020603050405020304" pitchFamily="2" charset="0"/>
                <a:ea typeface="宋体" panose="02010600030101010101" pitchFamily="2" charset="-122"/>
              </a:rPr>
              <a:t>离散</a:t>
            </a:r>
            <a:r>
              <a:rPr lang="en-US" altLang="zh-CN" sz="3500" b="1">
                <a:latin typeface="Times New Roman" panose="02020603050405020304" pitchFamily="2" charset="0"/>
                <a:ea typeface="宋体" panose="02010600030101010101" pitchFamily="2" charset="-122"/>
              </a:rPr>
              <a:t>LSI</a:t>
            </a:r>
            <a:r>
              <a:rPr lang="zh-CN" altLang="en-US" sz="3500" b="1">
                <a:latin typeface="Times New Roman" panose="02020603050405020304" pitchFamily="2" charset="0"/>
                <a:ea typeface="宋体" panose="02010600030101010101" pitchFamily="2" charset="-122"/>
              </a:rPr>
              <a:t>系统的频率表征</a:t>
            </a:r>
            <a:endParaRPr lang="en-US" altLang="zh-CN" sz="3500" b="1">
              <a:latin typeface="Times New Roman" panose="02020603050405020304" pitchFamily="2" charset="0"/>
              <a:ea typeface="宋体" panose="02010600030101010101" pitchFamily="2" charset="-122"/>
            </a:endParaRPr>
          </a:p>
        </p:txBody>
      </p:sp>
      <p:graphicFrame>
        <p:nvGraphicFramePr>
          <p:cNvPr id="175106" name="对象 171013"/>
          <p:cNvGraphicFramePr>
            <a:graphicFrameLocks noChangeAspect="1"/>
          </p:cNvGraphicFramePr>
          <p:nvPr/>
        </p:nvGraphicFramePr>
        <p:xfrm>
          <a:off x="1706563" y="5014913"/>
          <a:ext cx="5730875" cy="1009650"/>
        </p:xfrm>
        <a:graphic>
          <a:graphicData uri="http://schemas.openxmlformats.org/presentationml/2006/ole">
            <mc:AlternateContent xmlns:mc="http://schemas.openxmlformats.org/markup-compatibility/2006">
              <mc:Choice xmlns:v="urn:schemas-microsoft-com:vml" Requires="v">
                <p:oleObj r:id="rId3" imgW="2451100" imgH="431800" progId="Equation.3">
                  <p:embed/>
                </p:oleObj>
              </mc:Choice>
              <mc:Fallback>
                <p:oleObj r:id="rId3" imgW="2451100" imgH="431800" progId="Equation.3">
                  <p:embed/>
                  <p:pic>
                    <p:nvPicPr>
                      <p:cNvPr id="0" name="图片 3764"/>
                      <p:cNvPicPr/>
                      <p:nvPr/>
                    </p:nvPicPr>
                    <p:blipFill>
                      <a:blip r:embed="rId4"/>
                      <a:stretch>
                        <a:fillRect/>
                      </a:stretch>
                    </p:blipFill>
                    <p:spPr>
                      <a:xfrm>
                        <a:off x="1706563" y="5014913"/>
                        <a:ext cx="5730875" cy="1009650"/>
                      </a:xfrm>
                      <a:prstGeom prst="rect">
                        <a:avLst/>
                      </a:prstGeom>
                      <a:noFill/>
                      <a:ln w="38100">
                        <a:noFill/>
                        <a:miter/>
                      </a:ln>
                    </p:spPr>
                  </p:pic>
                </p:oleObj>
              </mc:Fallback>
            </mc:AlternateContent>
          </a:graphicData>
        </a:graphic>
      </p:graphicFrame>
      <p:sp>
        <p:nvSpPr>
          <p:cNvPr id="175107" name="标题 84993"/>
          <p:cNvSpPr>
            <a:spLocks noGrp="1"/>
          </p:cNvSpPr>
          <p:nvPr/>
        </p:nvSpPr>
        <p:spPr>
          <a:xfrm>
            <a:off x="531813" y="925513"/>
            <a:ext cx="8081962" cy="4222750"/>
          </a:xfrm>
          <a:prstGeom prst="rect">
            <a:avLst/>
          </a:prstGeom>
          <a:noFill/>
          <a:ln w="9525">
            <a:noFill/>
          </a:ln>
        </p:spPr>
        <p:txBody>
          <a:bodyPr anchor="ctr" anchorCtr="0"/>
          <a:lstStyle/>
          <a:p>
            <a:pPr>
              <a:lnSpc>
                <a:spcPct val="120000"/>
              </a:lnSpc>
            </a:pPr>
            <a:r>
              <a:rPr lang="en-US" altLang="zh-CN" sz="2800" b="1">
                <a:solidFill>
                  <a:schemeClr val="tx2"/>
                </a:solidFill>
                <a:latin typeface="Times New Roman" panose="02020603050405020304" pitchFamily="2" charset="0"/>
                <a:ea typeface="宋体" panose="02010600030101010101" pitchFamily="2" charset="-122"/>
              </a:rPr>
              <a:t>2.4.1 LSI</a:t>
            </a:r>
            <a:r>
              <a:rPr lang="zh-CN" altLang="en-US" sz="2800" b="1">
                <a:solidFill>
                  <a:schemeClr val="tx2"/>
                </a:solidFill>
                <a:latin typeface="Times New Roman" panose="02020603050405020304" pitchFamily="2" charset="0"/>
                <a:ea typeface="宋体" panose="02010600030101010101" pitchFamily="2" charset="-122"/>
              </a:rPr>
              <a:t>系统的描述</a:t>
            </a:r>
          </a:p>
          <a:p>
            <a:pPr>
              <a:lnSpc>
                <a:spcPct val="130000"/>
              </a:lnSpc>
            </a:pPr>
            <a:r>
              <a:rPr lang="en-US" altLang="zh-CN" sz="2400" b="1">
                <a:solidFill>
                  <a:schemeClr val="tx2"/>
                </a:solidFill>
                <a:latin typeface="Times New Roman" panose="02020603050405020304" pitchFamily="2" charset="0"/>
                <a:ea typeface="宋体" panose="02010600030101010101" pitchFamily="2" charset="-122"/>
              </a:rPr>
              <a:t>1.</a:t>
            </a:r>
            <a:r>
              <a:rPr lang="zh-CN" altLang="en-US" sz="2400" b="1">
                <a:solidFill>
                  <a:schemeClr val="tx2"/>
                </a:solidFill>
                <a:latin typeface="Times New Roman" panose="02020603050405020304" pitchFamily="2" charset="0"/>
                <a:ea typeface="宋体" panose="02010600030101010101" pitchFamily="2" charset="-122"/>
              </a:rPr>
              <a:t>时域中的描述</a:t>
            </a:r>
          </a:p>
          <a:p>
            <a:pPr>
              <a:lnSpc>
                <a:spcPct val="150000"/>
              </a:lnSpc>
            </a:pPr>
            <a:r>
              <a:rPr lang="en-US" altLang="zh-CN" sz="2400" dirty="0">
                <a:latin typeface="Times New Roman" panose="02020603050405020304" pitchFamily="2" charset="0"/>
                <a:ea typeface="宋体" panose="02010600030101010101" pitchFamily="2" charset="-122"/>
              </a:rPr>
              <a:t>(1)</a:t>
            </a:r>
            <a:r>
              <a:rPr lang="zh-CN" altLang="en-US" sz="2400" dirty="0">
                <a:latin typeface="Times New Roman" panose="02020603050405020304" pitchFamily="2" charset="0"/>
                <a:ea typeface="宋体" panose="02010600030101010101" pitchFamily="2" charset="-122"/>
              </a:rPr>
              <a:t>用单位抽样响应h(n)来表征</a:t>
            </a:r>
          </a:p>
          <a:p>
            <a:pPr>
              <a:lnSpc>
                <a:spcPct val="150000"/>
              </a:lnSpc>
            </a:pPr>
            <a:endParaRPr lang="zh-CN" altLang="en-US" sz="2400" b="1">
              <a:solidFill>
                <a:schemeClr val="tx2"/>
              </a:solidFill>
              <a:latin typeface="Times New Roman" panose="02020603050405020304" pitchFamily="2" charset="0"/>
              <a:ea typeface="宋体" panose="02010600030101010101" pitchFamily="2" charset="-122"/>
            </a:endParaRPr>
          </a:p>
          <a:p>
            <a:pPr>
              <a:lnSpc>
                <a:spcPct val="150000"/>
              </a:lnSpc>
            </a:pPr>
            <a:r>
              <a:rPr lang="zh-CN" altLang="en-US" sz="2400" dirty="0">
                <a:latin typeface="Times New Roman" panose="02020603050405020304" pitchFamily="2" charset="0"/>
                <a:ea typeface="宋体" panose="02010600030101010101" pitchFamily="2" charset="-122"/>
              </a:rPr>
              <a:t>    输入x(n)与输出y(n)的关系</a:t>
            </a:r>
            <a:endParaRPr lang="zh-CN" altLang="en-US" sz="2400" b="1">
              <a:solidFill>
                <a:schemeClr val="tx2"/>
              </a:solidFill>
              <a:latin typeface="Times New Roman" panose="02020603050405020304" pitchFamily="2" charset="0"/>
              <a:ea typeface="宋体" panose="02010600030101010101" pitchFamily="2" charset="-122"/>
            </a:endParaRPr>
          </a:p>
          <a:p>
            <a:pPr>
              <a:lnSpc>
                <a:spcPct val="150000"/>
              </a:lnSpc>
            </a:pPr>
            <a:endParaRPr lang="zh-CN" altLang="en-US" sz="2400" b="1">
              <a:solidFill>
                <a:schemeClr val="tx2"/>
              </a:solidFill>
              <a:latin typeface="Times New Roman" panose="02020603050405020304" pitchFamily="2" charset="0"/>
              <a:ea typeface="宋体" panose="02010600030101010101" pitchFamily="2" charset="-122"/>
            </a:endParaRPr>
          </a:p>
          <a:p>
            <a:pPr>
              <a:lnSpc>
                <a:spcPct val="150000"/>
              </a:lnSpc>
            </a:pPr>
            <a:r>
              <a:rPr lang="en-US" altLang="zh-CN" sz="2400" dirty="0">
                <a:latin typeface="Times New Roman" panose="02020603050405020304" pitchFamily="2" charset="0"/>
                <a:ea typeface="宋体" panose="02010600030101010101" pitchFamily="2" charset="-122"/>
              </a:rPr>
              <a:t>(2)</a:t>
            </a:r>
            <a:r>
              <a:rPr lang="zh-CN" altLang="en-US" sz="2400" dirty="0">
                <a:latin typeface="Times New Roman" panose="02020603050405020304" pitchFamily="2" charset="0"/>
                <a:ea typeface="宋体" panose="02010600030101010101" pitchFamily="2" charset="-122"/>
              </a:rPr>
              <a:t>用常系数线性差分方程来表征输出与输入的关系</a:t>
            </a:r>
          </a:p>
        </p:txBody>
      </p:sp>
      <p:graphicFrame>
        <p:nvGraphicFramePr>
          <p:cNvPr id="175108" name="对象 156684">
            <a:hlinkClick r:id="" action="ppaction://ole?verb=0"/>
          </p:cNvPr>
          <p:cNvGraphicFramePr>
            <a:graphicFrameLocks noChangeAspect="1"/>
          </p:cNvGraphicFramePr>
          <p:nvPr/>
        </p:nvGraphicFramePr>
        <p:xfrm>
          <a:off x="2697163" y="2851150"/>
          <a:ext cx="2108200" cy="481013"/>
        </p:xfrm>
        <a:graphic>
          <a:graphicData uri="http://schemas.openxmlformats.org/presentationml/2006/ole">
            <mc:AlternateContent xmlns:mc="http://schemas.openxmlformats.org/markup-compatibility/2006">
              <mc:Choice xmlns:v="urn:schemas-microsoft-com:vml" Requires="v">
                <p:oleObj r:id="rId5" imgW="1057275" imgH="241935" progId="Equation.3">
                  <p:embed/>
                </p:oleObj>
              </mc:Choice>
              <mc:Fallback>
                <p:oleObj r:id="rId5" imgW="1057275" imgH="241935" progId="Equation.3">
                  <p:embed/>
                  <p:pic>
                    <p:nvPicPr>
                      <p:cNvPr id="0" name="图片 3758"/>
                      <p:cNvPicPr/>
                      <p:nvPr/>
                    </p:nvPicPr>
                    <p:blipFill>
                      <a:blip r:embed="rId6"/>
                      <a:stretch>
                        <a:fillRect/>
                      </a:stretch>
                    </p:blipFill>
                    <p:spPr>
                      <a:xfrm>
                        <a:off x="2697163" y="2851150"/>
                        <a:ext cx="2108200" cy="481013"/>
                      </a:xfrm>
                      <a:prstGeom prst="rect">
                        <a:avLst/>
                      </a:prstGeom>
                      <a:noFill/>
                      <a:ln w="38100">
                        <a:noFill/>
                        <a:miter/>
                      </a:ln>
                    </p:spPr>
                  </p:pic>
                </p:oleObj>
              </mc:Fallback>
            </mc:AlternateContent>
          </a:graphicData>
        </a:graphic>
      </p:graphicFrame>
      <p:graphicFrame>
        <p:nvGraphicFramePr>
          <p:cNvPr id="175109" name="对象 158728"/>
          <p:cNvGraphicFramePr>
            <a:graphicFrameLocks noChangeAspect="1"/>
          </p:cNvGraphicFramePr>
          <p:nvPr/>
        </p:nvGraphicFramePr>
        <p:xfrm>
          <a:off x="2613025" y="3894138"/>
          <a:ext cx="2593975" cy="477837"/>
        </p:xfrm>
        <a:graphic>
          <a:graphicData uri="http://schemas.openxmlformats.org/presentationml/2006/ole">
            <mc:AlternateContent xmlns:mc="http://schemas.openxmlformats.org/markup-compatibility/2006">
              <mc:Choice xmlns:v="urn:schemas-microsoft-com:vml" Requires="v">
                <p:oleObj r:id="rId7" imgW="1104900" imgH="203200" progId="Equation.3">
                  <p:embed/>
                </p:oleObj>
              </mc:Choice>
              <mc:Fallback>
                <p:oleObj r:id="rId7" imgW="1104900" imgH="203200" progId="Equation.3">
                  <p:embed/>
                  <p:pic>
                    <p:nvPicPr>
                      <p:cNvPr id="0" name="图片 3760"/>
                      <p:cNvPicPr/>
                      <p:nvPr/>
                    </p:nvPicPr>
                    <p:blipFill>
                      <a:blip r:embed="rId8"/>
                      <a:stretch>
                        <a:fillRect/>
                      </a:stretch>
                    </p:blipFill>
                    <p:spPr>
                      <a:xfrm>
                        <a:off x="2613025" y="3894138"/>
                        <a:ext cx="2593975" cy="477837"/>
                      </a:xfrm>
                      <a:prstGeom prst="rect">
                        <a:avLst/>
                      </a:prstGeom>
                      <a:noFill/>
                      <a:ln w="38100">
                        <a:noFill/>
                        <a:miter/>
                      </a:ln>
                    </p:spPr>
                  </p:pic>
                </p:oleObj>
              </mc:Fallback>
            </mc:AlternateContent>
          </a:graphicData>
        </a:graphic>
      </p:graphicFrame>
      <p:sp>
        <p:nvSpPr>
          <p:cNvPr id="175110" name="文本框 1"/>
          <p:cNvSpPr txBox="1"/>
          <p:nvPr/>
        </p:nvSpPr>
        <p:spPr>
          <a:xfrm>
            <a:off x="831850" y="6021388"/>
            <a:ext cx="6683375" cy="830262"/>
          </a:xfrm>
          <a:prstGeom prst="rect">
            <a:avLst/>
          </a:prstGeom>
          <a:noFill/>
          <a:ln w="9525">
            <a:noFill/>
          </a:ln>
        </p:spPr>
        <p:txBody>
          <a:bodyPr wrap="square" anchor="t" anchorCtr="0">
            <a:spAutoFit/>
          </a:bodyPr>
          <a:lstStyle/>
          <a:p>
            <a:r>
              <a:rPr lang="en-US" altLang="zh-CN" sz="2400" dirty="0">
                <a:latin typeface="Times New Roman" panose="02020603050405020304" pitchFamily="2" charset="0"/>
                <a:ea typeface="宋体" panose="02010600030101010101" pitchFamily="2" charset="-122"/>
              </a:rPr>
              <a:t>        </a:t>
            </a:r>
            <a:r>
              <a:rPr lang="zh-CN" altLang="en-US" sz="2400" dirty="0">
                <a:latin typeface="Times New Roman" panose="02020603050405020304" pitchFamily="2" charset="0"/>
                <a:ea typeface="宋体" panose="02010600030101010101" pitchFamily="2" charset="-122"/>
              </a:rPr>
              <a:t>系统的特性由这些常数决定，同时又受到起始状态的约束。</a:t>
            </a:r>
          </a:p>
        </p:txBody>
      </p:sp>
      <mc:AlternateContent xmlns:mc="http://schemas.openxmlformats.org/markup-compatibility/2006" xmlns:p14="http://schemas.microsoft.com/office/powerpoint/2010/main">
        <mc:Choice Requires="p14">
          <p:contentPart p14:bwMode="auto" r:id="rId9">
            <p14:nvContentPartPr>
              <p14:cNvPr id="2" name="墨迹 1">
                <a:extLst>
                  <a:ext uri="{FF2B5EF4-FFF2-40B4-BE49-F238E27FC236}">
                    <a16:creationId xmlns:a16="http://schemas.microsoft.com/office/drawing/2014/main" id="{BA1F52BE-C168-714F-D03F-81149B3C72A6}"/>
                  </a:ext>
                </a:extLst>
              </p14:cNvPr>
              <p14:cNvContentPartPr/>
              <p14:nvPr/>
            </p14:nvContentPartPr>
            <p14:xfrm>
              <a:off x="1514665" y="1698524"/>
              <a:ext cx="1975320" cy="28800"/>
            </p14:xfrm>
          </p:contentPart>
        </mc:Choice>
        <mc:Fallback xmlns="">
          <p:pic>
            <p:nvPicPr>
              <p:cNvPr id="2" name="墨迹 1">
                <a:extLst>
                  <a:ext uri="{FF2B5EF4-FFF2-40B4-BE49-F238E27FC236}">
                    <a16:creationId xmlns:a16="http://schemas.microsoft.com/office/drawing/2014/main" id="{BA1F52BE-C168-714F-D03F-81149B3C72A6}"/>
                  </a:ext>
                </a:extLst>
              </p:cNvPr>
              <p:cNvPicPr/>
              <p:nvPr/>
            </p:nvPicPr>
            <p:blipFill>
              <a:blip r:embed="rId10"/>
              <a:stretch>
                <a:fillRect/>
              </a:stretch>
            </p:blipFill>
            <p:spPr>
              <a:xfrm>
                <a:off x="1496665" y="1680884"/>
                <a:ext cx="2010960" cy="6444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3" name="墨迹 2">
                <a:extLst>
                  <a:ext uri="{FF2B5EF4-FFF2-40B4-BE49-F238E27FC236}">
                    <a16:creationId xmlns:a16="http://schemas.microsoft.com/office/drawing/2014/main" id="{41B5BE35-CF7C-A834-938C-6A76358D80E5}"/>
                  </a:ext>
                </a:extLst>
              </p14:cNvPr>
              <p14:cNvContentPartPr/>
              <p14:nvPr/>
            </p14:nvContentPartPr>
            <p14:xfrm>
              <a:off x="1329985" y="2659724"/>
              <a:ext cx="3333960" cy="75240"/>
            </p14:xfrm>
          </p:contentPart>
        </mc:Choice>
        <mc:Fallback xmlns="">
          <p:pic>
            <p:nvPicPr>
              <p:cNvPr id="3" name="墨迹 2">
                <a:extLst>
                  <a:ext uri="{FF2B5EF4-FFF2-40B4-BE49-F238E27FC236}">
                    <a16:creationId xmlns:a16="http://schemas.microsoft.com/office/drawing/2014/main" id="{41B5BE35-CF7C-A834-938C-6A76358D80E5}"/>
                  </a:ext>
                </a:extLst>
              </p:cNvPr>
              <p:cNvPicPr/>
              <p:nvPr/>
            </p:nvPicPr>
            <p:blipFill>
              <a:blip r:embed="rId12"/>
              <a:stretch>
                <a:fillRect/>
              </a:stretch>
            </p:blipFill>
            <p:spPr>
              <a:xfrm>
                <a:off x="1311985" y="2641724"/>
                <a:ext cx="3369600" cy="110880"/>
              </a:xfrm>
              <a:prstGeom prst="rect">
                <a:avLst/>
              </a:prstGeom>
            </p:spPr>
          </p:pic>
        </mc:Fallback>
      </mc:AlternateContent>
      <p:grpSp>
        <p:nvGrpSpPr>
          <p:cNvPr id="6" name="组合 5">
            <a:extLst>
              <a:ext uri="{FF2B5EF4-FFF2-40B4-BE49-F238E27FC236}">
                <a16:creationId xmlns:a16="http://schemas.microsoft.com/office/drawing/2014/main" id="{CB236033-98E0-E47F-C05D-543D99940A53}"/>
              </a:ext>
            </a:extLst>
          </p:cNvPr>
          <p:cNvGrpSpPr/>
          <p:nvPr/>
        </p:nvGrpSpPr>
        <p:grpSpPr>
          <a:xfrm>
            <a:off x="2632465" y="3278924"/>
            <a:ext cx="2280240" cy="65880"/>
            <a:chOff x="2632465" y="3278924"/>
            <a:chExt cx="2280240" cy="65880"/>
          </a:xfrm>
        </p:grpSpPr>
        <mc:AlternateContent xmlns:mc="http://schemas.openxmlformats.org/markup-compatibility/2006" xmlns:p14="http://schemas.microsoft.com/office/powerpoint/2010/main">
          <mc:Choice Requires="p14">
            <p:contentPart p14:bwMode="auto" r:id="rId13">
              <p14:nvContentPartPr>
                <p14:cNvPr id="4" name="墨迹 3">
                  <a:extLst>
                    <a:ext uri="{FF2B5EF4-FFF2-40B4-BE49-F238E27FC236}">
                      <a16:creationId xmlns:a16="http://schemas.microsoft.com/office/drawing/2014/main" id="{4F9EED3B-1D7C-14F3-33C0-5C1FE59EF33F}"/>
                    </a:ext>
                  </a:extLst>
                </p14:cNvPr>
                <p14:cNvContentPartPr/>
                <p14:nvPr/>
              </p14:nvContentPartPr>
              <p14:xfrm>
                <a:off x="2632465" y="3278924"/>
                <a:ext cx="855360" cy="37440"/>
              </p14:xfrm>
            </p:contentPart>
          </mc:Choice>
          <mc:Fallback xmlns="">
            <p:pic>
              <p:nvPicPr>
                <p:cNvPr id="4" name="墨迹 3">
                  <a:extLst>
                    <a:ext uri="{FF2B5EF4-FFF2-40B4-BE49-F238E27FC236}">
                      <a16:creationId xmlns:a16="http://schemas.microsoft.com/office/drawing/2014/main" id="{4F9EED3B-1D7C-14F3-33C0-5C1FE59EF33F}"/>
                    </a:ext>
                  </a:extLst>
                </p:cNvPr>
                <p:cNvPicPr/>
                <p:nvPr/>
              </p:nvPicPr>
              <p:blipFill>
                <a:blip r:embed="rId14"/>
                <a:stretch>
                  <a:fillRect/>
                </a:stretch>
              </p:blipFill>
              <p:spPr>
                <a:xfrm>
                  <a:off x="2614465" y="3260924"/>
                  <a:ext cx="891000" cy="7308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5" name="墨迹 4">
                  <a:extLst>
                    <a:ext uri="{FF2B5EF4-FFF2-40B4-BE49-F238E27FC236}">
                      <a16:creationId xmlns:a16="http://schemas.microsoft.com/office/drawing/2014/main" id="{91FC2173-AAC9-2A83-000A-86B994FB6DE9}"/>
                    </a:ext>
                  </a:extLst>
                </p14:cNvPr>
                <p14:cNvContentPartPr/>
                <p14:nvPr/>
              </p14:nvContentPartPr>
              <p14:xfrm>
                <a:off x="3749905" y="3325004"/>
                <a:ext cx="1162800" cy="19800"/>
              </p14:xfrm>
            </p:contentPart>
          </mc:Choice>
          <mc:Fallback xmlns="">
            <p:pic>
              <p:nvPicPr>
                <p:cNvPr id="5" name="墨迹 4">
                  <a:extLst>
                    <a:ext uri="{FF2B5EF4-FFF2-40B4-BE49-F238E27FC236}">
                      <a16:creationId xmlns:a16="http://schemas.microsoft.com/office/drawing/2014/main" id="{91FC2173-AAC9-2A83-000A-86B994FB6DE9}"/>
                    </a:ext>
                  </a:extLst>
                </p:cNvPr>
                <p:cNvPicPr/>
                <p:nvPr/>
              </p:nvPicPr>
              <p:blipFill>
                <a:blip r:embed="rId16"/>
                <a:stretch>
                  <a:fillRect/>
                </a:stretch>
              </p:blipFill>
              <p:spPr>
                <a:xfrm>
                  <a:off x="3731905" y="3307004"/>
                  <a:ext cx="1198440" cy="55440"/>
                </a:xfrm>
                <a:prstGeom prst="rect">
                  <a:avLst/>
                </a:prstGeom>
              </p:spPr>
            </p:pic>
          </mc:Fallback>
        </mc:AlternateContent>
      </p:grpSp>
    </p:spTree>
  </p:cSld>
  <p:clrMapOvr>
    <a:masterClrMapping/>
  </p:clrMapOvr>
  <p:transition/>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153" name="文本框 3"/>
          <p:cNvSpPr txBox="1"/>
          <p:nvPr/>
        </p:nvSpPr>
        <p:spPr>
          <a:xfrm>
            <a:off x="782638" y="211138"/>
            <a:ext cx="7820025" cy="4519612"/>
          </a:xfrm>
          <a:prstGeom prst="rect">
            <a:avLst/>
          </a:prstGeom>
          <a:noFill/>
          <a:ln w="9525">
            <a:noFill/>
          </a:ln>
        </p:spPr>
        <p:txBody>
          <a:bodyPr wrap="square" anchor="t" anchorCtr="0">
            <a:spAutoFit/>
          </a:bodyPr>
          <a:lstStyle/>
          <a:p>
            <a:pPr>
              <a:lnSpc>
                <a:spcPct val="130000"/>
              </a:lnSpc>
            </a:pPr>
            <a:r>
              <a:rPr lang="en-US" altLang="zh-CN" sz="2400" b="1">
                <a:solidFill>
                  <a:schemeClr val="tx2"/>
                </a:solidFill>
                <a:latin typeface="Times New Roman" panose="02020603050405020304" pitchFamily="2" charset="0"/>
                <a:ea typeface="宋体" panose="02010600030101010101" pitchFamily="2" charset="-122"/>
              </a:rPr>
              <a:t>2.</a:t>
            </a:r>
            <a:r>
              <a:rPr lang="zh-CN" altLang="en-US" sz="2400" b="1">
                <a:solidFill>
                  <a:schemeClr val="tx2"/>
                </a:solidFill>
                <a:latin typeface="Times New Roman" panose="02020603050405020304" pitchFamily="2" charset="0"/>
                <a:ea typeface="宋体" panose="02010600030101010101" pitchFamily="2" charset="-122"/>
              </a:rPr>
              <a:t>变换</a:t>
            </a:r>
            <a:r>
              <a:rPr lang="en-US" altLang="zh-CN" sz="2400" b="1">
                <a:solidFill>
                  <a:schemeClr val="tx2"/>
                </a:solidFill>
                <a:latin typeface="Times New Roman" panose="02020603050405020304" pitchFamily="2" charset="0"/>
                <a:ea typeface="宋体" panose="02010600030101010101" pitchFamily="2" charset="-122"/>
              </a:rPr>
              <a:t>域中的描述</a:t>
            </a:r>
            <a:r>
              <a:rPr lang="zh-CN" altLang="en-US" sz="2400" b="1">
                <a:solidFill>
                  <a:schemeClr val="tx2"/>
                </a:solidFill>
                <a:latin typeface="Times New Roman" panose="02020603050405020304" pitchFamily="2" charset="0"/>
                <a:ea typeface="宋体" panose="02010600030101010101" pitchFamily="2" charset="-122"/>
              </a:rPr>
              <a:t>（</a:t>
            </a:r>
            <a:r>
              <a:rPr lang="en-US" altLang="zh-CN" sz="2400" b="1">
                <a:solidFill>
                  <a:schemeClr val="tx2"/>
                </a:solidFill>
                <a:latin typeface="Times New Roman" panose="02020603050405020304" pitchFamily="2" charset="0"/>
                <a:ea typeface="宋体" panose="02010600030101010101" pitchFamily="2" charset="-122"/>
              </a:rPr>
              <a:t>z</a:t>
            </a:r>
            <a:r>
              <a:rPr lang="zh-CN" altLang="en-US" sz="2400" b="1">
                <a:solidFill>
                  <a:schemeClr val="tx2"/>
                </a:solidFill>
                <a:latin typeface="Times New Roman" panose="02020603050405020304" pitchFamily="2" charset="0"/>
                <a:ea typeface="宋体" panose="02010600030101010101" pitchFamily="2" charset="-122"/>
              </a:rPr>
              <a:t>域及频域）</a:t>
            </a:r>
          </a:p>
          <a:p>
            <a:pPr>
              <a:lnSpc>
                <a:spcPct val="130000"/>
              </a:lnSpc>
            </a:pPr>
            <a:r>
              <a:rPr lang="en-US" altLang="zh-CN" sz="2400" dirty="0">
                <a:latin typeface="Times New Roman" panose="02020603050405020304" pitchFamily="2" charset="0"/>
                <a:ea typeface="宋体" panose="02010600030101010101" pitchFamily="2" charset="-122"/>
                <a:sym typeface="微软雅黑" panose="020B0503020204020204" pitchFamily="2" charset="-122"/>
              </a:rPr>
              <a:t>(1)用</a:t>
            </a:r>
            <a:r>
              <a:rPr lang="en-US" altLang="zh-CN" sz="2400" dirty="0">
                <a:latin typeface="Times New Roman" panose="02020603050405020304" pitchFamily="2" charset="0"/>
                <a:ea typeface="宋体" panose="02010600030101010101" pitchFamily="2" charset="-122"/>
              </a:rPr>
              <a:t>系统函数H(z)</a:t>
            </a:r>
            <a:r>
              <a:rPr lang="zh-CN" altLang="en-US" sz="2400" dirty="0">
                <a:latin typeface="Times New Roman" panose="02020603050405020304" pitchFamily="2" charset="0"/>
                <a:ea typeface="宋体" panose="02010600030101010101" pitchFamily="2" charset="-122"/>
              </a:rPr>
              <a:t>来表征</a:t>
            </a:r>
          </a:p>
          <a:p>
            <a:pPr>
              <a:lnSpc>
                <a:spcPct val="150000"/>
              </a:lnSpc>
            </a:pPr>
            <a:r>
              <a:rPr lang="zh-CN" altLang="en-US" sz="2400" dirty="0">
                <a:latin typeface="Times New Roman" panose="02020603050405020304" pitchFamily="2" charset="0"/>
                <a:ea typeface="宋体" panose="02010600030101010101" pitchFamily="2" charset="-122"/>
              </a:rPr>
              <a:t>                    </a:t>
            </a:r>
            <a:r>
              <a:rPr lang="en-US" altLang="zh-CN" sz="2400" dirty="0">
                <a:latin typeface="Times New Roman" panose="02020603050405020304" pitchFamily="2" charset="0"/>
                <a:ea typeface="宋体" panose="02010600030101010101" pitchFamily="2" charset="-122"/>
              </a:rPr>
              <a:t>－单位脉冲响应的z变换</a:t>
            </a:r>
          </a:p>
          <a:p>
            <a:pPr>
              <a:lnSpc>
                <a:spcPct val="150000"/>
              </a:lnSpc>
            </a:pPr>
            <a:endParaRPr lang="en-US" altLang="zh-CN" sz="2400" dirty="0">
              <a:latin typeface="Times New Roman" panose="02020603050405020304" pitchFamily="2" charset="0"/>
              <a:ea typeface="宋体" panose="02010600030101010101" pitchFamily="2" charset="-122"/>
            </a:endParaRPr>
          </a:p>
          <a:p>
            <a:pPr>
              <a:lnSpc>
                <a:spcPct val="160000"/>
              </a:lnSpc>
            </a:pPr>
            <a:r>
              <a:rPr lang="en-US" altLang="zh-CN" sz="2400" dirty="0">
                <a:latin typeface="Times New Roman" panose="02020603050405020304" pitchFamily="2" charset="0"/>
                <a:ea typeface="宋体" panose="02010600030101010101" pitchFamily="2" charset="-122"/>
              </a:rPr>
              <a:t>   z</a:t>
            </a:r>
            <a:r>
              <a:rPr lang="zh-CN" altLang="en-US" sz="2400" dirty="0">
                <a:latin typeface="Times New Roman" panose="02020603050405020304" pitchFamily="2" charset="0"/>
                <a:ea typeface="宋体" panose="02010600030101010101" pitchFamily="2" charset="-122"/>
              </a:rPr>
              <a:t>域的输入输出关系</a:t>
            </a:r>
          </a:p>
          <a:p>
            <a:pPr>
              <a:lnSpc>
                <a:spcPct val="160000"/>
              </a:lnSpc>
            </a:pPr>
            <a:endParaRPr lang="zh-CN" altLang="en-US" sz="2400" dirty="0">
              <a:latin typeface="Times New Roman" panose="02020603050405020304" pitchFamily="2" charset="0"/>
              <a:ea typeface="宋体" panose="02010600030101010101" pitchFamily="2" charset="-122"/>
            </a:endParaRPr>
          </a:p>
          <a:p>
            <a:pPr>
              <a:lnSpc>
                <a:spcPct val="160000"/>
              </a:lnSpc>
            </a:pPr>
            <a:endParaRPr lang="zh-CN" altLang="en-US" sz="2400" dirty="0">
              <a:latin typeface="Times New Roman" panose="02020603050405020304" pitchFamily="2" charset="0"/>
              <a:ea typeface="宋体" panose="02010600030101010101" pitchFamily="2" charset="-122"/>
            </a:endParaRPr>
          </a:p>
          <a:p>
            <a:pPr>
              <a:lnSpc>
                <a:spcPct val="160000"/>
              </a:lnSpc>
            </a:pPr>
            <a:r>
              <a:rPr lang="zh-CN" altLang="en-US" sz="2400" dirty="0">
                <a:latin typeface="Times New Roman" panose="02020603050405020304" pitchFamily="2" charset="0"/>
                <a:ea typeface="宋体" panose="02010600030101010101" pitchFamily="2" charset="-122"/>
              </a:rPr>
              <a:t>   用差分方程的系数表征系统函数（</a:t>
            </a:r>
            <a:r>
              <a:rPr lang="zh-CN" altLang="en-US" sz="2400" dirty="0">
                <a:solidFill>
                  <a:srgbClr val="C00000"/>
                </a:solidFill>
                <a:latin typeface="Times New Roman" panose="02020603050405020304" pitchFamily="2" charset="0"/>
                <a:ea typeface="宋体" panose="02010600030101010101" pitchFamily="2" charset="-122"/>
              </a:rPr>
              <a:t>起始状态为0</a:t>
            </a:r>
            <a:r>
              <a:rPr lang="zh-CN" altLang="en-US" sz="2400" dirty="0">
                <a:latin typeface="Times New Roman" panose="02020603050405020304" pitchFamily="2" charset="0"/>
                <a:ea typeface="宋体" panose="02010600030101010101" pitchFamily="2" charset="-122"/>
              </a:rPr>
              <a:t>）</a:t>
            </a:r>
            <a:endParaRPr lang="zh-CN" altLang="en-US" sz="2400" b="1">
              <a:solidFill>
                <a:schemeClr val="tx2"/>
              </a:solidFill>
              <a:latin typeface="Times New Roman" panose="02020603050405020304" pitchFamily="2" charset="0"/>
              <a:ea typeface="宋体" panose="02010600030101010101" pitchFamily="2" charset="-122"/>
            </a:endParaRPr>
          </a:p>
        </p:txBody>
      </p:sp>
      <p:graphicFrame>
        <p:nvGraphicFramePr>
          <p:cNvPr id="177154" name="对象 188422">
            <a:hlinkClick r:id="" action="ppaction://ole?verb=0"/>
          </p:cNvPr>
          <p:cNvGraphicFramePr>
            <a:graphicFrameLocks noChangeAspect="1"/>
          </p:cNvGraphicFramePr>
          <p:nvPr/>
        </p:nvGraphicFramePr>
        <p:xfrm>
          <a:off x="1331913" y="1628775"/>
          <a:ext cx="5707062" cy="914400"/>
        </p:xfrm>
        <a:graphic>
          <a:graphicData uri="http://schemas.openxmlformats.org/presentationml/2006/ole">
            <mc:AlternateContent xmlns:mc="http://schemas.openxmlformats.org/markup-compatibility/2006">
              <mc:Choice xmlns:v="urn:schemas-microsoft-com:vml" Requires="v">
                <p:oleObj r:id="rId3" imgW="2705100" imgH="431800" progId="Equation.3">
                  <p:embed/>
                </p:oleObj>
              </mc:Choice>
              <mc:Fallback>
                <p:oleObj r:id="rId3" imgW="2705100" imgH="431800" progId="Equation.3">
                  <p:embed/>
                  <p:pic>
                    <p:nvPicPr>
                      <p:cNvPr id="0" name="图片 3755"/>
                      <p:cNvPicPr/>
                      <p:nvPr/>
                    </p:nvPicPr>
                    <p:blipFill>
                      <a:blip r:embed="rId4"/>
                      <a:stretch>
                        <a:fillRect/>
                      </a:stretch>
                    </p:blipFill>
                    <p:spPr>
                      <a:xfrm>
                        <a:off x="1331913" y="1628775"/>
                        <a:ext cx="5707062" cy="914400"/>
                      </a:xfrm>
                      <a:prstGeom prst="rect">
                        <a:avLst/>
                      </a:prstGeom>
                      <a:noFill/>
                      <a:ln w="38100">
                        <a:noFill/>
                        <a:miter/>
                      </a:ln>
                    </p:spPr>
                  </p:pic>
                </p:oleObj>
              </mc:Fallback>
            </mc:AlternateContent>
          </a:graphicData>
        </a:graphic>
      </p:graphicFrame>
      <p:graphicFrame>
        <p:nvGraphicFramePr>
          <p:cNvPr id="177155" name="对象 188421"/>
          <p:cNvGraphicFramePr>
            <a:graphicFrameLocks noChangeAspect="1"/>
          </p:cNvGraphicFramePr>
          <p:nvPr/>
        </p:nvGraphicFramePr>
        <p:xfrm>
          <a:off x="2771775" y="2852738"/>
          <a:ext cx="2381250" cy="1287462"/>
        </p:xfrm>
        <a:graphic>
          <a:graphicData uri="http://schemas.openxmlformats.org/presentationml/2006/ole">
            <mc:AlternateContent xmlns:mc="http://schemas.openxmlformats.org/markup-compatibility/2006">
              <mc:Choice xmlns:v="urn:schemas-microsoft-com:vml" Requires="v">
                <p:oleObj r:id="rId5" imgW="1244600" imgH="673100" progId="Equation.3">
                  <p:embed/>
                </p:oleObj>
              </mc:Choice>
              <mc:Fallback>
                <p:oleObj r:id="rId5" imgW="1244600" imgH="673100" progId="Equation.3">
                  <p:embed/>
                  <p:pic>
                    <p:nvPicPr>
                      <p:cNvPr id="0" name="图片 3753"/>
                      <p:cNvPicPr/>
                      <p:nvPr/>
                    </p:nvPicPr>
                    <p:blipFill>
                      <a:blip r:embed="rId6"/>
                      <a:stretch>
                        <a:fillRect/>
                      </a:stretch>
                    </p:blipFill>
                    <p:spPr>
                      <a:xfrm>
                        <a:off x="2771775" y="2852738"/>
                        <a:ext cx="2381250" cy="1287462"/>
                      </a:xfrm>
                      <a:prstGeom prst="rect">
                        <a:avLst/>
                      </a:prstGeom>
                      <a:noFill/>
                      <a:ln w="38100">
                        <a:noFill/>
                        <a:miter/>
                      </a:ln>
                    </p:spPr>
                  </p:pic>
                </p:oleObj>
              </mc:Fallback>
            </mc:AlternateContent>
          </a:graphicData>
        </a:graphic>
      </p:graphicFrame>
      <p:graphicFrame>
        <p:nvGraphicFramePr>
          <p:cNvPr id="177156" name="对象 4"/>
          <p:cNvGraphicFramePr/>
          <p:nvPr/>
        </p:nvGraphicFramePr>
        <p:xfrm>
          <a:off x="2411413" y="4581525"/>
          <a:ext cx="3227387" cy="1439863"/>
        </p:xfrm>
        <a:graphic>
          <a:graphicData uri="http://schemas.openxmlformats.org/presentationml/2006/ole">
            <mc:AlternateContent xmlns:mc="http://schemas.openxmlformats.org/markup-compatibility/2006">
              <mc:Choice xmlns:v="urn:schemas-microsoft-com:vml" Requires="v">
                <p:oleObj r:id="rId7" imgW="1727200" imgH="838200" progId="Equation.KSEE3">
                  <p:embed/>
                </p:oleObj>
              </mc:Choice>
              <mc:Fallback>
                <p:oleObj r:id="rId7" imgW="1727200" imgH="838200" progId="Equation.KSEE3">
                  <p:embed/>
                  <p:pic>
                    <p:nvPicPr>
                      <p:cNvPr id="0" name="图片 3762"/>
                      <p:cNvPicPr/>
                      <p:nvPr/>
                    </p:nvPicPr>
                    <p:blipFill>
                      <a:blip r:embed="rId8"/>
                      <a:stretch>
                        <a:fillRect/>
                      </a:stretch>
                    </p:blipFill>
                    <p:spPr>
                      <a:xfrm>
                        <a:off x="2411413" y="4581525"/>
                        <a:ext cx="3227387" cy="1439863"/>
                      </a:xfrm>
                      <a:prstGeom prst="rect">
                        <a:avLst/>
                      </a:prstGeom>
                      <a:noFill/>
                      <a:ln w="38100">
                        <a:noFill/>
                        <a:miter/>
                      </a:ln>
                    </p:spPr>
                  </p:pic>
                </p:oleObj>
              </mc:Fallback>
            </mc:AlternateContent>
          </a:graphicData>
        </a:graphic>
      </p:graphicFrame>
      <p:sp>
        <p:nvSpPr>
          <p:cNvPr id="177157" name="文本框 1"/>
          <p:cNvSpPr txBox="1"/>
          <p:nvPr/>
        </p:nvSpPr>
        <p:spPr>
          <a:xfrm>
            <a:off x="1044575" y="6021388"/>
            <a:ext cx="6578600" cy="830262"/>
          </a:xfrm>
          <a:prstGeom prst="rect">
            <a:avLst/>
          </a:prstGeom>
          <a:noFill/>
          <a:ln w="9525">
            <a:noFill/>
          </a:ln>
        </p:spPr>
        <p:txBody>
          <a:bodyPr wrap="square" anchor="t" anchorCtr="0">
            <a:spAutoFit/>
          </a:bodyPr>
          <a:lstStyle/>
          <a:p>
            <a:r>
              <a:rPr lang="en-US" altLang="zh-CN" sz="2400" dirty="0">
                <a:latin typeface="Times New Roman" panose="02020603050405020304" pitchFamily="2" charset="0"/>
                <a:ea typeface="宋体" panose="02010600030101010101" pitchFamily="2" charset="-122"/>
                <a:sym typeface="微软雅黑" panose="020B0503020204020204" pitchFamily="2" charset="-122"/>
              </a:rPr>
              <a:t>       </a:t>
            </a:r>
            <a:r>
              <a:rPr lang="zh-CN" altLang="en-US" sz="2400" dirty="0">
                <a:latin typeface="Times New Roman" panose="02020603050405020304" pitchFamily="2" charset="0"/>
                <a:ea typeface="宋体" panose="02010600030101010101" pitchFamily="2" charset="-122"/>
                <a:sym typeface="微软雅黑" panose="020B0503020204020204" pitchFamily="2" charset="-122"/>
              </a:rPr>
              <a:t>除了由这些常数决定系统的特性外，还必须给定收敛域范围，才能唯一确定一个</a:t>
            </a:r>
            <a:r>
              <a:rPr lang="en-US" altLang="zh-CN" sz="2400" dirty="0">
                <a:latin typeface="Times New Roman" panose="02020603050405020304" pitchFamily="2" charset="0"/>
                <a:ea typeface="宋体" panose="02010600030101010101" pitchFamily="2" charset="-122"/>
                <a:sym typeface="微软雅黑" panose="020B0503020204020204" pitchFamily="2" charset="-122"/>
              </a:rPr>
              <a:t>LSI</a:t>
            </a:r>
            <a:r>
              <a:rPr lang="zh-CN" altLang="en-US" sz="2400" dirty="0">
                <a:latin typeface="Times New Roman" panose="02020603050405020304" pitchFamily="2" charset="0"/>
                <a:ea typeface="宋体" panose="02010600030101010101" pitchFamily="2" charset="-122"/>
                <a:sym typeface="微软雅黑" panose="020B0503020204020204" pitchFamily="2" charset="-122"/>
              </a:rPr>
              <a:t>系统。</a:t>
            </a:r>
          </a:p>
        </p:txBody>
      </p:sp>
    </p:spTree>
  </p:cSld>
  <p:clrMapOvr>
    <a:masterClrMapping/>
  </p:clrMapOvr>
  <p:transition/>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9201" name="文本框 2"/>
          <p:cNvSpPr txBox="1"/>
          <p:nvPr/>
        </p:nvSpPr>
        <p:spPr>
          <a:xfrm>
            <a:off x="798513" y="306388"/>
            <a:ext cx="7888287" cy="2563812"/>
          </a:xfrm>
          <a:prstGeom prst="rect">
            <a:avLst/>
          </a:prstGeom>
          <a:noFill/>
          <a:ln w="9525">
            <a:noFill/>
          </a:ln>
        </p:spPr>
        <p:txBody>
          <a:bodyPr wrap="square" anchor="t" anchorCtr="0">
            <a:spAutoFit/>
          </a:bodyPr>
          <a:lstStyle/>
          <a:p>
            <a:pPr>
              <a:lnSpc>
                <a:spcPct val="140000"/>
              </a:lnSpc>
              <a:buClr>
                <a:schemeClr val="hlink"/>
              </a:buClr>
              <a:buSzPct val="120000"/>
              <a:buFont typeface="Wingdings" panose="05000000000000000000" pitchFamily="2" charset="2"/>
            </a:pPr>
            <a:r>
              <a:rPr lang="en-US" altLang="zh-CN" sz="2400" dirty="0">
                <a:latin typeface="Times New Roman" panose="02020603050405020304" pitchFamily="2" charset="0"/>
                <a:ea typeface="宋体" panose="02010600030101010101" pitchFamily="2" charset="-122"/>
              </a:rPr>
              <a:t>(2)</a:t>
            </a:r>
            <a:r>
              <a:rPr lang="zh-CN" altLang="en-US" sz="2400" dirty="0">
                <a:latin typeface="Times New Roman" panose="02020603050405020304" pitchFamily="2" charset="0"/>
                <a:ea typeface="宋体" panose="02010600030101010101" pitchFamily="2" charset="-122"/>
              </a:rPr>
              <a:t>用</a:t>
            </a:r>
            <a:r>
              <a:rPr lang="en-US" altLang="zh-CN" sz="2400" dirty="0">
                <a:latin typeface="Times New Roman" panose="02020603050405020304" pitchFamily="2" charset="0"/>
                <a:ea typeface="宋体" panose="02010600030101010101" pitchFamily="2" charset="-122"/>
              </a:rPr>
              <a:t>频率响应           </a:t>
            </a:r>
            <a:r>
              <a:rPr lang="zh-CN" altLang="en-US" sz="2400" dirty="0">
                <a:latin typeface="Times New Roman" panose="02020603050405020304" pitchFamily="2" charset="0"/>
                <a:ea typeface="宋体" panose="02010600030101010101" pitchFamily="2" charset="-122"/>
                <a:sym typeface="微软雅黑" panose="020B0503020204020204" pitchFamily="2" charset="-122"/>
              </a:rPr>
              <a:t>表征系统</a:t>
            </a:r>
          </a:p>
          <a:p>
            <a:pPr>
              <a:lnSpc>
                <a:spcPct val="140000"/>
              </a:lnSpc>
              <a:buClr>
                <a:schemeClr val="hlink"/>
              </a:buClr>
              <a:buSzPct val="120000"/>
              <a:buFont typeface="Wingdings" panose="05000000000000000000" pitchFamily="2" charset="2"/>
            </a:pPr>
            <a:r>
              <a:rPr lang="zh-CN" altLang="en-US" sz="2400" dirty="0">
                <a:latin typeface="Times New Roman" panose="02020603050405020304" pitchFamily="2" charset="0"/>
                <a:ea typeface="宋体" panose="02010600030101010101" pitchFamily="2" charset="-122"/>
                <a:sym typeface="微软雅黑" panose="020B0503020204020204" pitchFamily="2" charset="-122"/>
              </a:rPr>
              <a:t>                         </a:t>
            </a:r>
            <a:r>
              <a:rPr lang="en-US" altLang="zh-CN" sz="2400" dirty="0">
                <a:latin typeface="Times New Roman" panose="02020603050405020304" pitchFamily="2" charset="0"/>
                <a:ea typeface="宋体" panose="02010600030101010101" pitchFamily="2" charset="-122"/>
              </a:rPr>
              <a:t>－单位脉冲响应的DTFT</a:t>
            </a:r>
          </a:p>
          <a:p>
            <a:pPr>
              <a:lnSpc>
                <a:spcPct val="130000"/>
              </a:lnSpc>
              <a:buClr>
                <a:schemeClr val="hlink"/>
              </a:buClr>
              <a:buSzPct val="120000"/>
              <a:buFont typeface="Wingdings" panose="05000000000000000000" pitchFamily="2" charset="2"/>
            </a:pPr>
            <a:r>
              <a:rPr lang="zh-CN" altLang="en-US" sz="2400" dirty="0">
                <a:latin typeface="Times New Roman" panose="02020603050405020304" pitchFamily="2" charset="0"/>
                <a:ea typeface="宋体" panose="02010600030101010101" pitchFamily="2" charset="-122"/>
              </a:rPr>
              <a:t>若系统函数在</a:t>
            </a:r>
            <a:r>
              <a:rPr lang="en-US" altLang="zh-CN" sz="2400" dirty="0">
                <a:latin typeface="Times New Roman" panose="02020603050405020304" pitchFamily="2" charset="0"/>
                <a:ea typeface="宋体" panose="02010600030101010101" pitchFamily="2" charset="-122"/>
              </a:rPr>
              <a:t>z</a:t>
            </a:r>
            <a:r>
              <a:rPr lang="zh-CN" altLang="en-US" sz="2400" dirty="0">
                <a:latin typeface="Times New Roman" panose="02020603050405020304" pitchFamily="2" charset="0"/>
                <a:ea typeface="宋体" panose="02010600030101010101" pitchFamily="2" charset="-122"/>
              </a:rPr>
              <a:t>平面单位圆上收敛，则当</a:t>
            </a:r>
          </a:p>
          <a:p>
            <a:pPr>
              <a:lnSpc>
                <a:spcPct val="130000"/>
              </a:lnSpc>
              <a:buClr>
                <a:schemeClr val="hlink"/>
              </a:buClr>
              <a:buSzPct val="120000"/>
              <a:buFont typeface="Wingdings" panose="05000000000000000000" pitchFamily="2" charset="2"/>
            </a:pPr>
            <a:r>
              <a:rPr lang="zh-CN" altLang="en-US" sz="2400" dirty="0">
                <a:latin typeface="Times New Roman" panose="02020603050405020304" pitchFamily="2" charset="0"/>
                <a:ea typeface="宋体" panose="02010600030101010101" pitchFamily="2" charset="-122"/>
              </a:rPr>
              <a:t>                                                            称之为</a:t>
            </a:r>
            <a:r>
              <a:rPr lang="zh-CN" altLang="en-US" sz="2400" dirty="0">
                <a:solidFill>
                  <a:srgbClr val="C00000"/>
                </a:solidFill>
                <a:latin typeface="Times New Roman" panose="02020603050405020304" pitchFamily="2" charset="0"/>
                <a:ea typeface="宋体" panose="02010600030101010101" pitchFamily="2" charset="-122"/>
              </a:rPr>
              <a:t>系统的频率响应</a:t>
            </a:r>
            <a:r>
              <a:rPr lang="zh-CN" altLang="en-US" sz="2400" dirty="0">
                <a:latin typeface="Times New Roman" panose="02020603050405020304" pitchFamily="2" charset="0"/>
                <a:ea typeface="宋体" panose="02010600030101010101" pitchFamily="2" charset="-122"/>
              </a:rPr>
              <a:t>。可以用</a:t>
            </a:r>
            <a:r>
              <a:rPr lang="en-US" altLang="zh-CN" sz="2400" dirty="0">
                <a:latin typeface="Times New Roman" panose="02020603050405020304" pitchFamily="2" charset="0"/>
                <a:ea typeface="宋体" panose="02010600030101010101" pitchFamily="2" charset="-122"/>
              </a:rPr>
              <a:t>h(n)</a:t>
            </a:r>
            <a:r>
              <a:rPr lang="zh-CN" altLang="en-US" sz="2400" dirty="0">
                <a:latin typeface="Times New Roman" panose="02020603050405020304" pitchFamily="2" charset="0"/>
                <a:ea typeface="宋体" panose="02010600030101010101" pitchFamily="2" charset="-122"/>
              </a:rPr>
              <a:t>表征，也可以用差分方程的系数表征</a:t>
            </a:r>
          </a:p>
        </p:txBody>
      </p:sp>
      <p:graphicFrame>
        <p:nvGraphicFramePr>
          <p:cNvPr id="179202" name="对象 3"/>
          <p:cNvGraphicFramePr/>
          <p:nvPr/>
        </p:nvGraphicFramePr>
        <p:xfrm>
          <a:off x="2803525" y="411163"/>
          <a:ext cx="784225" cy="444500"/>
        </p:xfrm>
        <a:graphic>
          <a:graphicData uri="http://schemas.openxmlformats.org/presentationml/2006/ole">
            <mc:AlternateContent xmlns:mc="http://schemas.openxmlformats.org/markup-compatibility/2006">
              <mc:Choice xmlns:v="urn:schemas-microsoft-com:vml" Requires="v">
                <p:oleObj r:id="rId3" imgW="957580" imgH="515620" progId="Equation.KSEE3">
                  <p:embed/>
                </p:oleObj>
              </mc:Choice>
              <mc:Fallback>
                <p:oleObj r:id="rId3" imgW="957580" imgH="515620" progId="Equation.KSEE3">
                  <p:embed/>
                  <p:pic>
                    <p:nvPicPr>
                      <p:cNvPr id="0" name="图片 3756"/>
                      <p:cNvPicPr/>
                      <p:nvPr/>
                    </p:nvPicPr>
                    <p:blipFill>
                      <a:blip r:embed="rId4"/>
                      <a:stretch>
                        <a:fillRect/>
                      </a:stretch>
                    </p:blipFill>
                    <p:spPr>
                      <a:xfrm>
                        <a:off x="2803525" y="411163"/>
                        <a:ext cx="784225" cy="444500"/>
                      </a:xfrm>
                      <a:prstGeom prst="rect">
                        <a:avLst/>
                      </a:prstGeom>
                      <a:noFill/>
                      <a:ln w="38100">
                        <a:noFill/>
                        <a:miter/>
                      </a:ln>
                    </p:spPr>
                  </p:pic>
                </p:oleObj>
              </mc:Fallback>
            </mc:AlternateContent>
          </a:graphicData>
        </a:graphic>
      </p:graphicFrame>
      <p:graphicFrame>
        <p:nvGraphicFramePr>
          <p:cNvPr id="179203" name="对象 184324"/>
          <p:cNvGraphicFramePr>
            <a:graphicFrameLocks noChangeAspect="1"/>
          </p:cNvGraphicFramePr>
          <p:nvPr/>
        </p:nvGraphicFramePr>
        <p:xfrm>
          <a:off x="1743075" y="3281363"/>
          <a:ext cx="4883150" cy="911225"/>
        </p:xfrm>
        <a:graphic>
          <a:graphicData uri="http://schemas.openxmlformats.org/presentationml/2006/ole">
            <mc:AlternateContent xmlns:mc="http://schemas.openxmlformats.org/markup-compatibility/2006">
              <mc:Choice xmlns:v="urn:schemas-microsoft-com:vml" Requires="v">
                <p:oleObj r:id="rId5" imgW="2311400" imgH="431800" progId="Equation.3">
                  <p:embed/>
                </p:oleObj>
              </mc:Choice>
              <mc:Fallback>
                <p:oleObj r:id="rId5" imgW="2311400" imgH="431800" progId="Equation.3">
                  <p:embed/>
                  <p:pic>
                    <p:nvPicPr>
                      <p:cNvPr id="0" name="图片 3761"/>
                      <p:cNvPicPr/>
                      <p:nvPr/>
                    </p:nvPicPr>
                    <p:blipFill>
                      <a:blip r:embed="rId6"/>
                      <a:stretch>
                        <a:fillRect/>
                      </a:stretch>
                    </p:blipFill>
                    <p:spPr>
                      <a:xfrm>
                        <a:off x="1743075" y="3281363"/>
                        <a:ext cx="4883150" cy="911225"/>
                      </a:xfrm>
                      <a:prstGeom prst="rect">
                        <a:avLst/>
                      </a:prstGeom>
                      <a:noFill/>
                      <a:ln w="38100">
                        <a:noFill/>
                        <a:miter/>
                      </a:ln>
                    </p:spPr>
                  </p:pic>
                </p:oleObj>
              </mc:Fallback>
            </mc:AlternateContent>
          </a:graphicData>
        </a:graphic>
      </p:graphicFrame>
      <p:graphicFrame>
        <p:nvGraphicFramePr>
          <p:cNvPr id="179204" name="对象 188420"/>
          <p:cNvGraphicFramePr>
            <a:graphicFrameLocks noChangeAspect="1"/>
          </p:cNvGraphicFramePr>
          <p:nvPr/>
        </p:nvGraphicFramePr>
        <p:xfrm>
          <a:off x="881063" y="1863725"/>
          <a:ext cx="4484687" cy="541338"/>
        </p:xfrm>
        <a:graphic>
          <a:graphicData uri="http://schemas.openxmlformats.org/presentationml/2006/ole">
            <mc:AlternateContent xmlns:mc="http://schemas.openxmlformats.org/markup-compatibility/2006">
              <mc:Choice xmlns:v="urn:schemas-microsoft-com:vml" Requires="v">
                <p:oleObj r:id="rId7" imgW="2311400" imgH="279400" progId="Equation.3">
                  <p:embed/>
                </p:oleObj>
              </mc:Choice>
              <mc:Fallback>
                <p:oleObj r:id="rId7" imgW="2311400" imgH="279400" progId="Equation.3">
                  <p:embed/>
                  <p:pic>
                    <p:nvPicPr>
                      <p:cNvPr id="0" name="图片 3757"/>
                      <p:cNvPicPr/>
                      <p:nvPr/>
                    </p:nvPicPr>
                    <p:blipFill>
                      <a:blip r:embed="rId8"/>
                      <a:stretch>
                        <a:fillRect/>
                      </a:stretch>
                    </p:blipFill>
                    <p:spPr>
                      <a:xfrm>
                        <a:off x="881063" y="1863725"/>
                        <a:ext cx="4484687" cy="541338"/>
                      </a:xfrm>
                      <a:prstGeom prst="rect">
                        <a:avLst/>
                      </a:prstGeom>
                      <a:noFill/>
                      <a:ln w="38100">
                        <a:noFill/>
                        <a:miter/>
                      </a:ln>
                    </p:spPr>
                  </p:pic>
                </p:oleObj>
              </mc:Fallback>
            </mc:AlternateContent>
          </a:graphicData>
        </a:graphic>
      </p:graphicFrame>
      <p:graphicFrame>
        <p:nvGraphicFramePr>
          <p:cNvPr id="179205" name="对象 6"/>
          <p:cNvGraphicFramePr/>
          <p:nvPr/>
        </p:nvGraphicFramePr>
        <p:xfrm>
          <a:off x="1847850" y="4284663"/>
          <a:ext cx="4233863" cy="1625600"/>
        </p:xfrm>
        <a:graphic>
          <a:graphicData uri="http://schemas.openxmlformats.org/presentationml/2006/ole">
            <mc:AlternateContent xmlns:mc="http://schemas.openxmlformats.org/markup-compatibility/2006">
              <mc:Choice xmlns:v="urn:schemas-microsoft-com:vml" Requires="v">
                <p:oleObj r:id="rId9" imgW="2120900" imgH="838200" progId="Equation.KSEE3">
                  <p:embed/>
                </p:oleObj>
              </mc:Choice>
              <mc:Fallback>
                <p:oleObj r:id="rId9" imgW="2120900" imgH="838200" progId="Equation.KSEE3">
                  <p:embed/>
                  <p:pic>
                    <p:nvPicPr>
                      <p:cNvPr id="0" name="图片 3763"/>
                      <p:cNvPicPr/>
                      <p:nvPr/>
                    </p:nvPicPr>
                    <p:blipFill>
                      <a:blip r:embed="rId10"/>
                      <a:stretch>
                        <a:fillRect/>
                      </a:stretch>
                    </p:blipFill>
                    <p:spPr>
                      <a:xfrm>
                        <a:off x="1847850" y="4284663"/>
                        <a:ext cx="4233863" cy="1625600"/>
                      </a:xfrm>
                      <a:prstGeom prst="rect">
                        <a:avLst/>
                      </a:prstGeom>
                      <a:noFill/>
                      <a:ln w="38100">
                        <a:noFill/>
                        <a:miter/>
                      </a:ln>
                    </p:spPr>
                  </p:pic>
                </p:oleObj>
              </mc:Fallback>
            </mc:AlternateContent>
          </a:graphicData>
        </a:graphic>
      </p:graphicFrame>
      <p:sp>
        <p:nvSpPr>
          <p:cNvPr id="179206" name="文本框 1"/>
          <p:cNvSpPr txBox="1"/>
          <p:nvPr/>
        </p:nvSpPr>
        <p:spPr>
          <a:xfrm>
            <a:off x="6026150" y="2657475"/>
            <a:ext cx="2087563" cy="522288"/>
          </a:xfrm>
          <a:prstGeom prst="rect">
            <a:avLst/>
          </a:prstGeom>
          <a:noFill/>
          <a:ln w="9525">
            <a:noFill/>
          </a:ln>
        </p:spPr>
        <p:txBody>
          <a:bodyPr wrap="none" anchor="t" anchorCtr="0">
            <a:spAutoFit/>
          </a:bodyPr>
          <a:lstStyle/>
          <a:p>
            <a:pPr>
              <a:lnSpc>
                <a:spcPct val="140000"/>
              </a:lnSpc>
            </a:pPr>
            <a:r>
              <a:rPr lang="zh-CN" altLang="en-US" sz="2000" dirty="0">
                <a:solidFill>
                  <a:srgbClr val="C00000"/>
                </a:solidFill>
                <a:latin typeface="Times New Roman" panose="02020603050405020304" pitchFamily="2" charset="0"/>
                <a:ea typeface="宋体" panose="02010600030101010101" pitchFamily="2" charset="-122"/>
              </a:rPr>
              <a:t>（起始状态为0）</a:t>
            </a:r>
          </a:p>
        </p:txBody>
      </p:sp>
    </p:spTree>
  </p:cSld>
  <p:clrMapOvr>
    <a:masterClrMapping/>
  </p:clrMapOvr>
  <p:transition/>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1249" name="文本框 87046"/>
          <p:cNvSpPr txBox="1"/>
          <p:nvPr/>
        </p:nvSpPr>
        <p:spPr>
          <a:xfrm>
            <a:off x="738188" y="1022350"/>
            <a:ext cx="7200900" cy="4116388"/>
          </a:xfrm>
          <a:prstGeom prst="rect">
            <a:avLst/>
          </a:prstGeom>
          <a:noFill/>
          <a:ln w="9525">
            <a:noFill/>
          </a:ln>
        </p:spPr>
        <p:txBody>
          <a:bodyPr wrap="square" anchor="t" anchorCtr="0">
            <a:spAutoFit/>
          </a:bodyPr>
          <a:lstStyle/>
          <a:p>
            <a:pPr>
              <a:lnSpc>
                <a:spcPct val="120000"/>
              </a:lnSpc>
              <a:spcBef>
                <a:spcPct val="50000"/>
              </a:spcBef>
            </a:pPr>
            <a:r>
              <a:rPr lang="zh-CN" altLang="en-US" sz="2400" dirty="0">
                <a:latin typeface="Times New Roman" panose="02020603050405020304" pitchFamily="2" charset="0"/>
                <a:ea typeface="宋体" panose="02010600030101010101" pitchFamily="2" charset="-122"/>
              </a:rPr>
              <a:t>1.时域条件</a:t>
            </a:r>
          </a:p>
          <a:p>
            <a:pPr>
              <a:lnSpc>
                <a:spcPct val="120000"/>
              </a:lnSpc>
              <a:spcBef>
                <a:spcPct val="50000"/>
              </a:spcBef>
            </a:pPr>
            <a:r>
              <a:rPr lang="zh-CN" altLang="en-US" sz="2400" dirty="0">
                <a:latin typeface="Times New Roman" panose="02020603050405020304" pitchFamily="2" charset="0"/>
                <a:ea typeface="宋体" panose="02010600030101010101" pitchFamily="2" charset="-122"/>
              </a:rPr>
              <a:t>1）因果性：h(n)=0，n&lt;0，</a:t>
            </a:r>
            <a:r>
              <a:rPr lang="zh-CN" altLang="en-US" sz="2400" dirty="0">
                <a:latin typeface="Times New Roman" panose="02020603050405020304" pitchFamily="2" charset="0"/>
                <a:ea typeface="宋体" panose="02010600030101010101" pitchFamily="2" charset="-122"/>
                <a:sym typeface="微软雅黑" panose="020B0503020204020204" pitchFamily="2" charset="-122"/>
              </a:rPr>
              <a:t>h(n)是因果序列</a:t>
            </a:r>
            <a:endParaRPr lang="zh-CN" altLang="en-US" sz="2400" dirty="0">
              <a:latin typeface="Times New Roman" panose="02020603050405020304" pitchFamily="2" charset="0"/>
              <a:ea typeface="宋体" panose="02010600030101010101" pitchFamily="2" charset="-122"/>
            </a:endParaRPr>
          </a:p>
          <a:p>
            <a:pPr>
              <a:lnSpc>
                <a:spcPct val="120000"/>
              </a:lnSpc>
              <a:spcBef>
                <a:spcPct val="50000"/>
              </a:spcBef>
            </a:pPr>
            <a:r>
              <a:rPr lang="zh-CN" altLang="en-US" sz="2400" dirty="0">
                <a:latin typeface="Times New Roman" panose="02020603050405020304" pitchFamily="2" charset="0"/>
                <a:ea typeface="宋体" panose="02010600030101010101" pitchFamily="2" charset="-122"/>
              </a:rPr>
              <a:t>2）稳定性：                              ，</a:t>
            </a:r>
            <a:r>
              <a:rPr lang="zh-CN" altLang="en-US" sz="2400" dirty="0">
                <a:latin typeface="Times New Roman" panose="02020603050405020304" pitchFamily="2" charset="0"/>
                <a:ea typeface="宋体" panose="02010600030101010101" pitchFamily="2" charset="-122"/>
                <a:sym typeface="微软雅黑" panose="020B0503020204020204" pitchFamily="2" charset="-122"/>
              </a:rPr>
              <a:t>h(n)</a:t>
            </a:r>
            <a:r>
              <a:rPr lang="zh-CN" altLang="en-US" sz="2400" dirty="0">
                <a:latin typeface="Times New Roman" panose="02020603050405020304" pitchFamily="2" charset="0"/>
                <a:ea typeface="宋体" panose="02010600030101010101" pitchFamily="2" charset="-122"/>
              </a:rPr>
              <a:t>是绝对可和的</a:t>
            </a:r>
          </a:p>
          <a:p>
            <a:pPr>
              <a:lnSpc>
                <a:spcPct val="120000"/>
              </a:lnSpc>
              <a:spcBef>
                <a:spcPct val="50000"/>
              </a:spcBef>
            </a:pPr>
            <a:r>
              <a:rPr lang="zh-CN" altLang="en-US" sz="2400" dirty="0">
                <a:latin typeface="Times New Roman" panose="02020603050405020304" pitchFamily="2" charset="0"/>
                <a:ea typeface="宋体" panose="02010600030101010101" pitchFamily="2" charset="-122"/>
              </a:rPr>
              <a:t>2.</a:t>
            </a:r>
            <a:r>
              <a:rPr lang="en-US" altLang="zh-CN" sz="2400" b="1" dirty="0">
                <a:latin typeface="Times New Roman" panose="02020603050405020304" pitchFamily="2" charset="0"/>
                <a:ea typeface="黑体" panose="02010609060101010101" pitchFamily="2" charset="-122"/>
              </a:rPr>
              <a:t>z</a:t>
            </a:r>
            <a:r>
              <a:rPr lang="zh-CN" altLang="en-US" sz="2400" dirty="0">
                <a:latin typeface="Times New Roman" panose="02020603050405020304" pitchFamily="2" charset="0"/>
                <a:ea typeface="宋体" panose="02010600030101010101" pitchFamily="2" charset="-122"/>
              </a:rPr>
              <a:t>域条件</a:t>
            </a:r>
            <a:r>
              <a:rPr lang="en-US" altLang="zh-CN" sz="2400" dirty="0">
                <a:latin typeface="Times New Roman" panose="02020603050405020304" pitchFamily="2" charset="0"/>
                <a:ea typeface="宋体" panose="02010600030101010101" pitchFamily="2" charset="-122"/>
              </a:rPr>
              <a:t>,</a:t>
            </a:r>
            <a:r>
              <a:rPr lang="zh-CN" altLang="en-US" sz="2400" dirty="0">
                <a:latin typeface="Times New Roman" panose="02020603050405020304" pitchFamily="2" charset="0"/>
                <a:ea typeface="宋体" panose="02010600030101010101" pitchFamily="2" charset="-122"/>
              </a:rPr>
              <a:t>对</a:t>
            </a:r>
            <a:r>
              <a:rPr lang="en-US" altLang="zh-CN" sz="2400" dirty="0">
                <a:latin typeface="Times New Roman" panose="02020603050405020304" pitchFamily="2" charset="0"/>
                <a:ea typeface="宋体" panose="02010600030101010101" pitchFamily="2" charset="-122"/>
              </a:rPr>
              <a:t>H(z)</a:t>
            </a:r>
            <a:r>
              <a:rPr lang="zh-CN" altLang="en-US" sz="2400" dirty="0">
                <a:latin typeface="Times New Roman" panose="02020603050405020304" pitchFamily="2" charset="0"/>
                <a:ea typeface="宋体" panose="02010600030101010101" pitchFamily="2" charset="-122"/>
              </a:rPr>
              <a:t>来说</a:t>
            </a:r>
          </a:p>
          <a:p>
            <a:pPr>
              <a:lnSpc>
                <a:spcPct val="120000"/>
              </a:lnSpc>
              <a:spcBef>
                <a:spcPct val="50000"/>
              </a:spcBef>
            </a:pPr>
            <a:r>
              <a:rPr lang="zh-CN" altLang="en-US" sz="2400" dirty="0">
                <a:latin typeface="Times New Roman" panose="02020603050405020304" pitchFamily="2" charset="0"/>
                <a:ea typeface="宋体" panose="02010600030101010101" pitchFamily="2" charset="-122"/>
              </a:rPr>
              <a:t>1）因果性 </a:t>
            </a:r>
          </a:p>
          <a:p>
            <a:pPr>
              <a:lnSpc>
                <a:spcPct val="120000"/>
              </a:lnSpc>
              <a:spcBef>
                <a:spcPct val="50000"/>
              </a:spcBef>
            </a:pPr>
            <a:r>
              <a:rPr lang="zh-CN" altLang="en-US" sz="2400" dirty="0">
                <a:latin typeface="Times New Roman" panose="02020603050405020304" pitchFamily="2" charset="0"/>
                <a:ea typeface="宋体" panose="02010600030101010101" pitchFamily="2" charset="-122"/>
              </a:rPr>
              <a:t> </a:t>
            </a:r>
            <a:r>
              <a:rPr lang="en-US" altLang="zh-CN" sz="2400" dirty="0">
                <a:latin typeface="Times New Roman" panose="02020603050405020304" pitchFamily="2" charset="0"/>
                <a:ea typeface="宋体" panose="02010600030101010101" pitchFamily="2" charset="-122"/>
              </a:rPr>
              <a:t>H(z)</a:t>
            </a:r>
            <a:r>
              <a:rPr lang="zh-CN" altLang="en-US" sz="2400" dirty="0">
                <a:latin typeface="Times New Roman" panose="02020603050405020304" pitchFamily="2" charset="0"/>
                <a:ea typeface="宋体" panose="02010600030101010101" pitchFamily="2" charset="-122"/>
              </a:rPr>
              <a:t>收敛。</a:t>
            </a:r>
            <a:r>
              <a:rPr lang="zh-CN" altLang="en-US" sz="2400" dirty="0">
                <a:latin typeface="Times New Roman" panose="02020603050405020304" pitchFamily="2" charset="0"/>
                <a:ea typeface="宋体" panose="02010600030101010101" pitchFamily="2" charset="-122"/>
                <a:sym typeface="Arial" panose="020B0604020202020204" pitchFamily="34" charset="0"/>
              </a:rPr>
              <a:t>h(n)为因果序列，满足因果序列</a:t>
            </a:r>
            <a:r>
              <a:rPr lang="en-US" altLang="zh-CN" sz="2400" dirty="0">
                <a:latin typeface="Times New Roman" panose="02020603050405020304" pitchFamily="2" charset="0"/>
                <a:ea typeface="宋体" panose="02010600030101010101" pitchFamily="2" charset="-122"/>
                <a:sym typeface="Arial" panose="020B0604020202020204" pitchFamily="34" charset="0"/>
              </a:rPr>
              <a:t>z</a:t>
            </a:r>
            <a:r>
              <a:rPr lang="zh-CN" altLang="en-US" sz="2400" dirty="0">
                <a:latin typeface="Times New Roman" panose="02020603050405020304" pitchFamily="2" charset="0"/>
                <a:ea typeface="宋体" panose="02010600030101010101" pitchFamily="2" charset="-122"/>
                <a:sym typeface="Arial" panose="020B0604020202020204" pitchFamily="34" charset="0"/>
              </a:rPr>
              <a:t>变换的收敛条件</a:t>
            </a:r>
            <a:endParaRPr lang="zh-CN" altLang="en-US" sz="2400" dirty="0">
              <a:latin typeface="Times New Roman" panose="02020603050405020304" pitchFamily="2" charset="0"/>
              <a:ea typeface="宋体" panose="02010600030101010101" pitchFamily="2" charset="-122"/>
            </a:endParaRPr>
          </a:p>
        </p:txBody>
      </p:sp>
      <p:graphicFrame>
        <p:nvGraphicFramePr>
          <p:cNvPr id="181250" name="对象 60420"/>
          <p:cNvGraphicFramePr>
            <a:graphicFrameLocks noChangeAspect="1"/>
          </p:cNvGraphicFramePr>
          <p:nvPr/>
        </p:nvGraphicFramePr>
        <p:xfrm>
          <a:off x="2554288" y="2125663"/>
          <a:ext cx="2133600" cy="877887"/>
        </p:xfrm>
        <a:graphic>
          <a:graphicData uri="http://schemas.openxmlformats.org/presentationml/2006/ole">
            <mc:AlternateContent xmlns:mc="http://schemas.openxmlformats.org/markup-compatibility/2006">
              <mc:Choice xmlns:v="urn:schemas-microsoft-com:vml" Requires="v">
                <p:oleObj r:id="rId2" imgW="825500" imgH="431800" progId="Equation.3">
                  <p:embed/>
                </p:oleObj>
              </mc:Choice>
              <mc:Fallback>
                <p:oleObj r:id="rId2" imgW="825500" imgH="431800" progId="Equation.3">
                  <p:embed/>
                  <p:pic>
                    <p:nvPicPr>
                      <p:cNvPr id="0" name="图片 3752"/>
                      <p:cNvPicPr/>
                      <p:nvPr/>
                    </p:nvPicPr>
                    <p:blipFill>
                      <a:blip r:embed="rId3"/>
                      <a:stretch>
                        <a:fillRect/>
                      </a:stretch>
                    </p:blipFill>
                    <p:spPr>
                      <a:xfrm>
                        <a:off x="2554288" y="2125663"/>
                        <a:ext cx="2133600" cy="877887"/>
                      </a:xfrm>
                      <a:prstGeom prst="rect">
                        <a:avLst/>
                      </a:prstGeom>
                      <a:noFill/>
                      <a:ln w="38100">
                        <a:noFill/>
                        <a:miter/>
                      </a:ln>
                    </p:spPr>
                  </p:pic>
                </p:oleObj>
              </mc:Fallback>
            </mc:AlternateContent>
          </a:graphicData>
        </a:graphic>
      </p:graphicFrame>
      <p:sp>
        <p:nvSpPr>
          <p:cNvPr id="181251" name="标题 87041"/>
          <p:cNvSpPr>
            <a:spLocks noGrp="1"/>
          </p:cNvSpPr>
          <p:nvPr/>
        </p:nvSpPr>
        <p:spPr>
          <a:xfrm>
            <a:off x="809625" y="157163"/>
            <a:ext cx="5100638" cy="838200"/>
          </a:xfrm>
          <a:prstGeom prst="rect">
            <a:avLst/>
          </a:prstGeom>
          <a:noFill/>
          <a:ln w="9525">
            <a:noFill/>
          </a:ln>
        </p:spPr>
        <p:txBody>
          <a:bodyPr anchor="ctr" anchorCtr="0"/>
          <a:lstStyle/>
          <a:p>
            <a:r>
              <a:rPr lang="en-US" altLang="zh-CN" sz="2800" b="1">
                <a:solidFill>
                  <a:schemeClr val="tx2"/>
                </a:solidFill>
                <a:latin typeface="Times New Roman" panose="02020603050405020304" pitchFamily="2" charset="0"/>
                <a:ea typeface="宋体" panose="02010600030101010101" pitchFamily="2" charset="-122"/>
              </a:rPr>
              <a:t>2.4.2 LSI系统的因果稳定条件</a:t>
            </a:r>
          </a:p>
        </p:txBody>
      </p:sp>
      <p:graphicFrame>
        <p:nvGraphicFramePr>
          <p:cNvPr id="181252" name="对象 4">
            <a:hlinkClick r:id="" action="ppaction://ole?verb=0"/>
          </p:cNvPr>
          <p:cNvGraphicFramePr>
            <a:graphicFrameLocks noChangeAspect="1"/>
          </p:cNvGraphicFramePr>
          <p:nvPr>
            <p:extLst>
              <p:ext uri="{D42A27DB-BD31-4B8C-83A1-F6EECF244321}">
                <p14:modId xmlns:p14="http://schemas.microsoft.com/office/powerpoint/2010/main" val="1372899930"/>
              </p:ext>
            </p:extLst>
          </p:nvPr>
        </p:nvGraphicFramePr>
        <p:xfrm>
          <a:off x="3702844" y="4847431"/>
          <a:ext cx="1970087" cy="636587"/>
        </p:xfrm>
        <a:graphic>
          <a:graphicData uri="http://schemas.openxmlformats.org/presentationml/2006/ole">
            <mc:AlternateContent xmlns:mc="http://schemas.openxmlformats.org/markup-compatibility/2006">
              <mc:Choice xmlns:v="urn:schemas-microsoft-com:vml" Requires="v">
                <p:oleObj r:id="rId4" imgW="787400" imgH="254000" progId="Equation.KSEE3">
                  <p:embed/>
                </p:oleObj>
              </mc:Choice>
              <mc:Fallback>
                <p:oleObj r:id="rId4" imgW="787400" imgH="254000" progId="Equation.KSEE3">
                  <p:embed/>
                  <p:pic>
                    <p:nvPicPr>
                      <p:cNvPr id="0" name="图片 3754"/>
                      <p:cNvPicPr/>
                      <p:nvPr/>
                    </p:nvPicPr>
                    <p:blipFill>
                      <a:blip r:embed="rId5"/>
                      <a:stretch>
                        <a:fillRect/>
                      </a:stretch>
                    </p:blipFill>
                    <p:spPr>
                      <a:xfrm>
                        <a:off x="3702844" y="4847431"/>
                        <a:ext cx="1970087" cy="636587"/>
                      </a:xfrm>
                      <a:prstGeom prst="rect">
                        <a:avLst/>
                      </a:prstGeom>
                      <a:noFill/>
                      <a:ln w="38100">
                        <a:noFill/>
                        <a:miter/>
                      </a:ln>
                    </p:spPr>
                  </p:pic>
                </p:oleObj>
              </mc:Fallback>
            </mc:AlternateContent>
          </a:graphicData>
        </a:graphic>
      </p:graphicFrame>
      <p:sp>
        <p:nvSpPr>
          <p:cNvPr id="181253" name="文本框 1"/>
          <p:cNvSpPr txBox="1"/>
          <p:nvPr/>
        </p:nvSpPr>
        <p:spPr>
          <a:xfrm>
            <a:off x="738188" y="5461000"/>
            <a:ext cx="7720012" cy="1420813"/>
          </a:xfrm>
          <a:prstGeom prst="rect">
            <a:avLst/>
          </a:prstGeom>
          <a:noFill/>
          <a:ln w="9525">
            <a:noFill/>
          </a:ln>
        </p:spPr>
        <p:txBody>
          <a:bodyPr wrap="square" anchor="t" anchorCtr="0">
            <a:spAutoFit/>
          </a:bodyPr>
          <a:lstStyle/>
          <a:p>
            <a:pPr>
              <a:lnSpc>
                <a:spcPct val="120000"/>
              </a:lnSpc>
            </a:pPr>
            <a:r>
              <a:rPr lang="en-US" altLang="zh-CN" sz="2400" i="1" dirty="0">
                <a:latin typeface="Times New Roman" panose="02020603050405020304" pitchFamily="2" charset="0"/>
                <a:ea typeface="宋体" panose="02010600030101010101" pitchFamily="2" charset="-122"/>
              </a:rPr>
              <a:t>R</a:t>
            </a:r>
            <a:r>
              <a:rPr lang="en-US" altLang="zh-CN" sz="2400" i="1" baseline="-25000" dirty="0">
                <a:latin typeface="Times New Roman" panose="02020603050405020304" pitchFamily="2" charset="0"/>
                <a:ea typeface="宋体" panose="02010600030101010101" pitchFamily="2" charset="-122"/>
              </a:rPr>
              <a:t>h-</a:t>
            </a:r>
            <a:r>
              <a:rPr lang="zh-CN" altLang="zh-CN" sz="2400" dirty="0">
                <a:latin typeface="Times New Roman" panose="02020603050405020304" pitchFamily="2" charset="0"/>
                <a:ea typeface="宋体" panose="02010600030101010101" pitchFamily="2" charset="-122"/>
              </a:rPr>
              <a:t>是</a:t>
            </a:r>
            <a:r>
              <a:rPr lang="en-US" altLang="zh-CN" sz="2400" dirty="0">
                <a:latin typeface="Times New Roman" panose="02020603050405020304" pitchFamily="2" charset="0"/>
                <a:ea typeface="宋体" panose="02010600030101010101" pitchFamily="2" charset="-122"/>
              </a:rPr>
              <a:t>H(z)</a:t>
            </a:r>
            <a:r>
              <a:rPr lang="zh-CN" altLang="zh-CN" sz="2400" dirty="0">
                <a:latin typeface="Times New Roman" panose="02020603050405020304" pitchFamily="2" charset="0"/>
                <a:ea typeface="宋体" panose="02010600030101010101" pitchFamily="2" charset="-122"/>
              </a:rPr>
              <a:t>的模值最大的极点所在圆的半径。由于</a:t>
            </a:r>
            <a:r>
              <a:rPr lang="en-US" altLang="zh-CN" sz="2400" dirty="0">
                <a:latin typeface="Times New Roman" panose="02020603050405020304" pitchFamily="2" charset="0"/>
                <a:ea typeface="宋体" panose="02010600030101010101" pitchFamily="2" charset="-122"/>
              </a:rPr>
              <a:t>h(n)</a:t>
            </a:r>
            <a:r>
              <a:rPr lang="zh-CN" altLang="en-US" sz="2400" dirty="0">
                <a:latin typeface="Times New Roman" panose="02020603050405020304" pitchFamily="2" charset="0"/>
                <a:ea typeface="宋体" panose="02010600030101010101" pitchFamily="2" charset="-122"/>
              </a:rPr>
              <a:t>是因果序列，故</a:t>
            </a:r>
            <a:r>
              <a:rPr lang="en-US" altLang="zh-CN" sz="2400" dirty="0">
                <a:latin typeface="Times New Roman" panose="02020603050405020304" pitchFamily="2" charset="0"/>
                <a:ea typeface="宋体" panose="02010600030101010101" pitchFamily="2" charset="-122"/>
              </a:rPr>
              <a:t>H(z)</a:t>
            </a:r>
            <a:r>
              <a:rPr lang="zh-CN" altLang="en-US" sz="2400" dirty="0">
                <a:latin typeface="Times New Roman" panose="02020603050405020304" pitchFamily="2" charset="0"/>
                <a:ea typeface="宋体" panose="02010600030101010101" pitchFamily="2" charset="-122"/>
              </a:rPr>
              <a:t>的收敛域为半径为</a:t>
            </a:r>
            <a:r>
              <a:rPr lang="en-US" altLang="zh-CN" sz="2400" i="1" dirty="0">
                <a:latin typeface="Times New Roman" panose="02020603050405020304" pitchFamily="2" charset="0"/>
                <a:ea typeface="宋体" panose="02010600030101010101" pitchFamily="2" charset="-122"/>
              </a:rPr>
              <a:t>R</a:t>
            </a:r>
            <a:r>
              <a:rPr lang="en-US" altLang="zh-CN" sz="2400" i="1" baseline="-25000" dirty="0">
                <a:latin typeface="Times New Roman" panose="02020603050405020304" pitchFamily="2" charset="0"/>
                <a:ea typeface="宋体" panose="02010600030101010101" pitchFamily="2" charset="-122"/>
              </a:rPr>
              <a:t>h-</a:t>
            </a:r>
            <a:r>
              <a:rPr lang="zh-CN" altLang="en-US" sz="2400" dirty="0">
                <a:latin typeface="Times New Roman" panose="02020603050405020304" pitchFamily="2" charset="0"/>
                <a:ea typeface="宋体" panose="02010600030101010101" pitchFamily="2" charset="-122"/>
              </a:rPr>
              <a:t>的圆的外部，并且必须包括</a:t>
            </a:r>
            <a:r>
              <a:rPr lang="en-US" altLang="zh-CN" sz="2400" dirty="0">
                <a:latin typeface="Times New Roman" panose="02020603050405020304" pitchFamily="2" charset="0"/>
                <a:ea typeface="宋体" panose="02010600030101010101" pitchFamily="2" charset="-122"/>
              </a:rPr>
              <a:t>z=</a:t>
            </a:r>
            <a:r>
              <a:rPr lang="zh-CN" altLang="en-US" sz="2400" dirty="0">
                <a:latin typeface="Times New Roman" panose="02020603050405020304" pitchFamily="2" charset="0"/>
                <a:ea typeface="宋体" panose="02010600030101010101" pitchFamily="2" charset="-122"/>
              </a:rPr>
              <a:t>无穷。</a:t>
            </a:r>
          </a:p>
        </p:txBody>
      </p:sp>
    </p:spTree>
  </p:cSld>
  <p:clrMapOvr>
    <a:masterClrMapping/>
  </p:clrMapOvr>
  <p:transition/>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2273" name="文本框 87053"/>
          <p:cNvSpPr txBox="1"/>
          <p:nvPr/>
        </p:nvSpPr>
        <p:spPr>
          <a:xfrm>
            <a:off x="881063" y="1863725"/>
            <a:ext cx="4176712" cy="423863"/>
          </a:xfrm>
          <a:prstGeom prst="rect">
            <a:avLst/>
          </a:prstGeom>
          <a:noFill/>
          <a:ln w="9525">
            <a:noFill/>
          </a:ln>
        </p:spPr>
        <p:txBody>
          <a:bodyPr anchor="t" anchorCtr="0">
            <a:spAutoFit/>
          </a:bodyPr>
          <a:lstStyle/>
          <a:p>
            <a:pPr>
              <a:lnSpc>
                <a:spcPct val="90000"/>
              </a:lnSpc>
              <a:spcBef>
                <a:spcPct val="20000"/>
              </a:spcBef>
              <a:buClr>
                <a:schemeClr val="tx2"/>
              </a:buClr>
              <a:buSzPct val="90000"/>
              <a:buFont typeface="Symbol" panose="05050102010706020507" pitchFamily="2" charset="2"/>
            </a:pPr>
            <a:r>
              <a:rPr lang="zh-CN" altLang="en-US" sz="2400" dirty="0">
                <a:latin typeface="Times New Roman" panose="02020603050405020304" pitchFamily="2" charset="0"/>
                <a:ea typeface="宋体" panose="02010600030101010101" pitchFamily="2" charset="-122"/>
              </a:rPr>
              <a:t>而h(n)的z变换的Roc：</a:t>
            </a:r>
            <a:endParaRPr lang="zh-CN" altLang="en-US" sz="2400" b="1" dirty="0">
              <a:latin typeface="Times New Roman" panose="02020603050405020304" pitchFamily="2" charset="0"/>
              <a:ea typeface="宋体" panose="02010600030101010101" pitchFamily="2" charset="-122"/>
            </a:endParaRPr>
          </a:p>
        </p:txBody>
      </p:sp>
      <p:sp>
        <p:nvSpPr>
          <p:cNvPr id="182274" name="文本框 2"/>
          <p:cNvSpPr txBox="1"/>
          <p:nvPr/>
        </p:nvSpPr>
        <p:spPr>
          <a:xfrm>
            <a:off x="881063" y="406400"/>
            <a:ext cx="3205162" cy="865188"/>
          </a:xfrm>
          <a:prstGeom prst="rect">
            <a:avLst/>
          </a:prstGeom>
          <a:noFill/>
          <a:ln w="9525">
            <a:noFill/>
          </a:ln>
        </p:spPr>
        <p:txBody>
          <a:bodyPr wrap="none" anchor="t" anchorCtr="0">
            <a:spAutoFit/>
          </a:bodyPr>
          <a:lstStyle/>
          <a:p>
            <a:pPr>
              <a:lnSpc>
                <a:spcPct val="80000"/>
              </a:lnSpc>
              <a:spcBef>
                <a:spcPct val="50000"/>
              </a:spcBef>
            </a:pPr>
            <a:r>
              <a:rPr lang="en-US" altLang="zh-CN" sz="2400" dirty="0">
                <a:latin typeface="Times New Roman" panose="02020603050405020304" pitchFamily="2" charset="0"/>
                <a:ea typeface="宋体" panose="02010600030101010101" pitchFamily="2" charset="-122"/>
                <a:sym typeface="微软雅黑" panose="020B0503020204020204" pitchFamily="2" charset="-122"/>
              </a:rPr>
              <a:t>2</a:t>
            </a:r>
            <a:r>
              <a:rPr lang="zh-CN" altLang="en-US" sz="2400" dirty="0">
                <a:latin typeface="Times New Roman" panose="02020603050405020304" pitchFamily="2" charset="0"/>
                <a:ea typeface="宋体" panose="02010600030101010101" pitchFamily="2" charset="-122"/>
                <a:sym typeface="微软雅黑" panose="020B0503020204020204" pitchFamily="2" charset="-122"/>
              </a:rPr>
              <a:t>）</a:t>
            </a:r>
            <a:r>
              <a:rPr lang="zh-CN" altLang="en-US" sz="2400" dirty="0">
                <a:latin typeface="Times New Roman" panose="02020603050405020304" pitchFamily="2" charset="0"/>
                <a:ea typeface="宋体" panose="02010600030101010101" pitchFamily="2" charset="-122"/>
              </a:rPr>
              <a:t>稳定</a:t>
            </a:r>
            <a:r>
              <a:rPr lang="zh-CN" altLang="en-US" sz="2400" dirty="0">
                <a:latin typeface="Times New Roman" panose="02020603050405020304" pitchFamily="2" charset="0"/>
                <a:ea typeface="宋体" panose="02010600030101010101" pitchFamily="2" charset="-122"/>
                <a:sym typeface="微软雅黑" panose="020B0503020204020204" pitchFamily="2" charset="-122"/>
              </a:rPr>
              <a:t>性</a:t>
            </a:r>
          </a:p>
          <a:p>
            <a:pPr>
              <a:lnSpc>
                <a:spcPct val="80000"/>
              </a:lnSpc>
              <a:spcBef>
                <a:spcPct val="50000"/>
              </a:spcBef>
            </a:pPr>
            <a:r>
              <a:rPr lang="zh-CN" altLang="en-US" sz="2400" dirty="0">
                <a:latin typeface="Times New Roman" panose="02020603050405020304" pitchFamily="2" charset="0"/>
                <a:ea typeface="宋体" panose="02010600030101010101" pitchFamily="2" charset="-122"/>
              </a:rPr>
              <a:t>序列h(n)绝对可和，即</a:t>
            </a:r>
            <a:r>
              <a:rPr lang="zh-CN" altLang="en-US" sz="2400" dirty="0">
                <a:latin typeface="Times New Roman" panose="02020603050405020304" pitchFamily="2" charset="0"/>
                <a:ea typeface="宋体" panose="02010600030101010101" pitchFamily="2" charset="-122"/>
                <a:sym typeface="微软雅黑" panose="020B0503020204020204" pitchFamily="2" charset="-122"/>
              </a:rPr>
              <a:t> </a:t>
            </a:r>
            <a:endParaRPr lang="zh-CN" altLang="en-US" sz="2400" dirty="0">
              <a:latin typeface="Times New Roman" panose="02020603050405020304" pitchFamily="2" charset="0"/>
              <a:ea typeface="宋体" panose="02010600030101010101" pitchFamily="2" charset="-122"/>
            </a:endParaRPr>
          </a:p>
        </p:txBody>
      </p:sp>
      <p:graphicFrame>
        <p:nvGraphicFramePr>
          <p:cNvPr id="182275" name="对象 60420"/>
          <p:cNvGraphicFramePr>
            <a:graphicFrameLocks noChangeAspect="1"/>
          </p:cNvGraphicFramePr>
          <p:nvPr/>
        </p:nvGraphicFramePr>
        <p:xfrm>
          <a:off x="3994150" y="596900"/>
          <a:ext cx="2128838" cy="874713"/>
        </p:xfrm>
        <a:graphic>
          <a:graphicData uri="http://schemas.openxmlformats.org/presentationml/2006/ole">
            <mc:AlternateContent xmlns:mc="http://schemas.openxmlformats.org/markup-compatibility/2006">
              <mc:Choice xmlns:v="urn:schemas-microsoft-com:vml" Requires="v">
                <p:oleObj r:id="rId2" imgW="825500" imgH="431800" progId="Equation.3">
                  <p:embed/>
                </p:oleObj>
              </mc:Choice>
              <mc:Fallback>
                <p:oleObj r:id="rId2" imgW="825500" imgH="431800" progId="Equation.3">
                  <p:embed/>
                  <p:pic>
                    <p:nvPicPr>
                      <p:cNvPr id="0" name="图片 3765"/>
                      <p:cNvPicPr/>
                      <p:nvPr/>
                    </p:nvPicPr>
                    <p:blipFill>
                      <a:blip r:embed="rId3"/>
                      <a:stretch>
                        <a:fillRect/>
                      </a:stretch>
                    </p:blipFill>
                    <p:spPr>
                      <a:xfrm>
                        <a:off x="3994150" y="596900"/>
                        <a:ext cx="2128838" cy="874713"/>
                      </a:xfrm>
                      <a:prstGeom prst="rect">
                        <a:avLst/>
                      </a:prstGeom>
                      <a:noFill/>
                      <a:ln w="38100">
                        <a:noFill/>
                        <a:miter/>
                      </a:ln>
                    </p:spPr>
                  </p:pic>
                </p:oleObj>
              </mc:Fallback>
            </mc:AlternateContent>
          </a:graphicData>
        </a:graphic>
      </p:graphicFrame>
      <p:graphicFrame>
        <p:nvGraphicFramePr>
          <p:cNvPr id="182276" name="对象 60420"/>
          <p:cNvGraphicFramePr>
            <a:graphicFrameLocks noChangeAspect="1"/>
          </p:cNvGraphicFramePr>
          <p:nvPr/>
        </p:nvGraphicFramePr>
        <p:xfrm>
          <a:off x="3824288" y="1598613"/>
          <a:ext cx="2652712" cy="874712"/>
        </p:xfrm>
        <a:graphic>
          <a:graphicData uri="http://schemas.openxmlformats.org/presentationml/2006/ole">
            <mc:AlternateContent xmlns:mc="http://schemas.openxmlformats.org/markup-compatibility/2006">
              <mc:Choice xmlns:v="urn:schemas-microsoft-com:vml" Requires="v">
                <p:oleObj r:id="rId4" imgW="1028700" imgH="431800" progId="Equation.3">
                  <p:embed/>
                </p:oleObj>
              </mc:Choice>
              <mc:Fallback>
                <p:oleObj r:id="rId4" imgW="1028700" imgH="431800" progId="Equation.3">
                  <p:embed/>
                  <p:pic>
                    <p:nvPicPr>
                      <p:cNvPr id="0" name="图片 3766"/>
                      <p:cNvPicPr/>
                      <p:nvPr/>
                    </p:nvPicPr>
                    <p:blipFill>
                      <a:blip r:embed="rId5"/>
                      <a:stretch>
                        <a:fillRect/>
                      </a:stretch>
                    </p:blipFill>
                    <p:spPr>
                      <a:xfrm>
                        <a:off x="3824288" y="1598613"/>
                        <a:ext cx="2652712" cy="874712"/>
                      </a:xfrm>
                      <a:prstGeom prst="rect">
                        <a:avLst/>
                      </a:prstGeom>
                      <a:noFill/>
                      <a:ln w="38100">
                        <a:noFill/>
                        <a:miter/>
                      </a:ln>
                    </p:spPr>
                  </p:pic>
                </p:oleObj>
              </mc:Fallback>
            </mc:AlternateContent>
          </a:graphicData>
        </a:graphic>
      </p:graphicFrame>
      <p:sp>
        <p:nvSpPr>
          <p:cNvPr id="182277" name="文本框 5"/>
          <p:cNvSpPr txBox="1"/>
          <p:nvPr/>
        </p:nvSpPr>
        <p:spPr>
          <a:xfrm>
            <a:off x="881063" y="2473325"/>
            <a:ext cx="6935787" cy="1863725"/>
          </a:xfrm>
          <a:prstGeom prst="rect">
            <a:avLst/>
          </a:prstGeom>
          <a:noFill/>
          <a:ln w="9525">
            <a:noFill/>
          </a:ln>
        </p:spPr>
        <p:txBody>
          <a:bodyPr wrap="square" anchor="t" anchorCtr="0">
            <a:spAutoFit/>
          </a:bodyPr>
          <a:lstStyle/>
          <a:p>
            <a:pPr>
              <a:lnSpc>
                <a:spcPct val="120000"/>
              </a:lnSpc>
            </a:pPr>
            <a:r>
              <a:rPr lang="zh-CN" altLang="en-US" sz="2400" dirty="0">
                <a:latin typeface="Times New Roman" panose="02020603050405020304" pitchFamily="2" charset="0"/>
                <a:ea typeface="宋体" panose="02010600030101010101" pitchFamily="2" charset="-122"/>
              </a:rPr>
              <a:t>稳定系统的系统函数H(z)的Roc须包含单位圆，即|z|=1。而</a:t>
            </a:r>
            <a:r>
              <a:rPr lang="en-US" altLang="zh-CN" sz="2400" dirty="0">
                <a:latin typeface="Times New Roman" panose="02020603050405020304" pitchFamily="2" charset="0"/>
                <a:ea typeface="宋体" panose="02010600030101010101" pitchFamily="2" charset="-122"/>
              </a:rPr>
              <a:t>z</a:t>
            </a:r>
            <a:r>
              <a:rPr lang="zh-CN" altLang="en-US" sz="2400" dirty="0">
                <a:latin typeface="Times New Roman" panose="02020603050405020304" pitchFamily="2" charset="0"/>
                <a:ea typeface="宋体" panose="02010600030101010101" pitchFamily="2" charset="-122"/>
              </a:rPr>
              <a:t>变换的收敛域由满足上式的那些</a:t>
            </a:r>
            <a:r>
              <a:rPr lang="en-US" altLang="zh-CN" sz="2400" dirty="0">
                <a:latin typeface="Times New Roman" panose="02020603050405020304" pitchFamily="2" charset="0"/>
                <a:ea typeface="宋体" panose="02010600030101010101" pitchFamily="2" charset="-122"/>
              </a:rPr>
              <a:t>z</a:t>
            </a:r>
            <a:r>
              <a:rPr lang="zh-CN" altLang="en-US" sz="2400" dirty="0">
                <a:latin typeface="Times New Roman" panose="02020603050405020304" pitchFamily="2" charset="0"/>
                <a:ea typeface="宋体" panose="02010600030101010101" pitchFamily="2" charset="-122"/>
              </a:rPr>
              <a:t>值确定，</a:t>
            </a:r>
            <a:r>
              <a:rPr lang="en-US" altLang="zh-CN" sz="2400" dirty="0">
                <a:latin typeface="Times New Roman" panose="02020603050405020304" pitchFamily="2" charset="0"/>
                <a:ea typeface="宋体" panose="02010600030101010101" pitchFamily="2" charset="-122"/>
              </a:rPr>
              <a:t>H(z)</a:t>
            </a:r>
            <a:r>
              <a:rPr lang="zh-CN" altLang="en-US" sz="2400" dirty="0">
                <a:latin typeface="Times New Roman" panose="02020603050405020304" pitchFamily="2" charset="0"/>
                <a:ea typeface="宋体" panose="02010600030101010101" pitchFamily="2" charset="-122"/>
              </a:rPr>
              <a:t>的收敛域包含单位圆，则系统一定稳定。</a:t>
            </a:r>
          </a:p>
          <a:p>
            <a:pPr>
              <a:lnSpc>
                <a:spcPct val="120000"/>
              </a:lnSpc>
            </a:pPr>
            <a:endParaRPr lang="zh-CN" altLang="en-US" sz="2400" dirty="0">
              <a:latin typeface="Times New Roman" panose="02020603050405020304" pitchFamily="2" charset="0"/>
              <a:ea typeface="宋体" panose="02010600030101010101" pitchFamily="2" charset="-122"/>
            </a:endParaRPr>
          </a:p>
        </p:txBody>
      </p:sp>
      <p:sp>
        <p:nvSpPr>
          <p:cNvPr id="182278" name="文本框 7"/>
          <p:cNvSpPr txBox="1"/>
          <p:nvPr/>
        </p:nvSpPr>
        <p:spPr>
          <a:xfrm>
            <a:off x="901700" y="3886200"/>
            <a:ext cx="7121525" cy="2232025"/>
          </a:xfrm>
          <a:prstGeom prst="rect">
            <a:avLst/>
          </a:prstGeom>
          <a:noFill/>
          <a:ln w="9525">
            <a:noFill/>
          </a:ln>
        </p:spPr>
        <p:txBody>
          <a:bodyPr wrap="square" anchor="t" anchorCtr="0">
            <a:spAutoFit/>
          </a:bodyPr>
          <a:lstStyle/>
          <a:p>
            <a:pPr>
              <a:lnSpc>
                <a:spcPct val="120000"/>
              </a:lnSpc>
            </a:pPr>
            <a:r>
              <a:rPr lang="zh-CN" altLang="en-US" sz="2400" dirty="0">
                <a:latin typeface="Times New Roman" panose="02020603050405020304" pitchFamily="2" charset="0"/>
                <a:ea typeface="宋体" panose="02010600030101010101" pitchFamily="2" charset="-122"/>
              </a:rPr>
              <a:t>3）因果稳定性：充要条件</a:t>
            </a:r>
          </a:p>
          <a:p>
            <a:pPr>
              <a:lnSpc>
                <a:spcPct val="120000"/>
              </a:lnSpc>
            </a:pPr>
            <a:r>
              <a:rPr lang="zh-CN" altLang="en-US" sz="2400" dirty="0">
                <a:latin typeface="Times New Roman" panose="02020603050405020304" pitchFamily="2" charset="0"/>
                <a:ea typeface="宋体" panose="02010600030101010101" pitchFamily="2" charset="-122"/>
              </a:rPr>
              <a:t>H(z)须从单位圆</a:t>
            </a:r>
            <a:r>
              <a:rPr lang="zh-CN" altLang="en-US" sz="2400" dirty="0">
                <a:latin typeface="Times New Roman" panose="02020603050405020304" pitchFamily="2" charset="0"/>
                <a:ea typeface="宋体" panose="02010600030101010101" pitchFamily="2" charset="-122"/>
                <a:sym typeface="微软雅黑" panose="020B0503020204020204" pitchFamily="2" charset="-122"/>
              </a:rPr>
              <a:t>|z|=1</a:t>
            </a:r>
            <a:r>
              <a:rPr lang="zh-CN" altLang="en-US" sz="2400" dirty="0">
                <a:latin typeface="Times New Roman" panose="02020603050405020304" pitchFamily="2" charset="0"/>
                <a:ea typeface="宋体" panose="02010600030101010101" pitchFamily="2" charset="-122"/>
              </a:rPr>
              <a:t>到</a:t>
            </a:r>
            <a:r>
              <a:rPr lang="zh-CN" altLang="en-US" sz="2400" dirty="0">
                <a:latin typeface="Times New Roman" panose="02020603050405020304" pitchFamily="2" charset="0"/>
                <a:ea typeface="宋体" panose="02010600030101010101" pitchFamily="2" charset="-122"/>
                <a:sym typeface="微软雅黑" panose="020B0503020204020204" pitchFamily="2" charset="-122"/>
              </a:rPr>
              <a:t>|z|=</a:t>
            </a:r>
            <a:r>
              <a:rPr lang="zh-CN" altLang="en-US" sz="2400" dirty="0">
                <a:latin typeface="Times New Roman" panose="02020603050405020304" pitchFamily="2" charset="0"/>
                <a:ea typeface="宋体" panose="02010600030101010101" pitchFamily="2" charset="-122"/>
              </a:rPr>
              <a:t>∞的整个z平面内</a:t>
            </a:r>
            <a:r>
              <a:rPr lang="en-US" altLang="zh-CN" sz="2400" dirty="0">
                <a:latin typeface="Times New Roman" panose="02020603050405020304" pitchFamily="2" charset="0"/>
                <a:ea typeface="宋体" panose="02010600030101010101" pitchFamily="2" charset="-122"/>
              </a:rPr>
              <a:t>(</a:t>
            </a:r>
            <a:r>
              <a:rPr lang="zh-CN" altLang="en-US" sz="2400" dirty="0">
                <a:latin typeface="Times New Roman" panose="02020603050405020304" pitchFamily="2" charset="0"/>
                <a:ea typeface="宋体" panose="02010600030101010101" pitchFamily="2" charset="-122"/>
                <a:sym typeface="微软雅黑" panose="020B0503020204020204" pitchFamily="2" charset="-122"/>
              </a:rPr>
              <a:t>1</a:t>
            </a:r>
            <a:r>
              <a:rPr lang="en-US" altLang="zh-CN" sz="2400" dirty="0">
                <a:latin typeface="Arial" panose="020B0604020202020204" pitchFamily="34" charset="0"/>
                <a:ea typeface="宋体" panose="02010600030101010101" pitchFamily="2" charset="-122"/>
              </a:rPr>
              <a:t>≤</a:t>
            </a:r>
            <a:r>
              <a:rPr lang="zh-CN" altLang="en-US" sz="2400" dirty="0">
                <a:latin typeface="Times New Roman" panose="02020603050405020304" pitchFamily="2" charset="0"/>
                <a:ea typeface="宋体" panose="02010600030101010101" pitchFamily="2" charset="-122"/>
                <a:sym typeface="微软雅黑" panose="020B0503020204020204" pitchFamily="2" charset="-122"/>
              </a:rPr>
              <a:t>|z|</a:t>
            </a:r>
            <a:r>
              <a:rPr lang="en-US" altLang="zh-CN" sz="2400" dirty="0">
                <a:latin typeface="Arial" panose="020B0604020202020204" pitchFamily="34" charset="0"/>
                <a:ea typeface="宋体" panose="02010600030101010101" pitchFamily="2" charset="-122"/>
                <a:sym typeface="微软雅黑" panose="020B0503020204020204" pitchFamily="2" charset="-122"/>
              </a:rPr>
              <a:t>≤</a:t>
            </a:r>
            <a:r>
              <a:rPr lang="zh-CN" altLang="en-US" sz="2400" dirty="0">
                <a:latin typeface="Times New Roman" panose="02020603050405020304" pitchFamily="2" charset="0"/>
                <a:ea typeface="宋体" panose="02010600030101010101" pitchFamily="2" charset="-122"/>
                <a:sym typeface="微软雅黑" panose="020B0503020204020204" pitchFamily="2" charset="-122"/>
              </a:rPr>
              <a:t>∞</a:t>
            </a:r>
            <a:r>
              <a:rPr lang="en-US" altLang="zh-CN" sz="2400" dirty="0">
                <a:latin typeface="Times New Roman" panose="02020603050405020304" pitchFamily="2" charset="0"/>
                <a:ea typeface="宋体" panose="02010600030101010101" pitchFamily="2" charset="-122"/>
              </a:rPr>
              <a:t>) </a:t>
            </a:r>
            <a:r>
              <a:rPr lang="zh-CN" altLang="en-US" sz="2400" dirty="0">
                <a:latin typeface="Times New Roman" panose="02020603050405020304" pitchFamily="2" charset="0"/>
                <a:ea typeface="宋体" panose="02010600030101010101" pitchFamily="2" charset="-122"/>
              </a:rPr>
              <a:t>收敛</a:t>
            </a:r>
          </a:p>
          <a:p>
            <a:pPr>
              <a:lnSpc>
                <a:spcPct val="120000"/>
              </a:lnSpc>
            </a:pPr>
            <a:r>
              <a:rPr lang="zh-CN" altLang="en-US" sz="2400" dirty="0">
                <a:latin typeface="Times New Roman" panose="02020603050405020304" pitchFamily="2" charset="0"/>
                <a:ea typeface="宋体" panose="02010600030101010101" pitchFamily="2" charset="-122"/>
              </a:rPr>
              <a:t>即系统函数H(z)的</a:t>
            </a:r>
            <a:r>
              <a:rPr lang="zh-CN" altLang="en-US" sz="2400" dirty="0">
                <a:solidFill>
                  <a:srgbClr val="C00000"/>
                </a:solidFill>
                <a:latin typeface="Times New Roman" panose="02020603050405020304" pitchFamily="2" charset="0"/>
                <a:ea typeface="宋体" panose="02010600030101010101" pitchFamily="2" charset="-122"/>
              </a:rPr>
              <a:t>全部极点必须在单位圆内</a:t>
            </a:r>
          </a:p>
          <a:p>
            <a:endParaRPr lang="zh-CN" altLang="en-US" sz="2400" dirty="0">
              <a:solidFill>
                <a:srgbClr val="C00000"/>
              </a:solidFill>
              <a:latin typeface="Times New Roman" panose="02020603050405020304" pitchFamily="2" charset="0"/>
              <a:ea typeface="宋体" panose="02010600030101010101" pitchFamily="2" charset="-122"/>
            </a:endParaRPr>
          </a:p>
        </p:txBody>
      </p:sp>
      <p:graphicFrame>
        <p:nvGraphicFramePr>
          <p:cNvPr id="182279" name="对象 8">
            <a:hlinkClick r:id="" action="ppaction://ole?verb=0"/>
          </p:cNvPr>
          <p:cNvGraphicFramePr>
            <a:graphicFrameLocks noChangeAspect="1"/>
          </p:cNvGraphicFramePr>
          <p:nvPr/>
        </p:nvGraphicFramePr>
        <p:xfrm>
          <a:off x="2987675" y="5876925"/>
          <a:ext cx="2838450" cy="581025"/>
        </p:xfrm>
        <a:graphic>
          <a:graphicData uri="http://schemas.openxmlformats.org/presentationml/2006/ole">
            <mc:AlternateContent xmlns:mc="http://schemas.openxmlformats.org/markup-compatibility/2006">
              <mc:Choice xmlns:v="urn:schemas-microsoft-com:vml" Requires="v">
                <p:oleObj r:id="rId6" imgW="1244600" imgH="254000" progId="Equation.KSEE3">
                  <p:embed/>
                </p:oleObj>
              </mc:Choice>
              <mc:Fallback>
                <p:oleObj r:id="rId6" imgW="1244600" imgH="254000" progId="Equation.KSEE3">
                  <p:embed/>
                  <p:pic>
                    <p:nvPicPr>
                      <p:cNvPr id="0" name="图片 3768"/>
                      <p:cNvPicPr/>
                      <p:nvPr/>
                    </p:nvPicPr>
                    <p:blipFill>
                      <a:blip r:embed="rId7"/>
                      <a:stretch>
                        <a:fillRect/>
                      </a:stretch>
                    </p:blipFill>
                    <p:spPr>
                      <a:xfrm>
                        <a:off x="2987675" y="5876925"/>
                        <a:ext cx="2838450" cy="581025"/>
                      </a:xfrm>
                      <a:prstGeom prst="rect">
                        <a:avLst/>
                      </a:prstGeom>
                      <a:noFill/>
                      <a:ln w="38100">
                        <a:noFill/>
                        <a:miter/>
                      </a:ln>
                    </p:spPr>
                  </p:pic>
                </p:oleObj>
              </mc:Fallback>
            </mc:AlternateContent>
          </a:graphicData>
        </a:graphic>
      </p:graphicFrame>
    </p:spTree>
  </p:cSld>
  <p:clrMapOvr>
    <a:masterClrMapping/>
  </p:clrMapOvr>
  <p:transition/>
</p:sld>
</file>

<file path=ppt/slides/slide148.xml><?xml version="1.0" encoding="utf-8"?>
<p:sld xmlns:a="http://schemas.openxmlformats.org/drawingml/2006/main" xmlns:r="http://schemas.openxmlformats.org/officeDocument/2006/relationships" xmlns:p="http://schemas.openxmlformats.org/presentationml/2006/main">
  <p:cSld>
    <p:bg>
      <p:bgPr>
        <a:solidFill>
          <a:schemeClr val="accent6"/>
        </a:solidFill>
        <a:effectLst/>
      </p:bgPr>
    </p:bg>
    <p:spTree>
      <p:nvGrpSpPr>
        <p:cNvPr id="1" name=""/>
        <p:cNvGrpSpPr/>
        <p:nvPr/>
      </p:nvGrpSpPr>
      <p:grpSpPr>
        <a:xfrm>
          <a:off x="0" y="0"/>
          <a:ext cx="0" cy="0"/>
          <a:chOff x="0" y="0"/>
          <a:chExt cx="0" cy="0"/>
        </a:xfrm>
      </p:grpSpPr>
      <p:graphicFrame>
        <p:nvGraphicFramePr>
          <p:cNvPr id="183298" name="对象 89089"/>
          <p:cNvGraphicFramePr>
            <a:graphicFrameLocks noChangeAspect="1"/>
          </p:cNvGraphicFramePr>
          <p:nvPr/>
        </p:nvGraphicFramePr>
        <p:xfrm>
          <a:off x="152400" y="436563"/>
          <a:ext cx="8688388" cy="2182812"/>
        </p:xfrm>
        <a:graphic>
          <a:graphicData uri="http://schemas.openxmlformats.org/presentationml/2006/ole">
            <mc:AlternateContent xmlns:mc="http://schemas.openxmlformats.org/markup-compatibility/2006">
              <mc:Choice xmlns:v="urn:schemas-microsoft-com:vml" Requires="v">
                <p:oleObj r:id="rId2" imgW="8191500" imgH="2057400" progId="Equation.DSMT4">
                  <p:embed/>
                </p:oleObj>
              </mc:Choice>
              <mc:Fallback>
                <p:oleObj r:id="rId2" imgW="8191500" imgH="2057400" progId="Equation.DSMT4">
                  <p:embed/>
                  <p:pic>
                    <p:nvPicPr>
                      <p:cNvPr id="0" name="图片 3772"/>
                      <p:cNvPicPr/>
                      <p:nvPr/>
                    </p:nvPicPr>
                    <p:blipFill>
                      <a:blip r:embed="rId3"/>
                      <a:stretch>
                        <a:fillRect/>
                      </a:stretch>
                    </p:blipFill>
                    <p:spPr>
                      <a:xfrm>
                        <a:off x="152400" y="436563"/>
                        <a:ext cx="8688388" cy="2182812"/>
                      </a:xfrm>
                      <a:prstGeom prst="rect">
                        <a:avLst/>
                      </a:prstGeom>
                      <a:noFill/>
                      <a:ln w="38100">
                        <a:noFill/>
                        <a:miter/>
                      </a:ln>
                    </p:spPr>
                  </p:pic>
                </p:oleObj>
              </mc:Fallback>
            </mc:AlternateContent>
          </a:graphicData>
        </a:graphic>
      </p:graphicFrame>
      <p:grpSp>
        <p:nvGrpSpPr>
          <p:cNvPr id="183299" name="组合 89090"/>
          <p:cNvGrpSpPr/>
          <p:nvPr/>
        </p:nvGrpSpPr>
        <p:grpSpPr>
          <a:xfrm>
            <a:off x="5181600" y="2667000"/>
            <a:ext cx="3733800" cy="2667000"/>
            <a:chOff x="0" y="0"/>
            <a:chExt cx="2352" cy="1680"/>
          </a:xfrm>
        </p:grpSpPr>
        <p:sp>
          <p:nvSpPr>
            <p:cNvPr id="183300" name="直接连接符 89091"/>
            <p:cNvSpPr/>
            <p:nvPr/>
          </p:nvSpPr>
          <p:spPr>
            <a:xfrm>
              <a:off x="0" y="916"/>
              <a:ext cx="2352" cy="0"/>
            </a:xfrm>
            <a:prstGeom prst="line">
              <a:avLst/>
            </a:prstGeom>
            <a:ln w="25400" cap="sq" cmpd="sng">
              <a:solidFill>
                <a:schemeClr val="tx1"/>
              </a:solidFill>
              <a:prstDash val="solid"/>
              <a:round/>
              <a:headEnd type="none" w="med" len="med"/>
              <a:tailEnd type="triangle" w="med" len="lg"/>
            </a:ln>
          </p:spPr>
        </p:sp>
        <p:sp>
          <p:nvSpPr>
            <p:cNvPr id="183301" name="直接连接符 89092"/>
            <p:cNvSpPr/>
            <p:nvPr/>
          </p:nvSpPr>
          <p:spPr>
            <a:xfrm flipV="1">
              <a:off x="745" y="38"/>
              <a:ext cx="0" cy="1642"/>
            </a:xfrm>
            <a:prstGeom prst="line">
              <a:avLst/>
            </a:prstGeom>
            <a:ln w="25400" cap="sq" cmpd="sng">
              <a:solidFill>
                <a:schemeClr val="tx1"/>
              </a:solidFill>
              <a:prstDash val="solid"/>
              <a:round/>
              <a:headEnd type="none" w="med" len="med"/>
              <a:tailEnd type="triangle" w="med" len="lg"/>
            </a:ln>
          </p:spPr>
        </p:sp>
        <p:graphicFrame>
          <p:nvGraphicFramePr>
            <p:cNvPr id="183302" name="对象 89093"/>
            <p:cNvGraphicFramePr>
              <a:graphicFrameLocks noChangeAspect="1"/>
            </p:cNvGraphicFramePr>
            <p:nvPr/>
          </p:nvGraphicFramePr>
          <p:xfrm>
            <a:off x="1872" y="676"/>
            <a:ext cx="431" cy="191"/>
          </p:xfrm>
          <a:graphic>
            <a:graphicData uri="http://schemas.openxmlformats.org/presentationml/2006/ole">
              <mc:AlternateContent xmlns:mc="http://schemas.openxmlformats.org/markup-compatibility/2006">
                <mc:Choice xmlns:v="urn:schemas-microsoft-com:vml" Requires="v">
                  <p:oleObj r:id="rId4" imgW="838200" imgH="381000" progId="Equation.DSMT4">
                    <p:embed/>
                  </p:oleObj>
                </mc:Choice>
                <mc:Fallback>
                  <p:oleObj r:id="rId4" imgW="838200" imgH="381000" progId="Equation.DSMT4">
                    <p:embed/>
                    <p:pic>
                      <p:nvPicPr>
                        <p:cNvPr id="0" name="图片 3770"/>
                        <p:cNvPicPr/>
                        <p:nvPr/>
                      </p:nvPicPr>
                      <p:blipFill>
                        <a:blip r:embed="rId5"/>
                        <a:stretch>
                          <a:fillRect/>
                        </a:stretch>
                      </p:blipFill>
                      <p:spPr>
                        <a:xfrm>
                          <a:off x="1872" y="676"/>
                          <a:ext cx="431" cy="191"/>
                        </a:xfrm>
                        <a:prstGeom prst="rect">
                          <a:avLst/>
                        </a:prstGeom>
                        <a:noFill/>
                        <a:ln w="38100">
                          <a:noFill/>
                          <a:miter/>
                        </a:ln>
                      </p:spPr>
                    </p:pic>
                  </p:oleObj>
                </mc:Fallback>
              </mc:AlternateContent>
            </a:graphicData>
          </a:graphic>
        </p:graphicFrame>
        <p:graphicFrame>
          <p:nvGraphicFramePr>
            <p:cNvPr id="183303" name="对象 89094"/>
            <p:cNvGraphicFramePr>
              <a:graphicFrameLocks noChangeAspect="1"/>
            </p:cNvGraphicFramePr>
            <p:nvPr/>
          </p:nvGraphicFramePr>
          <p:xfrm>
            <a:off x="784" y="0"/>
            <a:ext cx="542" cy="191"/>
          </p:xfrm>
          <a:graphic>
            <a:graphicData uri="http://schemas.openxmlformats.org/presentationml/2006/ole">
              <mc:AlternateContent xmlns:mc="http://schemas.openxmlformats.org/markup-compatibility/2006">
                <mc:Choice xmlns:v="urn:schemas-microsoft-com:vml" Requires="v">
                  <p:oleObj r:id="rId6" imgW="1054100" imgH="381000" progId="Equation.DSMT4">
                    <p:embed/>
                  </p:oleObj>
                </mc:Choice>
                <mc:Fallback>
                  <p:oleObj r:id="rId6" imgW="1054100" imgH="381000" progId="Equation.DSMT4">
                    <p:embed/>
                    <p:pic>
                      <p:nvPicPr>
                        <p:cNvPr id="0" name="图片 3769"/>
                        <p:cNvPicPr/>
                        <p:nvPr/>
                      </p:nvPicPr>
                      <p:blipFill>
                        <a:blip r:embed="rId7"/>
                        <a:stretch>
                          <a:fillRect/>
                        </a:stretch>
                      </p:blipFill>
                      <p:spPr>
                        <a:xfrm>
                          <a:off x="784" y="0"/>
                          <a:ext cx="542" cy="191"/>
                        </a:xfrm>
                        <a:prstGeom prst="rect">
                          <a:avLst/>
                        </a:prstGeom>
                        <a:noFill/>
                        <a:ln w="38100">
                          <a:noFill/>
                          <a:miter/>
                        </a:ln>
                      </p:spPr>
                    </p:pic>
                  </p:oleObj>
                </mc:Fallback>
              </mc:AlternateContent>
            </a:graphicData>
          </a:graphic>
        </p:graphicFrame>
        <p:graphicFrame>
          <p:nvGraphicFramePr>
            <p:cNvPr id="183304" name="对象 89095"/>
            <p:cNvGraphicFramePr>
              <a:graphicFrameLocks noChangeAspect="1"/>
            </p:cNvGraphicFramePr>
            <p:nvPr/>
          </p:nvGraphicFramePr>
          <p:xfrm>
            <a:off x="627" y="955"/>
            <a:ext cx="105" cy="152"/>
          </p:xfrm>
          <a:graphic>
            <a:graphicData uri="http://schemas.openxmlformats.org/presentationml/2006/ole">
              <mc:AlternateContent xmlns:mc="http://schemas.openxmlformats.org/markup-compatibility/2006">
                <mc:Choice xmlns:v="urn:schemas-microsoft-com:vml" Requires="v">
                  <p:oleObj r:id="rId8" imgW="203200" imgH="304800" progId="Equation.DSMT4">
                    <p:embed/>
                  </p:oleObj>
                </mc:Choice>
                <mc:Fallback>
                  <p:oleObj r:id="rId8" imgW="203200" imgH="304800" progId="Equation.DSMT4">
                    <p:embed/>
                    <p:pic>
                      <p:nvPicPr>
                        <p:cNvPr id="0" name="图片 3771"/>
                        <p:cNvPicPr/>
                        <p:nvPr/>
                      </p:nvPicPr>
                      <p:blipFill>
                        <a:blip r:embed="rId9"/>
                        <a:stretch>
                          <a:fillRect/>
                        </a:stretch>
                      </p:blipFill>
                      <p:spPr>
                        <a:xfrm>
                          <a:off x="627" y="955"/>
                          <a:ext cx="105" cy="152"/>
                        </a:xfrm>
                        <a:prstGeom prst="rect">
                          <a:avLst/>
                        </a:prstGeom>
                        <a:noFill/>
                        <a:ln w="38100">
                          <a:noFill/>
                          <a:miter/>
                        </a:ln>
                      </p:spPr>
                    </p:pic>
                  </p:oleObj>
                </mc:Fallback>
              </mc:AlternateContent>
            </a:graphicData>
          </a:graphic>
        </p:graphicFrame>
        <p:sp>
          <p:nvSpPr>
            <p:cNvPr id="183305" name="椭圆 89096"/>
            <p:cNvSpPr/>
            <p:nvPr/>
          </p:nvSpPr>
          <p:spPr>
            <a:xfrm>
              <a:off x="144" y="340"/>
              <a:ext cx="1152" cy="1104"/>
            </a:xfrm>
            <a:prstGeom prst="ellipse">
              <a:avLst/>
            </a:prstGeom>
            <a:noFill/>
            <a:ln w="25400" cap="sq" cmpd="sng">
              <a:solidFill>
                <a:schemeClr val="tx1"/>
              </a:solidFill>
              <a:prstDash val="solid"/>
              <a:round/>
              <a:headEnd type="none" w="med" len="med"/>
              <a:tailEnd type="none" w="med" len="med"/>
            </a:ln>
          </p:spPr>
          <p:txBody>
            <a:bodyPr anchor="t" anchorCtr="0"/>
            <a:lstStyle/>
            <a:p>
              <a:endParaRPr lang="zh-CN" altLang="en-US">
                <a:latin typeface="Times New Roman" panose="02020603050405020304" pitchFamily="2" charset="0"/>
                <a:ea typeface="宋体" panose="02010600030101010101" pitchFamily="2" charset="-122"/>
              </a:endParaRPr>
            </a:p>
          </p:txBody>
        </p:sp>
        <p:grpSp>
          <p:nvGrpSpPr>
            <p:cNvPr id="183306" name="组合 89097"/>
            <p:cNvGrpSpPr/>
            <p:nvPr/>
          </p:nvGrpSpPr>
          <p:grpSpPr>
            <a:xfrm>
              <a:off x="960" y="860"/>
              <a:ext cx="75" cy="125"/>
              <a:chOff x="0" y="0"/>
              <a:chExt cx="92" cy="157"/>
            </a:xfrm>
          </p:grpSpPr>
          <p:sp>
            <p:nvSpPr>
              <p:cNvPr id="183307" name="直接连接符 89098"/>
              <p:cNvSpPr/>
              <p:nvPr/>
            </p:nvSpPr>
            <p:spPr>
              <a:xfrm flipH="1">
                <a:off x="0" y="5"/>
                <a:ext cx="90" cy="133"/>
              </a:xfrm>
              <a:prstGeom prst="line">
                <a:avLst/>
              </a:prstGeom>
              <a:ln w="25400" cap="sq" cmpd="sng">
                <a:solidFill>
                  <a:srgbClr val="FF9900"/>
                </a:solidFill>
                <a:prstDash val="solid"/>
                <a:round/>
                <a:headEnd type="none" w="med" len="med"/>
                <a:tailEnd type="none" w="med" len="med"/>
              </a:ln>
            </p:spPr>
          </p:sp>
          <p:sp>
            <p:nvSpPr>
              <p:cNvPr id="183308" name="直接连接符 89099"/>
              <p:cNvSpPr/>
              <p:nvPr/>
            </p:nvSpPr>
            <p:spPr>
              <a:xfrm>
                <a:off x="9" y="0"/>
                <a:ext cx="83" cy="157"/>
              </a:xfrm>
              <a:prstGeom prst="line">
                <a:avLst/>
              </a:prstGeom>
              <a:ln w="25400" cap="sq" cmpd="sng">
                <a:solidFill>
                  <a:srgbClr val="FF9900"/>
                </a:solidFill>
                <a:prstDash val="solid"/>
                <a:round/>
                <a:headEnd type="none" w="med" len="med"/>
                <a:tailEnd type="none" w="med" len="med"/>
              </a:ln>
            </p:spPr>
          </p:sp>
        </p:grpSp>
        <p:graphicFrame>
          <p:nvGraphicFramePr>
            <p:cNvPr id="183309" name="对象 89100"/>
            <p:cNvGraphicFramePr>
              <a:graphicFrameLocks noChangeAspect="1"/>
            </p:cNvGraphicFramePr>
            <p:nvPr/>
          </p:nvGraphicFramePr>
          <p:xfrm>
            <a:off x="1296" y="944"/>
            <a:ext cx="67" cy="125"/>
          </p:xfrm>
          <a:graphic>
            <a:graphicData uri="http://schemas.openxmlformats.org/presentationml/2006/ole">
              <mc:AlternateContent xmlns:mc="http://schemas.openxmlformats.org/markup-compatibility/2006">
                <mc:Choice xmlns:v="urn:schemas-microsoft-com:vml" Requires="v">
                  <p:oleObj r:id="rId10" imgW="152400" imgH="292100" progId="Equation.DSMT4">
                    <p:embed/>
                  </p:oleObj>
                </mc:Choice>
                <mc:Fallback>
                  <p:oleObj r:id="rId10" imgW="152400" imgH="292100" progId="Equation.DSMT4">
                    <p:embed/>
                    <p:pic>
                      <p:nvPicPr>
                        <p:cNvPr id="0" name="图片 3767"/>
                        <p:cNvPicPr/>
                        <p:nvPr/>
                      </p:nvPicPr>
                      <p:blipFill>
                        <a:blip r:embed="rId11"/>
                        <a:stretch>
                          <a:fillRect/>
                        </a:stretch>
                      </p:blipFill>
                      <p:spPr>
                        <a:xfrm>
                          <a:off x="1296" y="944"/>
                          <a:ext cx="67" cy="125"/>
                        </a:xfrm>
                        <a:prstGeom prst="rect">
                          <a:avLst/>
                        </a:prstGeom>
                        <a:noFill/>
                        <a:ln w="38100">
                          <a:noFill/>
                          <a:miter/>
                        </a:ln>
                      </p:spPr>
                    </p:pic>
                  </p:oleObj>
                </mc:Fallback>
              </mc:AlternateContent>
            </a:graphicData>
          </a:graphic>
        </p:graphicFrame>
        <p:grpSp>
          <p:nvGrpSpPr>
            <p:cNvPr id="183310" name="组合 89101"/>
            <p:cNvGrpSpPr/>
            <p:nvPr/>
          </p:nvGrpSpPr>
          <p:grpSpPr>
            <a:xfrm>
              <a:off x="816" y="743"/>
              <a:ext cx="75" cy="125"/>
              <a:chOff x="0" y="0"/>
              <a:chExt cx="92" cy="157"/>
            </a:xfrm>
          </p:grpSpPr>
          <p:sp>
            <p:nvSpPr>
              <p:cNvPr id="183311" name="直接连接符 89102"/>
              <p:cNvSpPr/>
              <p:nvPr/>
            </p:nvSpPr>
            <p:spPr>
              <a:xfrm flipH="1">
                <a:off x="0" y="5"/>
                <a:ext cx="90" cy="133"/>
              </a:xfrm>
              <a:prstGeom prst="line">
                <a:avLst/>
              </a:prstGeom>
              <a:ln w="25400" cap="sq" cmpd="sng">
                <a:solidFill>
                  <a:srgbClr val="FF9900"/>
                </a:solidFill>
                <a:prstDash val="solid"/>
                <a:round/>
                <a:headEnd type="none" w="med" len="med"/>
                <a:tailEnd type="none" w="med" len="med"/>
              </a:ln>
            </p:spPr>
          </p:sp>
          <p:sp>
            <p:nvSpPr>
              <p:cNvPr id="183312" name="直接连接符 89103"/>
              <p:cNvSpPr/>
              <p:nvPr/>
            </p:nvSpPr>
            <p:spPr>
              <a:xfrm>
                <a:off x="9" y="0"/>
                <a:ext cx="83" cy="157"/>
              </a:xfrm>
              <a:prstGeom prst="line">
                <a:avLst/>
              </a:prstGeom>
              <a:ln w="25400" cap="sq" cmpd="sng">
                <a:solidFill>
                  <a:srgbClr val="FF9900"/>
                </a:solidFill>
                <a:prstDash val="solid"/>
                <a:round/>
                <a:headEnd type="none" w="med" len="med"/>
                <a:tailEnd type="none" w="med" len="med"/>
              </a:ln>
            </p:spPr>
          </p:sp>
        </p:grpSp>
        <p:grpSp>
          <p:nvGrpSpPr>
            <p:cNvPr id="183313" name="组合 89104"/>
            <p:cNvGrpSpPr/>
            <p:nvPr/>
          </p:nvGrpSpPr>
          <p:grpSpPr>
            <a:xfrm>
              <a:off x="816" y="983"/>
              <a:ext cx="75" cy="125"/>
              <a:chOff x="0" y="0"/>
              <a:chExt cx="92" cy="157"/>
            </a:xfrm>
          </p:grpSpPr>
          <p:sp>
            <p:nvSpPr>
              <p:cNvPr id="183314" name="直接连接符 89105"/>
              <p:cNvSpPr/>
              <p:nvPr/>
            </p:nvSpPr>
            <p:spPr>
              <a:xfrm flipH="1">
                <a:off x="0" y="5"/>
                <a:ext cx="90" cy="133"/>
              </a:xfrm>
              <a:prstGeom prst="line">
                <a:avLst/>
              </a:prstGeom>
              <a:ln w="25400" cap="sq" cmpd="sng">
                <a:solidFill>
                  <a:srgbClr val="FF9900"/>
                </a:solidFill>
                <a:prstDash val="solid"/>
                <a:round/>
                <a:headEnd type="none" w="med" len="med"/>
                <a:tailEnd type="none" w="med" len="med"/>
              </a:ln>
            </p:spPr>
          </p:sp>
          <p:sp>
            <p:nvSpPr>
              <p:cNvPr id="183315" name="直接连接符 89106"/>
              <p:cNvSpPr/>
              <p:nvPr/>
            </p:nvSpPr>
            <p:spPr>
              <a:xfrm>
                <a:off x="9" y="0"/>
                <a:ext cx="83" cy="157"/>
              </a:xfrm>
              <a:prstGeom prst="line">
                <a:avLst/>
              </a:prstGeom>
              <a:ln w="25400" cap="sq" cmpd="sng">
                <a:solidFill>
                  <a:srgbClr val="FF9900"/>
                </a:solidFill>
                <a:prstDash val="solid"/>
                <a:round/>
                <a:headEnd type="none" w="med" len="med"/>
                <a:tailEnd type="none" w="med" len="med"/>
              </a:ln>
            </p:spPr>
          </p:sp>
        </p:grpSp>
        <p:grpSp>
          <p:nvGrpSpPr>
            <p:cNvPr id="183316" name="组合 89107"/>
            <p:cNvGrpSpPr/>
            <p:nvPr/>
          </p:nvGrpSpPr>
          <p:grpSpPr>
            <a:xfrm>
              <a:off x="1509" y="868"/>
              <a:ext cx="75" cy="125"/>
              <a:chOff x="0" y="0"/>
              <a:chExt cx="92" cy="157"/>
            </a:xfrm>
          </p:grpSpPr>
          <p:sp>
            <p:nvSpPr>
              <p:cNvPr id="183317" name="直接连接符 89108"/>
              <p:cNvSpPr/>
              <p:nvPr/>
            </p:nvSpPr>
            <p:spPr>
              <a:xfrm flipH="1">
                <a:off x="0" y="5"/>
                <a:ext cx="90" cy="133"/>
              </a:xfrm>
              <a:prstGeom prst="line">
                <a:avLst/>
              </a:prstGeom>
              <a:ln w="25400" cap="sq" cmpd="sng">
                <a:solidFill>
                  <a:srgbClr val="FF9900"/>
                </a:solidFill>
                <a:prstDash val="solid"/>
                <a:round/>
                <a:headEnd type="none" w="med" len="med"/>
                <a:tailEnd type="none" w="med" len="med"/>
              </a:ln>
            </p:spPr>
          </p:sp>
          <p:sp>
            <p:nvSpPr>
              <p:cNvPr id="183318" name="直接连接符 89109"/>
              <p:cNvSpPr/>
              <p:nvPr/>
            </p:nvSpPr>
            <p:spPr>
              <a:xfrm>
                <a:off x="9" y="0"/>
                <a:ext cx="83" cy="157"/>
              </a:xfrm>
              <a:prstGeom prst="line">
                <a:avLst/>
              </a:prstGeom>
              <a:ln w="25400" cap="sq" cmpd="sng">
                <a:solidFill>
                  <a:srgbClr val="FF9900"/>
                </a:solidFill>
                <a:prstDash val="solid"/>
                <a:round/>
                <a:headEnd type="none" w="med" len="med"/>
                <a:tailEnd type="none" w="med" len="med"/>
              </a:ln>
            </p:spPr>
          </p:sp>
        </p:grpSp>
        <p:grpSp>
          <p:nvGrpSpPr>
            <p:cNvPr id="183319" name="组合 89110"/>
            <p:cNvGrpSpPr/>
            <p:nvPr/>
          </p:nvGrpSpPr>
          <p:grpSpPr>
            <a:xfrm>
              <a:off x="1680" y="407"/>
              <a:ext cx="75" cy="125"/>
              <a:chOff x="0" y="0"/>
              <a:chExt cx="92" cy="157"/>
            </a:xfrm>
          </p:grpSpPr>
          <p:sp>
            <p:nvSpPr>
              <p:cNvPr id="183320" name="直接连接符 89111"/>
              <p:cNvSpPr/>
              <p:nvPr/>
            </p:nvSpPr>
            <p:spPr>
              <a:xfrm flipH="1">
                <a:off x="0" y="5"/>
                <a:ext cx="90" cy="133"/>
              </a:xfrm>
              <a:prstGeom prst="line">
                <a:avLst/>
              </a:prstGeom>
              <a:ln w="25400" cap="sq" cmpd="sng">
                <a:solidFill>
                  <a:srgbClr val="FF9900"/>
                </a:solidFill>
                <a:prstDash val="solid"/>
                <a:round/>
                <a:headEnd type="none" w="med" len="med"/>
                <a:tailEnd type="none" w="med" len="med"/>
              </a:ln>
            </p:spPr>
          </p:sp>
          <p:sp>
            <p:nvSpPr>
              <p:cNvPr id="183321" name="直接连接符 89112"/>
              <p:cNvSpPr/>
              <p:nvPr/>
            </p:nvSpPr>
            <p:spPr>
              <a:xfrm>
                <a:off x="9" y="0"/>
                <a:ext cx="83" cy="157"/>
              </a:xfrm>
              <a:prstGeom prst="line">
                <a:avLst/>
              </a:prstGeom>
              <a:ln w="25400" cap="sq" cmpd="sng">
                <a:solidFill>
                  <a:srgbClr val="FF9900"/>
                </a:solidFill>
                <a:prstDash val="solid"/>
                <a:round/>
                <a:headEnd type="none" w="med" len="med"/>
                <a:tailEnd type="none" w="med" len="med"/>
              </a:ln>
            </p:spPr>
          </p:sp>
        </p:grpSp>
        <p:grpSp>
          <p:nvGrpSpPr>
            <p:cNvPr id="183322" name="组合 89113"/>
            <p:cNvGrpSpPr/>
            <p:nvPr/>
          </p:nvGrpSpPr>
          <p:grpSpPr>
            <a:xfrm>
              <a:off x="1701" y="1252"/>
              <a:ext cx="75" cy="125"/>
              <a:chOff x="0" y="0"/>
              <a:chExt cx="92" cy="157"/>
            </a:xfrm>
          </p:grpSpPr>
          <p:sp>
            <p:nvSpPr>
              <p:cNvPr id="183323" name="直接连接符 89114"/>
              <p:cNvSpPr/>
              <p:nvPr/>
            </p:nvSpPr>
            <p:spPr>
              <a:xfrm flipH="1">
                <a:off x="0" y="5"/>
                <a:ext cx="90" cy="133"/>
              </a:xfrm>
              <a:prstGeom prst="line">
                <a:avLst/>
              </a:prstGeom>
              <a:ln w="25400" cap="sq" cmpd="sng">
                <a:solidFill>
                  <a:srgbClr val="FF9900"/>
                </a:solidFill>
                <a:prstDash val="solid"/>
                <a:round/>
                <a:headEnd type="none" w="med" len="med"/>
                <a:tailEnd type="none" w="med" len="med"/>
              </a:ln>
            </p:spPr>
          </p:sp>
          <p:sp>
            <p:nvSpPr>
              <p:cNvPr id="183324" name="直接连接符 89115"/>
              <p:cNvSpPr/>
              <p:nvPr/>
            </p:nvSpPr>
            <p:spPr>
              <a:xfrm>
                <a:off x="9" y="0"/>
                <a:ext cx="83" cy="157"/>
              </a:xfrm>
              <a:prstGeom prst="line">
                <a:avLst/>
              </a:prstGeom>
              <a:ln w="25400" cap="sq" cmpd="sng">
                <a:solidFill>
                  <a:srgbClr val="FF9900"/>
                </a:solidFill>
                <a:prstDash val="solid"/>
                <a:round/>
                <a:headEnd type="none" w="med" len="med"/>
                <a:tailEnd type="none" w="med" len="med"/>
              </a:ln>
            </p:spPr>
          </p:sp>
        </p:grpSp>
        <p:graphicFrame>
          <p:nvGraphicFramePr>
            <p:cNvPr id="183325" name="对象 89116"/>
            <p:cNvGraphicFramePr>
              <a:graphicFrameLocks noChangeAspect="1"/>
            </p:cNvGraphicFramePr>
            <p:nvPr/>
          </p:nvGraphicFramePr>
          <p:xfrm>
            <a:off x="768" y="469"/>
            <a:ext cx="384" cy="258"/>
          </p:xfrm>
          <a:graphic>
            <a:graphicData uri="http://schemas.openxmlformats.org/presentationml/2006/ole">
              <mc:AlternateContent xmlns:mc="http://schemas.openxmlformats.org/markup-compatibility/2006">
                <mc:Choice xmlns:v="urn:schemas-microsoft-com:vml" Requires="v">
                  <p:oleObj r:id="rId12" imgW="927100" imgH="622300" progId="Equation.DSMT4">
                    <p:embed/>
                  </p:oleObj>
                </mc:Choice>
                <mc:Fallback>
                  <p:oleObj r:id="rId12" imgW="927100" imgH="622300" progId="Equation.DSMT4">
                    <p:embed/>
                    <p:pic>
                      <p:nvPicPr>
                        <p:cNvPr id="0" name="图片 3789"/>
                        <p:cNvPicPr/>
                        <p:nvPr/>
                      </p:nvPicPr>
                      <p:blipFill>
                        <a:blip r:embed="rId13"/>
                        <a:stretch>
                          <a:fillRect/>
                        </a:stretch>
                      </p:blipFill>
                      <p:spPr>
                        <a:xfrm>
                          <a:off x="768" y="469"/>
                          <a:ext cx="384" cy="258"/>
                        </a:xfrm>
                        <a:prstGeom prst="rect">
                          <a:avLst/>
                        </a:prstGeom>
                        <a:noFill/>
                        <a:ln w="38100">
                          <a:noFill/>
                          <a:miter/>
                        </a:ln>
                      </p:spPr>
                    </p:pic>
                  </p:oleObj>
                </mc:Fallback>
              </mc:AlternateContent>
            </a:graphicData>
          </a:graphic>
        </p:graphicFrame>
        <p:graphicFrame>
          <p:nvGraphicFramePr>
            <p:cNvPr id="183326" name="对象 89117"/>
            <p:cNvGraphicFramePr>
              <a:graphicFrameLocks noChangeAspect="1"/>
            </p:cNvGraphicFramePr>
            <p:nvPr/>
          </p:nvGraphicFramePr>
          <p:xfrm>
            <a:off x="768" y="1012"/>
            <a:ext cx="432" cy="252"/>
          </p:xfrm>
          <a:graphic>
            <a:graphicData uri="http://schemas.openxmlformats.org/presentationml/2006/ole">
              <mc:AlternateContent xmlns:mc="http://schemas.openxmlformats.org/markup-compatibility/2006">
                <mc:Choice xmlns:v="urn:schemas-microsoft-com:vml" Requires="v">
                  <p:oleObj r:id="rId14" imgW="1066800" imgH="622300" progId="Equation.DSMT4">
                    <p:embed/>
                  </p:oleObj>
                </mc:Choice>
                <mc:Fallback>
                  <p:oleObj r:id="rId14" imgW="1066800" imgH="622300" progId="Equation.DSMT4">
                    <p:embed/>
                    <p:pic>
                      <p:nvPicPr>
                        <p:cNvPr id="0" name="图片 3777"/>
                        <p:cNvPicPr/>
                        <p:nvPr/>
                      </p:nvPicPr>
                      <p:blipFill>
                        <a:blip r:embed="rId15"/>
                        <a:stretch>
                          <a:fillRect/>
                        </a:stretch>
                      </p:blipFill>
                      <p:spPr>
                        <a:xfrm>
                          <a:off x="768" y="1012"/>
                          <a:ext cx="432" cy="252"/>
                        </a:xfrm>
                        <a:prstGeom prst="rect">
                          <a:avLst/>
                        </a:prstGeom>
                        <a:noFill/>
                        <a:ln w="38100">
                          <a:noFill/>
                          <a:miter/>
                        </a:ln>
                      </p:spPr>
                    </p:pic>
                  </p:oleObj>
                </mc:Fallback>
              </mc:AlternateContent>
            </a:graphicData>
          </a:graphic>
        </p:graphicFrame>
        <p:graphicFrame>
          <p:nvGraphicFramePr>
            <p:cNvPr id="183327" name="对象 89118"/>
            <p:cNvGraphicFramePr>
              <a:graphicFrameLocks noChangeAspect="1"/>
            </p:cNvGraphicFramePr>
            <p:nvPr/>
          </p:nvGraphicFramePr>
          <p:xfrm>
            <a:off x="1008" y="772"/>
            <a:ext cx="192" cy="124"/>
          </p:xfrm>
          <a:graphic>
            <a:graphicData uri="http://schemas.openxmlformats.org/presentationml/2006/ole">
              <mc:AlternateContent xmlns:mc="http://schemas.openxmlformats.org/markup-compatibility/2006">
                <mc:Choice xmlns:v="urn:schemas-microsoft-com:vml" Requires="v">
                  <p:oleObj r:id="rId16" imgW="469900" imgH="304800" progId="Equation.DSMT4">
                    <p:embed/>
                  </p:oleObj>
                </mc:Choice>
                <mc:Fallback>
                  <p:oleObj r:id="rId16" imgW="469900" imgH="304800" progId="Equation.DSMT4">
                    <p:embed/>
                    <p:pic>
                      <p:nvPicPr>
                        <p:cNvPr id="0" name="图片 3779"/>
                        <p:cNvPicPr/>
                        <p:nvPr/>
                      </p:nvPicPr>
                      <p:blipFill>
                        <a:blip r:embed="rId17"/>
                        <a:stretch>
                          <a:fillRect/>
                        </a:stretch>
                      </p:blipFill>
                      <p:spPr>
                        <a:xfrm>
                          <a:off x="1008" y="772"/>
                          <a:ext cx="192" cy="124"/>
                        </a:xfrm>
                        <a:prstGeom prst="rect">
                          <a:avLst/>
                        </a:prstGeom>
                        <a:noFill/>
                        <a:ln w="38100">
                          <a:noFill/>
                          <a:miter/>
                        </a:ln>
                      </p:spPr>
                    </p:pic>
                  </p:oleObj>
                </mc:Fallback>
              </mc:AlternateContent>
            </a:graphicData>
          </a:graphic>
        </p:graphicFrame>
        <p:graphicFrame>
          <p:nvGraphicFramePr>
            <p:cNvPr id="183328" name="对象 89119"/>
            <p:cNvGraphicFramePr>
              <a:graphicFrameLocks noChangeAspect="1"/>
            </p:cNvGraphicFramePr>
            <p:nvPr/>
          </p:nvGraphicFramePr>
          <p:xfrm>
            <a:off x="1536" y="718"/>
            <a:ext cx="192" cy="136"/>
          </p:xfrm>
          <a:graphic>
            <a:graphicData uri="http://schemas.openxmlformats.org/presentationml/2006/ole">
              <mc:AlternateContent xmlns:mc="http://schemas.openxmlformats.org/markup-compatibility/2006">
                <mc:Choice xmlns:v="urn:schemas-microsoft-com:vml" Requires="v">
                  <p:oleObj r:id="rId18" imgW="431800" imgH="304800" progId="Equation.DSMT4">
                    <p:embed/>
                  </p:oleObj>
                </mc:Choice>
                <mc:Fallback>
                  <p:oleObj r:id="rId18" imgW="431800" imgH="304800" progId="Equation.DSMT4">
                    <p:embed/>
                    <p:pic>
                      <p:nvPicPr>
                        <p:cNvPr id="0" name="图片 3790"/>
                        <p:cNvPicPr/>
                        <p:nvPr/>
                      </p:nvPicPr>
                      <p:blipFill>
                        <a:blip r:embed="rId19"/>
                        <a:stretch>
                          <a:fillRect/>
                        </a:stretch>
                      </p:blipFill>
                      <p:spPr>
                        <a:xfrm>
                          <a:off x="1536" y="718"/>
                          <a:ext cx="192" cy="136"/>
                        </a:xfrm>
                        <a:prstGeom prst="rect">
                          <a:avLst/>
                        </a:prstGeom>
                        <a:noFill/>
                        <a:ln w="38100">
                          <a:noFill/>
                          <a:miter/>
                        </a:ln>
                      </p:spPr>
                    </p:pic>
                  </p:oleObj>
                </mc:Fallback>
              </mc:AlternateContent>
            </a:graphicData>
          </a:graphic>
        </p:graphicFrame>
        <p:graphicFrame>
          <p:nvGraphicFramePr>
            <p:cNvPr id="183329" name="对象 89120"/>
            <p:cNvGraphicFramePr>
              <a:graphicFrameLocks noChangeAspect="1"/>
            </p:cNvGraphicFramePr>
            <p:nvPr/>
          </p:nvGraphicFramePr>
          <p:xfrm>
            <a:off x="1708" y="100"/>
            <a:ext cx="308" cy="292"/>
          </p:xfrm>
          <a:graphic>
            <a:graphicData uri="http://schemas.openxmlformats.org/presentationml/2006/ole">
              <mc:AlternateContent xmlns:mc="http://schemas.openxmlformats.org/markup-compatibility/2006">
                <mc:Choice xmlns:v="urn:schemas-microsoft-com:vml" Requires="v">
                  <p:oleObj r:id="rId20" imgW="673100" imgH="635000" progId="Equation.DSMT4">
                    <p:embed/>
                  </p:oleObj>
                </mc:Choice>
                <mc:Fallback>
                  <p:oleObj r:id="rId20" imgW="673100" imgH="635000" progId="Equation.DSMT4">
                    <p:embed/>
                    <p:pic>
                      <p:nvPicPr>
                        <p:cNvPr id="0" name="图片 3774"/>
                        <p:cNvPicPr/>
                        <p:nvPr/>
                      </p:nvPicPr>
                      <p:blipFill>
                        <a:blip r:embed="rId21"/>
                        <a:stretch>
                          <a:fillRect/>
                        </a:stretch>
                      </p:blipFill>
                      <p:spPr>
                        <a:xfrm>
                          <a:off x="1708" y="100"/>
                          <a:ext cx="308" cy="292"/>
                        </a:xfrm>
                        <a:prstGeom prst="rect">
                          <a:avLst/>
                        </a:prstGeom>
                        <a:noFill/>
                        <a:ln w="38100">
                          <a:noFill/>
                          <a:miter/>
                        </a:ln>
                      </p:spPr>
                    </p:pic>
                  </p:oleObj>
                </mc:Fallback>
              </mc:AlternateContent>
            </a:graphicData>
          </a:graphic>
        </p:graphicFrame>
        <p:graphicFrame>
          <p:nvGraphicFramePr>
            <p:cNvPr id="183330" name="对象 89121"/>
            <p:cNvGraphicFramePr>
              <a:graphicFrameLocks noChangeAspect="1"/>
            </p:cNvGraphicFramePr>
            <p:nvPr/>
          </p:nvGraphicFramePr>
          <p:xfrm>
            <a:off x="1697" y="1248"/>
            <a:ext cx="367" cy="292"/>
          </p:xfrm>
          <a:graphic>
            <a:graphicData uri="http://schemas.openxmlformats.org/presentationml/2006/ole">
              <mc:AlternateContent xmlns:mc="http://schemas.openxmlformats.org/markup-compatibility/2006">
                <mc:Choice xmlns:v="urn:schemas-microsoft-com:vml" Requires="v">
                  <p:oleObj r:id="rId22" imgW="799465" imgH="635000" progId="Equation.DSMT4">
                    <p:embed/>
                  </p:oleObj>
                </mc:Choice>
                <mc:Fallback>
                  <p:oleObj r:id="rId22" imgW="799465" imgH="635000" progId="Equation.DSMT4">
                    <p:embed/>
                    <p:pic>
                      <p:nvPicPr>
                        <p:cNvPr id="0" name="图片 3780"/>
                        <p:cNvPicPr/>
                        <p:nvPr/>
                      </p:nvPicPr>
                      <p:blipFill>
                        <a:blip r:embed="rId23"/>
                        <a:stretch>
                          <a:fillRect/>
                        </a:stretch>
                      </p:blipFill>
                      <p:spPr>
                        <a:xfrm>
                          <a:off x="1697" y="1248"/>
                          <a:ext cx="367" cy="292"/>
                        </a:xfrm>
                        <a:prstGeom prst="rect">
                          <a:avLst/>
                        </a:prstGeom>
                        <a:noFill/>
                        <a:ln w="38100">
                          <a:noFill/>
                          <a:miter/>
                        </a:ln>
                      </p:spPr>
                    </p:pic>
                  </p:oleObj>
                </mc:Fallback>
              </mc:AlternateContent>
            </a:graphicData>
          </a:graphic>
        </p:graphicFrame>
      </p:grpSp>
      <p:graphicFrame>
        <p:nvGraphicFramePr>
          <p:cNvPr id="183331" name="对象 89122"/>
          <p:cNvGraphicFramePr>
            <a:graphicFrameLocks noChangeAspect="1"/>
          </p:cNvGraphicFramePr>
          <p:nvPr/>
        </p:nvGraphicFramePr>
        <p:xfrm>
          <a:off x="990600" y="4927600"/>
          <a:ext cx="3733800" cy="987425"/>
        </p:xfrm>
        <a:graphic>
          <a:graphicData uri="http://schemas.openxmlformats.org/presentationml/2006/ole">
            <mc:AlternateContent xmlns:mc="http://schemas.openxmlformats.org/markup-compatibility/2006">
              <mc:Choice xmlns:v="urn:schemas-microsoft-com:vml" Requires="v">
                <p:oleObj r:id="rId24" imgW="3556000" imgH="939800" progId="Equation.DSMT4">
                  <p:embed/>
                </p:oleObj>
              </mc:Choice>
              <mc:Fallback>
                <p:oleObj r:id="rId24" imgW="3556000" imgH="939800" progId="Equation.DSMT4">
                  <p:embed/>
                  <p:pic>
                    <p:nvPicPr>
                      <p:cNvPr id="0" name="图片 3783"/>
                      <p:cNvPicPr/>
                      <p:nvPr/>
                    </p:nvPicPr>
                    <p:blipFill>
                      <a:blip r:embed="rId25"/>
                      <a:stretch>
                        <a:fillRect/>
                      </a:stretch>
                    </p:blipFill>
                    <p:spPr>
                      <a:xfrm>
                        <a:off x="990600" y="4927600"/>
                        <a:ext cx="3733800" cy="987425"/>
                      </a:xfrm>
                      <a:prstGeom prst="rect">
                        <a:avLst/>
                      </a:prstGeom>
                      <a:noFill/>
                      <a:ln w="38100">
                        <a:noFill/>
                        <a:miter/>
                      </a:ln>
                    </p:spPr>
                  </p:pic>
                </p:oleObj>
              </mc:Fallback>
            </mc:AlternateContent>
          </a:graphicData>
        </a:graphic>
      </p:graphicFrame>
      <p:graphicFrame>
        <p:nvGraphicFramePr>
          <p:cNvPr id="183332" name="对象 89123"/>
          <p:cNvGraphicFramePr>
            <a:graphicFrameLocks noChangeAspect="1"/>
          </p:cNvGraphicFramePr>
          <p:nvPr/>
        </p:nvGraphicFramePr>
        <p:xfrm>
          <a:off x="1752600" y="5689600"/>
          <a:ext cx="4089400" cy="511175"/>
        </p:xfrm>
        <a:graphic>
          <a:graphicData uri="http://schemas.openxmlformats.org/presentationml/2006/ole">
            <mc:AlternateContent xmlns:mc="http://schemas.openxmlformats.org/markup-compatibility/2006">
              <mc:Choice xmlns:v="urn:schemas-microsoft-com:vml" Requires="v">
                <p:oleObj r:id="rId26" imgW="3860800" imgH="482600" progId="Equation.DSMT4">
                  <p:embed/>
                </p:oleObj>
              </mc:Choice>
              <mc:Fallback>
                <p:oleObj r:id="rId26" imgW="3860800" imgH="482600" progId="Equation.DSMT4">
                  <p:embed/>
                  <p:pic>
                    <p:nvPicPr>
                      <p:cNvPr id="0" name="图片 3785"/>
                      <p:cNvPicPr/>
                      <p:nvPr/>
                    </p:nvPicPr>
                    <p:blipFill>
                      <a:blip r:embed="rId27"/>
                      <a:stretch>
                        <a:fillRect/>
                      </a:stretch>
                    </p:blipFill>
                    <p:spPr>
                      <a:xfrm>
                        <a:off x="1752600" y="5689600"/>
                        <a:ext cx="4089400" cy="511175"/>
                      </a:xfrm>
                      <a:prstGeom prst="rect">
                        <a:avLst/>
                      </a:prstGeom>
                      <a:noFill/>
                      <a:ln w="38100">
                        <a:noFill/>
                        <a:miter/>
                      </a:ln>
                    </p:spPr>
                  </p:pic>
                </p:oleObj>
              </mc:Fallback>
            </mc:AlternateContent>
          </a:graphicData>
        </a:graphic>
      </p:graphicFrame>
    </p:spTree>
  </p:cSld>
  <p:clrMapOvr>
    <a:masterClrMapping/>
  </p:clrMapOvr>
  <p:transition/>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21" name="Rectangle 3"/>
          <p:cNvSpPr/>
          <p:nvPr/>
        </p:nvSpPr>
        <p:spPr>
          <a:xfrm>
            <a:off x="963613" y="330200"/>
            <a:ext cx="7464425" cy="6172200"/>
          </a:xfrm>
          <a:prstGeom prst="rect">
            <a:avLst/>
          </a:prstGeom>
          <a:noFill/>
          <a:ln w="9525">
            <a:noFill/>
          </a:ln>
        </p:spPr>
        <p:txBody>
          <a:bodyPr wrap="square" lIns="90000" tIns="46800" rIns="90000" bIns="46800" anchor="t" anchorCtr="0">
            <a:spAutoFit/>
          </a:bodyPr>
          <a:lstStyle/>
          <a:p>
            <a:pPr>
              <a:lnSpc>
                <a:spcPct val="140000"/>
              </a:lnSpc>
              <a:buClr>
                <a:schemeClr val="hlink"/>
              </a:buClr>
              <a:buSzPct val="120000"/>
            </a:pPr>
            <a:r>
              <a:rPr lang="en-US" altLang="zh-CN" sz="3200" b="1" dirty="0">
                <a:solidFill>
                  <a:schemeClr val="tx2"/>
                </a:solidFill>
                <a:latin typeface="Times New Roman" panose="02020603050405020304" pitchFamily="2" charset="0"/>
                <a:ea typeface="宋体" panose="02010600030101010101" pitchFamily="2" charset="-122"/>
              </a:rPr>
              <a:t>2.4.3 </a:t>
            </a:r>
            <a:r>
              <a:rPr lang="en-US" altLang="zh-CN" sz="3200" b="1" dirty="0" err="1">
                <a:solidFill>
                  <a:schemeClr val="tx2"/>
                </a:solidFill>
                <a:latin typeface="Times New Roman" panose="02020603050405020304" pitchFamily="2" charset="0"/>
                <a:ea typeface="宋体" panose="02010600030101010101" pitchFamily="2" charset="-122"/>
              </a:rPr>
              <a:t>系统频率响应</a:t>
            </a:r>
            <a:r>
              <a:rPr lang="en-US" altLang="zh-CN" sz="3200" b="1" dirty="0">
                <a:solidFill>
                  <a:schemeClr val="tx2"/>
                </a:solidFill>
                <a:latin typeface="Times New Roman" panose="02020603050405020304" pitchFamily="2" charset="0"/>
                <a:ea typeface="宋体" panose="02010600030101010101" pitchFamily="2" charset="-122"/>
              </a:rPr>
              <a:t>          </a:t>
            </a:r>
            <a:r>
              <a:rPr lang="zh-CN" altLang="en-US" sz="3200" b="1" dirty="0">
                <a:solidFill>
                  <a:schemeClr val="tx2"/>
                </a:solidFill>
                <a:latin typeface="Times New Roman" panose="02020603050405020304" pitchFamily="2" charset="0"/>
                <a:ea typeface="宋体" panose="02010600030101010101" pitchFamily="2" charset="-122"/>
              </a:rPr>
              <a:t>及其</a:t>
            </a:r>
            <a:r>
              <a:rPr lang="en-US" altLang="zh-CN" sz="3200" b="1" dirty="0" err="1">
                <a:solidFill>
                  <a:schemeClr val="tx2"/>
                </a:solidFill>
                <a:latin typeface="Times New Roman" panose="02020603050405020304" pitchFamily="2" charset="0"/>
                <a:ea typeface="宋体" panose="02010600030101010101" pitchFamily="2" charset="-122"/>
              </a:rPr>
              <a:t>特点</a:t>
            </a:r>
            <a:endParaRPr lang="zh-CN" altLang="en-US" sz="2800" dirty="0">
              <a:latin typeface="Times New Roman" panose="02020603050405020304" pitchFamily="2" charset="0"/>
              <a:ea typeface="宋体" panose="02010600030101010101" pitchFamily="2" charset="-122"/>
            </a:endParaRPr>
          </a:p>
          <a:p>
            <a:pPr>
              <a:lnSpc>
                <a:spcPct val="120000"/>
              </a:lnSpc>
              <a:buClr>
                <a:schemeClr val="hlink"/>
              </a:buClr>
              <a:buSzPct val="120000"/>
            </a:pPr>
            <a:r>
              <a:rPr lang="en-US" altLang="zh-CN" sz="2400" dirty="0">
                <a:latin typeface="Times New Roman" panose="02020603050405020304" pitchFamily="2" charset="0"/>
                <a:ea typeface="宋体" panose="02010600030101010101" pitchFamily="2" charset="-122"/>
              </a:rPr>
              <a:t>       </a:t>
            </a:r>
            <a:r>
              <a:rPr lang="zh-CN" altLang="en-US" sz="2400" dirty="0">
                <a:latin typeface="Times New Roman" panose="02020603050405020304" pitchFamily="2" charset="0"/>
                <a:ea typeface="宋体" panose="02010600030101010101" pitchFamily="2" charset="-122"/>
              </a:rPr>
              <a:t>为了研究离散线性系统对</a:t>
            </a:r>
            <a:r>
              <a:rPr lang="zh-CN" altLang="en-US" sz="2400" dirty="0">
                <a:solidFill>
                  <a:srgbClr val="C00000"/>
                </a:solidFill>
                <a:latin typeface="Times New Roman" panose="02020603050405020304" pitchFamily="2" charset="0"/>
                <a:ea typeface="宋体" panose="02010600030101010101" pitchFamily="2" charset="-122"/>
              </a:rPr>
              <a:t>输入频谱</a:t>
            </a:r>
            <a:r>
              <a:rPr lang="zh-CN" altLang="en-US" sz="2400" dirty="0">
                <a:latin typeface="Times New Roman" panose="02020603050405020304" pitchFamily="2" charset="0"/>
                <a:ea typeface="宋体" panose="02010600030101010101" pitchFamily="2" charset="-122"/>
              </a:rPr>
              <a:t>的处理作用，有必要研究线性系统对</a:t>
            </a:r>
            <a:r>
              <a:rPr lang="zh-CN" altLang="en-US" sz="2400" dirty="0">
                <a:solidFill>
                  <a:srgbClr val="C00000"/>
                </a:solidFill>
                <a:latin typeface="Times New Roman" panose="02020603050405020304" pitchFamily="2" charset="0"/>
                <a:ea typeface="宋体" panose="02010600030101010101" pitchFamily="2" charset="-122"/>
              </a:rPr>
              <a:t>复指数或正弦</a:t>
            </a:r>
            <a:r>
              <a:rPr lang="zh-CN" altLang="en-US" sz="2400" dirty="0">
                <a:latin typeface="Times New Roman" panose="02020603050405020304" pitchFamily="2" charset="0"/>
                <a:ea typeface="宋体" panose="02010600030101010101" pitchFamily="2" charset="-122"/>
              </a:rPr>
              <a:t>的稳态响应，这就是系统的频域表示法。</a:t>
            </a:r>
          </a:p>
          <a:p>
            <a:pPr>
              <a:lnSpc>
                <a:spcPct val="120000"/>
              </a:lnSpc>
              <a:buClr>
                <a:schemeClr val="hlink"/>
              </a:buClr>
              <a:buSzPct val="120000"/>
            </a:pPr>
            <a:endParaRPr lang="zh-CN" altLang="en-US" sz="2400" dirty="0">
              <a:latin typeface="Times New Roman" panose="02020603050405020304" pitchFamily="2" charset="0"/>
              <a:ea typeface="宋体" panose="02010600030101010101" pitchFamily="2" charset="-122"/>
            </a:endParaRPr>
          </a:p>
          <a:p>
            <a:pPr>
              <a:lnSpc>
                <a:spcPct val="140000"/>
              </a:lnSpc>
              <a:buClr>
                <a:schemeClr val="hlink"/>
              </a:buClr>
              <a:buSzPct val="120000"/>
            </a:pPr>
            <a:r>
              <a:rPr lang="zh-CN" altLang="en-US" sz="2400" dirty="0">
                <a:latin typeface="Times New Roman" panose="02020603050405020304" pitchFamily="2" charset="0"/>
                <a:ea typeface="宋体" panose="02010600030101010101" pitchFamily="2" charset="-122"/>
              </a:rPr>
              <a:t>设输入序列是频率为</a:t>
            </a:r>
            <a:r>
              <a:rPr lang="zh-CN" altLang="en-US" sz="2400" i="1" dirty="0">
                <a:latin typeface="Times New Roman" panose="02020603050405020304" pitchFamily="2" charset="0"/>
                <a:ea typeface="微软雅黑" panose="020B0503020204020204" pitchFamily="2" charset="-122"/>
              </a:rPr>
              <a:t>ω</a:t>
            </a:r>
            <a:r>
              <a:rPr lang="zh-CN" altLang="en-US" sz="2400" dirty="0">
                <a:latin typeface="Times New Roman" panose="02020603050405020304" pitchFamily="2" charset="0"/>
                <a:ea typeface="宋体" panose="02010600030101010101" pitchFamily="2" charset="-122"/>
              </a:rPr>
              <a:t>的复指数序列，即</a:t>
            </a:r>
          </a:p>
          <a:p>
            <a:pPr>
              <a:lnSpc>
                <a:spcPct val="140000"/>
              </a:lnSpc>
              <a:buClr>
                <a:schemeClr val="hlink"/>
              </a:buClr>
              <a:buSzPct val="120000"/>
            </a:pPr>
            <a:endParaRPr lang="zh-CN" altLang="en-US" sz="2400" dirty="0">
              <a:latin typeface="Times New Roman" panose="02020603050405020304" pitchFamily="2" charset="0"/>
              <a:ea typeface="宋体" panose="02010600030101010101" pitchFamily="2" charset="-122"/>
            </a:endParaRPr>
          </a:p>
          <a:p>
            <a:pPr>
              <a:lnSpc>
                <a:spcPct val="140000"/>
              </a:lnSpc>
              <a:buClr>
                <a:schemeClr val="hlink"/>
              </a:buClr>
              <a:buSzPct val="120000"/>
            </a:pPr>
            <a:r>
              <a:rPr lang="en-US" altLang="zh-CN" sz="2400" dirty="0">
                <a:latin typeface="Times New Roman" panose="02020603050405020304" pitchFamily="2" charset="0"/>
                <a:ea typeface="宋体" panose="02010600030101010101" pitchFamily="2" charset="-122"/>
              </a:rPr>
              <a:t>LSI</a:t>
            </a:r>
            <a:r>
              <a:rPr lang="zh-CN" altLang="en-US" sz="2400" dirty="0">
                <a:latin typeface="Times New Roman" panose="02020603050405020304" pitchFamily="2" charset="0"/>
                <a:ea typeface="宋体" panose="02010600030101010101" pitchFamily="2" charset="-122"/>
              </a:rPr>
              <a:t>的单位抽样响应为</a:t>
            </a:r>
            <a:r>
              <a:rPr lang="en-US" altLang="zh-CN" sz="2400" dirty="0">
                <a:latin typeface="Times New Roman" panose="02020603050405020304" pitchFamily="2" charset="0"/>
                <a:ea typeface="宋体" panose="02010600030101010101" pitchFamily="2" charset="-122"/>
              </a:rPr>
              <a:t>h(n),</a:t>
            </a:r>
            <a:r>
              <a:rPr lang="zh-CN" altLang="en-US" sz="2400" dirty="0">
                <a:latin typeface="Times New Roman" panose="02020603050405020304" pitchFamily="2" charset="0"/>
                <a:ea typeface="宋体" panose="02010600030101010101" pitchFamily="2" charset="-122"/>
              </a:rPr>
              <a:t>得到输出为：</a:t>
            </a:r>
          </a:p>
          <a:p>
            <a:pPr>
              <a:lnSpc>
                <a:spcPct val="140000"/>
              </a:lnSpc>
              <a:buClr>
                <a:schemeClr val="hlink"/>
              </a:buClr>
              <a:buSzPct val="120000"/>
            </a:pPr>
            <a:endParaRPr lang="zh-CN" altLang="en-US" sz="2400" dirty="0">
              <a:latin typeface="Times New Roman" panose="02020603050405020304" pitchFamily="2" charset="0"/>
              <a:ea typeface="宋体" panose="02010600030101010101" pitchFamily="2" charset="-122"/>
            </a:endParaRPr>
          </a:p>
          <a:p>
            <a:pPr>
              <a:lnSpc>
                <a:spcPct val="140000"/>
              </a:lnSpc>
              <a:buClr>
                <a:schemeClr val="hlink"/>
              </a:buClr>
              <a:buSzPct val="120000"/>
            </a:pPr>
            <a:endParaRPr lang="zh-CN" altLang="en-US" sz="2400" dirty="0">
              <a:latin typeface="Times New Roman" panose="02020603050405020304" pitchFamily="2" charset="0"/>
              <a:ea typeface="宋体" panose="02010600030101010101" pitchFamily="2" charset="-122"/>
            </a:endParaRPr>
          </a:p>
          <a:p>
            <a:pPr>
              <a:lnSpc>
                <a:spcPct val="140000"/>
              </a:lnSpc>
              <a:buClr>
                <a:schemeClr val="hlink"/>
              </a:buClr>
              <a:buSzPct val="120000"/>
            </a:pPr>
            <a:endParaRPr lang="zh-CN" altLang="en-US" sz="2400" dirty="0">
              <a:latin typeface="Times New Roman" panose="02020603050405020304" pitchFamily="2" charset="0"/>
              <a:ea typeface="宋体" panose="02010600030101010101" pitchFamily="2" charset="-122"/>
            </a:endParaRPr>
          </a:p>
          <a:p>
            <a:pPr>
              <a:lnSpc>
                <a:spcPct val="140000"/>
              </a:lnSpc>
              <a:buClr>
                <a:schemeClr val="hlink"/>
              </a:buClr>
              <a:buSzPct val="120000"/>
            </a:pPr>
            <a:endParaRPr lang="zh-CN" altLang="en-US" sz="2400" dirty="0">
              <a:latin typeface="Times New Roman" panose="02020603050405020304" pitchFamily="2" charset="0"/>
              <a:ea typeface="宋体" panose="02010600030101010101" pitchFamily="2" charset="-122"/>
              <a:sym typeface="微软雅黑" panose="020B0503020204020204" pitchFamily="2" charset="-122"/>
            </a:endParaRPr>
          </a:p>
        </p:txBody>
      </p:sp>
      <p:graphicFrame>
        <p:nvGraphicFramePr>
          <p:cNvPr id="184322" name="对象 3"/>
          <p:cNvGraphicFramePr/>
          <p:nvPr/>
        </p:nvGraphicFramePr>
        <p:xfrm>
          <a:off x="4406900" y="498475"/>
          <a:ext cx="1077913" cy="558800"/>
        </p:xfrm>
        <a:graphic>
          <a:graphicData uri="http://schemas.openxmlformats.org/presentationml/2006/ole">
            <mc:AlternateContent xmlns:mc="http://schemas.openxmlformats.org/markup-compatibility/2006">
              <mc:Choice xmlns:v="urn:schemas-microsoft-com:vml" Requires="v">
                <p:oleObj r:id="rId3" imgW="957580" imgH="515620" progId="Equation.KSEE3">
                  <p:embed/>
                </p:oleObj>
              </mc:Choice>
              <mc:Fallback>
                <p:oleObj r:id="rId3" imgW="957580" imgH="515620" progId="Equation.KSEE3">
                  <p:embed/>
                  <p:pic>
                    <p:nvPicPr>
                      <p:cNvPr id="0" name="图片 3778"/>
                      <p:cNvPicPr/>
                      <p:nvPr/>
                    </p:nvPicPr>
                    <p:blipFill>
                      <a:blip r:embed="rId4"/>
                      <a:stretch>
                        <a:fillRect/>
                      </a:stretch>
                    </p:blipFill>
                    <p:spPr>
                      <a:xfrm>
                        <a:off x="4406900" y="498475"/>
                        <a:ext cx="1077913" cy="558800"/>
                      </a:xfrm>
                      <a:prstGeom prst="rect">
                        <a:avLst/>
                      </a:prstGeom>
                      <a:noFill/>
                      <a:ln w="38100">
                        <a:noFill/>
                        <a:miter/>
                      </a:ln>
                    </p:spPr>
                  </p:pic>
                </p:oleObj>
              </mc:Fallback>
            </mc:AlternateContent>
          </a:graphicData>
        </a:graphic>
      </p:graphicFrame>
      <p:graphicFrame>
        <p:nvGraphicFramePr>
          <p:cNvPr id="184323" name="对象 9"/>
          <p:cNvGraphicFramePr/>
          <p:nvPr/>
        </p:nvGraphicFramePr>
        <p:xfrm>
          <a:off x="2628900" y="3355975"/>
          <a:ext cx="3411538" cy="496888"/>
        </p:xfrm>
        <a:graphic>
          <a:graphicData uri="http://schemas.openxmlformats.org/presentationml/2006/ole">
            <mc:AlternateContent xmlns:mc="http://schemas.openxmlformats.org/markup-compatibility/2006">
              <mc:Choice xmlns:v="urn:schemas-microsoft-com:vml" Requires="v">
                <p:oleObj r:id="rId5" imgW="1459865" imgH="228600" progId="Equation.KSEE3">
                  <p:embed/>
                </p:oleObj>
              </mc:Choice>
              <mc:Fallback>
                <p:oleObj r:id="rId5" imgW="1459865" imgH="228600" progId="Equation.KSEE3">
                  <p:embed/>
                  <p:pic>
                    <p:nvPicPr>
                      <p:cNvPr id="0" name="图片 3775"/>
                      <p:cNvPicPr/>
                      <p:nvPr/>
                    </p:nvPicPr>
                    <p:blipFill>
                      <a:blip r:embed="rId6"/>
                      <a:stretch>
                        <a:fillRect/>
                      </a:stretch>
                    </p:blipFill>
                    <p:spPr>
                      <a:xfrm>
                        <a:off x="2628900" y="3355975"/>
                        <a:ext cx="3411538" cy="496888"/>
                      </a:xfrm>
                      <a:prstGeom prst="rect">
                        <a:avLst/>
                      </a:prstGeom>
                      <a:noFill/>
                      <a:ln w="38100">
                        <a:noFill/>
                        <a:miter/>
                      </a:ln>
                    </p:spPr>
                  </p:pic>
                </p:oleObj>
              </mc:Fallback>
            </mc:AlternateContent>
          </a:graphicData>
        </a:graphic>
      </p:graphicFrame>
      <p:graphicFrame>
        <p:nvGraphicFramePr>
          <p:cNvPr id="184324" name="对象 9"/>
          <p:cNvGraphicFramePr/>
          <p:nvPr/>
        </p:nvGraphicFramePr>
        <p:xfrm>
          <a:off x="1692275" y="4292600"/>
          <a:ext cx="5613400" cy="1778000"/>
        </p:xfrm>
        <a:graphic>
          <a:graphicData uri="http://schemas.openxmlformats.org/presentationml/2006/ole">
            <mc:AlternateContent xmlns:mc="http://schemas.openxmlformats.org/markup-compatibility/2006">
              <mc:Choice xmlns:v="urn:schemas-microsoft-com:vml" Requires="v">
                <p:oleObj r:id="rId7" imgW="2667000" imgH="889000" progId="Equation.KSEE3">
                  <p:embed/>
                </p:oleObj>
              </mc:Choice>
              <mc:Fallback>
                <p:oleObj r:id="rId7" imgW="2667000" imgH="889000" progId="Equation.KSEE3">
                  <p:embed/>
                  <p:pic>
                    <p:nvPicPr>
                      <p:cNvPr id="0" name="图片 3784"/>
                      <p:cNvPicPr/>
                      <p:nvPr/>
                    </p:nvPicPr>
                    <p:blipFill>
                      <a:blip r:embed="rId8"/>
                      <a:stretch>
                        <a:fillRect/>
                      </a:stretch>
                    </p:blipFill>
                    <p:spPr>
                      <a:xfrm>
                        <a:off x="1692275" y="4292600"/>
                        <a:ext cx="5613400" cy="1778000"/>
                      </a:xfrm>
                      <a:prstGeom prst="rect">
                        <a:avLst/>
                      </a:prstGeom>
                      <a:noFill/>
                      <a:ln w="38100">
                        <a:noFill/>
                        <a:miter/>
                      </a:ln>
                    </p:spPr>
                  </p:pic>
                </p:oleObj>
              </mc:Fallback>
            </mc:AlternateContent>
          </a:graphicData>
        </a:graphic>
      </p:graphicFrame>
      <p:sp>
        <p:nvSpPr>
          <p:cNvPr id="184325" name="文本框 1"/>
          <p:cNvSpPr txBox="1"/>
          <p:nvPr/>
        </p:nvSpPr>
        <p:spPr>
          <a:xfrm>
            <a:off x="4276725" y="6015038"/>
            <a:ext cx="2074863" cy="398462"/>
          </a:xfrm>
          <a:prstGeom prst="rect">
            <a:avLst/>
          </a:prstGeom>
          <a:noFill/>
          <a:ln w="9525">
            <a:noFill/>
          </a:ln>
        </p:spPr>
        <p:txBody>
          <a:bodyPr wrap="square" anchor="t" anchorCtr="0">
            <a:spAutoFit/>
          </a:bodyPr>
          <a:lstStyle/>
          <a:p>
            <a:r>
              <a:rPr lang="zh-CN" altLang="zh-CN" sz="2000">
                <a:latin typeface="Times New Roman" panose="02020603050405020304" pitchFamily="2" charset="0"/>
                <a:ea typeface="宋体" panose="02010600030101010101" pitchFamily="2" charset="-122"/>
              </a:rPr>
              <a:t>系统的特征函数</a:t>
            </a:r>
          </a:p>
        </p:txBody>
      </p:sp>
      <p:sp>
        <p:nvSpPr>
          <p:cNvPr id="184326" name="文本框 2"/>
          <p:cNvSpPr txBox="1"/>
          <p:nvPr/>
        </p:nvSpPr>
        <p:spPr>
          <a:xfrm>
            <a:off x="6135688" y="6015038"/>
            <a:ext cx="1196975" cy="398462"/>
          </a:xfrm>
          <a:prstGeom prst="rect">
            <a:avLst/>
          </a:prstGeom>
          <a:noFill/>
          <a:ln w="9525">
            <a:noFill/>
          </a:ln>
        </p:spPr>
        <p:txBody>
          <a:bodyPr wrap="square" anchor="t" anchorCtr="0">
            <a:spAutoFit/>
          </a:bodyPr>
          <a:lstStyle/>
          <a:p>
            <a:r>
              <a:rPr lang="zh-CN" altLang="zh-CN" sz="2000">
                <a:latin typeface="Times New Roman" panose="02020603050405020304" pitchFamily="2" charset="0"/>
                <a:ea typeface="宋体" panose="02010600030101010101" pitchFamily="2" charset="-122"/>
              </a:rPr>
              <a:t>特征值</a:t>
            </a:r>
            <a:endParaRPr lang="zh-CN" altLang="zh-CN">
              <a:latin typeface="Times New Roman" panose="02020603050405020304" pitchFamily="2" charset="0"/>
              <a:ea typeface="宋体" panose="02010600030101010101" pitchFamily="2" charset="-122"/>
            </a:endParaRPr>
          </a:p>
        </p:txBody>
      </p:sp>
      <p:cxnSp>
        <p:nvCxnSpPr>
          <p:cNvPr id="10" name="直接箭头连接符 9"/>
          <p:cNvCxnSpPr/>
          <p:nvPr/>
        </p:nvCxnSpPr>
        <p:spPr>
          <a:xfrm>
            <a:off x="5253038" y="5791200"/>
            <a:ext cx="100013" cy="230188"/>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1" name="直接箭头连接符 10"/>
          <p:cNvCxnSpPr/>
          <p:nvPr/>
        </p:nvCxnSpPr>
        <p:spPr>
          <a:xfrm>
            <a:off x="6280150" y="5799138"/>
            <a:ext cx="153988" cy="220663"/>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84329" name="内容占位符 95234"/>
          <p:cNvSpPr>
            <a:spLocks noGrp="1"/>
          </p:cNvSpPr>
          <p:nvPr/>
        </p:nvSpPr>
        <p:spPr>
          <a:xfrm>
            <a:off x="971550" y="2347913"/>
            <a:ext cx="7772400" cy="685800"/>
          </a:xfrm>
          <a:prstGeom prst="rect">
            <a:avLst/>
          </a:prstGeom>
          <a:noFill/>
          <a:ln w="9525">
            <a:noFill/>
          </a:ln>
        </p:spPr>
        <p:txBody>
          <a:bodyPr anchor="t" anchorCtr="0"/>
          <a:lstStyle/>
          <a:p>
            <a:pPr marL="342900" indent="-342900">
              <a:spcBef>
                <a:spcPct val="20000"/>
              </a:spcBef>
            </a:pPr>
            <a:r>
              <a:rPr lang="en-US" altLang="zh-CN" sz="2800" dirty="0">
                <a:latin typeface="Times New Roman" panose="02020603050405020304" pitchFamily="2" charset="0"/>
                <a:ea typeface="宋体" panose="02010600030101010101" pitchFamily="2" charset="-122"/>
              </a:rPr>
              <a:t>1</a:t>
            </a:r>
            <a:r>
              <a:rPr lang="zh-CN" altLang="en-US" sz="2800" dirty="0">
                <a:latin typeface="Times New Roman" panose="02020603050405020304" pitchFamily="2" charset="0"/>
                <a:ea typeface="宋体" panose="02010600030101010101" pitchFamily="2" charset="-122"/>
              </a:rPr>
              <a:t>）</a:t>
            </a:r>
            <a:r>
              <a:rPr lang="en-US" altLang="zh-CN" sz="2800" dirty="0">
                <a:latin typeface="Times New Roman" panose="02020603050405020304" pitchFamily="2" charset="0"/>
                <a:ea typeface="宋体" panose="02010600030101010101" pitchFamily="2" charset="-122"/>
              </a:rPr>
              <a:t>LSI</a:t>
            </a:r>
            <a:r>
              <a:rPr lang="zh-CN" altLang="en-US" sz="2800" dirty="0">
                <a:latin typeface="Times New Roman" panose="02020603050405020304" pitchFamily="2" charset="0"/>
                <a:ea typeface="宋体" panose="02010600030101010101" pitchFamily="2" charset="-122"/>
              </a:rPr>
              <a:t>系统对</a:t>
            </a:r>
            <a:r>
              <a:rPr lang="zh-CN" altLang="en-US" sz="2800" b="1" u="sng" dirty="0">
                <a:latin typeface="Times New Roman" panose="02020603050405020304" pitchFamily="2" charset="0"/>
                <a:ea typeface="宋体" panose="02010600030101010101" pitchFamily="2" charset="-122"/>
              </a:rPr>
              <a:t>复指数序列</a:t>
            </a:r>
            <a:r>
              <a:rPr lang="zh-CN" altLang="en-US" sz="2800" dirty="0">
                <a:latin typeface="Times New Roman" panose="02020603050405020304" pitchFamily="2" charset="0"/>
                <a:ea typeface="宋体" panose="02010600030101010101" pitchFamily="2" charset="-122"/>
              </a:rPr>
              <a:t>的稳态响应：</a:t>
            </a:r>
          </a:p>
        </p:txBody>
      </p:sp>
    </p:spTree>
  </p:cSld>
  <p:clrMapOvr>
    <a:masterClrMapping/>
  </p:clrMapOvr>
  <p:transition/>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6369" name="Rectangle 3"/>
          <p:cNvSpPr/>
          <p:nvPr/>
        </p:nvSpPr>
        <p:spPr>
          <a:xfrm>
            <a:off x="828675" y="609600"/>
            <a:ext cx="7464425" cy="3095625"/>
          </a:xfrm>
          <a:prstGeom prst="rect">
            <a:avLst/>
          </a:prstGeom>
          <a:noFill/>
          <a:ln w="9525">
            <a:noFill/>
          </a:ln>
        </p:spPr>
        <p:txBody>
          <a:bodyPr wrap="square" lIns="90000" tIns="46800" rIns="90000" bIns="46800" anchor="t" anchorCtr="0"/>
          <a:lstStyle/>
          <a:p>
            <a:pPr>
              <a:lnSpc>
                <a:spcPct val="140000"/>
              </a:lnSpc>
              <a:buClr>
                <a:schemeClr val="hlink"/>
              </a:buClr>
              <a:buSzPct val="120000"/>
            </a:pPr>
            <a:r>
              <a:rPr lang="zh-CN" altLang="en-US" sz="2400" dirty="0">
                <a:latin typeface="Times New Roman" panose="02020603050405020304" pitchFamily="2" charset="0"/>
                <a:ea typeface="宋体" panose="02010600030101010101" pitchFamily="2" charset="-122"/>
                <a:sym typeface="微软雅黑" panose="020B0503020204020204" pitchFamily="2" charset="-122"/>
              </a:rPr>
              <a:t>当输入为复指数</a:t>
            </a:r>
            <a:r>
              <a:rPr lang="en-US" altLang="zh-CN" sz="2400" dirty="0">
                <a:latin typeface="Times New Roman" panose="02020603050405020304" pitchFamily="2" charset="0"/>
                <a:ea typeface="宋体" panose="02010600030101010101" pitchFamily="2" charset="-122"/>
                <a:sym typeface="微软雅黑" panose="020B0503020204020204" pitchFamily="2" charset="-122"/>
              </a:rPr>
              <a:t>         </a:t>
            </a:r>
            <a:r>
              <a:rPr lang="zh-CN" altLang="en-US" sz="2400" dirty="0">
                <a:latin typeface="Times New Roman" panose="02020603050405020304" pitchFamily="2" charset="0"/>
                <a:ea typeface="宋体" panose="02010600030101010101" pitchFamily="2" charset="-122"/>
                <a:sym typeface="微软雅黑" panose="020B0503020204020204" pitchFamily="2" charset="-122"/>
              </a:rPr>
              <a:t>时，输出</a:t>
            </a:r>
            <a:r>
              <a:rPr lang="en-US" altLang="zh-CN" sz="2400" dirty="0">
                <a:latin typeface="Times New Roman" panose="02020603050405020304" pitchFamily="2" charset="0"/>
                <a:ea typeface="宋体" panose="02010600030101010101" pitchFamily="2" charset="-122"/>
                <a:sym typeface="微软雅黑" panose="020B0503020204020204" pitchFamily="2" charset="-122"/>
              </a:rPr>
              <a:t>y(n)</a:t>
            </a:r>
            <a:r>
              <a:rPr lang="zh-CN" altLang="en-US" sz="2400" dirty="0">
                <a:latin typeface="Times New Roman" panose="02020603050405020304" pitchFamily="2" charset="0"/>
                <a:ea typeface="宋体" panose="02010600030101010101" pitchFamily="2" charset="-122"/>
                <a:sym typeface="微软雅黑" panose="020B0503020204020204" pitchFamily="2" charset="-122"/>
              </a:rPr>
              <a:t>也含有</a:t>
            </a:r>
            <a:r>
              <a:rPr lang="en-US" altLang="zh-CN" sz="2400" dirty="0">
                <a:latin typeface="Times New Roman" panose="02020603050405020304" pitchFamily="2" charset="0"/>
                <a:ea typeface="宋体" panose="02010600030101010101" pitchFamily="2" charset="-122"/>
                <a:sym typeface="微软雅黑" panose="020B0503020204020204" pitchFamily="2" charset="-122"/>
              </a:rPr>
              <a:t>         </a:t>
            </a:r>
            <a:r>
              <a:rPr lang="zh-CN" altLang="en-US" sz="2400" dirty="0">
                <a:latin typeface="Times New Roman" panose="02020603050405020304" pitchFamily="2" charset="0"/>
                <a:ea typeface="宋体" panose="02010600030101010101" pitchFamily="2" charset="-122"/>
                <a:sym typeface="微软雅黑" panose="020B0503020204020204" pitchFamily="2" charset="-122"/>
              </a:rPr>
              <a:t>，只是它被一个</a:t>
            </a:r>
            <a:r>
              <a:rPr lang="zh-CN" altLang="en-US" sz="2400" dirty="0">
                <a:solidFill>
                  <a:srgbClr val="C00000"/>
                </a:solidFill>
                <a:latin typeface="Times New Roman" panose="02020603050405020304" pitchFamily="2" charset="0"/>
                <a:ea typeface="宋体" panose="02010600030101010101" pitchFamily="2" charset="-122"/>
                <a:sym typeface="微软雅黑" panose="020B0503020204020204" pitchFamily="2" charset="-122"/>
              </a:rPr>
              <a:t>复值函数</a:t>
            </a:r>
            <a:r>
              <a:rPr lang="en-US" altLang="zh-CN" sz="2400" dirty="0">
                <a:latin typeface="Times New Roman" panose="02020603050405020304" pitchFamily="2" charset="0"/>
                <a:ea typeface="宋体" panose="02010600030101010101" pitchFamily="2" charset="-122"/>
                <a:sym typeface="微软雅黑" panose="020B0503020204020204" pitchFamily="2" charset="-122"/>
              </a:rPr>
              <a:t>         </a:t>
            </a:r>
            <a:r>
              <a:rPr lang="zh-CN" altLang="en-US" sz="2400" dirty="0">
                <a:latin typeface="Times New Roman" panose="02020603050405020304" pitchFamily="2" charset="0"/>
                <a:ea typeface="宋体" panose="02010600030101010101" pitchFamily="2" charset="-122"/>
                <a:sym typeface="微软雅黑" panose="020B0503020204020204" pitchFamily="2" charset="-122"/>
              </a:rPr>
              <a:t>加权。</a:t>
            </a:r>
            <a:r>
              <a:rPr lang="en-US" altLang="zh-CN" sz="2400" dirty="0">
                <a:latin typeface="Times New Roman" panose="02020603050405020304" pitchFamily="2" charset="0"/>
                <a:ea typeface="宋体" panose="02010600030101010101" pitchFamily="2" charset="-122"/>
                <a:sym typeface="微软雅黑" panose="020B0503020204020204" pitchFamily="2" charset="-122"/>
              </a:rPr>
              <a:t>         </a:t>
            </a:r>
            <a:r>
              <a:rPr lang="zh-CN" altLang="en-US" sz="2400" dirty="0">
                <a:latin typeface="Times New Roman" panose="02020603050405020304" pitchFamily="2" charset="0"/>
                <a:ea typeface="宋体" panose="02010600030101010101" pitchFamily="2" charset="-122"/>
              </a:rPr>
              <a:t>描述复指数序列通过</a:t>
            </a:r>
            <a:r>
              <a:rPr lang="en-US" altLang="zh-CN" sz="2400" dirty="0">
                <a:latin typeface="Times New Roman" panose="02020603050405020304" pitchFamily="2" charset="0"/>
                <a:ea typeface="宋体" panose="02010600030101010101" pitchFamily="2" charset="-122"/>
              </a:rPr>
              <a:t>LSI</a:t>
            </a:r>
            <a:r>
              <a:rPr lang="zh-CN" altLang="en-US" sz="2400" dirty="0">
                <a:latin typeface="Times New Roman" panose="02020603050405020304" pitchFamily="2" charset="0"/>
                <a:ea typeface="宋体" panose="02010600030101010101" pitchFamily="2" charset="-122"/>
              </a:rPr>
              <a:t>后</a:t>
            </a:r>
            <a:r>
              <a:rPr lang="zh-CN" altLang="en-US" sz="2400" dirty="0">
                <a:solidFill>
                  <a:srgbClr val="C00000"/>
                </a:solidFill>
                <a:latin typeface="Times New Roman" panose="02020603050405020304" pitchFamily="2" charset="0"/>
                <a:ea typeface="宋体" panose="02010600030101010101" pitchFamily="2" charset="-122"/>
              </a:rPr>
              <a:t>复振幅</a:t>
            </a:r>
            <a:r>
              <a:rPr lang="zh-CN" altLang="en-US" sz="2400" dirty="0">
                <a:latin typeface="Times New Roman" panose="02020603050405020304" pitchFamily="2" charset="0"/>
                <a:ea typeface="宋体" panose="02010600030101010101" pitchFamily="2" charset="-122"/>
              </a:rPr>
              <a:t>的变化。</a:t>
            </a:r>
            <a:r>
              <a:rPr lang="zh-CN" altLang="en-US" sz="2400" dirty="0">
                <a:latin typeface="Times New Roman" panose="02020603050405020304" pitchFamily="2" charset="0"/>
                <a:ea typeface="宋体" panose="02010600030101010101" pitchFamily="2" charset="-122"/>
                <a:sym typeface="微软雅黑" panose="020B0503020204020204" pitchFamily="2" charset="-122"/>
              </a:rPr>
              <a:t>具有这种特性的输入信号称为</a:t>
            </a:r>
            <a:r>
              <a:rPr lang="zh-CN" altLang="en-US" sz="2400" dirty="0">
                <a:solidFill>
                  <a:srgbClr val="C00000"/>
                </a:solidFill>
                <a:latin typeface="Times New Roman" panose="02020603050405020304" pitchFamily="2" charset="0"/>
                <a:ea typeface="宋体" panose="02010600030101010101" pitchFamily="2" charset="-122"/>
                <a:sym typeface="微软雅黑" panose="020B0503020204020204" pitchFamily="2" charset="-122"/>
              </a:rPr>
              <a:t>系统的特征函数</a:t>
            </a:r>
            <a:r>
              <a:rPr lang="zh-CN" altLang="en-US" sz="2400" dirty="0">
                <a:latin typeface="Times New Roman" panose="02020603050405020304" pitchFamily="2" charset="0"/>
                <a:ea typeface="宋体" panose="02010600030101010101" pitchFamily="2" charset="-122"/>
                <a:sym typeface="微软雅黑" panose="020B0503020204020204" pitchFamily="2" charset="-122"/>
              </a:rPr>
              <a:t>。因而</a:t>
            </a:r>
            <a:r>
              <a:rPr lang="en-US" altLang="zh-CN" sz="2400" dirty="0">
                <a:latin typeface="Times New Roman" panose="02020603050405020304" pitchFamily="2" charset="0"/>
                <a:ea typeface="宋体" panose="02010600030101010101" pitchFamily="2" charset="-122"/>
                <a:sym typeface="微软雅黑" panose="020B0503020204020204" pitchFamily="2" charset="-122"/>
              </a:rPr>
              <a:t>         </a:t>
            </a:r>
            <a:r>
              <a:rPr lang="zh-CN" altLang="en-US" sz="2400" dirty="0">
                <a:latin typeface="Times New Roman" panose="02020603050405020304" pitchFamily="2" charset="0"/>
                <a:ea typeface="宋体" panose="02010600030101010101" pitchFamily="2" charset="-122"/>
                <a:sym typeface="微软雅黑" panose="020B0503020204020204" pitchFamily="2" charset="-122"/>
              </a:rPr>
              <a:t>为</a:t>
            </a:r>
            <a:r>
              <a:rPr lang="en-US" altLang="zh-CN" sz="2400" dirty="0">
                <a:latin typeface="Times New Roman" panose="02020603050405020304" pitchFamily="2" charset="0"/>
                <a:ea typeface="宋体" panose="02010600030101010101" pitchFamily="2" charset="-122"/>
                <a:sym typeface="微软雅黑" panose="020B0503020204020204" pitchFamily="2" charset="-122"/>
              </a:rPr>
              <a:t>LSI</a:t>
            </a:r>
            <a:r>
              <a:rPr lang="zh-CN" altLang="en-US" sz="2400" dirty="0">
                <a:latin typeface="Times New Roman" panose="02020603050405020304" pitchFamily="2" charset="0"/>
                <a:ea typeface="宋体" panose="02010600030101010101" pitchFamily="2" charset="-122"/>
                <a:sym typeface="微软雅黑" panose="020B0503020204020204" pitchFamily="2" charset="-122"/>
              </a:rPr>
              <a:t>系统的特征函数，</a:t>
            </a:r>
            <a:r>
              <a:rPr lang="en-US" altLang="zh-CN" sz="2400" dirty="0">
                <a:latin typeface="Times New Roman" panose="02020603050405020304" pitchFamily="2" charset="0"/>
                <a:ea typeface="宋体" panose="02010600030101010101" pitchFamily="2" charset="-122"/>
                <a:sym typeface="微软雅黑" panose="020B0503020204020204" pitchFamily="2" charset="-122"/>
              </a:rPr>
              <a:t>         </a:t>
            </a:r>
            <a:r>
              <a:rPr lang="zh-CN" altLang="en-US" sz="2400" dirty="0">
                <a:latin typeface="Times New Roman" panose="02020603050405020304" pitchFamily="2" charset="0"/>
                <a:ea typeface="宋体" panose="02010600030101010101" pitchFamily="2" charset="-122"/>
                <a:sym typeface="微软雅黑" panose="020B0503020204020204" pitchFamily="2" charset="-122"/>
              </a:rPr>
              <a:t>称为</a:t>
            </a:r>
            <a:r>
              <a:rPr lang="zh-CN" altLang="en-US" sz="2400" dirty="0">
                <a:solidFill>
                  <a:srgbClr val="C00000"/>
                </a:solidFill>
                <a:latin typeface="Times New Roman" panose="02020603050405020304" pitchFamily="2" charset="0"/>
                <a:ea typeface="宋体" panose="02010600030101010101" pitchFamily="2" charset="-122"/>
                <a:sym typeface="微软雅黑" panose="020B0503020204020204" pitchFamily="2" charset="-122"/>
              </a:rPr>
              <a:t>特征值</a:t>
            </a:r>
            <a:r>
              <a:rPr lang="zh-CN" altLang="en-US" sz="2400" dirty="0">
                <a:latin typeface="Times New Roman" panose="02020603050405020304" pitchFamily="2" charset="0"/>
                <a:ea typeface="宋体" panose="02010600030101010101" pitchFamily="2" charset="-122"/>
                <a:sym typeface="微软雅黑" panose="020B0503020204020204" pitchFamily="2" charset="-122"/>
              </a:rPr>
              <a:t>。它的表达式为：</a:t>
            </a:r>
          </a:p>
          <a:p>
            <a:pPr>
              <a:lnSpc>
                <a:spcPct val="140000"/>
              </a:lnSpc>
              <a:buClr>
                <a:schemeClr val="hlink"/>
              </a:buClr>
              <a:buSzPct val="120000"/>
            </a:pPr>
            <a:endParaRPr lang="zh-CN" altLang="en-US" sz="2400" dirty="0">
              <a:latin typeface="Times New Roman" panose="02020603050405020304" pitchFamily="2" charset="0"/>
              <a:ea typeface="宋体" panose="02010600030101010101" pitchFamily="2" charset="-122"/>
              <a:sym typeface="微软雅黑" panose="020B0503020204020204" pitchFamily="2" charset="-122"/>
            </a:endParaRPr>
          </a:p>
          <a:p>
            <a:pPr>
              <a:lnSpc>
                <a:spcPct val="140000"/>
              </a:lnSpc>
              <a:buClr>
                <a:schemeClr val="hlink"/>
              </a:buClr>
              <a:buSzPct val="120000"/>
            </a:pPr>
            <a:endParaRPr lang="zh-CN" altLang="en-US" sz="2400" dirty="0">
              <a:latin typeface="Times New Roman" panose="02020603050405020304" pitchFamily="2" charset="0"/>
              <a:ea typeface="宋体" panose="02010600030101010101" pitchFamily="2" charset="-122"/>
              <a:sym typeface="微软雅黑" panose="020B0503020204020204" pitchFamily="2" charset="-122"/>
            </a:endParaRPr>
          </a:p>
          <a:p>
            <a:pPr>
              <a:lnSpc>
                <a:spcPct val="140000"/>
              </a:lnSpc>
              <a:buClr>
                <a:schemeClr val="hlink"/>
              </a:buClr>
              <a:buSzPct val="120000"/>
            </a:pPr>
            <a:r>
              <a:rPr lang="en-US" altLang="zh-CN" sz="2400" dirty="0">
                <a:latin typeface="Times New Roman" panose="02020603050405020304" pitchFamily="2" charset="0"/>
                <a:ea typeface="宋体" panose="02010600030101010101" pitchFamily="2" charset="-122"/>
                <a:sym typeface="微软雅黑" panose="020B0503020204020204" pitchFamily="2" charset="-122"/>
              </a:rPr>
              <a:t>          </a:t>
            </a:r>
            <a:r>
              <a:rPr lang="zh-CN" altLang="en-US" sz="2400" dirty="0">
                <a:latin typeface="Times New Roman" panose="02020603050405020304" pitchFamily="2" charset="0"/>
                <a:ea typeface="宋体" panose="02010600030101010101" pitchFamily="2" charset="-122"/>
                <a:sym typeface="微软雅黑" panose="020B0503020204020204" pitchFamily="2" charset="-122"/>
              </a:rPr>
              <a:t>称为</a:t>
            </a:r>
            <a:r>
              <a:rPr lang="zh-CN" altLang="en-US" sz="2400" dirty="0">
                <a:solidFill>
                  <a:srgbClr val="C00000"/>
                </a:solidFill>
                <a:latin typeface="Times New Roman" panose="02020603050405020304" pitchFamily="2" charset="0"/>
                <a:ea typeface="宋体" panose="02010600030101010101" pitchFamily="2" charset="-122"/>
              </a:rPr>
              <a:t>系统的频率响应</a:t>
            </a:r>
            <a:endParaRPr lang="zh-CN" altLang="en-US" sz="2400" dirty="0">
              <a:solidFill>
                <a:srgbClr val="C00000"/>
              </a:solidFill>
              <a:latin typeface="Times New Roman" panose="02020603050405020304" pitchFamily="2" charset="0"/>
              <a:ea typeface="宋体" panose="02010600030101010101" pitchFamily="2" charset="-122"/>
              <a:sym typeface="微软雅黑" panose="020B0503020204020204" pitchFamily="2" charset="-122"/>
            </a:endParaRPr>
          </a:p>
          <a:p>
            <a:pPr>
              <a:lnSpc>
                <a:spcPct val="140000"/>
              </a:lnSpc>
              <a:buClr>
                <a:schemeClr val="hlink"/>
              </a:buClr>
              <a:buSzPct val="120000"/>
            </a:pPr>
            <a:endParaRPr lang="zh-CN" altLang="en-US" sz="2400" dirty="0">
              <a:latin typeface="Times New Roman" panose="02020603050405020304" pitchFamily="2" charset="0"/>
              <a:ea typeface="宋体" panose="02010600030101010101" pitchFamily="2" charset="-122"/>
              <a:sym typeface="微软雅黑" panose="020B0503020204020204" pitchFamily="2" charset="-122"/>
            </a:endParaRPr>
          </a:p>
          <a:p>
            <a:pPr>
              <a:lnSpc>
                <a:spcPct val="140000"/>
              </a:lnSpc>
              <a:buClr>
                <a:schemeClr val="hlink"/>
              </a:buClr>
              <a:buSzPct val="120000"/>
            </a:pPr>
            <a:endParaRPr lang="zh-CN" altLang="en-US" sz="2400" dirty="0">
              <a:latin typeface="Times New Roman" panose="02020603050405020304" pitchFamily="2" charset="0"/>
              <a:ea typeface="宋体" panose="02010600030101010101" pitchFamily="2" charset="-122"/>
              <a:sym typeface="微软雅黑" panose="020B0503020204020204" pitchFamily="2" charset="-122"/>
            </a:endParaRPr>
          </a:p>
        </p:txBody>
      </p:sp>
      <p:graphicFrame>
        <p:nvGraphicFramePr>
          <p:cNvPr id="186370" name="对象 3"/>
          <p:cNvGraphicFramePr/>
          <p:nvPr/>
        </p:nvGraphicFramePr>
        <p:xfrm>
          <a:off x="3060700" y="752475"/>
          <a:ext cx="684213" cy="422275"/>
        </p:xfrm>
        <a:graphic>
          <a:graphicData uri="http://schemas.openxmlformats.org/presentationml/2006/ole">
            <mc:AlternateContent xmlns:mc="http://schemas.openxmlformats.org/markup-compatibility/2006">
              <mc:Choice xmlns:v="urn:schemas-microsoft-com:vml" Requires="v">
                <p:oleObj r:id="rId3" imgW="581660" imgH="368300" progId="Equation.KSEE3">
                  <p:embed/>
                </p:oleObj>
              </mc:Choice>
              <mc:Fallback>
                <p:oleObj r:id="rId3" imgW="581660" imgH="368300" progId="Equation.KSEE3">
                  <p:embed/>
                  <p:pic>
                    <p:nvPicPr>
                      <p:cNvPr id="0" name="图片 3781"/>
                      <p:cNvPicPr/>
                      <p:nvPr/>
                    </p:nvPicPr>
                    <p:blipFill>
                      <a:blip r:embed="rId4"/>
                      <a:stretch>
                        <a:fillRect/>
                      </a:stretch>
                    </p:blipFill>
                    <p:spPr>
                      <a:xfrm>
                        <a:off x="3060700" y="752475"/>
                        <a:ext cx="684213" cy="422275"/>
                      </a:xfrm>
                      <a:prstGeom prst="rect">
                        <a:avLst/>
                      </a:prstGeom>
                      <a:noFill/>
                      <a:ln w="38100">
                        <a:noFill/>
                        <a:miter/>
                      </a:ln>
                    </p:spPr>
                  </p:pic>
                </p:oleObj>
              </mc:Fallback>
            </mc:AlternateContent>
          </a:graphicData>
        </a:graphic>
      </p:graphicFrame>
      <p:graphicFrame>
        <p:nvGraphicFramePr>
          <p:cNvPr id="186371" name="对象 5"/>
          <p:cNvGraphicFramePr/>
          <p:nvPr/>
        </p:nvGraphicFramePr>
        <p:xfrm>
          <a:off x="6372225" y="766763"/>
          <a:ext cx="574675" cy="407987"/>
        </p:xfrm>
        <a:graphic>
          <a:graphicData uri="http://schemas.openxmlformats.org/presentationml/2006/ole">
            <mc:AlternateContent xmlns:mc="http://schemas.openxmlformats.org/markup-compatibility/2006">
              <mc:Choice xmlns:v="urn:schemas-microsoft-com:vml" Requires="v">
                <p:oleObj r:id="rId3" imgW="581660" imgH="368300" progId="Equation.KSEE3">
                  <p:embed/>
                </p:oleObj>
              </mc:Choice>
              <mc:Fallback>
                <p:oleObj r:id="rId3" imgW="581660" imgH="368300" progId="Equation.KSEE3">
                  <p:embed/>
                  <p:pic>
                    <p:nvPicPr>
                      <p:cNvPr id="0" name="图片 3788"/>
                      <p:cNvPicPr/>
                      <p:nvPr/>
                    </p:nvPicPr>
                    <p:blipFill>
                      <a:blip r:embed="rId4"/>
                      <a:stretch>
                        <a:fillRect/>
                      </a:stretch>
                    </p:blipFill>
                    <p:spPr>
                      <a:xfrm>
                        <a:off x="6372225" y="766763"/>
                        <a:ext cx="574675" cy="407987"/>
                      </a:xfrm>
                      <a:prstGeom prst="rect">
                        <a:avLst/>
                      </a:prstGeom>
                      <a:noFill/>
                      <a:ln w="38100">
                        <a:noFill/>
                        <a:miter/>
                      </a:ln>
                    </p:spPr>
                  </p:pic>
                </p:oleObj>
              </mc:Fallback>
            </mc:AlternateContent>
          </a:graphicData>
        </a:graphic>
      </p:graphicFrame>
      <p:graphicFrame>
        <p:nvGraphicFramePr>
          <p:cNvPr id="186372" name="对象 7"/>
          <p:cNvGraphicFramePr/>
          <p:nvPr/>
        </p:nvGraphicFramePr>
        <p:xfrm>
          <a:off x="3348038" y="1285875"/>
          <a:ext cx="720725" cy="412750"/>
        </p:xfrm>
        <a:graphic>
          <a:graphicData uri="http://schemas.openxmlformats.org/presentationml/2006/ole">
            <mc:AlternateContent xmlns:mc="http://schemas.openxmlformats.org/markup-compatibility/2006">
              <mc:Choice xmlns:v="urn:schemas-microsoft-com:vml" Requires="v">
                <p:oleObj r:id="rId5" imgW="656590" imgH="349885" progId="Equation.KSEE3">
                  <p:embed/>
                </p:oleObj>
              </mc:Choice>
              <mc:Fallback>
                <p:oleObj r:id="rId5" imgW="656590" imgH="349885" progId="Equation.KSEE3">
                  <p:embed/>
                  <p:pic>
                    <p:nvPicPr>
                      <p:cNvPr id="0" name="图片 3773"/>
                      <p:cNvPicPr/>
                      <p:nvPr/>
                    </p:nvPicPr>
                    <p:blipFill>
                      <a:blip r:embed="rId6"/>
                      <a:stretch>
                        <a:fillRect/>
                      </a:stretch>
                    </p:blipFill>
                    <p:spPr>
                      <a:xfrm>
                        <a:off x="3348038" y="1285875"/>
                        <a:ext cx="720725" cy="412750"/>
                      </a:xfrm>
                      <a:prstGeom prst="rect">
                        <a:avLst/>
                      </a:prstGeom>
                      <a:noFill/>
                      <a:ln w="38100">
                        <a:noFill/>
                        <a:miter/>
                      </a:ln>
                    </p:spPr>
                  </p:pic>
                </p:oleObj>
              </mc:Fallback>
            </mc:AlternateContent>
          </a:graphicData>
        </a:graphic>
      </p:graphicFrame>
      <p:graphicFrame>
        <p:nvGraphicFramePr>
          <p:cNvPr id="186373" name="对象 9"/>
          <p:cNvGraphicFramePr/>
          <p:nvPr/>
        </p:nvGraphicFramePr>
        <p:xfrm>
          <a:off x="3924300" y="2268538"/>
          <a:ext cx="684213" cy="420687"/>
        </p:xfrm>
        <a:graphic>
          <a:graphicData uri="http://schemas.openxmlformats.org/presentationml/2006/ole">
            <mc:AlternateContent xmlns:mc="http://schemas.openxmlformats.org/markup-compatibility/2006">
              <mc:Choice xmlns:v="urn:schemas-microsoft-com:vml" Requires="v">
                <p:oleObj r:id="rId3" imgW="581660" imgH="368300" progId="Equation.KSEE3">
                  <p:embed/>
                </p:oleObj>
              </mc:Choice>
              <mc:Fallback>
                <p:oleObj r:id="rId3" imgW="581660" imgH="368300" progId="Equation.KSEE3">
                  <p:embed/>
                  <p:pic>
                    <p:nvPicPr>
                      <p:cNvPr id="0" name="图片 3787"/>
                      <p:cNvPicPr/>
                      <p:nvPr/>
                    </p:nvPicPr>
                    <p:blipFill>
                      <a:blip r:embed="rId4"/>
                      <a:stretch>
                        <a:fillRect/>
                      </a:stretch>
                    </p:blipFill>
                    <p:spPr>
                      <a:xfrm>
                        <a:off x="3924300" y="2268538"/>
                        <a:ext cx="684213" cy="420687"/>
                      </a:xfrm>
                      <a:prstGeom prst="rect">
                        <a:avLst/>
                      </a:prstGeom>
                      <a:noFill/>
                      <a:ln w="38100">
                        <a:noFill/>
                        <a:miter/>
                      </a:ln>
                    </p:spPr>
                  </p:pic>
                </p:oleObj>
              </mc:Fallback>
            </mc:AlternateContent>
          </a:graphicData>
        </a:graphic>
      </p:graphicFrame>
      <p:graphicFrame>
        <p:nvGraphicFramePr>
          <p:cNvPr id="186374" name="对象 11"/>
          <p:cNvGraphicFramePr/>
          <p:nvPr/>
        </p:nvGraphicFramePr>
        <p:xfrm>
          <a:off x="7669213" y="2268538"/>
          <a:ext cx="719137" cy="412750"/>
        </p:xfrm>
        <a:graphic>
          <a:graphicData uri="http://schemas.openxmlformats.org/presentationml/2006/ole">
            <mc:AlternateContent xmlns:mc="http://schemas.openxmlformats.org/markup-compatibility/2006">
              <mc:Choice xmlns:v="urn:schemas-microsoft-com:vml" Requires="v">
                <p:oleObj r:id="rId5" imgW="656590" imgH="349885" progId="Equation.KSEE3">
                  <p:embed/>
                </p:oleObj>
              </mc:Choice>
              <mc:Fallback>
                <p:oleObj r:id="rId5" imgW="656590" imgH="349885" progId="Equation.KSEE3">
                  <p:embed/>
                  <p:pic>
                    <p:nvPicPr>
                      <p:cNvPr id="0" name="图片 3782"/>
                      <p:cNvPicPr/>
                      <p:nvPr/>
                    </p:nvPicPr>
                    <p:blipFill>
                      <a:blip r:embed="rId6"/>
                      <a:stretch>
                        <a:fillRect/>
                      </a:stretch>
                    </p:blipFill>
                    <p:spPr>
                      <a:xfrm>
                        <a:off x="7669213" y="2268538"/>
                        <a:ext cx="719137" cy="412750"/>
                      </a:xfrm>
                      <a:prstGeom prst="rect">
                        <a:avLst/>
                      </a:prstGeom>
                      <a:noFill/>
                      <a:ln w="38100">
                        <a:noFill/>
                        <a:miter/>
                      </a:ln>
                    </p:spPr>
                  </p:pic>
                </p:oleObj>
              </mc:Fallback>
            </mc:AlternateContent>
          </a:graphicData>
        </a:graphic>
      </p:graphicFrame>
      <p:graphicFrame>
        <p:nvGraphicFramePr>
          <p:cNvPr id="186375" name="对象 13"/>
          <p:cNvGraphicFramePr/>
          <p:nvPr/>
        </p:nvGraphicFramePr>
        <p:xfrm>
          <a:off x="4816475" y="1268413"/>
          <a:ext cx="771525" cy="412750"/>
        </p:xfrm>
        <a:graphic>
          <a:graphicData uri="http://schemas.openxmlformats.org/presentationml/2006/ole">
            <mc:AlternateContent xmlns:mc="http://schemas.openxmlformats.org/markup-compatibility/2006">
              <mc:Choice xmlns:v="urn:schemas-microsoft-com:vml" Requires="v">
                <p:oleObj r:id="rId7" imgW="679450" imgH="401320" progId="Equation.KSEE3">
                  <p:embed/>
                </p:oleObj>
              </mc:Choice>
              <mc:Fallback>
                <p:oleObj r:id="rId7" imgW="679450" imgH="401320" progId="Equation.KSEE3">
                  <p:embed/>
                  <p:pic>
                    <p:nvPicPr>
                      <p:cNvPr id="0" name="图片 3786"/>
                      <p:cNvPicPr/>
                      <p:nvPr/>
                    </p:nvPicPr>
                    <p:blipFill>
                      <a:blip r:embed="rId8"/>
                      <a:stretch>
                        <a:fillRect/>
                      </a:stretch>
                    </p:blipFill>
                    <p:spPr>
                      <a:xfrm>
                        <a:off x="4816475" y="1268413"/>
                        <a:ext cx="771525" cy="412750"/>
                      </a:xfrm>
                      <a:prstGeom prst="rect">
                        <a:avLst/>
                      </a:prstGeom>
                      <a:noFill/>
                      <a:ln w="38100">
                        <a:noFill/>
                        <a:miter/>
                      </a:ln>
                    </p:spPr>
                  </p:pic>
                </p:oleObj>
              </mc:Fallback>
            </mc:AlternateContent>
          </a:graphicData>
        </a:graphic>
      </p:graphicFrame>
      <p:graphicFrame>
        <p:nvGraphicFramePr>
          <p:cNvPr id="186376" name="对象 184324"/>
          <p:cNvGraphicFramePr>
            <a:graphicFrameLocks noChangeAspect="1"/>
          </p:cNvGraphicFramePr>
          <p:nvPr/>
        </p:nvGraphicFramePr>
        <p:xfrm>
          <a:off x="1979613" y="3284538"/>
          <a:ext cx="4883150" cy="911225"/>
        </p:xfrm>
        <a:graphic>
          <a:graphicData uri="http://schemas.openxmlformats.org/presentationml/2006/ole">
            <mc:AlternateContent xmlns:mc="http://schemas.openxmlformats.org/markup-compatibility/2006">
              <mc:Choice xmlns:v="urn:schemas-microsoft-com:vml" Requires="v">
                <p:oleObj r:id="rId9" imgW="2311400" imgH="431800" progId="Equation.3">
                  <p:embed/>
                </p:oleObj>
              </mc:Choice>
              <mc:Fallback>
                <p:oleObj r:id="rId9" imgW="2311400" imgH="431800" progId="Equation.3">
                  <p:embed/>
                  <p:pic>
                    <p:nvPicPr>
                      <p:cNvPr id="0" name="图片 3776"/>
                      <p:cNvPicPr/>
                      <p:nvPr/>
                    </p:nvPicPr>
                    <p:blipFill>
                      <a:blip r:embed="rId10"/>
                      <a:stretch>
                        <a:fillRect/>
                      </a:stretch>
                    </p:blipFill>
                    <p:spPr>
                      <a:xfrm>
                        <a:off x="1979613" y="3284538"/>
                        <a:ext cx="4883150" cy="911225"/>
                      </a:xfrm>
                      <a:prstGeom prst="rect">
                        <a:avLst/>
                      </a:prstGeom>
                      <a:noFill/>
                      <a:ln w="38100">
                        <a:noFill/>
                        <a:miter/>
                      </a:ln>
                    </p:spPr>
                  </p:pic>
                </p:oleObj>
              </mc:Fallback>
            </mc:AlternateContent>
          </a:graphicData>
        </a:graphic>
      </p:graphicFrame>
      <p:graphicFrame>
        <p:nvGraphicFramePr>
          <p:cNvPr id="186377" name="对象 15"/>
          <p:cNvGraphicFramePr/>
          <p:nvPr/>
        </p:nvGraphicFramePr>
        <p:xfrm>
          <a:off x="900113" y="4292600"/>
          <a:ext cx="719137" cy="414338"/>
        </p:xfrm>
        <a:graphic>
          <a:graphicData uri="http://schemas.openxmlformats.org/presentationml/2006/ole">
            <mc:AlternateContent xmlns:mc="http://schemas.openxmlformats.org/markup-compatibility/2006">
              <mc:Choice xmlns:v="urn:schemas-microsoft-com:vml" Requires="v">
                <p:oleObj r:id="rId5" imgW="656590" imgH="349885" progId="Equation.KSEE3">
                  <p:embed/>
                </p:oleObj>
              </mc:Choice>
              <mc:Fallback>
                <p:oleObj r:id="rId5" imgW="656590" imgH="349885" progId="Equation.KSEE3">
                  <p:embed/>
                  <p:pic>
                    <p:nvPicPr>
                      <p:cNvPr id="0" name="图片 3799"/>
                      <p:cNvPicPr/>
                      <p:nvPr/>
                    </p:nvPicPr>
                    <p:blipFill>
                      <a:blip r:embed="rId6"/>
                      <a:stretch>
                        <a:fillRect/>
                      </a:stretch>
                    </p:blipFill>
                    <p:spPr>
                      <a:xfrm>
                        <a:off x="900113" y="4292600"/>
                        <a:ext cx="719137" cy="414338"/>
                      </a:xfrm>
                      <a:prstGeom prst="rect">
                        <a:avLst/>
                      </a:prstGeom>
                      <a:noFill/>
                      <a:ln w="38100">
                        <a:noFill/>
                        <a:miter/>
                      </a:ln>
                    </p:spPr>
                  </p:pic>
                </p:oleObj>
              </mc:Fallback>
            </mc:AlternateContent>
          </a:graphicData>
        </a:graphic>
      </p:graphicFrame>
    </p:spTree>
  </p:cSld>
  <p:clrMapOvr>
    <a:masterClrMapping/>
  </p:clrMapOvr>
  <p:transition/>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88417" name="对象 624641"/>
          <p:cNvGraphicFramePr/>
          <p:nvPr/>
        </p:nvGraphicFramePr>
        <p:xfrm>
          <a:off x="1406525" y="1692275"/>
          <a:ext cx="3073400" cy="431800"/>
        </p:xfrm>
        <a:graphic>
          <a:graphicData uri="http://schemas.openxmlformats.org/presentationml/2006/ole">
            <mc:AlternateContent xmlns:mc="http://schemas.openxmlformats.org/markup-compatibility/2006">
              <mc:Choice xmlns:v="urn:schemas-microsoft-com:vml" Requires="v">
                <p:oleObj r:id="rId2" imgW="3072130" imgH="431800" progId="Equation.DSMT4">
                  <p:embed/>
                </p:oleObj>
              </mc:Choice>
              <mc:Fallback>
                <p:oleObj r:id="rId2" imgW="3072130" imgH="431800" progId="Equation.DSMT4">
                  <p:embed/>
                  <p:pic>
                    <p:nvPicPr>
                      <p:cNvPr id="0" name="图片 3802"/>
                      <p:cNvPicPr/>
                      <p:nvPr/>
                    </p:nvPicPr>
                    <p:blipFill>
                      <a:blip r:embed="rId3">
                        <a:lum bright="-77997"/>
                      </a:blip>
                      <a:stretch>
                        <a:fillRect/>
                      </a:stretch>
                    </p:blipFill>
                    <p:spPr>
                      <a:xfrm>
                        <a:off x="1406525" y="1692275"/>
                        <a:ext cx="3073400" cy="431800"/>
                      </a:xfrm>
                      <a:prstGeom prst="rect">
                        <a:avLst/>
                      </a:prstGeom>
                      <a:noFill/>
                      <a:ln w="38100">
                        <a:noFill/>
                        <a:miter/>
                      </a:ln>
                    </p:spPr>
                  </p:pic>
                </p:oleObj>
              </mc:Fallback>
            </mc:AlternateContent>
          </a:graphicData>
        </a:graphic>
      </p:graphicFrame>
      <p:graphicFrame>
        <p:nvGraphicFramePr>
          <p:cNvPr id="188418" name="对象 624642"/>
          <p:cNvGraphicFramePr/>
          <p:nvPr/>
        </p:nvGraphicFramePr>
        <p:xfrm>
          <a:off x="1406525" y="2420938"/>
          <a:ext cx="6540500" cy="584200"/>
        </p:xfrm>
        <a:graphic>
          <a:graphicData uri="http://schemas.openxmlformats.org/presentationml/2006/ole">
            <mc:AlternateContent xmlns:mc="http://schemas.openxmlformats.org/markup-compatibility/2006">
              <mc:Choice xmlns:v="urn:schemas-microsoft-com:vml" Requires="v">
                <p:oleObj r:id="rId4" imgW="6537960" imgH="584200" progId="Equation.DSMT4">
                  <p:embed/>
                </p:oleObj>
              </mc:Choice>
              <mc:Fallback>
                <p:oleObj r:id="rId4" imgW="6537960" imgH="584200" progId="Equation.DSMT4">
                  <p:embed/>
                  <p:pic>
                    <p:nvPicPr>
                      <p:cNvPr id="0" name="图片 3803"/>
                      <p:cNvPicPr/>
                      <p:nvPr/>
                    </p:nvPicPr>
                    <p:blipFill>
                      <a:blip r:embed="rId5">
                        <a:lum bright="-77997"/>
                      </a:blip>
                      <a:stretch>
                        <a:fillRect/>
                      </a:stretch>
                    </p:blipFill>
                    <p:spPr>
                      <a:xfrm>
                        <a:off x="1406525" y="2420938"/>
                        <a:ext cx="6540500" cy="584200"/>
                      </a:xfrm>
                      <a:prstGeom prst="rect">
                        <a:avLst/>
                      </a:prstGeom>
                      <a:noFill/>
                      <a:ln w="38100">
                        <a:noFill/>
                        <a:miter/>
                      </a:ln>
                    </p:spPr>
                  </p:pic>
                </p:oleObj>
              </mc:Fallback>
            </mc:AlternateContent>
          </a:graphicData>
        </a:graphic>
      </p:graphicFrame>
      <p:sp>
        <p:nvSpPr>
          <p:cNvPr id="188419" name="文本框 624643"/>
          <p:cNvSpPr txBox="1"/>
          <p:nvPr/>
        </p:nvSpPr>
        <p:spPr>
          <a:xfrm>
            <a:off x="827088" y="815975"/>
            <a:ext cx="6408737" cy="522288"/>
          </a:xfrm>
          <a:prstGeom prst="rect">
            <a:avLst/>
          </a:prstGeom>
          <a:noFill/>
          <a:ln w="12700">
            <a:noFill/>
          </a:ln>
        </p:spPr>
        <p:txBody>
          <a:bodyPr anchor="t" anchorCtr="0">
            <a:spAutoFit/>
          </a:bodyPr>
          <a:lstStyle/>
          <a:p>
            <a:pPr>
              <a:spcBef>
                <a:spcPct val="20000"/>
              </a:spcBef>
              <a:buClr>
                <a:schemeClr val="tx2"/>
              </a:buClr>
              <a:buSzPct val="90000"/>
            </a:pPr>
            <a:r>
              <a:rPr lang="en-US" altLang="zh-CN" sz="2800">
                <a:latin typeface="Times New Roman" panose="02020603050405020304" pitchFamily="2" charset="0"/>
                <a:ea typeface="宋体" panose="02010600030101010101" pitchFamily="2" charset="-122"/>
              </a:rPr>
              <a:t>2）LSI系统对</a:t>
            </a:r>
            <a:r>
              <a:rPr lang="en-US" altLang="zh-CN" sz="2800" b="1" u="sng">
                <a:latin typeface="Times New Roman" panose="02020603050405020304" pitchFamily="2" charset="0"/>
                <a:ea typeface="宋体" panose="02010600030101010101" pitchFamily="2" charset="-122"/>
              </a:rPr>
              <a:t>正弦</a:t>
            </a:r>
            <a:r>
              <a:rPr lang="zh-CN" altLang="en-US" sz="2800" b="1" u="sng">
                <a:latin typeface="Times New Roman" panose="02020603050405020304" pitchFamily="2" charset="0"/>
                <a:ea typeface="宋体" panose="02010600030101010101" pitchFamily="2" charset="-122"/>
              </a:rPr>
              <a:t>型</a:t>
            </a:r>
            <a:r>
              <a:rPr lang="en-US" altLang="zh-CN" sz="2800" b="1" u="sng">
                <a:latin typeface="Times New Roman" panose="02020603050405020304" pitchFamily="2" charset="0"/>
                <a:ea typeface="宋体" panose="02010600030101010101" pitchFamily="2" charset="-122"/>
              </a:rPr>
              <a:t>序列</a:t>
            </a:r>
            <a:r>
              <a:rPr lang="en-US" altLang="zh-CN" sz="2800">
                <a:latin typeface="Times New Roman" panose="02020603050405020304" pitchFamily="2" charset="0"/>
                <a:ea typeface="宋体" panose="02010600030101010101" pitchFamily="2" charset="-122"/>
              </a:rPr>
              <a:t>的稳态响应</a:t>
            </a:r>
          </a:p>
        </p:txBody>
      </p:sp>
      <p:grpSp>
        <p:nvGrpSpPr>
          <p:cNvPr id="188420" name="组合 624644"/>
          <p:cNvGrpSpPr/>
          <p:nvPr/>
        </p:nvGrpSpPr>
        <p:grpSpPr>
          <a:xfrm>
            <a:off x="1017588" y="3587750"/>
            <a:ext cx="7307262" cy="1198563"/>
            <a:chOff x="884" y="2432"/>
            <a:chExt cx="4355" cy="755"/>
          </a:xfrm>
        </p:grpSpPr>
        <p:sp>
          <p:nvSpPr>
            <p:cNvPr id="188421" name="文本框 624645"/>
            <p:cNvSpPr txBox="1"/>
            <p:nvPr/>
          </p:nvSpPr>
          <p:spPr>
            <a:xfrm>
              <a:off x="884" y="2432"/>
              <a:ext cx="4355" cy="755"/>
            </a:xfrm>
            <a:prstGeom prst="rect">
              <a:avLst/>
            </a:prstGeom>
            <a:noFill/>
            <a:ln w="12700">
              <a:noFill/>
            </a:ln>
          </p:spPr>
          <p:txBody>
            <a:bodyPr anchor="t" anchorCtr="0">
              <a:spAutoFit/>
            </a:bodyPr>
            <a:lstStyle/>
            <a:p>
              <a:pPr>
                <a:lnSpc>
                  <a:spcPct val="150000"/>
                </a:lnSpc>
              </a:pPr>
              <a:r>
                <a:rPr lang="en-US" altLang="zh-CN" sz="2400" dirty="0">
                  <a:latin typeface="Times New Roman" panose="02020603050405020304" pitchFamily="2" charset="0"/>
                  <a:ea typeface="宋体" panose="02010600030101010101" pitchFamily="2" charset="-122"/>
                </a:rPr>
                <a:t> </a:t>
              </a:r>
              <a:r>
                <a:rPr lang="zh-CN" altLang="en-US" sz="2400" dirty="0">
                  <a:latin typeface="Times New Roman" panose="02020603050405020304" pitchFamily="2" charset="0"/>
                  <a:ea typeface="宋体" panose="02010600030101010101" pitchFamily="2" charset="-122"/>
                </a:rPr>
                <a:t>输出</a:t>
              </a:r>
              <a:r>
                <a:rPr lang="zh-CN" altLang="en-US" sz="2400" dirty="0">
                  <a:solidFill>
                    <a:srgbClr val="C00000"/>
                  </a:solidFill>
                  <a:latin typeface="Times New Roman" panose="02020603050405020304" pitchFamily="2" charset="0"/>
                  <a:ea typeface="宋体" panose="02010600030101010101" pitchFamily="2" charset="-122"/>
                </a:rPr>
                <a:t>同频</a:t>
              </a:r>
              <a:r>
                <a:rPr lang="zh-CN" altLang="en-US" sz="2400" dirty="0">
                  <a:latin typeface="Times New Roman" panose="02020603050405020304" pitchFamily="2" charset="0"/>
                  <a:ea typeface="宋体" panose="02010600030101010101" pitchFamily="2" charset="-122"/>
                </a:rPr>
                <a:t>的          正弦型序列，</a:t>
              </a:r>
              <a:r>
                <a:rPr lang="zh-CN" altLang="en-US" sz="2400" dirty="0">
                  <a:solidFill>
                    <a:srgbClr val="C00000"/>
                  </a:solidFill>
                  <a:latin typeface="Times New Roman" panose="02020603050405020304" pitchFamily="2" charset="0"/>
                  <a:ea typeface="宋体" panose="02010600030101010101" pitchFamily="2" charset="-122"/>
                </a:rPr>
                <a:t>幅度</a:t>
              </a:r>
              <a:r>
                <a:rPr lang="zh-CN" altLang="en-US" sz="2400" dirty="0">
                  <a:latin typeface="Times New Roman" panose="02020603050405020304" pitchFamily="2" charset="0"/>
                  <a:ea typeface="宋体" panose="02010600030101010101" pitchFamily="2" charset="-122"/>
                </a:rPr>
                <a:t>受频率响应幅度  </a:t>
              </a:r>
            </a:p>
            <a:p>
              <a:pPr>
                <a:lnSpc>
                  <a:spcPct val="150000"/>
                </a:lnSpc>
              </a:pPr>
              <a:r>
                <a:rPr lang="zh-CN" altLang="en-US" sz="2400" dirty="0">
                  <a:latin typeface="Times New Roman" panose="02020603050405020304" pitchFamily="2" charset="0"/>
                  <a:ea typeface="宋体" panose="02010600030101010101" pitchFamily="2" charset="-122"/>
                </a:rPr>
                <a:t>                加权，</a:t>
              </a:r>
              <a:r>
                <a:rPr lang="zh-CN" altLang="en-US" sz="2400" dirty="0">
                  <a:solidFill>
                    <a:srgbClr val="C00000"/>
                  </a:solidFill>
                  <a:latin typeface="Times New Roman" panose="02020603050405020304" pitchFamily="2" charset="0"/>
                  <a:ea typeface="宋体" panose="02010600030101010101" pitchFamily="2" charset="-122"/>
                </a:rPr>
                <a:t>相位</a:t>
              </a:r>
              <a:r>
                <a:rPr lang="zh-CN" altLang="en-US" sz="2400" dirty="0">
                  <a:latin typeface="Times New Roman" panose="02020603050405020304" pitchFamily="2" charset="0"/>
                  <a:ea typeface="宋体" panose="02010600030101010101" pitchFamily="2" charset="-122"/>
                </a:rPr>
                <a:t>为输入相位与系统相位响应之和</a:t>
              </a:r>
              <a:endParaRPr lang="zh-CN" altLang="en-US" sz="2400">
                <a:latin typeface="Times New Roman" panose="02020603050405020304" pitchFamily="2" charset="0"/>
                <a:ea typeface="宋体" panose="02010600030101010101" pitchFamily="2" charset="-122"/>
              </a:endParaRPr>
            </a:p>
          </p:txBody>
        </p:sp>
        <p:graphicFrame>
          <p:nvGraphicFramePr>
            <p:cNvPr id="188422" name="对象 624646"/>
            <p:cNvGraphicFramePr/>
            <p:nvPr/>
          </p:nvGraphicFramePr>
          <p:xfrm>
            <a:off x="963" y="2827"/>
            <a:ext cx="699" cy="346"/>
          </p:xfrm>
          <a:graphic>
            <a:graphicData uri="http://schemas.openxmlformats.org/presentationml/2006/ole">
              <mc:AlternateContent xmlns:mc="http://schemas.openxmlformats.org/markup-compatibility/2006">
                <mc:Choice xmlns:v="urn:schemas-microsoft-com:vml" Requires="v">
                  <p:oleObj r:id="rId6" imgW="1181100" imgH="584200" progId="Equation.DSMT4">
                    <p:embed/>
                  </p:oleObj>
                </mc:Choice>
                <mc:Fallback>
                  <p:oleObj r:id="rId6" imgW="1181100" imgH="584200" progId="Equation.DSMT4">
                    <p:embed/>
                    <p:pic>
                      <p:nvPicPr>
                        <p:cNvPr id="0" name="图片 3804"/>
                        <p:cNvPicPr/>
                        <p:nvPr/>
                      </p:nvPicPr>
                      <p:blipFill>
                        <a:blip r:embed="rId7">
                          <a:lum bright="-100000"/>
                        </a:blip>
                        <a:stretch>
                          <a:fillRect/>
                        </a:stretch>
                      </p:blipFill>
                      <p:spPr>
                        <a:xfrm>
                          <a:off x="963" y="2827"/>
                          <a:ext cx="699" cy="346"/>
                        </a:xfrm>
                        <a:prstGeom prst="rect">
                          <a:avLst/>
                        </a:prstGeom>
                        <a:noFill/>
                        <a:ln w="38100">
                          <a:noFill/>
                          <a:miter/>
                        </a:ln>
                      </p:spPr>
                    </p:pic>
                  </p:oleObj>
                </mc:Fallback>
              </mc:AlternateContent>
            </a:graphicData>
          </a:graphic>
        </p:graphicFrame>
        <p:graphicFrame>
          <p:nvGraphicFramePr>
            <p:cNvPr id="188423" name="对象 624647"/>
            <p:cNvGraphicFramePr/>
            <p:nvPr/>
          </p:nvGraphicFramePr>
          <p:xfrm>
            <a:off x="1920" y="2523"/>
            <a:ext cx="432" cy="304"/>
          </p:xfrm>
          <a:graphic>
            <a:graphicData uri="http://schemas.openxmlformats.org/presentationml/2006/ole">
              <mc:AlternateContent xmlns:mc="http://schemas.openxmlformats.org/markup-compatibility/2006">
                <mc:Choice xmlns:v="urn:schemas-microsoft-com:vml" Requires="v">
                  <p:oleObj r:id="rId8" imgW="685800" imgH="482600" progId="Equation.DSMT4">
                    <p:embed/>
                  </p:oleObj>
                </mc:Choice>
                <mc:Fallback>
                  <p:oleObj r:id="rId8" imgW="685800" imgH="482600" progId="Equation.DSMT4">
                    <p:embed/>
                    <p:pic>
                      <p:nvPicPr>
                        <p:cNvPr id="0" name="图片 3791"/>
                        <p:cNvPicPr/>
                        <p:nvPr/>
                      </p:nvPicPr>
                      <p:blipFill>
                        <a:blip r:embed="rId9">
                          <a:lum bright="-100000"/>
                        </a:blip>
                        <a:stretch>
                          <a:fillRect/>
                        </a:stretch>
                      </p:blipFill>
                      <p:spPr>
                        <a:xfrm>
                          <a:off x="1920" y="2523"/>
                          <a:ext cx="432" cy="304"/>
                        </a:xfrm>
                        <a:prstGeom prst="rect">
                          <a:avLst/>
                        </a:prstGeom>
                        <a:noFill/>
                        <a:ln w="38100">
                          <a:noFill/>
                          <a:miter/>
                        </a:ln>
                      </p:spPr>
                    </p:pic>
                  </p:oleObj>
                </mc:Fallback>
              </mc:AlternateContent>
            </a:graphicData>
          </a:graphic>
        </p:graphicFrame>
      </p:grpSp>
    </p:spTree>
  </p:cSld>
  <p:clrMapOvr>
    <a:masterClrMapping/>
  </p:clrMapOvr>
  <p:transition/>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89441" name="对象 625670"/>
          <p:cNvGraphicFramePr/>
          <p:nvPr/>
        </p:nvGraphicFramePr>
        <p:xfrm>
          <a:off x="1627188" y="4933950"/>
          <a:ext cx="3440112" cy="722313"/>
        </p:xfrm>
        <a:graphic>
          <a:graphicData uri="http://schemas.openxmlformats.org/presentationml/2006/ole">
            <mc:AlternateContent xmlns:mc="http://schemas.openxmlformats.org/markup-compatibility/2006">
              <mc:Choice xmlns:v="urn:schemas-microsoft-com:vml" Requires="v">
                <p:oleObj r:id="rId2" imgW="4013200" imgH="838200" progId="Equation.DSMT4">
                  <p:embed/>
                </p:oleObj>
              </mc:Choice>
              <mc:Fallback>
                <p:oleObj r:id="rId2" imgW="4013200" imgH="838200" progId="Equation.DSMT4">
                  <p:embed/>
                  <p:pic>
                    <p:nvPicPr>
                      <p:cNvPr id="0" name="图片 3792"/>
                      <p:cNvPicPr/>
                      <p:nvPr/>
                    </p:nvPicPr>
                    <p:blipFill>
                      <a:blip r:embed="rId3">
                        <a:lum bright="-100000"/>
                      </a:blip>
                      <a:stretch>
                        <a:fillRect/>
                      </a:stretch>
                    </p:blipFill>
                    <p:spPr>
                      <a:xfrm>
                        <a:off x="1627188" y="4933950"/>
                        <a:ext cx="3440112" cy="722313"/>
                      </a:xfrm>
                      <a:prstGeom prst="rect">
                        <a:avLst/>
                      </a:prstGeom>
                      <a:noFill/>
                      <a:ln w="38100">
                        <a:noFill/>
                        <a:miter/>
                      </a:ln>
                    </p:spPr>
                  </p:pic>
                </p:oleObj>
              </mc:Fallback>
            </mc:AlternateContent>
          </a:graphicData>
        </a:graphic>
      </p:graphicFrame>
      <p:sp>
        <p:nvSpPr>
          <p:cNvPr id="189442" name="文本框 625671"/>
          <p:cNvSpPr txBox="1"/>
          <p:nvPr/>
        </p:nvSpPr>
        <p:spPr>
          <a:xfrm>
            <a:off x="1555750" y="3048000"/>
            <a:ext cx="2233613" cy="457200"/>
          </a:xfrm>
          <a:prstGeom prst="rect">
            <a:avLst/>
          </a:prstGeom>
          <a:noFill/>
          <a:ln w="12700">
            <a:noFill/>
          </a:ln>
        </p:spPr>
        <p:txBody>
          <a:bodyPr anchor="t" anchorCtr="0">
            <a:spAutoFit/>
          </a:bodyPr>
          <a:lstStyle/>
          <a:p>
            <a:pPr>
              <a:spcBef>
                <a:spcPct val="50000"/>
              </a:spcBef>
            </a:pPr>
            <a:r>
              <a:rPr lang="zh-CN" altLang="en-US" sz="2400" dirty="0">
                <a:latin typeface="Times New Roman" panose="02020603050405020304" pitchFamily="2" charset="0"/>
                <a:ea typeface="宋体" panose="02010600030101010101" pitchFamily="2" charset="-122"/>
              </a:rPr>
              <a:t>其中：</a:t>
            </a:r>
          </a:p>
        </p:txBody>
      </p:sp>
      <p:grpSp>
        <p:nvGrpSpPr>
          <p:cNvPr id="189443" name="组合 625672"/>
          <p:cNvGrpSpPr/>
          <p:nvPr/>
        </p:nvGrpSpPr>
        <p:grpSpPr>
          <a:xfrm>
            <a:off x="912813" y="5656263"/>
            <a:ext cx="5676900" cy="1158875"/>
            <a:chOff x="840" y="3460"/>
            <a:chExt cx="3886" cy="846"/>
          </a:xfrm>
        </p:grpSpPr>
        <p:graphicFrame>
          <p:nvGraphicFramePr>
            <p:cNvPr id="189444" name="对象 625673"/>
            <p:cNvGraphicFramePr/>
            <p:nvPr/>
          </p:nvGraphicFramePr>
          <p:xfrm>
            <a:off x="2945" y="3460"/>
            <a:ext cx="1494" cy="528"/>
          </p:xfrm>
          <a:graphic>
            <a:graphicData uri="http://schemas.openxmlformats.org/presentationml/2006/ole">
              <mc:AlternateContent xmlns:mc="http://schemas.openxmlformats.org/markup-compatibility/2006">
                <mc:Choice xmlns:v="urn:schemas-microsoft-com:vml" Requires="v">
                  <p:oleObj r:id="rId4" imgW="2565400" imgH="838200" progId="Equation.DSMT4">
                    <p:embed/>
                  </p:oleObj>
                </mc:Choice>
                <mc:Fallback>
                  <p:oleObj r:id="rId4" imgW="2565400" imgH="838200" progId="Equation.DSMT4">
                    <p:embed/>
                    <p:pic>
                      <p:nvPicPr>
                        <p:cNvPr id="0" name="图片 3801"/>
                        <p:cNvPicPr/>
                        <p:nvPr/>
                      </p:nvPicPr>
                      <p:blipFill>
                        <a:blip r:embed="rId5">
                          <a:lum bright="-100000"/>
                        </a:blip>
                        <a:stretch>
                          <a:fillRect/>
                        </a:stretch>
                      </p:blipFill>
                      <p:spPr>
                        <a:xfrm>
                          <a:off x="2945" y="3460"/>
                          <a:ext cx="1494" cy="528"/>
                        </a:xfrm>
                        <a:prstGeom prst="rect">
                          <a:avLst/>
                        </a:prstGeom>
                        <a:noFill/>
                        <a:ln w="38100">
                          <a:noFill/>
                          <a:miter/>
                        </a:ln>
                      </p:spPr>
                    </p:pic>
                  </p:oleObj>
                </mc:Fallback>
              </mc:AlternateContent>
            </a:graphicData>
          </a:graphic>
        </p:graphicFrame>
        <p:sp>
          <p:nvSpPr>
            <p:cNvPr id="189445" name="文本框 625674"/>
            <p:cNvSpPr txBox="1"/>
            <p:nvPr/>
          </p:nvSpPr>
          <p:spPr>
            <a:xfrm>
              <a:off x="840" y="3521"/>
              <a:ext cx="3886" cy="785"/>
            </a:xfrm>
            <a:prstGeom prst="rect">
              <a:avLst/>
            </a:prstGeom>
            <a:noFill/>
            <a:ln w="12700">
              <a:noFill/>
            </a:ln>
          </p:spPr>
          <p:txBody>
            <a:bodyPr wrap="square" anchor="t" anchorCtr="0">
              <a:spAutoFit/>
            </a:bodyPr>
            <a:lstStyle/>
            <a:p>
              <a:pPr>
                <a:spcBef>
                  <a:spcPct val="50000"/>
                </a:spcBef>
              </a:pPr>
              <a:r>
                <a:rPr lang="zh-CN" altLang="en-US" sz="2400" dirty="0">
                  <a:latin typeface="Times New Roman" panose="02020603050405020304" pitchFamily="2" charset="0"/>
                  <a:ea typeface="宋体" panose="02010600030101010101" pitchFamily="2" charset="-122"/>
                </a:rPr>
                <a:t>微分增量（复指数）</a:t>
              </a:r>
              <a:r>
                <a:rPr lang="zh-CN" altLang="en-US" sz="2800" dirty="0">
                  <a:latin typeface="Times New Roman" panose="02020603050405020304" pitchFamily="2" charset="0"/>
                  <a:ea typeface="宋体" panose="02010600030101010101" pitchFamily="2" charset="-122"/>
                </a:rPr>
                <a:t>：</a:t>
              </a:r>
            </a:p>
            <a:p>
              <a:pPr>
                <a:spcBef>
                  <a:spcPct val="50000"/>
                </a:spcBef>
              </a:pPr>
              <a:r>
                <a:rPr lang="zh-CN" altLang="en-US" sz="2400" dirty="0">
                  <a:latin typeface="Times New Roman" panose="02020603050405020304" pitchFamily="2" charset="0"/>
                  <a:ea typeface="宋体" panose="02010600030101010101" pitchFamily="2" charset="-122"/>
                </a:rPr>
                <a:t>x(n)可表示为微分增量的叠加</a:t>
              </a:r>
            </a:p>
          </p:txBody>
        </p:sp>
      </p:grpSp>
      <p:sp>
        <p:nvSpPr>
          <p:cNvPr id="189446" name="文本占位符 625665"/>
          <p:cNvSpPr>
            <a:spLocks noGrp="1"/>
          </p:cNvSpPr>
          <p:nvPr/>
        </p:nvSpPr>
        <p:spPr>
          <a:xfrm>
            <a:off x="1027113" y="609600"/>
            <a:ext cx="7772400" cy="785813"/>
          </a:xfrm>
          <a:prstGeom prst="rect">
            <a:avLst/>
          </a:prstGeom>
          <a:noFill/>
          <a:ln w="9525">
            <a:noFill/>
          </a:ln>
        </p:spPr>
        <p:txBody>
          <a:bodyPr anchor="t" anchorCtr="0"/>
          <a:lstStyle/>
          <a:p>
            <a:pPr marL="342900" indent="-342900">
              <a:spcBef>
                <a:spcPct val="20000"/>
              </a:spcBef>
            </a:pPr>
            <a:r>
              <a:rPr lang="en-US" altLang="zh-CN" sz="2800">
                <a:latin typeface="Times New Roman" panose="02020603050405020304" pitchFamily="2" charset="0"/>
                <a:ea typeface="宋体" panose="02010600030101010101" pitchFamily="2" charset="-122"/>
              </a:rPr>
              <a:t>3）LSI系统对</a:t>
            </a:r>
            <a:r>
              <a:rPr lang="en-US" altLang="zh-CN" sz="2800" b="1" u="sng">
                <a:latin typeface="Times New Roman" panose="02020603050405020304" pitchFamily="2" charset="0"/>
                <a:ea typeface="宋体" panose="02010600030101010101" pitchFamily="2" charset="-122"/>
              </a:rPr>
              <a:t>任意输入序列</a:t>
            </a:r>
            <a:r>
              <a:rPr lang="en-US" altLang="zh-CN" sz="2800">
                <a:latin typeface="Times New Roman" panose="02020603050405020304" pitchFamily="2" charset="0"/>
                <a:ea typeface="宋体" panose="02010600030101010101" pitchFamily="2" charset="-122"/>
              </a:rPr>
              <a:t>的稳态响应</a:t>
            </a:r>
            <a:r>
              <a:rPr lang="zh-CN" altLang="en-US" sz="2800" dirty="0">
                <a:latin typeface="Arial" panose="020B0604020202020204" pitchFamily="34" charset="0"/>
                <a:ea typeface="微软雅黑" panose="020B0503020204020204" pitchFamily="2" charset="-122"/>
              </a:rPr>
              <a:t>      </a:t>
            </a:r>
          </a:p>
        </p:txBody>
      </p:sp>
      <p:graphicFrame>
        <p:nvGraphicFramePr>
          <p:cNvPr id="189447" name="对象 6"/>
          <p:cNvGraphicFramePr/>
          <p:nvPr/>
        </p:nvGraphicFramePr>
        <p:xfrm>
          <a:off x="1627188" y="2532063"/>
          <a:ext cx="3017837" cy="444500"/>
        </p:xfrm>
        <a:graphic>
          <a:graphicData uri="http://schemas.openxmlformats.org/presentationml/2006/ole">
            <mc:AlternateContent xmlns:mc="http://schemas.openxmlformats.org/markup-compatibility/2006">
              <mc:Choice xmlns:v="urn:schemas-microsoft-com:vml" Requires="v">
                <p:oleObj r:id="rId6" imgW="1511300" imgH="228600" progId="Equation.KSEE3">
                  <p:embed/>
                </p:oleObj>
              </mc:Choice>
              <mc:Fallback>
                <p:oleObj r:id="rId6" imgW="1511300" imgH="228600" progId="Equation.KSEE3">
                  <p:embed/>
                  <p:pic>
                    <p:nvPicPr>
                      <p:cNvPr id="0" name="图片 3798"/>
                      <p:cNvPicPr/>
                      <p:nvPr/>
                    </p:nvPicPr>
                    <p:blipFill>
                      <a:blip r:embed="rId7"/>
                      <a:stretch>
                        <a:fillRect/>
                      </a:stretch>
                    </p:blipFill>
                    <p:spPr>
                      <a:xfrm>
                        <a:off x="1627188" y="2532063"/>
                        <a:ext cx="3017837" cy="444500"/>
                      </a:xfrm>
                      <a:prstGeom prst="rect">
                        <a:avLst/>
                      </a:prstGeom>
                      <a:noFill/>
                      <a:ln w="38100">
                        <a:noFill/>
                        <a:miter/>
                      </a:ln>
                    </p:spPr>
                  </p:pic>
                </p:oleObj>
              </mc:Fallback>
            </mc:AlternateContent>
          </a:graphicData>
        </a:graphic>
      </p:graphicFrame>
      <p:graphicFrame>
        <p:nvGraphicFramePr>
          <p:cNvPr id="189448" name="对象 60420"/>
          <p:cNvGraphicFramePr>
            <a:graphicFrameLocks noChangeAspect="1"/>
          </p:cNvGraphicFramePr>
          <p:nvPr/>
        </p:nvGraphicFramePr>
        <p:xfrm>
          <a:off x="2438400" y="3055938"/>
          <a:ext cx="3017838" cy="449262"/>
        </p:xfrm>
        <a:graphic>
          <a:graphicData uri="http://schemas.openxmlformats.org/presentationml/2006/ole">
            <mc:AlternateContent xmlns:mc="http://schemas.openxmlformats.org/markup-compatibility/2006">
              <mc:Choice xmlns:v="urn:schemas-microsoft-com:vml" Requires="v">
                <p:oleObj r:id="rId8" imgW="1409700" imgH="228600" progId="Equation.3">
                  <p:embed/>
                </p:oleObj>
              </mc:Choice>
              <mc:Fallback>
                <p:oleObj r:id="rId8" imgW="1409700" imgH="228600" progId="Equation.3">
                  <p:embed/>
                  <p:pic>
                    <p:nvPicPr>
                      <p:cNvPr id="0" name="图片 3794"/>
                      <p:cNvPicPr/>
                      <p:nvPr/>
                    </p:nvPicPr>
                    <p:blipFill>
                      <a:blip r:embed="rId9"/>
                      <a:stretch>
                        <a:fillRect/>
                      </a:stretch>
                    </p:blipFill>
                    <p:spPr>
                      <a:xfrm>
                        <a:off x="2438400" y="3055938"/>
                        <a:ext cx="3017838" cy="449262"/>
                      </a:xfrm>
                      <a:prstGeom prst="rect">
                        <a:avLst/>
                      </a:prstGeom>
                      <a:noFill/>
                      <a:ln w="38100">
                        <a:noFill/>
                        <a:miter/>
                      </a:ln>
                    </p:spPr>
                  </p:pic>
                </p:oleObj>
              </mc:Fallback>
            </mc:AlternateContent>
          </a:graphicData>
        </a:graphic>
      </p:graphicFrame>
      <p:sp>
        <p:nvSpPr>
          <p:cNvPr id="189449" name="文本框 2"/>
          <p:cNvSpPr txBox="1"/>
          <p:nvPr/>
        </p:nvSpPr>
        <p:spPr>
          <a:xfrm>
            <a:off x="971550" y="3548063"/>
            <a:ext cx="6130925" cy="460375"/>
          </a:xfrm>
          <a:prstGeom prst="rect">
            <a:avLst/>
          </a:prstGeom>
          <a:noFill/>
          <a:ln w="9525">
            <a:noFill/>
          </a:ln>
        </p:spPr>
        <p:txBody>
          <a:bodyPr wrap="square" anchor="t" anchorCtr="0">
            <a:spAutoFit/>
          </a:bodyPr>
          <a:lstStyle/>
          <a:p>
            <a:r>
              <a:rPr lang="zh-CN" altLang="en-US" sz="2400" dirty="0">
                <a:latin typeface="Times New Roman" panose="02020603050405020304" pitchFamily="2" charset="0"/>
                <a:ea typeface="宋体" panose="02010600030101010101" pitchFamily="2" charset="-122"/>
              </a:rPr>
              <a:t>由</a:t>
            </a:r>
            <a:r>
              <a:rPr lang="zh-CN" altLang="en-US" sz="2400" dirty="0">
                <a:solidFill>
                  <a:srgbClr val="FF0000"/>
                </a:solidFill>
                <a:latin typeface="Times New Roman" panose="02020603050405020304" pitchFamily="2" charset="0"/>
                <a:ea typeface="宋体" panose="02010600030101010101" pitchFamily="2" charset="-122"/>
              </a:rPr>
              <a:t>离散时间傅里叶反变换</a:t>
            </a:r>
            <a:r>
              <a:rPr lang="zh-CN" altLang="en-US" sz="2400" dirty="0">
                <a:latin typeface="Times New Roman" panose="02020603050405020304" pitchFamily="2" charset="0"/>
                <a:ea typeface="宋体" panose="02010600030101010101" pitchFamily="2" charset="-122"/>
              </a:rPr>
              <a:t>，可求得输出序列</a:t>
            </a:r>
          </a:p>
        </p:txBody>
      </p:sp>
      <p:graphicFrame>
        <p:nvGraphicFramePr>
          <p:cNvPr id="189450" name="对象 64520">
            <a:hlinkClick r:id="" action="ppaction://ole?verb=0"/>
          </p:cNvPr>
          <p:cNvGraphicFramePr>
            <a:graphicFrameLocks noChangeAspect="1"/>
          </p:cNvGraphicFramePr>
          <p:nvPr/>
        </p:nvGraphicFramePr>
        <p:xfrm>
          <a:off x="1555750" y="4041775"/>
          <a:ext cx="4137025" cy="752475"/>
        </p:xfrm>
        <a:graphic>
          <a:graphicData uri="http://schemas.openxmlformats.org/presentationml/2006/ole">
            <mc:AlternateContent xmlns:mc="http://schemas.openxmlformats.org/markup-compatibility/2006">
              <mc:Choice xmlns:v="urn:schemas-microsoft-com:vml" Requires="v">
                <p:oleObj r:id="rId10" imgW="2184400" imgH="393700" progId="Equation.3">
                  <p:embed/>
                </p:oleObj>
              </mc:Choice>
              <mc:Fallback>
                <p:oleObj r:id="rId10" imgW="2184400" imgH="393700" progId="Equation.3">
                  <p:embed/>
                  <p:pic>
                    <p:nvPicPr>
                      <p:cNvPr id="0" name="图片 3797"/>
                      <p:cNvPicPr/>
                      <p:nvPr/>
                    </p:nvPicPr>
                    <p:blipFill>
                      <a:blip r:embed="rId11"/>
                      <a:stretch>
                        <a:fillRect/>
                      </a:stretch>
                    </p:blipFill>
                    <p:spPr>
                      <a:xfrm>
                        <a:off x="1555750" y="4041775"/>
                        <a:ext cx="4137025" cy="752475"/>
                      </a:xfrm>
                      <a:prstGeom prst="rect">
                        <a:avLst/>
                      </a:prstGeom>
                      <a:noFill/>
                      <a:ln w="38100">
                        <a:noFill/>
                        <a:miter/>
                      </a:ln>
                    </p:spPr>
                  </p:pic>
                </p:oleObj>
              </mc:Fallback>
            </mc:AlternateContent>
          </a:graphicData>
        </a:graphic>
      </p:graphicFrame>
      <p:graphicFrame>
        <p:nvGraphicFramePr>
          <p:cNvPr id="189451" name="对象 1"/>
          <p:cNvGraphicFramePr/>
          <p:nvPr/>
        </p:nvGraphicFramePr>
        <p:xfrm>
          <a:off x="1638300" y="2071688"/>
          <a:ext cx="2698750" cy="420687"/>
        </p:xfrm>
        <a:graphic>
          <a:graphicData uri="http://schemas.openxmlformats.org/presentationml/2006/ole">
            <mc:AlternateContent xmlns:mc="http://schemas.openxmlformats.org/markup-compatibility/2006">
              <mc:Choice xmlns:v="urn:schemas-microsoft-com:vml" Requires="v">
                <p:oleObj r:id="rId12" imgW="2237105" imgH="398780" progId="Equation.KSEE3">
                  <p:embed/>
                </p:oleObj>
              </mc:Choice>
              <mc:Fallback>
                <p:oleObj r:id="rId12" imgW="2237105" imgH="398780" progId="Equation.KSEE3">
                  <p:embed/>
                  <p:pic>
                    <p:nvPicPr>
                      <p:cNvPr id="0" name="图片 3800"/>
                      <p:cNvPicPr/>
                      <p:nvPr/>
                    </p:nvPicPr>
                    <p:blipFill>
                      <a:blip r:embed="rId13"/>
                      <a:stretch>
                        <a:fillRect/>
                      </a:stretch>
                    </p:blipFill>
                    <p:spPr>
                      <a:xfrm>
                        <a:off x="1638300" y="2071688"/>
                        <a:ext cx="2698750" cy="420687"/>
                      </a:xfrm>
                      <a:prstGeom prst="rect">
                        <a:avLst/>
                      </a:prstGeom>
                      <a:noFill/>
                      <a:ln w="38100">
                        <a:noFill/>
                        <a:miter/>
                      </a:ln>
                    </p:spPr>
                  </p:pic>
                </p:oleObj>
              </mc:Fallback>
            </mc:AlternateContent>
          </a:graphicData>
        </a:graphic>
      </p:graphicFrame>
      <p:sp>
        <p:nvSpPr>
          <p:cNvPr id="189452" name="文本框 4"/>
          <p:cNvSpPr txBox="1"/>
          <p:nvPr/>
        </p:nvSpPr>
        <p:spPr>
          <a:xfrm>
            <a:off x="1041400" y="1217613"/>
            <a:ext cx="7510463" cy="903287"/>
          </a:xfrm>
          <a:prstGeom prst="rect">
            <a:avLst/>
          </a:prstGeom>
          <a:noFill/>
          <a:ln w="9525">
            <a:noFill/>
          </a:ln>
        </p:spPr>
        <p:txBody>
          <a:bodyPr wrap="square" anchor="t" anchorCtr="0">
            <a:spAutoFit/>
          </a:bodyPr>
          <a:lstStyle/>
          <a:p>
            <a:pPr>
              <a:lnSpc>
                <a:spcPct val="110000"/>
              </a:lnSpc>
            </a:pPr>
            <a:r>
              <a:rPr lang="en-US" altLang="zh-CN" sz="2400" dirty="0">
                <a:latin typeface="Times New Roman" panose="02020603050405020304" pitchFamily="2" charset="0"/>
                <a:ea typeface="宋体" panose="02010600030101010101" pitchFamily="2" charset="-122"/>
                <a:sym typeface="微软雅黑" panose="020B0503020204020204" pitchFamily="2" charset="-122"/>
              </a:rPr>
              <a:t>       </a:t>
            </a:r>
            <a:r>
              <a:rPr lang="zh-CN" altLang="en-US" sz="2400" dirty="0">
                <a:latin typeface="Times New Roman" panose="02020603050405020304" pitchFamily="2" charset="0"/>
                <a:ea typeface="宋体" panose="02010600030101010101" pitchFamily="2" charset="-122"/>
                <a:sym typeface="微软雅黑" panose="020B0503020204020204" pitchFamily="2" charset="-122"/>
              </a:rPr>
              <a:t>LSI系统，输出序列的离散时间傅里叶变换等于输入序列的离散时间傅里叶变换与系统频率响应的</a:t>
            </a:r>
            <a:r>
              <a:rPr lang="zh-CN" altLang="en-US" sz="2400" dirty="0">
                <a:solidFill>
                  <a:srgbClr val="C00000"/>
                </a:solidFill>
                <a:latin typeface="Times New Roman" panose="02020603050405020304" pitchFamily="2" charset="0"/>
                <a:ea typeface="宋体" panose="02010600030101010101" pitchFamily="2" charset="-122"/>
                <a:sym typeface="微软雅黑" panose="020B0503020204020204" pitchFamily="2" charset="-122"/>
              </a:rPr>
              <a:t>乘积</a:t>
            </a:r>
            <a:r>
              <a:rPr lang="zh-CN" altLang="en-US" sz="2400" dirty="0">
                <a:latin typeface="Times New Roman" panose="02020603050405020304" pitchFamily="2" charset="0"/>
                <a:ea typeface="宋体" panose="02010600030101010101" pitchFamily="2" charset="-122"/>
                <a:sym typeface="微软雅黑" panose="020B0503020204020204" pitchFamily="2" charset="-122"/>
              </a:rPr>
              <a:t>。</a:t>
            </a:r>
            <a:endParaRPr lang="zh-CN" altLang="en-US" sz="2400" dirty="0">
              <a:latin typeface="Times New Roman" panose="02020603050405020304" pitchFamily="2" charset="0"/>
              <a:ea typeface="宋体" panose="02010600030101010101" pitchFamily="2" charset="-122"/>
            </a:endParaRPr>
          </a:p>
        </p:txBody>
      </p:sp>
    </p:spTree>
  </p:cSld>
  <p:clrMapOvr>
    <a:masterClrMapping/>
  </p:clrMapOvr>
  <p:transition/>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0465" name="Rectangle 3"/>
          <p:cNvSpPr/>
          <p:nvPr/>
        </p:nvSpPr>
        <p:spPr>
          <a:xfrm>
            <a:off x="963613" y="330200"/>
            <a:ext cx="7464425" cy="5949950"/>
          </a:xfrm>
          <a:prstGeom prst="rect">
            <a:avLst/>
          </a:prstGeom>
          <a:noFill/>
          <a:ln w="9525">
            <a:noFill/>
          </a:ln>
        </p:spPr>
        <p:txBody>
          <a:bodyPr wrap="square" lIns="90000" tIns="46800" rIns="90000" bIns="46800" anchor="t" anchorCtr="0">
            <a:spAutoFit/>
          </a:bodyPr>
          <a:lstStyle/>
          <a:p>
            <a:pPr>
              <a:lnSpc>
                <a:spcPct val="140000"/>
              </a:lnSpc>
              <a:buClr>
                <a:schemeClr val="hlink"/>
              </a:buClr>
              <a:buSzPct val="120000"/>
            </a:pPr>
            <a:r>
              <a:rPr lang="en-US" altLang="zh-CN" sz="3200" b="1">
                <a:solidFill>
                  <a:schemeClr val="tx2"/>
                </a:solidFill>
                <a:latin typeface="Times New Roman" panose="02020603050405020304" pitchFamily="2" charset="0"/>
                <a:ea typeface="宋体" panose="02010600030101010101" pitchFamily="2" charset="-122"/>
              </a:rPr>
              <a:t>系统频率响应          的特</a:t>
            </a:r>
            <a:r>
              <a:rPr lang="zh-CN" altLang="en-US" sz="3200" b="1">
                <a:solidFill>
                  <a:schemeClr val="tx2"/>
                </a:solidFill>
                <a:latin typeface="Times New Roman" panose="02020603050405020304" pitchFamily="2" charset="0"/>
                <a:ea typeface="宋体" panose="02010600030101010101" pitchFamily="2" charset="-122"/>
              </a:rPr>
              <a:t>性</a:t>
            </a:r>
            <a:endParaRPr lang="zh-CN" altLang="en-US" sz="2800" dirty="0">
              <a:latin typeface="Times New Roman" panose="02020603050405020304" pitchFamily="2" charset="0"/>
              <a:ea typeface="宋体" panose="02010600030101010101" pitchFamily="2" charset="-122"/>
            </a:endParaRPr>
          </a:p>
          <a:p>
            <a:pPr>
              <a:lnSpc>
                <a:spcPct val="140000"/>
              </a:lnSpc>
              <a:buClr>
                <a:schemeClr val="hlink"/>
              </a:buClr>
              <a:buSzPct val="120000"/>
            </a:pPr>
            <a:r>
              <a:rPr lang="en-US" altLang="zh-CN" sz="2400" dirty="0">
                <a:latin typeface="Times New Roman" panose="02020603050405020304" pitchFamily="2" charset="0"/>
                <a:ea typeface="宋体" panose="02010600030101010101" pitchFamily="2" charset="-122"/>
              </a:rPr>
              <a:t>(1)</a:t>
            </a:r>
            <a:r>
              <a:rPr lang="zh-CN" altLang="en-US" sz="2400" dirty="0">
                <a:latin typeface="Times New Roman" panose="02020603050405020304" pitchFamily="2" charset="0"/>
                <a:ea typeface="宋体" panose="02010600030101010101" pitchFamily="2" charset="-122"/>
              </a:rPr>
              <a:t>只要</a:t>
            </a:r>
            <a:r>
              <a:rPr lang="en-US" altLang="zh-CN" sz="2400" dirty="0">
                <a:latin typeface="Times New Roman" panose="02020603050405020304" pitchFamily="2" charset="0"/>
                <a:ea typeface="宋体" panose="02010600030101010101" pitchFamily="2" charset="-122"/>
              </a:rPr>
              <a:t>h(n)</a:t>
            </a:r>
            <a:r>
              <a:rPr lang="zh-CN" altLang="en-US" sz="2400" dirty="0">
                <a:latin typeface="Times New Roman" panose="02020603050405020304" pitchFamily="2" charset="0"/>
                <a:ea typeface="宋体" panose="02010600030101010101" pitchFamily="2" charset="-122"/>
              </a:rPr>
              <a:t>绝对可和，则</a:t>
            </a:r>
            <a:r>
              <a:rPr lang="en-US" altLang="zh-CN" sz="2400" dirty="0">
                <a:latin typeface="Times New Roman" panose="02020603050405020304" pitchFamily="2" charset="0"/>
                <a:ea typeface="宋体" panose="02010600030101010101" pitchFamily="2" charset="-122"/>
              </a:rPr>
              <a:t>LSI</a:t>
            </a:r>
            <a:r>
              <a:rPr lang="zh-CN" altLang="en-US" sz="2400" dirty="0">
                <a:latin typeface="Times New Roman" panose="02020603050405020304" pitchFamily="2" charset="0"/>
                <a:ea typeface="宋体" panose="02010600030101010101" pitchFamily="2" charset="-122"/>
              </a:rPr>
              <a:t>系统稳定，</a:t>
            </a:r>
            <a:r>
              <a:rPr lang="zh-CN" altLang="en-US" sz="2400" dirty="0">
                <a:solidFill>
                  <a:srgbClr val="C00000"/>
                </a:solidFill>
                <a:latin typeface="Times New Roman" panose="02020603050405020304" pitchFamily="2" charset="0"/>
                <a:ea typeface="宋体" panose="02010600030101010101" pitchFamily="2" charset="-122"/>
              </a:rPr>
              <a:t>这时           一定存在且连续</a:t>
            </a:r>
            <a:r>
              <a:rPr lang="zh-CN" altLang="en-US" sz="2400" dirty="0">
                <a:latin typeface="Times New Roman" panose="02020603050405020304" pitchFamily="2" charset="0"/>
                <a:ea typeface="宋体" panose="02010600030101010101" pitchFamily="2" charset="-122"/>
              </a:rPr>
              <a:t>。</a:t>
            </a:r>
          </a:p>
          <a:p>
            <a:pPr>
              <a:lnSpc>
                <a:spcPct val="140000"/>
              </a:lnSpc>
              <a:buClr>
                <a:schemeClr val="hlink"/>
              </a:buClr>
              <a:buSzPct val="120000"/>
            </a:pPr>
            <a:r>
              <a:rPr lang="en-US" altLang="zh-CN" sz="2400" dirty="0">
                <a:latin typeface="Times New Roman" panose="02020603050405020304" pitchFamily="2" charset="0"/>
                <a:ea typeface="宋体" panose="02010600030101010101" pitchFamily="2" charset="-122"/>
              </a:rPr>
              <a:t>(2)</a:t>
            </a:r>
            <a:r>
              <a:rPr lang="zh-CN" altLang="en-US" sz="2400" dirty="0">
                <a:latin typeface="Times New Roman" panose="02020603050405020304" pitchFamily="2" charset="0"/>
                <a:ea typeface="宋体" panose="02010600030101010101" pitchFamily="2" charset="-122"/>
              </a:rPr>
              <a:t>表示方法：幅度和相位</a:t>
            </a:r>
            <a:r>
              <a:rPr lang="en-US" altLang="zh-CN" sz="2400" dirty="0">
                <a:latin typeface="Times New Roman" panose="02020603050405020304" pitchFamily="2" charset="0"/>
                <a:ea typeface="宋体" panose="02010600030101010101" pitchFamily="2" charset="-122"/>
              </a:rPr>
              <a:t>,</a:t>
            </a:r>
            <a:r>
              <a:rPr lang="zh-CN" altLang="zh-CN" sz="2400" dirty="0">
                <a:latin typeface="Times New Roman" panose="02020603050405020304" pitchFamily="2" charset="0"/>
                <a:ea typeface="宋体" panose="02010600030101010101" pitchFamily="2" charset="-122"/>
              </a:rPr>
              <a:t>实部和虚部</a:t>
            </a:r>
          </a:p>
          <a:p>
            <a:pPr>
              <a:lnSpc>
                <a:spcPct val="140000"/>
              </a:lnSpc>
              <a:buClr>
                <a:schemeClr val="hlink"/>
              </a:buClr>
              <a:buSzPct val="120000"/>
            </a:pPr>
            <a:endParaRPr lang="zh-CN" altLang="en-US" sz="2400" dirty="0">
              <a:latin typeface="Times New Roman" panose="02020603050405020304" pitchFamily="2" charset="0"/>
              <a:ea typeface="宋体" panose="02010600030101010101" pitchFamily="2" charset="-122"/>
            </a:endParaRPr>
          </a:p>
          <a:p>
            <a:pPr>
              <a:lnSpc>
                <a:spcPct val="140000"/>
              </a:lnSpc>
              <a:buClr>
                <a:schemeClr val="hlink"/>
              </a:buClr>
              <a:buSzPct val="120000"/>
            </a:pPr>
            <a:endParaRPr lang="zh-CN" altLang="en-US" sz="2400" dirty="0">
              <a:latin typeface="Times New Roman" panose="02020603050405020304" pitchFamily="2" charset="0"/>
              <a:ea typeface="宋体" panose="02010600030101010101" pitchFamily="2" charset="-122"/>
            </a:endParaRPr>
          </a:p>
          <a:p>
            <a:pPr>
              <a:lnSpc>
                <a:spcPct val="140000"/>
              </a:lnSpc>
              <a:buClr>
                <a:schemeClr val="hlink"/>
              </a:buClr>
              <a:buSzPct val="120000"/>
            </a:pPr>
            <a:r>
              <a:rPr lang="en-US" altLang="zh-CN" sz="2400" dirty="0">
                <a:latin typeface="Times New Roman" panose="02020603050405020304" pitchFamily="2" charset="0"/>
                <a:ea typeface="宋体" panose="02010600030101010101" pitchFamily="2" charset="-122"/>
                <a:sym typeface="微软雅黑" panose="020B0503020204020204" pitchFamily="2" charset="-122"/>
              </a:rPr>
              <a:t>(3)h(n)</a:t>
            </a:r>
            <a:r>
              <a:rPr lang="zh-CN" altLang="en-US" sz="2400" dirty="0">
                <a:latin typeface="Times New Roman" panose="02020603050405020304" pitchFamily="2" charset="0"/>
                <a:ea typeface="宋体" panose="02010600030101010101" pitchFamily="2" charset="-122"/>
                <a:sym typeface="微软雅黑" panose="020B0503020204020204" pitchFamily="2" charset="-122"/>
              </a:rPr>
              <a:t>是实序列，                          </a:t>
            </a:r>
          </a:p>
          <a:p>
            <a:pPr>
              <a:lnSpc>
                <a:spcPct val="140000"/>
              </a:lnSpc>
              <a:buClr>
                <a:schemeClr val="hlink"/>
              </a:buClr>
              <a:buSzPct val="120000"/>
            </a:pPr>
            <a:r>
              <a:rPr lang="zh-CN" altLang="en-US" sz="2400" dirty="0">
                <a:latin typeface="Times New Roman" panose="02020603050405020304" pitchFamily="2" charset="0"/>
                <a:ea typeface="宋体" panose="02010600030101010101" pitchFamily="2" charset="-122"/>
                <a:sym typeface="微软雅黑" panose="020B0503020204020204" pitchFamily="2" charset="-122"/>
              </a:rPr>
              <a:t>频率响应的</a:t>
            </a:r>
            <a:r>
              <a:rPr lang="zh-CN" altLang="en-US" sz="2400" dirty="0">
                <a:solidFill>
                  <a:srgbClr val="C00000"/>
                </a:solidFill>
                <a:latin typeface="Times New Roman" panose="02020603050405020304" pitchFamily="2" charset="0"/>
                <a:ea typeface="宋体" panose="02010600030101010101" pitchFamily="2" charset="-122"/>
                <a:sym typeface="微软雅黑" panose="020B0503020204020204" pitchFamily="2" charset="-122"/>
              </a:rPr>
              <a:t>幅度响应</a:t>
            </a:r>
            <a:r>
              <a:rPr lang="zh-CN" altLang="en-US" sz="2400" dirty="0">
                <a:latin typeface="Times New Roman" panose="02020603050405020304" pitchFamily="2" charset="0"/>
                <a:ea typeface="宋体" panose="02010600030101010101" pitchFamily="2" charset="-122"/>
                <a:sym typeface="微软雅黑" panose="020B0503020204020204" pitchFamily="2" charset="-122"/>
              </a:rPr>
              <a:t>是</a:t>
            </a:r>
            <a:r>
              <a:rPr lang="zh-CN" altLang="en-US" sz="2400" dirty="0">
                <a:solidFill>
                  <a:srgbClr val="C00000"/>
                </a:solidFill>
                <a:latin typeface="Times New Roman" panose="02020603050405020304" pitchFamily="2" charset="0"/>
                <a:ea typeface="宋体" panose="02010600030101010101" pitchFamily="2" charset="-122"/>
                <a:sym typeface="微软雅黑" panose="020B0503020204020204" pitchFamily="2" charset="-122"/>
              </a:rPr>
              <a:t>偶函数</a:t>
            </a:r>
            <a:r>
              <a:rPr lang="zh-CN" altLang="en-US" sz="2400" dirty="0">
                <a:latin typeface="Times New Roman" panose="02020603050405020304" pitchFamily="2" charset="0"/>
                <a:ea typeface="宋体" panose="02010600030101010101" pitchFamily="2" charset="-122"/>
                <a:sym typeface="微软雅黑" panose="020B0503020204020204" pitchFamily="2" charset="-122"/>
              </a:rPr>
              <a:t>，</a:t>
            </a:r>
            <a:r>
              <a:rPr lang="zh-CN" altLang="en-US" sz="2400" dirty="0">
                <a:solidFill>
                  <a:srgbClr val="C00000"/>
                </a:solidFill>
                <a:latin typeface="Times New Roman" panose="02020603050405020304" pitchFamily="2" charset="0"/>
                <a:ea typeface="宋体" panose="02010600030101010101" pitchFamily="2" charset="-122"/>
                <a:sym typeface="微软雅黑" panose="020B0503020204020204" pitchFamily="2" charset="-122"/>
              </a:rPr>
              <a:t>相位响应</a:t>
            </a:r>
            <a:r>
              <a:rPr lang="zh-CN" altLang="en-US" sz="2400" dirty="0">
                <a:latin typeface="Times New Roman" panose="02020603050405020304" pitchFamily="2" charset="0"/>
                <a:ea typeface="宋体" panose="02010600030101010101" pitchFamily="2" charset="-122"/>
                <a:sym typeface="微软雅黑" panose="020B0503020204020204" pitchFamily="2" charset="-122"/>
              </a:rPr>
              <a:t>是</a:t>
            </a:r>
            <a:r>
              <a:rPr lang="zh-CN" altLang="en-US" sz="2400" dirty="0">
                <a:solidFill>
                  <a:srgbClr val="C00000"/>
                </a:solidFill>
                <a:latin typeface="Times New Roman" panose="02020603050405020304" pitchFamily="2" charset="0"/>
                <a:ea typeface="宋体" panose="02010600030101010101" pitchFamily="2" charset="-122"/>
                <a:sym typeface="微软雅黑" panose="020B0503020204020204" pitchFamily="2" charset="-122"/>
              </a:rPr>
              <a:t>奇函数</a:t>
            </a:r>
            <a:endParaRPr lang="zh-CN" altLang="en-US" sz="2400" dirty="0">
              <a:latin typeface="Times New Roman" panose="02020603050405020304" pitchFamily="2" charset="0"/>
              <a:ea typeface="宋体" panose="02010600030101010101" pitchFamily="2" charset="-122"/>
              <a:sym typeface="微软雅黑" panose="020B0503020204020204" pitchFamily="2" charset="-122"/>
            </a:endParaRPr>
          </a:p>
          <a:p>
            <a:pPr>
              <a:lnSpc>
                <a:spcPct val="140000"/>
              </a:lnSpc>
              <a:buClr>
                <a:schemeClr val="hlink"/>
              </a:buClr>
              <a:buSzPct val="120000"/>
            </a:pPr>
            <a:endParaRPr lang="zh-CN" altLang="en-US" sz="2400" dirty="0">
              <a:latin typeface="Times New Roman" panose="02020603050405020304" pitchFamily="2" charset="0"/>
              <a:ea typeface="宋体" panose="02010600030101010101" pitchFamily="2" charset="-122"/>
              <a:sym typeface="微软雅黑" panose="020B0503020204020204" pitchFamily="2" charset="-122"/>
            </a:endParaRPr>
          </a:p>
          <a:p>
            <a:pPr>
              <a:lnSpc>
                <a:spcPct val="140000"/>
              </a:lnSpc>
              <a:buClr>
                <a:schemeClr val="hlink"/>
              </a:buClr>
              <a:buSzPct val="120000"/>
            </a:pPr>
            <a:r>
              <a:rPr lang="zh-CN" altLang="en-US" sz="2400" dirty="0">
                <a:latin typeface="Times New Roman" panose="02020603050405020304" pitchFamily="2" charset="0"/>
                <a:ea typeface="宋体" panose="02010600030101010101" pitchFamily="2" charset="-122"/>
                <a:sym typeface="微软雅黑" panose="020B0503020204020204" pitchFamily="2" charset="-122"/>
              </a:rPr>
              <a:t>频率响应的</a:t>
            </a:r>
            <a:r>
              <a:rPr lang="zh-CN" altLang="en-US" sz="2400" dirty="0">
                <a:solidFill>
                  <a:srgbClr val="C00000"/>
                </a:solidFill>
                <a:latin typeface="Times New Roman" panose="02020603050405020304" pitchFamily="2" charset="0"/>
                <a:ea typeface="宋体" panose="02010600030101010101" pitchFamily="2" charset="-122"/>
                <a:sym typeface="微软雅黑" panose="020B0503020204020204" pitchFamily="2" charset="-122"/>
              </a:rPr>
              <a:t>实部</a:t>
            </a:r>
            <a:r>
              <a:rPr lang="zh-CN" altLang="en-US" sz="2400" dirty="0">
                <a:latin typeface="Times New Roman" panose="02020603050405020304" pitchFamily="2" charset="0"/>
                <a:ea typeface="宋体" panose="02010600030101010101" pitchFamily="2" charset="-122"/>
                <a:sym typeface="微软雅黑" panose="020B0503020204020204" pitchFamily="2" charset="-122"/>
              </a:rPr>
              <a:t>是</a:t>
            </a:r>
            <a:r>
              <a:rPr lang="zh-CN" altLang="en-US" sz="2400" dirty="0">
                <a:solidFill>
                  <a:srgbClr val="C00000"/>
                </a:solidFill>
                <a:latin typeface="Times New Roman" panose="02020603050405020304" pitchFamily="2" charset="0"/>
                <a:ea typeface="宋体" panose="02010600030101010101" pitchFamily="2" charset="-122"/>
                <a:sym typeface="微软雅黑" panose="020B0503020204020204" pitchFamily="2" charset="-122"/>
              </a:rPr>
              <a:t>偶函数</a:t>
            </a:r>
            <a:r>
              <a:rPr lang="zh-CN" altLang="en-US" sz="2400" dirty="0">
                <a:latin typeface="Times New Roman" panose="02020603050405020304" pitchFamily="2" charset="0"/>
                <a:ea typeface="宋体" panose="02010600030101010101" pitchFamily="2" charset="-122"/>
                <a:sym typeface="微软雅黑" panose="020B0503020204020204" pitchFamily="2" charset="-122"/>
              </a:rPr>
              <a:t>，</a:t>
            </a:r>
            <a:r>
              <a:rPr lang="zh-CN" altLang="en-US" sz="2400" dirty="0">
                <a:solidFill>
                  <a:srgbClr val="C00000"/>
                </a:solidFill>
                <a:latin typeface="Times New Roman" panose="02020603050405020304" pitchFamily="2" charset="0"/>
                <a:ea typeface="宋体" panose="02010600030101010101" pitchFamily="2" charset="-122"/>
                <a:sym typeface="微软雅黑" panose="020B0503020204020204" pitchFamily="2" charset="-122"/>
              </a:rPr>
              <a:t>虚部</a:t>
            </a:r>
            <a:r>
              <a:rPr lang="zh-CN" altLang="en-US" sz="2400" dirty="0">
                <a:latin typeface="Times New Roman" panose="02020603050405020304" pitchFamily="2" charset="0"/>
                <a:ea typeface="宋体" panose="02010600030101010101" pitchFamily="2" charset="-122"/>
                <a:sym typeface="微软雅黑" panose="020B0503020204020204" pitchFamily="2" charset="-122"/>
              </a:rPr>
              <a:t>是</a:t>
            </a:r>
            <a:r>
              <a:rPr lang="zh-CN" altLang="en-US" sz="2400" dirty="0">
                <a:solidFill>
                  <a:srgbClr val="C00000"/>
                </a:solidFill>
                <a:latin typeface="Times New Roman" panose="02020603050405020304" pitchFamily="2" charset="0"/>
                <a:ea typeface="宋体" panose="02010600030101010101" pitchFamily="2" charset="-122"/>
                <a:sym typeface="微软雅黑" panose="020B0503020204020204" pitchFamily="2" charset="-122"/>
              </a:rPr>
              <a:t>奇函数</a:t>
            </a:r>
            <a:endParaRPr lang="zh-CN" altLang="en-US" sz="2400" dirty="0">
              <a:latin typeface="Times New Roman" panose="02020603050405020304" pitchFamily="2" charset="0"/>
              <a:ea typeface="宋体" panose="02010600030101010101" pitchFamily="2" charset="-122"/>
              <a:sym typeface="微软雅黑" panose="020B0503020204020204" pitchFamily="2" charset="-122"/>
            </a:endParaRPr>
          </a:p>
          <a:p>
            <a:pPr>
              <a:lnSpc>
                <a:spcPct val="140000"/>
              </a:lnSpc>
              <a:buClr>
                <a:schemeClr val="hlink"/>
              </a:buClr>
              <a:buSzPct val="120000"/>
            </a:pPr>
            <a:endParaRPr lang="zh-CN" altLang="en-US" sz="2400" dirty="0">
              <a:latin typeface="Times New Roman" panose="02020603050405020304" pitchFamily="2" charset="0"/>
              <a:ea typeface="宋体" panose="02010600030101010101" pitchFamily="2" charset="-122"/>
              <a:sym typeface="微软雅黑" panose="020B0503020204020204" pitchFamily="2" charset="-122"/>
            </a:endParaRPr>
          </a:p>
        </p:txBody>
      </p:sp>
      <p:graphicFrame>
        <p:nvGraphicFramePr>
          <p:cNvPr id="190466" name="对象 186372"/>
          <p:cNvGraphicFramePr>
            <a:graphicFrameLocks noChangeAspect="1"/>
          </p:cNvGraphicFramePr>
          <p:nvPr/>
        </p:nvGraphicFramePr>
        <p:xfrm>
          <a:off x="1554163" y="2590800"/>
          <a:ext cx="5122862" cy="1169988"/>
        </p:xfrm>
        <a:graphic>
          <a:graphicData uri="http://schemas.openxmlformats.org/presentationml/2006/ole">
            <mc:AlternateContent xmlns:mc="http://schemas.openxmlformats.org/markup-compatibility/2006">
              <mc:Choice xmlns:v="urn:schemas-microsoft-com:vml" Requires="v">
                <p:oleObj r:id="rId3" imgW="2336800" imgH="533400" progId="Equation.3">
                  <p:embed/>
                </p:oleObj>
              </mc:Choice>
              <mc:Fallback>
                <p:oleObj r:id="rId3" imgW="2336800" imgH="533400" progId="Equation.3">
                  <p:embed/>
                  <p:pic>
                    <p:nvPicPr>
                      <p:cNvPr id="0" name="图片 3795"/>
                      <p:cNvPicPr/>
                      <p:nvPr/>
                    </p:nvPicPr>
                    <p:blipFill>
                      <a:blip r:embed="rId4"/>
                      <a:stretch>
                        <a:fillRect/>
                      </a:stretch>
                    </p:blipFill>
                    <p:spPr>
                      <a:xfrm>
                        <a:off x="1554163" y="2590800"/>
                        <a:ext cx="5122862" cy="1169988"/>
                      </a:xfrm>
                      <a:prstGeom prst="rect">
                        <a:avLst/>
                      </a:prstGeom>
                      <a:noFill/>
                      <a:ln w="38100">
                        <a:noFill/>
                        <a:miter/>
                      </a:ln>
                    </p:spPr>
                  </p:pic>
                </p:oleObj>
              </mc:Fallback>
            </mc:AlternateContent>
          </a:graphicData>
        </a:graphic>
      </p:graphicFrame>
      <p:graphicFrame>
        <p:nvGraphicFramePr>
          <p:cNvPr id="190467" name="对象 3"/>
          <p:cNvGraphicFramePr/>
          <p:nvPr/>
        </p:nvGraphicFramePr>
        <p:xfrm>
          <a:off x="3492500" y="476250"/>
          <a:ext cx="1077913" cy="558800"/>
        </p:xfrm>
        <a:graphic>
          <a:graphicData uri="http://schemas.openxmlformats.org/presentationml/2006/ole">
            <mc:AlternateContent xmlns:mc="http://schemas.openxmlformats.org/markup-compatibility/2006">
              <mc:Choice xmlns:v="urn:schemas-microsoft-com:vml" Requires="v">
                <p:oleObj r:id="rId5" imgW="957580" imgH="515620" progId="Equation.KSEE3">
                  <p:embed/>
                </p:oleObj>
              </mc:Choice>
              <mc:Fallback>
                <p:oleObj r:id="rId5" imgW="957580" imgH="515620" progId="Equation.KSEE3">
                  <p:embed/>
                  <p:pic>
                    <p:nvPicPr>
                      <p:cNvPr id="0" name="图片 3805"/>
                      <p:cNvPicPr/>
                      <p:nvPr/>
                    </p:nvPicPr>
                    <p:blipFill>
                      <a:blip r:embed="rId6"/>
                      <a:stretch>
                        <a:fillRect/>
                      </a:stretch>
                    </p:blipFill>
                    <p:spPr>
                      <a:xfrm>
                        <a:off x="3492500" y="476250"/>
                        <a:ext cx="1077913" cy="558800"/>
                      </a:xfrm>
                      <a:prstGeom prst="rect">
                        <a:avLst/>
                      </a:prstGeom>
                      <a:noFill/>
                      <a:ln w="38100">
                        <a:noFill/>
                        <a:miter/>
                      </a:ln>
                    </p:spPr>
                  </p:pic>
                </p:oleObj>
              </mc:Fallback>
            </mc:AlternateContent>
          </a:graphicData>
        </a:graphic>
      </p:graphicFrame>
      <p:graphicFrame>
        <p:nvGraphicFramePr>
          <p:cNvPr id="190468" name="对象 1"/>
          <p:cNvGraphicFramePr/>
          <p:nvPr/>
        </p:nvGraphicFramePr>
        <p:xfrm>
          <a:off x="6938963" y="1146175"/>
          <a:ext cx="798512" cy="482600"/>
        </p:xfrm>
        <a:graphic>
          <a:graphicData uri="http://schemas.openxmlformats.org/presentationml/2006/ole">
            <mc:AlternateContent xmlns:mc="http://schemas.openxmlformats.org/markup-compatibility/2006">
              <mc:Choice xmlns:v="urn:schemas-microsoft-com:vml" Requires="v">
                <p:oleObj r:id="rId5" imgW="957580" imgH="515620" progId="Equation.KSEE3">
                  <p:embed/>
                </p:oleObj>
              </mc:Choice>
              <mc:Fallback>
                <p:oleObj r:id="rId5" imgW="957580" imgH="515620" progId="Equation.KSEE3">
                  <p:embed/>
                  <p:pic>
                    <p:nvPicPr>
                      <p:cNvPr id="0" name="图片 3793"/>
                      <p:cNvPicPr/>
                      <p:nvPr/>
                    </p:nvPicPr>
                    <p:blipFill>
                      <a:blip r:embed="rId6"/>
                      <a:stretch>
                        <a:fillRect/>
                      </a:stretch>
                    </p:blipFill>
                    <p:spPr>
                      <a:xfrm>
                        <a:off x="6938963" y="1146175"/>
                        <a:ext cx="798512" cy="482600"/>
                      </a:xfrm>
                      <a:prstGeom prst="rect">
                        <a:avLst/>
                      </a:prstGeom>
                      <a:noFill/>
                      <a:ln w="38100">
                        <a:noFill/>
                        <a:miter/>
                      </a:ln>
                    </p:spPr>
                  </p:pic>
                </p:oleObj>
              </mc:Fallback>
            </mc:AlternateContent>
          </a:graphicData>
        </a:graphic>
      </p:graphicFrame>
      <p:graphicFrame>
        <p:nvGraphicFramePr>
          <p:cNvPr id="190469" name="对象 9"/>
          <p:cNvGraphicFramePr/>
          <p:nvPr/>
        </p:nvGraphicFramePr>
        <p:xfrm>
          <a:off x="3282950" y="3695700"/>
          <a:ext cx="2071688" cy="425450"/>
        </p:xfrm>
        <a:graphic>
          <a:graphicData uri="http://schemas.openxmlformats.org/presentationml/2006/ole">
            <mc:AlternateContent xmlns:mc="http://schemas.openxmlformats.org/markup-compatibility/2006">
              <mc:Choice xmlns:v="urn:schemas-microsoft-com:vml" Requires="v">
                <p:oleObj r:id="rId7" imgW="2554605" imgH="504190" progId="Equation.KSEE3">
                  <p:embed/>
                </p:oleObj>
              </mc:Choice>
              <mc:Fallback>
                <p:oleObj r:id="rId7" imgW="2554605" imgH="504190" progId="Equation.KSEE3">
                  <p:embed/>
                  <p:pic>
                    <p:nvPicPr>
                      <p:cNvPr id="0" name="图片 3796"/>
                      <p:cNvPicPr/>
                      <p:nvPr/>
                    </p:nvPicPr>
                    <p:blipFill>
                      <a:blip r:embed="rId8"/>
                      <a:stretch>
                        <a:fillRect/>
                      </a:stretch>
                    </p:blipFill>
                    <p:spPr>
                      <a:xfrm>
                        <a:off x="3282950" y="3695700"/>
                        <a:ext cx="2071688" cy="425450"/>
                      </a:xfrm>
                      <a:prstGeom prst="rect">
                        <a:avLst/>
                      </a:prstGeom>
                      <a:noFill/>
                      <a:ln w="38100">
                        <a:noFill/>
                        <a:miter/>
                      </a:ln>
                    </p:spPr>
                  </p:pic>
                </p:oleObj>
              </mc:Fallback>
            </mc:AlternateContent>
          </a:graphicData>
        </a:graphic>
      </p:graphicFrame>
      <p:graphicFrame>
        <p:nvGraphicFramePr>
          <p:cNvPr id="190470" name="对象 11"/>
          <p:cNvGraphicFramePr/>
          <p:nvPr/>
        </p:nvGraphicFramePr>
        <p:xfrm>
          <a:off x="1554163" y="4729163"/>
          <a:ext cx="2020887" cy="503237"/>
        </p:xfrm>
        <a:graphic>
          <a:graphicData uri="http://schemas.openxmlformats.org/presentationml/2006/ole">
            <mc:AlternateContent xmlns:mc="http://schemas.openxmlformats.org/markup-compatibility/2006">
              <mc:Choice xmlns:v="urn:schemas-microsoft-com:vml" Requires="v">
                <p:oleObj r:id="rId9" imgW="1206500" imgH="279400" progId="Equation.KSEE3">
                  <p:embed/>
                </p:oleObj>
              </mc:Choice>
              <mc:Fallback>
                <p:oleObj r:id="rId9" imgW="1206500" imgH="279400" progId="Equation.KSEE3">
                  <p:embed/>
                  <p:pic>
                    <p:nvPicPr>
                      <p:cNvPr id="0" name="图片 3816"/>
                      <p:cNvPicPr/>
                      <p:nvPr/>
                    </p:nvPicPr>
                    <p:blipFill>
                      <a:blip r:embed="rId10"/>
                      <a:stretch>
                        <a:fillRect/>
                      </a:stretch>
                    </p:blipFill>
                    <p:spPr>
                      <a:xfrm>
                        <a:off x="1554163" y="4729163"/>
                        <a:ext cx="2020887" cy="503237"/>
                      </a:xfrm>
                      <a:prstGeom prst="rect">
                        <a:avLst/>
                      </a:prstGeom>
                      <a:noFill/>
                      <a:ln w="38100">
                        <a:noFill/>
                        <a:miter/>
                      </a:ln>
                    </p:spPr>
                  </p:pic>
                </p:oleObj>
              </mc:Fallback>
            </mc:AlternateContent>
          </a:graphicData>
        </a:graphic>
      </p:graphicFrame>
      <p:graphicFrame>
        <p:nvGraphicFramePr>
          <p:cNvPr id="190471" name="对象 13"/>
          <p:cNvGraphicFramePr/>
          <p:nvPr/>
        </p:nvGraphicFramePr>
        <p:xfrm>
          <a:off x="4457700" y="4729163"/>
          <a:ext cx="2955925" cy="412750"/>
        </p:xfrm>
        <a:graphic>
          <a:graphicData uri="http://schemas.openxmlformats.org/presentationml/2006/ole">
            <mc:AlternateContent xmlns:mc="http://schemas.openxmlformats.org/markup-compatibility/2006">
              <mc:Choice xmlns:v="urn:schemas-microsoft-com:vml" Requires="v">
                <p:oleObj r:id="rId11" imgW="1765300" imgH="228600" progId="Equation.KSEE3">
                  <p:embed/>
                </p:oleObj>
              </mc:Choice>
              <mc:Fallback>
                <p:oleObj r:id="rId11" imgW="1765300" imgH="228600" progId="Equation.KSEE3">
                  <p:embed/>
                  <p:pic>
                    <p:nvPicPr>
                      <p:cNvPr id="0" name="图片 3809"/>
                      <p:cNvPicPr/>
                      <p:nvPr/>
                    </p:nvPicPr>
                    <p:blipFill>
                      <a:blip r:embed="rId12"/>
                      <a:stretch>
                        <a:fillRect/>
                      </a:stretch>
                    </p:blipFill>
                    <p:spPr>
                      <a:xfrm>
                        <a:off x="4457700" y="4729163"/>
                        <a:ext cx="2955925" cy="412750"/>
                      </a:xfrm>
                      <a:prstGeom prst="rect">
                        <a:avLst/>
                      </a:prstGeom>
                      <a:noFill/>
                      <a:ln w="38100">
                        <a:noFill/>
                        <a:miter/>
                      </a:ln>
                    </p:spPr>
                  </p:pic>
                </p:oleObj>
              </mc:Fallback>
            </mc:AlternateContent>
          </a:graphicData>
        </a:graphic>
      </p:graphicFrame>
      <p:graphicFrame>
        <p:nvGraphicFramePr>
          <p:cNvPr id="190472" name="对象 15"/>
          <p:cNvGraphicFramePr/>
          <p:nvPr/>
        </p:nvGraphicFramePr>
        <p:xfrm>
          <a:off x="1401763" y="5875338"/>
          <a:ext cx="2701925" cy="412750"/>
        </p:xfrm>
        <a:graphic>
          <a:graphicData uri="http://schemas.openxmlformats.org/presentationml/2006/ole">
            <mc:AlternateContent xmlns:mc="http://schemas.openxmlformats.org/markup-compatibility/2006">
              <mc:Choice xmlns:v="urn:schemas-microsoft-com:vml" Requires="v">
                <p:oleObj r:id="rId13" imgW="1612900" imgH="228600" progId="Equation.KSEE3">
                  <p:embed/>
                </p:oleObj>
              </mc:Choice>
              <mc:Fallback>
                <p:oleObj r:id="rId13" imgW="1612900" imgH="228600" progId="Equation.KSEE3">
                  <p:embed/>
                  <p:pic>
                    <p:nvPicPr>
                      <p:cNvPr id="0" name="图片 3812"/>
                      <p:cNvPicPr/>
                      <p:nvPr/>
                    </p:nvPicPr>
                    <p:blipFill>
                      <a:blip r:embed="rId14"/>
                      <a:stretch>
                        <a:fillRect/>
                      </a:stretch>
                    </p:blipFill>
                    <p:spPr>
                      <a:xfrm>
                        <a:off x="1401763" y="5875338"/>
                        <a:ext cx="2701925" cy="412750"/>
                      </a:xfrm>
                      <a:prstGeom prst="rect">
                        <a:avLst/>
                      </a:prstGeom>
                      <a:noFill/>
                      <a:ln w="38100">
                        <a:noFill/>
                        <a:miter/>
                      </a:ln>
                    </p:spPr>
                  </p:pic>
                </p:oleObj>
              </mc:Fallback>
            </mc:AlternateContent>
          </a:graphicData>
        </a:graphic>
      </p:graphicFrame>
      <p:graphicFrame>
        <p:nvGraphicFramePr>
          <p:cNvPr id="190473" name="对象 17"/>
          <p:cNvGraphicFramePr/>
          <p:nvPr/>
        </p:nvGraphicFramePr>
        <p:xfrm>
          <a:off x="4457700" y="5875338"/>
          <a:ext cx="2871788" cy="412750"/>
        </p:xfrm>
        <a:graphic>
          <a:graphicData uri="http://schemas.openxmlformats.org/presentationml/2006/ole">
            <mc:AlternateContent xmlns:mc="http://schemas.openxmlformats.org/markup-compatibility/2006">
              <mc:Choice xmlns:v="urn:schemas-microsoft-com:vml" Requires="v">
                <p:oleObj r:id="rId15" imgW="1714500" imgH="228600" progId="Equation.KSEE3">
                  <p:embed/>
                </p:oleObj>
              </mc:Choice>
              <mc:Fallback>
                <p:oleObj r:id="rId15" imgW="1714500" imgH="228600" progId="Equation.KSEE3">
                  <p:embed/>
                  <p:pic>
                    <p:nvPicPr>
                      <p:cNvPr id="0" name="图片 3813"/>
                      <p:cNvPicPr/>
                      <p:nvPr/>
                    </p:nvPicPr>
                    <p:blipFill>
                      <a:blip r:embed="rId16"/>
                      <a:stretch>
                        <a:fillRect/>
                      </a:stretch>
                    </p:blipFill>
                    <p:spPr>
                      <a:xfrm>
                        <a:off x="4457700" y="5875338"/>
                        <a:ext cx="2871788" cy="412750"/>
                      </a:xfrm>
                      <a:prstGeom prst="rect">
                        <a:avLst/>
                      </a:prstGeom>
                      <a:noFill/>
                      <a:ln w="38100">
                        <a:noFill/>
                        <a:miter/>
                      </a:ln>
                    </p:spPr>
                  </p:pic>
                </p:oleObj>
              </mc:Fallback>
            </mc:AlternateContent>
          </a:graphicData>
        </a:graphic>
      </p:graphicFrame>
    </p:spTree>
  </p:cSld>
  <p:clrMapOvr>
    <a:masterClrMapping/>
  </p:clrMapOvr>
  <p:transition/>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92513" name="对象 186374"/>
          <p:cNvGraphicFramePr>
            <a:graphicFrameLocks noChangeAspect="1"/>
          </p:cNvGraphicFramePr>
          <p:nvPr/>
        </p:nvGraphicFramePr>
        <p:xfrm>
          <a:off x="1350963" y="2165350"/>
          <a:ext cx="3138487" cy="481013"/>
        </p:xfrm>
        <a:graphic>
          <a:graphicData uri="http://schemas.openxmlformats.org/presentationml/2006/ole">
            <mc:AlternateContent xmlns:mc="http://schemas.openxmlformats.org/markup-compatibility/2006">
              <mc:Choice xmlns:v="urn:schemas-microsoft-com:vml" Requires="v">
                <p:oleObj r:id="rId2" imgW="1498600" imgH="228600" progId="Equation.3">
                  <p:embed/>
                </p:oleObj>
              </mc:Choice>
              <mc:Fallback>
                <p:oleObj r:id="rId2" imgW="1498600" imgH="228600" progId="Equation.3">
                  <p:embed/>
                  <p:pic>
                    <p:nvPicPr>
                      <p:cNvPr id="0" name="图片 3815"/>
                      <p:cNvPicPr/>
                      <p:nvPr/>
                    </p:nvPicPr>
                    <p:blipFill>
                      <a:blip r:embed="rId3"/>
                      <a:stretch>
                        <a:fillRect/>
                      </a:stretch>
                    </p:blipFill>
                    <p:spPr>
                      <a:xfrm>
                        <a:off x="1350963" y="2165350"/>
                        <a:ext cx="3138487" cy="481013"/>
                      </a:xfrm>
                      <a:prstGeom prst="rect">
                        <a:avLst/>
                      </a:prstGeom>
                      <a:noFill/>
                      <a:ln w="38100">
                        <a:noFill/>
                        <a:miter/>
                      </a:ln>
                    </p:spPr>
                  </p:pic>
                </p:oleObj>
              </mc:Fallback>
            </mc:AlternateContent>
          </a:graphicData>
        </a:graphic>
      </p:graphicFrame>
      <p:sp>
        <p:nvSpPr>
          <p:cNvPr id="192514" name="文本框 1"/>
          <p:cNvSpPr txBox="1"/>
          <p:nvPr/>
        </p:nvSpPr>
        <p:spPr>
          <a:xfrm>
            <a:off x="828675" y="603250"/>
            <a:ext cx="539750" cy="460375"/>
          </a:xfrm>
          <a:prstGeom prst="rect">
            <a:avLst/>
          </a:prstGeom>
          <a:noFill/>
          <a:ln w="9525">
            <a:noFill/>
          </a:ln>
        </p:spPr>
        <p:txBody>
          <a:bodyPr wrap="none" anchor="t" anchorCtr="0">
            <a:spAutoFit/>
          </a:bodyPr>
          <a:lstStyle/>
          <a:p>
            <a:r>
              <a:rPr lang="en-US" altLang="zh-CN" sz="2400" dirty="0">
                <a:latin typeface="Times New Roman" panose="02020603050405020304" pitchFamily="2" charset="0"/>
                <a:ea typeface="宋体" panose="02010600030101010101" pitchFamily="2" charset="-122"/>
                <a:sym typeface="微软雅黑" panose="020B0503020204020204" pitchFamily="2" charset="-122"/>
              </a:rPr>
              <a:t>(4)</a:t>
            </a:r>
            <a:endParaRPr lang="en-US" altLang="zh-CN" sz="2400" dirty="0">
              <a:latin typeface="Times New Roman" panose="02020603050405020304" pitchFamily="2" charset="0"/>
              <a:ea typeface="宋体" panose="02010600030101010101" pitchFamily="2" charset="-122"/>
            </a:endParaRPr>
          </a:p>
        </p:txBody>
      </p:sp>
      <p:graphicFrame>
        <p:nvGraphicFramePr>
          <p:cNvPr id="192515" name="对象 2"/>
          <p:cNvGraphicFramePr/>
          <p:nvPr/>
        </p:nvGraphicFramePr>
        <p:xfrm>
          <a:off x="1350963" y="590550"/>
          <a:ext cx="7131050" cy="1382713"/>
        </p:xfrm>
        <a:graphic>
          <a:graphicData uri="http://schemas.openxmlformats.org/presentationml/2006/ole">
            <mc:AlternateContent xmlns:mc="http://schemas.openxmlformats.org/markup-compatibility/2006">
              <mc:Choice xmlns:v="urn:schemas-microsoft-com:vml" Requires="v">
                <p:oleObj r:id="rId4" imgW="3556000" imgH="698500" progId="Equation.KSEE3">
                  <p:embed/>
                </p:oleObj>
              </mc:Choice>
              <mc:Fallback>
                <p:oleObj r:id="rId4" imgW="3556000" imgH="698500" progId="Equation.KSEE3">
                  <p:embed/>
                  <p:pic>
                    <p:nvPicPr>
                      <p:cNvPr id="0" name="图片 3811"/>
                      <p:cNvPicPr/>
                      <p:nvPr/>
                    </p:nvPicPr>
                    <p:blipFill>
                      <a:blip r:embed="rId5"/>
                      <a:stretch>
                        <a:fillRect/>
                      </a:stretch>
                    </p:blipFill>
                    <p:spPr>
                      <a:xfrm>
                        <a:off x="1350963" y="590550"/>
                        <a:ext cx="7131050" cy="1382713"/>
                      </a:xfrm>
                      <a:prstGeom prst="rect">
                        <a:avLst/>
                      </a:prstGeom>
                      <a:noFill/>
                      <a:ln w="38100">
                        <a:noFill/>
                        <a:miter/>
                      </a:ln>
                    </p:spPr>
                  </p:pic>
                </p:oleObj>
              </mc:Fallback>
            </mc:AlternateContent>
          </a:graphicData>
        </a:graphic>
      </p:graphicFrame>
      <p:sp>
        <p:nvSpPr>
          <p:cNvPr id="192516" name="文本框 4"/>
          <p:cNvSpPr txBox="1"/>
          <p:nvPr/>
        </p:nvSpPr>
        <p:spPr>
          <a:xfrm>
            <a:off x="812800" y="2165350"/>
            <a:ext cx="538163" cy="460375"/>
          </a:xfrm>
          <a:prstGeom prst="rect">
            <a:avLst/>
          </a:prstGeom>
          <a:noFill/>
          <a:ln w="9525">
            <a:noFill/>
          </a:ln>
        </p:spPr>
        <p:txBody>
          <a:bodyPr wrap="none" anchor="t" anchorCtr="0">
            <a:spAutoFit/>
          </a:bodyPr>
          <a:lstStyle/>
          <a:p>
            <a:r>
              <a:rPr lang="en-US" altLang="zh-CN" sz="2400" dirty="0">
                <a:latin typeface="Times New Roman" panose="02020603050405020304" pitchFamily="2" charset="0"/>
                <a:ea typeface="宋体" panose="02010600030101010101" pitchFamily="2" charset="-122"/>
                <a:sym typeface="微软雅黑" panose="020B0503020204020204" pitchFamily="2" charset="-122"/>
              </a:rPr>
              <a:t>(5)</a:t>
            </a:r>
            <a:endParaRPr lang="en-US" altLang="zh-CN" sz="2400" dirty="0">
              <a:latin typeface="Times New Roman" panose="02020603050405020304" pitchFamily="2" charset="0"/>
              <a:ea typeface="宋体" panose="02010600030101010101" pitchFamily="2" charset="-122"/>
            </a:endParaRPr>
          </a:p>
        </p:txBody>
      </p:sp>
    </p:spTree>
  </p:cSld>
  <p:clrMapOvr>
    <a:masterClrMapping/>
  </p:clrMapOvr>
  <p:transition/>
</p:sld>
</file>

<file path=ppt/slides/slide155.xml><?xml version="1.0" encoding="utf-8"?>
<p:sld xmlns:a="http://schemas.openxmlformats.org/drawingml/2006/main" xmlns:r="http://schemas.openxmlformats.org/officeDocument/2006/relationships" xmlns:p="http://schemas.openxmlformats.org/presentationml/2006/main">
  <p:cSld>
    <p:bg>
      <p:bgPr>
        <a:blipFill rotWithShape="0">
          <a:blip r:embed="rId3"/>
          <a:stretch>
            <a:fillRect/>
          </a:stretch>
        </a:blipFill>
        <a:effectLst/>
      </p:bgPr>
    </p:bg>
    <p:spTree>
      <p:nvGrpSpPr>
        <p:cNvPr id="1" name=""/>
        <p:cNvGrpSpPr/>
        <p:nvPr/>
      </p:nvGrpSpPr>
      <p:grpSpPr>
        <a:xfrm>
          <a:off x="0" y="0"/>
          <a:ext cx="0" cy="0"/>
          <a:chOff x="0" y="0"/>
          <a:chExt cx="0" cy="0"/>
        </a:xfrm>
      </p:grpSpPr>
      <p:sp>
        <p:nvSpPr>
          <p:cNvPr id="193538" name="标题 90113"/>
          <p:cNvSpPr>
            <a:spLocks noGrp="1"/>
          </p:cNvSpPr>
          <p:nvPr>
            <p:ph type="title"/>
          </p:nvPr>
        </p:nvSpPr>
        <p:spPr>
          <a:xfrm>
            <a:off x="930275" y="133350"/>
            <a:ext cx="7772400" cy="1206500"/>
          </a:xfrm>
          <a:ln/>
        </p:spPr>
        <p:txBody>
          <a:bodyPr anchor="ctr" anchorCtr="0"/>
          <a:lstStyle/>
          <a:p>
            <a:r>
              <a:rPr lang="en-US" altLang="zh-CN" sz="3200" b="1">
                <a:latin typeface="Times New Roman" panose="02020603050405020304" pitchFamily="2" charset="0"/>
                <a:ea typeface="宋体" panose="02010600030101010101" pitchFamily="2" charset="-122"/>
              </a:rPr>
              <a:t>2.4.4 系统函数与差分方程</a:t>
            </a:r>
          </a:p>
        </p:txBody>
      </p:sp>
      <p:sp>
        <p:nvSpPr>
          <p:cNvPr id="193539" name="内容占位符 90114"/>
          <p:cNvSpPr>
            <a:spLocks noGrp="1"/>
          </p:cNvSpPr>
          <p:nvPr>
            <p:ph idx="1"/>
          </p:nvPr>
        </p:nvSpPr>
        <p:spPr>
          <a:xfrm>
            <a:off x="858838" y="1311275"/>
            <a:ext cx="7772400" cy="606425"/>
          </a:xfrm>
          <a:ln/>
        </p:spPr>
        <p:txBody>
          <a:bodyPr anchor="t" anchorCtr="0"/>
          <a:lstStyle/>
          <a:p>
            <a:pPr>
              <a:buNone/>
            </a:pPr>
            <a:r>
              <a:rPr lang="zh-CN" altLang="en-US">
                <a:latin typeface="宋体" panose="02010600030101010101" pitchFamily="2" charset="-122"/>
                <a:ea typeface="宋体" panose="02010600030101010101" pitchFamily="2" charset="-122"/>
              </a:rPr>
              <a:t>常系数线性差分方程：</a:t>
            </a:r>
          </a:p>
        </p:txBody>
      </p:sp>
      <p:sp>
        <p:nvSpPr>
          <p:cNvPr id="193540" name="文本框 90118"/>
          <p:cNvSpPr txBox="1"/>
          <p:nvPr/>
        </p:nvSpPr>
        <p:spPr>
          <a:xfrm>
            <a:off x="212725" y="2998788"/>
            <a:ext cx="2951163" cy="522287"/>
          </a:xfrm>
          <a:prstGeom prst="rect">
            <a:avLst/>
          </a:prstGeom>
          <a:noFill/>
          <a:ln w="9525">
            <a:noFill/>
          </a:ln>
        </p:spPr>
        <p:txBody>
          <a:bodyPr anchor="t" anchorCtr="0">
            <a:spAutoFit/>
          </a:bodyPr>
          <a:lstStyle/>
          <a:p>
            <a:pPr algn="ctr">
              <a:spcBef>
                <a:spcPct val="50000"/>
              </a:spcBef>
            </a:pPr>
            <a:r>
              <a:rPr lang="zh-CN" altLang="en-US" sz="2800">
                <a:latin typeface="宋体" panose="02010600030101010101" pitchFamily="2" charset="-122"/>
                <a:ea typeface="宋体" panose="02010600030101010101" pitchFamily="2" charset="-122"/>
              </a:rPr>
              <a:t>取z变换</a:t>
            </a:r>
          </a:p>
        </p:txBody>
      </p:sp>
      <p:sp>
        <p:nvSpPr>
          <p:cNvPr id="193541" name="文本框 90119"/>
          <p:cNvSpPr txBox="1"/>
          <p:nvPr/>
        </p:nvSpPr>
        <p:spPr>
          <a:xfrm>
            <a:off x="642938" y="4435475"/>
            <a:ext cx="2592387" cy="522288"/>
          </a:xfrm>
          <a:prstGeom prst="rect">
            <a:avLst/>
          </a:prstGeom>
          <a:noFill/>
          <a:ln w="9525">
            <a:noFill/>
          </a:ln>
        </p:spPr>
        <p:txBody>
          <a:bodyPr anchor="t" anchorCtr="0">
            <a:spAutoFit/>
          </a:bodyPr>
          <a:lstStyle/>
          <a:p>
            <a:pPr algn="ctr">
              <a:spcBef>
                <a:spcPct val="50000"/>
              </a:spcBef>
            </a:pPr>
            <a:r>
              <a:rPr lang="zh-CN" altLang="en-US" sz="2800">
                <a:latin typeface="宋体" panose="02010600030101010101" pitchFamily="2" charset="-122"/>
                <a:ea typeface="宋体" panose="02010600030101010101" pitchFamily="2" charset="-122"/>
              </a:rPr>
              <a:t>则系统函数</a:t>
            </a:r>
          </a:p>
        </p:txBody>
      </p:sp>
      <p:graphicFrame>
        <p:nvGraphicFramePr>
          <p:cNvPr id="193542" name="对象 192518"/>
          <p:cNvGraphicFramePr>
            <a:graphicFrameLocks noChangeAspect="1"/>
          </p:cNvGraphicFramePr>
          <p:nvPr/>
        </p:nvGraphicFramePr>
        <p:xfrm>
          <a:off x="3235325" y="1917700"/>
          <a:ext cx="4495800" cy="1047750"/>
        </p:xfrm>
        <a:graphic>
          <a:graphicData uri="http://schemas.openxmlformats.org/presentationml/2006/ole">
            <mc:AlternateContent xmlns:mc="http://schemas.openxmlformats.org/markup-compatibility/2006">
              <mc:Choice xmlns:v="urn:schemas-microsoft-com:vml" Requires="v">
                <p:oleObj r:id="rId4" imgW="1841500" imgH="431800" progId="Equation.3">
                  <p:embed/>
                </p:oleObj>
              </mc:Choice>
              <mc:Fallback>
                <p:oleObj r:id="rId4" imgW="1841500" imgH="431800" progId="Equation.3">
                  <p:embed/>
                  <p:pic>
                    <p:nvPicPr>
                      <p:cNvPr id="0" name="图片 3821"/>
                      <p:cNvPicPr/>
                      <p:nvPr/>
                    </p:nvPicPr>
                    <p:blipFill>
                      <a:blip r:embed="rId5"/>
                      <a:stretch>
                        <a:fillRect/>
                      </a:stretch>
                    </p:blipFill>
                    <p:spPr>
                      <a:xfrm>
                        <a:off x="3235325" y="1917700"/>
                        <a:ext cx="4495800" cy="1047750"/>
                      </a:xfrm>
                      <a:prstGeom prst="rect">
                        <a:avLst/>
                      </a:prstGeom>
                      <a:noFill/>
                      <a:ln w="38100">
                        <a:noFill/>
                        <a:miter/>
                      </a:ln>
                    </p:spPr>
                  </p:pic>
                </p:oleObj>
              </mc:Fallback>
            </mc:AlternateContent>
          </a:graphicData>
        </a:graphic>
      </p:graphicFrame>
      <p:graphicFrame>
        <p:nvGraphicFramePr>
          <p:cNvPr id="193543" name="对象 192518"/>
          <p:cNvGraphicFramePr>
            <a:graphicFrameLocks noChangeAspect="1"/>
          </p:cNvGraphicFramePr>
          <p:nvPr/>
        </p:nvGraphicFramePr>
        <p:xfrm>
          <a:off x="3235325" y="3300413"/>
          <a:ext cx="4465638" cy="1047750"/>
        </p:xfrm>
        <a:graphic>
          <a:graphicData uri="http://schemas.openxmlformats.org/presentationml/2006/ole">
            <mc:AlternateContent xmlns:mc="http://schemas.openxmlformats.org/markup-compatibility/2006">
              <mc:Choice xmlns:v="urn:schemas-microsoft-com:vml" Requires="v">
                <p:oleObj r:id="rId6" imgW="1828800" imgH="431800" progId="Equation.3">
                  <p:embed/>
                </p:oleObj>
              </mc:Choice>
              <mc:Fallback>
                <p:oleObj r:id="rId6" imgW="1828800" imgH="431800" progId="Equation.3">
                  <p:embed/>
                  <p:pic>
                    <p:nvPicPr>
                      <p:cNvPr id="0" name="图片 3820"/>
                      <p:cNvPicPr/>
                      <p:nvPr/>
                    </p:nvPicPr>
                    <p:blipFill>
                      <a:blip r:embed="rId7"/>
                      <a:stretch>
                        <a:fillRect/>
                      </a:stretch>
                    </p:blipFill>
                    <p:spPr>
                      <a:xfrm>
                        <a:off x="3235325" y="3300413"/>
                        <a:ext cx="4465638" cy="1047750"/>
                      </a:xfrm>
                      <a:prstGeom prst="rect">
                        <a:avLst/>
                      </a:prstGeom>
                      <a:noFill/>
                      <a:ln w="38100">
                        <a:noFill/>
                        <a:miter/>
                      </a:ln>
                    </p:spPr>
                  </p:pic>
                </p:oleObj>
              </mc:Fallback>
            </mc:AlternateContent>
          </a:graphicData>
        </a:graphic>
      </p:graphicFrame>
      <p:graphicFrame>
        <p:nvGraphicFramePr>
          <p:cNvPr id="193544" name="对象 192516"/>
          <p:cNvGraphicFramePr>
            <a:graphicFrameLocks noChangeAspect="1"/>
          </p:cNvGraphicFramePr>
          <p:nvPr/>
        </p:nvGraphicFramePr>
        <p:xfrm>
          <a:off x="2232025" y="4532313"/>
          <a:ext cx="6472238" cy="2043112"/>
        </p:xfrm>
        <a:graphic>
          <a:graphicData uri="http://schemas.openxmlformats.org/presentationml/2006/ole">
            <mc:AlternateContent xmlns:mc="http://schemas.openxmlformats.org/markup-compatibility/2006">
              <mc:Choice xmlns:v="urn:schemas-microsoft-com:vml" Requires="v">
                <p:oleObj r:id="rId8" imgW="2654300" imgH="838200" progId="Equation.3">
                  <p:embed/>
                </p:oleObj>
              </mc:Choice>
              <mc:Fallback>
                <p:oleObj r:id="rId8" imgW="2654300" imgH="838200" progId="Equation.3">
                  <p:embed/>
                  <p:pic>
                    <p:nvPicPr>
                      <p:cNvPr id="0" name="图片 3810"/>
                      <p:cNvPicPr/>
                      <p:nvPr/>
                    </p:nvPicPr>
                    <p:blipFill>
                      <a:blip r:embed="rId9"/>
                      <a:stretch>
                        <a:fillRect/>
                      </a:stretch>
                    </p:blipFill>
                    <p:spPr>
                      <a:xfrm>
                        <a:off x="2232025" y="4532313"/>
                        <a:ext cx="6472238" cy="2043112"/>
                      </a:xfrm>
                      <a:prstGeom prst="rect">
                        <a:avLst/>
                      </a:prstGeom>
                      <a:noFill/>
                      <a:ln w="38100">
                        <a:noFill/>
                        <a:miter/>
                      </a:ln>
                    </p:spPr>
                  </p:pic>
                </p:oleObj>
              </mc:Fallback>
            </mc:AlternateContent>
          </a:graphicData>
        </a:graphic>
      </p:graphicFrame>
      <p:sp>
        <p:nvSpPr>
          <p:cNvPr id="193545" name="文本框 192519"/>
          <p:cNvSpPr txBox="1"/>
          <p:nvPr/>
        </p:nvSpPr>
        <p:spPr>
          <a:xfrm>
            <a:off x="849313" y="5138738"/>
            <a:ext cx="1677987" cy="828675"/>
          </a:xfrm>
          <a:prstGeom prst="rect">
            <a:avLst/>
          </a:prstGeom>
          <a:noFill/>
          <a:ln w="9525">
            <a:noFill/>
          </a:ln>
        </p:spPr>
        <p:txBody>
          <a:bodyPr wrap="square" anchor="t" anchorCtr="0">
            <a:spAutoFit/>
          </a:bodyPr>
          <a:lstStyle/>
          <a:p>
            <a:r>
              <a:rPr lang="zh-CN" altLang="en-US" sz="2400" b="1" dirty="0">
                <a:solidFill>
                  <a:srgbClr val="FF0000"/>
                </a:solidFill>
                <a:latin typeface="宋体" panose="02010600030101010101" pitchFamily="2" charset="-122"/>
                <a:ea typeface="宋体" panose="02010600030101010101" pitchFamily="2" charset="-122"/>
                <a:sym typeface="Arial" panose="020B0604020202020204" pitchFamily="34" charset="0"/>
              </a:rPr>
              <a:t>两个多项式之比</a:t>
            </a:r>
          </a:p>
        </p:txBody>
      </p:sp>
    </p:spTree>
  </p:cSld>
  <p:clrMapOvr>
    <a:masterClrMapping/>
  </p:clrMapOvr>
  <p:transition/>
</p:sld>
</file>

<file path=ppt/slides/slide156.xml><?xml version="1.0" encoding="utf-8"?>
<p:sld xmlns:a="http://schemas.openxmlformats.org/drawingml/2006/main" xmlns:r="http://schemas.openxmlformats.org/officeDocument/2006/relationships" xmlns:p="http://schemas.openxmlformats.org/presentationml/2006/main">
  <p:cSld>
    <p:bg>
      <p:bgPr>
        <a:solidFill>
          <a:schemeClr val="accent6"/>
        </a:solidFill>
        <a:effectLst/>
      </p:bgPr>
    </p:bg>
    <p:spTree>
      <p:nvGrpSpPr>
        <p:cNvPr id="1" name=""/>
        <p:cNvGrpSpPr/>
        <p:nvPr/>
      </p:nvGrpSpPr>
      <p:grpSpPr>
        <a:xfrm>
          <a:off x="0" y="0"/>
          <a:ext cx="0" cy="0"/>
          <a:chOff x="0" y="0"/>
          <a:chExt cx="0" cy="0"/>
        </a:xfrm>
      </p:grpSpPr>
      <p:graphicFrame>
        <p:nvGraphicFramePr>
          <p:cNvPr id="195586" name="对象 91137"/>
          <p:cNvGraphicFramePr>
            <a:graphicFrameLocks noChangeAspect="1"/>
          </p:cNvGraphicFramePr>
          <p:nvPr/>
        </p:nvGraphicFramePr>
        <p:xfrm>
          <a:off x="457200" y="838200"/>
          <a:ext cx="8382000" cy="4651375"/>
        </p:xfrm>
        <a:graphic>
          <a:graphicData uri="http://schemas.openxmlformats.org/presentationml/2006/ole">
            <mc:AlternateContent xmlns:mc="http://schemas.openxmlformats.org/markup-compatibility/2006">
              <mc:Choice xmlns:v="urn:schemas-microsoft-com:vml" Requires="v">
                <p:oleObj r:id="rId2" imgW="7391400" imgH="4102100" progId="Equation.DSMT4">
                  <p:embed/>
                </p:oleObj>
              </mc:Choice>
              <mc:Fallback>
                <p:oleObj r:id="rId2" imgW="7391400" imgH="4102100" progId="Equation.DSMT4">
                  <p:embed/>
                  <p:pic>
                    <p:nvPicPr>
                      <p:cNvPr id="0" name="图片 3814"/>
                      <p:cNvPicPr/>
                      <p:nvPr/>
                    </p:nvPicPr>
                    <p:blipFill>
                      <a:blip r:embed="rId3"/>
                      <a:stretch>
                        <a:fillRect/>
                      </a:stretch>
                    </p:blipFill>
                    <p:spPr>
                      <a:xfrm>
                        <a:off x="457200" y="838200"/>
                        <a:ext cx="8382000" cy="4651375"/>
                      </a:xfrm>
                      <a:prstGeom prst="rect">
                        <a:avLst/>
                      </a:prstGeom>
                      <a:noFill/>
                      <a:ln w="38100">
                        <a:noFill/>
                        <a:miter/>
                      </a:ln>
                    </p:spPr>
                  </p:pic>
                </p:oleObj>
              </mc:Fallback>
            </mc:AlternateContent>
          </a:graphicData>
        </a:graphic>
      </p:graphicFrame>
    </p:spTree>
  </p:cSld>
  <p:clrMapOvr>
    <a:masterClrMapping/>
  </p:clrMapOvr>
  <p:transition/>
</p:sld>
</file>

<file path=ppt/slides/slide157.xml><?xml version="1.0" encoding="utf-8"?>
<p:sld xmlns:a="http://schemas.openxmlformats.org/drawingml/2006/main" xmlns:r="http://schemas.openxmlformats.org/officeDocument/2006/relationships" xmlns:p="http://schemas.openxmlformats.org/presentationml/2006/main">
  <p:cSld>
    <p:bg>
      <p:bgPr>
        <a:solidFill>
          <a:schemeClr val="accent6"/>
        </a:solidFill>
        <a:effectLst/>
      </p:bgPr>
    </p:bg>
    <p:spTree>
      <p:nvGrpSpPr>
        <p:cNvPr id="1" name=""/>
        <p:cNvGrpSpPr/>
        <p:nvPr/>
      </p:nvGrpSpPr>
      <p:grpSpPr>
        <a:xfrm>
          <a:off x="0" y="0"/>
          <a:ext cx="0" cy="0"/>
          <a:chOff x="0" y="0"/>
          <a:chExt cx="0" cy="0"/>
        </a:xfrm>
      </p:grpSpPr>
      <p:graphicFrame>
        <p:nvGraphicFramePr>
          <p:cNvPr id="196610" name="对象 92161"/>
          <p:cNvGraphicFramePr>
            <a:graphicFrameLocks noChangeAspect="1"/>
          </p:cNvGraphicFramePr>
          <p:nvPr/>
        </p:nvGraphicFramePr>
        <p:xfrm>
          <a:off x="152400" y="228600"/>
          <a:ext cx="5105400" cy="381000"/>
        </p:xfrm>
        <a:graphic>
          <a:graphicData uri="http://schemas.openxmlformats.org/presentationml/2006/ole">
            <mc:AlternateContent xmlns:mc="http://schemas.openxmlformats.org/markup-compatibility/2006">
              <mc:Choice xmlns:v="urn:schemas-microsoft-com:vml" Requires="v">
                <p:oleObj r:id="rId2" imgW="5105400" imgH="381000" progId="Equation.DSMT4">
                  <p:embed/>
                </p:oleObj>
              </mc:Choice>
              <mc:Fallback>
                <p:oleObj r:id="rId2" imgW="5105400" imgH="381000" progId="Equation.DSMT4">
                  <p:embed/>
                  <p:pic>
                    <p:nvPicPr>
                      <p:cNvPr id="0" name="图片 3817"/>
                      <p:cNvPicPr/>
                      <p:nvPr/>
                    </p:nvPicPr>
                    <p:blipFill>
                      <a:blip r:embed="rId3"/>
                      <a:stretch>
                        <a:fillRect/>
                      </a:stretch>
                    </p:blipFill>
                    <p:spPr>
                      <a:xfrm>
                        <a:off x="152400" y="228600"/>
                        <a:ext cx="5105400" cy="381000"/>
                      </a:xfrm>
                      <a:prstGeom prst="rect">
                        <a:avLst/>
                      </a:prstGeom>
                      <a:noFill/>
                      <a:ln w="38100">
                        <a:noFill/>
                        <a:miter/>
                      </a:ln>
                    </p:spPr>
                  </p:pic>
                </p:oleObj>
              </mc:Fallback>
            </mc:AlternateContent>
          </a:graphicData>
        </a:graphic>
      </p:graphicFrame>
      <p:graphicFrame>
        <p:nvGraphicFramePr>
          <p:cNvPr id="196611" name="对象 92162"/>
          <p:cNvGraphicFramePr>
            <a:graphicFrameLocks noChangeAspect="1"/>
          </p:cNvGraphicFramePr>
          <p:nvPr/>
        </p:nvGraphicFramePr>
        <p:xfrm>
          <a:off x="1524000" y="838200"/>
          <a:ext cx="6781800" cy="838200"/>
        </p:xfrm>
        <a:graphic>
          <a:graphicData uri="http://schemas.openxmlformats.org/presentationml/2006/ole">
            <mc:AlternateContent xmlns:mc="http://schemas.openxmlformats.org/markup-compatibility/2006">
              <mc:Choice xmlns:v="urn:schemas-microsoft-com:vml" Requires="v">
                <p:oleObj r:id="rId4" imgW="6781800" imgH="838200" progId="Equation.DSMT4">
                  <p:embed/>
                </p:oleObj>
              </mc:Choice>
              <mc:Fallback>
                <p:oleObj r:id="rId4" imgW="6781800" imgH="838200" progId="Equation.DSMT4">
                  <p:embed/>
                  <p:pic>
                    <p:nvPicPr>
                      <p:cNvPr id="0" name="图片 3818"/>
                      <p:cNvPicPr/>
                      <p:nvPr/>
                    </p:nvPicPr>
                    <p:blipFill>
                      <a:blip r:embed="rId5"/>
                      <a:stretch>
                        <a:fillRect/>
                      </a:stretch>
                    </p:blipFill>
                    <p:spPr>
                      <a:xfrm>
                        <a:off x="1524000" y="838200"/>
                        <a:ext cx="6781800" cy="838200"/>
                      </a:xfrm>
                      <a:prstGeom prst="rect">
                        <a:avLst/>
                      </a:prstGeom>
                      <a:noFill/>
                      <a:ln w="38100">
                        <a:noFill/>
                        <a:miter/>
                      </a:ln>
                    </p:spPr>
                  </p:pic>
                </p:oleObj>
              </mc:Fallback>
            </mc:AlternateContent>
          </a:graphicData>
        </a:graphic>
      </p:graphicFrame>
      <p:graphicFrame>
        <p:nvGraphicFramePr>
          <p:cNvPr id="196612" name="对象 92163"/>
          <p:cNvGraphicFramePr>
            <a:graphicFrameLocks noChangeAspect="1"/>
          </p:cNvGraphicFramePr>
          <p:nvPr/>
        </p:nvGraphicFramePr>
        <p:xfrm>
          <a:off x="952500" y="1936750"/>
          <a:ext cx="7886700" cy="1765300"/>
        </p:xfrm>
        <a:graphic>
          <a:graphicData uri="http://schemas.openxmlformats.org/presentationml/2006/ole">
            <mc:AlternateContent xmlns:mc="http://schemas.openxmlformats.org/markup-compatibility/2006">
              <mc:Choice xmlns:v="urn:schemas-microsoft-com:vml" Requires="v">
                <p:oleObj r:id="rId6" imgW="7886700" imgH="1765300" progId="Equation.DSMT4">
                  <p:embed/>
                </p:oleObj>
              </mc:Choice>
              <mc:Fallback>
                <p:oleObj r:id="rId6" imgW="7886700" imgH="1765300" progId="Equation.DSMT4">
                  <p:embed/>
                  <p:pic>
                    <p:nvPicPr>
                      <p:cNvPr id="0" name="图片 3819"/>
                      <p:cNvPicPr/>
                      <p:nvPr/>
                    </p:nvPicPr>
                    <p:blipFill>
                      <a:blip r:embed="rId7"/>
                      <a:stretch>
                        <a:fillRect/>
                      </a:stretch>
                    </p:blipFill>
                    <p:spPr>
                      <a:xfrm>
                        <a:off x="952500" y="1936750"/>
                        <a:ext cx="7886700" cy="1765300"/>
                      </a:xfrm>
                      <a:prstGeom prst="rect">
                        <a:avLst/>
                      </a:prstGeom>
                      <a:noFill/>
                      <a:ln w="38100">
                        <a:noFill/>
                        <a:miter/>
                      </a:ln>
                    </p:spPr>
                  </p:pic>
                </p:oleObj>
              </mc:Fallback>
            </mc:AlternateContent>
          </a:graphicData>
        </a:graphic>
      </p:graphicFrame>
      <p:graphicFrame>
        <p:nvGraphicFramePr>
          <p:cNvPr id="196613" name="对象 92164"/>
          <p:cNvGraphicFramePr>
            <a:graphicFrameLocks noChangeAspect="1"/>
          </p:cNvGraphicFramePr>
          <p:nvPr/>
        </p:nvGraphicFramePr>
        <p:xfrm>
          <a:off x="1117600" y="3733800"/>
          <a:ext cx="5207000" cy="838200"/>
        </p:xfrm>
        <a:graphic>
          <a:graphicData uri="http://schemas.openxmlformats.org/presentationml/2006/ole">
            <mc:AlternateContent xmlns:mc="http://schemas.openxmlformats.org/markup-compatibility/2006">
              <mc:Choice xmlns:v="urn:schemas-microsoft-com:vml" Requires="v">
                <p:oleObj r:id="rId8" imgW="5207000" imgH="838200" progId="Equation.DSMT4">
                  <p:embed/>
                </p:oleObj>
              </mc:Choice>
              <mc:Fallback>
                <p:oleObj r:id="rId8" imgW="5207000" imgH="838200" progId="Equation.DSMT4">
                  <p:embed/>
                  <p:pic>
                    <p:nvPicPr>
                      <p:cNvPr id="0" name="图片 3806"/>
                      <p:cNvPicPr/>
                      <p:nvPr/>
                    </p:nvPicPr>
                    <p:blipFill>
                      <a:blip r:embed="rId9"/>
                      <a:stretch>
                        <a:fillRect/>
                      </a:stretch>
                    </p:blipFill>
                    <p:spPr>
                      <a:xfrm>
                        <a:off x="1117600" y="3733800"/>
                        <a:ext cx="5207000" cy="838200"/>
                      </a:xfrm>
                      <a:prstGeom prst="rect">
                        <a:avLst/>
                      </a:prstGeom>
                      <a:noFill/>
                      <a:ln w="38100">
                        <a:noFill/>
                        <a:miter/>
                      </a:ln>
                    </p:spPr>
                  </p:pic>
                </p:oleObj>
              </mc:Fallback>
            </mc:AlternateContent>
          </a:graphicData>
        </a:graphic>
      </p:graphicFrame>
      <p:graphicFrame>
        <p:nvGraphicFramePr>
          <p:cNvPr id="196614" name="对象 92165"/>
          <p:cNvGraphicFramePr>
            <a:graphicFrameLocks noChangeAspect="1"/>
          </p:cNvGraphicFramePr>
          <p:nvPr/>
        </p:nvGraphicFramePr>
        <p:xfrm>
          <a:off x="1117600" y="1752600"/>
          <a:ext cx="1549400" cy="381000"/>
        </p:xfrm>
        <a:graphic>
          <a:graphicData uri="http://schemas.openxmlformats.org/presentationml/2006/ole">
            <mc:AlternateContent xmlns:mc="http://schemas.openxmlformats.org/markup-compatibility/2006">
              <mc:Choice xmlns:v="urn:schemas-microsoft-com:vml" Requires="v">
                <p:oleObj r:id="rId10" imgW="1548765" imgH="381000" progId="Equation.DSMT4">
                  <p:embed/>
                </p:oleObj>
              </mc:Choice>
              <mc:Fallback>
                <p:oleObj r:id="rId10" imgW="1548765" imgH="381000" progId="Equation.DSMT4">
                  <p:embed/>
                  <p:pic>
                    <p:nvPicPr>
                      <p:cNvPr id="0" name="图片 3807"/>
                      <p:cNvPicPr/>
                      <p:nvPr/>
                    </p:nvPicPr>
                    <p:blipFill>
                      <a:blip r:embed="rId11"/>
                      <a:stretch>
                        <a:fillRect/>
                      </a:stretch>
                    </p:blipFill>
                    <p:spPr>
                      <a:xfrm>
                        <a:off x="1117600" y="1752600"/>
                        <a:ext cx="1549400" cy="381000"/>
                      </a:xfrm>
                      <a:prstGeom prst="rect">
                        <a:avLst/>
                      </a:prstGeom>
                      <a:noFill/>
                      <a:ln w="38100">
                        <a:noFill/>
                        <a:miter/>
                      </a:ln>
                    </p:spPr>
                  </p:pic>
                </p:oleObj>
              </mc:Fallback>
            </mc:AlternateContent>
          </a:graphicData>
        </a:graphic>
      </p:graphicFrame>
      <p:graphicFrame>
        <p:nvGraphicFramePr>
          <p:cNvPr id="196615" name="对象 92166"/>
          <p:cNvGraphicFramePr>
            <a:graphicFrameLocks noChangeAspect="1"/>
          </p:cNvGraphicFramePr>
          <p:nvPr/>
        </p:nvGraphicFramePr>
        <p:xfrm>
          <a:off x="939800" y="4876800"/>
          <a:ext cx="4546600" cy="1397000"/>
        </p:xfrm>
        <a:graphic>
          <a:graphicData uri="http://schemas.openxmlformats.org/presentationml/2006/ole">
            <mc:AlternateContent xmlns:mc="http://schemas.openxmlformats.org/markup-compatibility/2006">
              <mc:Choice xmlns:v="urn:schemas-microsoft-com:vml" Requires="v">
                <p:oleObj r:id="rId12" imgW="4546600" imgH="1397000" progId="Equation.DSMT4">
                  <p:embed/>
                </p:oleObj>
              </mc:Choice>
              <mc:Fallback>
                <p:oleObj r:id="rId12" imgW="4546600" imgH="1397000" progId="Equation.DSMT4">
                  <p:embed/>
                  <p:pic>
                    <p:nvPicPr>
                      <p:cNvPr id="0" name="图片 3808"/>
                      <p:cNvPicPr/>
                      <p:nvPr/>
                    </p:nvPicPr>
                    <p:blipFill>
                      <a:blip r:embed="rId13"/>
                      <a:stretch>
                        <a:fillRect/>
                      </a:stretch>
                    </p:blipFill>
                    <p:spPr>
                      <a:xfrm>
                        <a:off x="939800" y="4876800"/>
                        <a:ext cx="4546600" cy="1397000"/>
                      </a:xfrm>
                      <a:prstGeom prst="rect">
                        <a:avLst/>
                      </a:prstGeom>
                      <a:noFill/>
                      <a:ln w="38100">
                        <a:noFill/>
                        <a:miter/>
                      </a:ln>
                    </p:spPr>
                  </p:pic>
                </p:oleObj>
              </mc:Fallback>
            </mc:AlternateContent>
          </a:graphicData>
        </a:graphic>
      </p:graphicFrame>
      <p:grpSp>
        <p:nvGrpSpPr>
          <p:cNvPr id="196616" name="组合 92167"/>
          <p:cNvGrpSpPr/>
          <p:nvPr/>
        </p:nvGrpSpPr>
        <p:grpSpPr>
          <a:xfrm>
            <a:off x="5791200" y="4191000"/>
            <a:ext cx="3048000" cy="2667000"/>
            <a:chOff x="0" y="0"/>
            <a:chExt cx="1920" cy="1680"/>
          </a:xfrm>
        </p:grpSpPr>
        <p:sp>
          <p:nvSpPr>
            <p:cNvPr id="196617" name="椭圆 92168"/>
            <p:cNvSpPr/>
            <p:nvPr/>
          </p:nvSpPr>
          <p:spPr>
            <a:xfrm>
              <a:off x="0" y="191"/>
              <a:ext cx="1538" cy="1451"/>
            </a:xfrm>
            <a:prstGeom prst="ellipse">
              <a:avLst/>
            </a:prstGeom>
            <a:pattFill prst="pct10">
              <a:fgClr>
                <a:schemeClr val="tx1"/>
              </a:fgClr>
              <a:bgClr>
                <a:schemeClr val="bg2"/>
              </a:bgClr>
            </a:pattFill>
            <a:ln w="9525">
              <a:noFill/>
            </a:ln>
          </p:spPr>
          <p:txBody>
            <a:bodyPr anchor="t" anchorCtr="0"/>
            <a:lstStyle/>
            <a:p>
              <a:endParaRPr lang="zh-CN" altLang="en-US">
                <a:latin typeface="Times New Roman" panose="02020603050405020304" pitchFamily="2" charset="0"/>
                <a:ea typeface="宋体" panose="02010600030101010101" pitchFamily="2" charset="-122"/>
              </a:endParaRPr>
            </a:p>
          </p:txBody>
        </p:sp>
        <p:sp>
          <p:nvSpPr>
            <p:cNvPr id="196618" name="椭圆 92169"/>
            <p:cNvSpPr/>
            <p:nvPr/>
          </p:nvSpPr>
          <p:spPr>
            <a:xfrm>
              <a:off x="392" y="535"/>
              <a:ext cx="784" cy="801"/>
            </a:xfrm>
            <a:prstGeom prst="ellipse">
              <a:avLst/>
            </a:prstGeom>
            <a:solidFill>
              <a:schemeClr val="bg2"/>
            </a:solidFill>
            <a:ln w="25400" cap="sq" cmpd="sng">
              <a:solidFill>
                <a:schemeClr val="tx1"/>
              </a:solidFill>
              <a:prstDash val="solid"/>
              <a:round/>
              <a:headEnd type="none" w="med" len="med"/>
              <a:tailEnd type="none" w="med" len="med"/>
            </a:ln>
          </p:spPr>
          <p:txBody>
            <a:bodyPr anchor="t" anchorCtr="0"/>
            <a:lstStyle/>
            <a:p>
              <a:endParaRPr lang="zh-CN" altLang="en-US">
                <a:latin typeface="Times New Roman" panose="02020603050405020304" pitchFamily="2" charset="0"/>
                <a:ea typeface="宋体" panose="02010600030101010101" pitchFamily="2" charset="-122"/>
              </a:endParaRPr>
            </a:p>
          </p:txBody>
        </p:sp>
        <p:sp>
          <p:nvSpPr>
            <p:cNvPr id="196619" name="直接连接符 92170"/>
            <p:cNvSpPr/>
            <p:nvPr/>
          </p:nvSpPr>
          <p:spPr>
            <a:xfrm>
              <a:off x="29" y="916"/>
              <a:ext cx="1813" cy="0"/>
            </a:xfrm>
            <a:prstGeom prst="line">
              <a:avLst/>
            </a:prstGeom>
            <a:ln w="25400" cap="sq" cmpd="sng">
              <a:solidFill>
                <a:schemeClr val="tx1"/>
              </a:solidFill>
              <a:prstDash val="solid"/>
              <a:round/>
              <a:headEnd type="none" w="med" len="med"/>
              <a:tailEnd type="triangle" w="med" len="lg"/>
            </a:ln>
          </p:spPr>
        </p:sp>
        <p:sp>
          <p:nvSpPr>
            <p:cNvPr id="196620" name="直接连接符 92171"/>
            <p:cNvSpPr/>
            <p:nvPr/>
          </p:nvSpPr>
          <p:spPr>
            <a:xfrm flipV="1">
              <a:off x="774" y="38"/>
              <a:ext cx="0" cy="1642"/>
            </a:xfrm>
            <a:prstGeom prst="line">
              <a:avLst/>
            </a:prstGeom>
            <a:ln w="25400" cap="sq" cmpd="sng">
              <a:solidFill>
                <a:schemeClr val="tx1"/>
              </a:solidFill>
              <a:prstDash val="solid"/>
              <a:round/>
              <a:headEnd type="none" w="med" len="med"/>
              <a:tailEnd type="triangle" w="med" len="lg"/>
            </a:ln>
          </p:spPr>
        </p:sp>
        <p:graphicFrame>
          <p:nvGraphicFramePr>
            <p:cNvPr id="196621" name="对象 92172"/>
            <p:cNvGraphicFramePr>
              <a:graphicFrameLocks noChangeAspect="1"/>
            </p:cNvGraphicFramePr>
            <p:nvPr/>
          </p:nvGraphicFramePr>
          <p:xfrm>
            <a:off x="1489" y="725"/>
            <a:ext cx="431" cy="191"/>
          </p:xfrm>
          <a:graphic>
            <a:graphicData uri="http://schemas.openxmlformats.org/presentationml/2006/ole">
              <mc:AlternateContent xmlns:mc="http://schemas.openxmlformats.org/markup-compatibility/2006">
                <mc:Choice xmlns:v="urn:schemas-microsoft-com:vml" Requires="v">
                  <p:oleObj r:id="rId14" imgW="838200" imgH="381000" progId="Equation.DSMT4">
                    <p:embed/>
                  </p:oleObj>
                </mc:Choice>
                <mc:Fallback>
                  <p:oleObj r:id="rId14" imgW="838200" imgH="381000" progId="Equation.DSMT4">
                    <p:embed/>
                    <p:pic>
                      <p:nvPicPr>
                        <p:cNvPr id="0" name="图片 3834"/>
                        <p:cNvPicPr/>
                        <p:nvPr/>
                      </p:nvPicPr>
                      <p:blipFill>
                        <a:blip r:embed="rId15"/>
                        <a:stretch>
                          <a:fillRect/>
                        </a:stretch>
                      </p:blipFill>
                      <p:spPr>
                        <a:xfrm>
                          <a:off x="1489" y="725"/>
                          <a:ext cx="431" cy="191"/>
                        </a:xfrm>
                        <a:prstGeom prst="rect">
                          <a:avLst/>
                        </a:prstGeom>
                        <a:noFill/>
                        <a:ln w="38100">
                          <a:noFill/>
                          <a:miter/>
                        </a:ln>
                      </p:spPr>
                    </p:pic>
                  </p:oleObj>
                </mc:Fallback>
              </mc:AlternateContent>
            </a:graphicData>
          </a:graphic>
        </p:graphicFrame>
        <p:graphicFrame>
          <p:nvGraphicFramePr>
            <p:cNvPr id="196622" name="对象 92173"/>
            <p:cNvGraphicFramePr>
              <a:graphicFrameLocks noChangeAspect="1"/>
            </p:cNvGraphicFramePr>
            <p:nvPr/>
          </p:nvGraphicFramePr>
          <p:xfrm>
            <a:off x="813" y="0"/>
            <a:ext cx="542" cy="191"/>
          </p:xfrm>
          <a:graphic>
            <a:graphicData uri="http://schemas.openxmlformats.org/presentationml/2006/ole">
              <mc:AlternateContent xmlns:mc="http://schemas.openxmlformats.org/markup-compatibility/2006">
                <mc:Choice xmlns:v="urn:schemas-microsoft-com:vml" Requires="v">
                  <p:oleObj r:id="rId16" imgW="1054100" imgH="381000" progId="Equation.DSMT4">
                    <p:embed/>
                  </p:oleObj>
                </mc:Choice>
                <mc:Fallback>
                  <p:oleObj r:id="rId16" imgW="1054100" imgH="381000" progId="Equation.DSMT4">
                    <p:embed/>
                    <p:pic>
                      <p:nvPicPr>
                        <p:cNvPr id="0" name="图片 3823"/>
                        <p:cNvPicPr/>
                        <p:nvPr/>
                      </p:nvPicPr>
                      <p:blipFill>
                        <a:blip r:embed="rId17"/>
                        <a:stretch>
                          <a:fillRect/>
                        </a:stretch>
                      </p:blipFill>
                      <p:spPr>
                        <a:xfrm>
                          <a:off x="813" y="0"/>
                          <a:ext cx="542" cy="191"/>
                        </a:xfrm>
                        <a:prstGeom prst="rect">
                          <a:avLst/>
                        </a:prstGeom>
                        <a:noFill/>
                        <a:ln w="38100">
                          <a:noFill/>
                          <a:miter/>
                        </a:ln>
                      </p:spPr>
                    </p:pic>
                  </p:oleObj>
                </mc:Fallback>
              </mc:AlternateContent>
            </a:graphicData>
          </a:graphic>
        </p:graphicFrame>
        <p:graphicFrame>
          <p:nvGraphicFramePr>
            <p:cNvPr id="196623" name="对象 92174"/>
            <p:cNvGraphicFramePr>
              <a:graphicFrameLocks noChangeAspect="1"/>
            </p:cNvGraphicFramePr>
            <p:nvPr/>
          </p:nvGraphicFramePr>
          <p:xfrm>
            <a:off x="656" y="955"/>
            <a:ext cx="105" cy="152"/>
          </p:xfrm>
          <a:graphic>
            <a:graphicData uri="http://schemas.openxmlformats.org/presentationml/2006/ole">
              <mc:AlternateContent xmlns:mc="http://schemas.openxmlformats.org/markup-compatibility/2006">
                <mc:Choice xmlns:v="urn:schemas-microsoft-com:vml" Requires="v">
                  <p:oleObj r:id="rId18" imgW="203200" imgH="304800" progId="Equation.DSMT4">
                    <p:embed/>
                  </p:oleObj>
                </mc:Choice>
                <mc:Fallback>
                  <p:oleObj r:id="rId18" imgW="203200" imgH="304800" progId="Equation.DSMT4">
                    <p:embed/>
                    <p:pic>
                      <p:nvPicPr>
                        <p:cNvPr id="0" name="图片 3831"/>
                        <p:cNvPicPr/>
                        <p:nvPr/>
                      </p:nvPicPr>
                      <p:blipFill>
                        <a:blip r:embed="rId19"/>
                        <a:stretch>
                          <a:fillRect/>
                        </a:stretch>
                      </p:blipFill>
                      <p:spPr>
                        <a:xfrm>
                          <a:off x="656" y="955"/>
                          <a:ext cx="105" cy="152"/>
                        </a:xfrm>
                        <a:prstGeom prst="rect">
                          <a:avLst/>
                        </a:prstGeom>
                        <a:noFill/>
                        <a:ln w="38100">
                          <a:noFill/>
                          <a:miter/>
                        </a:ln>
                      </p:spPr>
                    </p:pic>
                  </p:oleObj>
                </mc:Fallback>
              </mc:AlternateContent>
            </a:graphicData>
          </a:graphic>
        </p:graphicFrame>
        <p:sp>
          <p:nvSpPr>
            <p:cNvPr id="196624" name="椭圆 92175"/>
            <p:cNvSpPr/>
            <p:nvPr/>
          </p:nvSpPr>
          <p:spPr>
            <a:xfrm>
              <a:off x="118" y="267"/>
              <a:ext cx="1332" cy="1298"/>
            </a:xfrm>
            <a:prstGeom prst="ellipse">
              <a:avLst/>
            </a:prstGeom>
            <a:noFill/>
            <a:ln w="25400" cap="sq" cmpd="sng">
              <a:solidFill>
                <a:schemeClr val="tx1"/>
              </a:solidFill>
              <a:prstDash val="solid"/>
              <a:round/>
              <a:headEnd type="none" w="med" len="med"/>
              <a:tailEnd type="none" w="med" len="med"/>
            </a:ln>
          </p:spPr>
          <p:txBody>
            <a:bodyPr anchor="t" anchorCtr="0"/>
            <a:lstStyle/>
            <a:p>
              <a:endParaRPr lang="zh-CN" altLang="en-US">
                <a:latin typeface="Times New Roman" panose="02020603050405020304" pitchFamily="2" charset="0"/>
                <a:ea typeface="宋体" panose="02010600030101010101" pitchFamily="2" charset="-122"/>
              </a:endParaRPr>
            </a:p>
          </p:txBody>
        </p:sp>
        <p:grpSp>
          <p:nvGrpSpPr>
            <p:cNvPr id="196625" name="组合 92176"/>
            <p:cNvGrpSpPr/>
            <p:nvPr/>
          </p:nvGrpSpPr>
          <p:grpSpPr>
            <a:xfrm>
              <a:off x="1136" y="860"/>
              <a:ext cx="75" cy="125"/>
              <a:chOff x="0" y="0"/>
              <a:chExt cx="92" cy="157"/>
            </a:xfrm>
          </p:grpSpPr>
          <p:sp>
            <p:nvSpPr>
              <p:cNvPr id="196626" name="直接连接符 92177"/>
              <p:cNvSpPr/>
              <p:nvPr/>
            </p:nvSpPr>
            <p:spPr>
              <a:xfrm flipH="1">
                <a:off x="0" y="5"/>
                <a:ext cx="90" cy="133"/>
              </a:xfrm>
              <a:prstGeom prst="line">
                <a:avLst/>
              </a:prstGeom>
              <a:ln w="25400" cap="sq" cmpd="sng">
                <a:solidFill>
                  <a:srgbClr val="FF9900"/>
                </a:solidFill>
                <a:prstDash val="solid"/>
                <a:round/>
                <a:headEnd type="none" w="med" len="med"/>
                <a:tailEnd type="none" w="med" len="med"/>
              </a:ln>
            </p:spPr>
          </p:sp>
          <p:sp>
            <p:nvSpPr>
              <p:cNvPr id="196627" name="直接连接符 92178"/>
              <p:cNvSpPr/>
              <p:nvPr/>
            </p:nvSpPr>
            <p:spPr>
              <a:xfrm>
                <a:off x="9" y="0"/>
                <a:ext cx="83" cy="157"/>
              </a:xfrm>
              <a:prstGeom prst="line">
                <a:avLst/>
              </a:prstGeom>
              <a:ln w="25400" cap="sq" cmpd="sng">
                <a:solidFill>
                  <a:srgbClr val="FF9900"/>
                </a:solidFill>
                <a:prstDash val="solid"/>
                <a:round/>
                <a:headEnd type="none" w="med" len="med"/>
                <a:tailEnd type="none" w="med" len="med"/>
              </a:ln>
            </p:spPr>
          </p:sp>
        </p:grpSp>
        <p:graphicFrame>
          <p:nvGraphicFramePr>
            <p:cNvPr id="196628" name="对象 92179"/>
            <p:cNvGraphicFramePr>
              <a:graphicFrameLocks noChangeAspect="1"/>
            </p:cNvGraphicFramePr>
            <p:nvPr/>
          </p:nvGraphicFramePr>
          <p:xfrm>
            <a:off x="1170" y="725"/>
            <a:ext cx="201" cy="131"/>
          </p:xfrm>
          <a:graphic>
            <a:graphicData uri="http://schemas.openxmlformats.org/presentationml/2006/ole">
              <mc:AlternateContent xmlns:mc="http://schemas.openxmlformats.org/markup-compatibility/2006">
                <mc:Choice xmlns:v="urn:schemas-microsoft-com:vml" Requires="v">
                  <p:oleObj r:id="rId20" imgW="457200" imgH="304800" progId="Equation.DSMT4">
                    <p:embed/>
                  </p:oleObj>
                </mc:Choice>
                <mc:Fallback>
                  <p:oleObj r:id="rId20" imgW="457200" imgH="304800" progId="Equation.DSMT4">
                    <p:embed/>
                    <p:pic>
                      <p:nvPicPr>
                        <p:cNvPr id="0" name="图片 3829"/>
                        <p:cNvPicPr/>
                        <p:nvPr/>
                      </p:nvPicPr>
                      <p:blipFill>
                        <a:blip r:embed="rId21"/>
                        <a:stretch>
                          <a:fillRect/>
                        </a:stretch>
                      </p:blipFill>
                      <p:spPr>
                        <a:xfrm>
                          <a:off x="1170" y="725"/>
                          <a:ext cx="201" cy="131"/>
                        </a:xfrm>
                        <a:prstGeom prst="rect">
                          <a:avLst/>
                        </a:prstGeom>
                        <a:noFill/>
                        <a:ln w="38100">
                          <a:noFill/>
                          <a:miter/>
                        </a:ln>
                      </p:spPr>
                    </p:pic>
                  </p:oleObj>
                </mc:Fallback>
              </mc:AlternateContent>
            </a:graphicData>
          </a:graphic>
        </p:graphicFrame>
        <p:grpSp>
          <p:nvGrpSpPr>
            <p:cNvPr id="196629" name="组合 92180"/>
            <p:cNvGrpSpPr/>
            <p:nvPr/>
          </p:nvGrpSpPr>
          <p:grpSpPr>
            <a:xfrm>
              <a:off x="930" y="853"/>
              <a:ext cx="110" cy="140"/>
              <a:chOff x="0" y="0"/>
              <a:chExt cx="92" cy="157"/>
            </a:xfrm>
          </p:grpSpPr>
          <p:sp>
            <p:nvSpPr>
              <p:cNvPr id="196630" name="直接连接符 92181"/>
              <p:cNvSpPr/>
              <p:nvPr/>
            </p:nvSpPr>
            <p:spPr>
              <a:xfrm flipH="1">
                <a:off x="0" y="5"/>
                <a:ext cx="90" cy="133"/>
              </a:xfrm>
              <a:prstGeom prst="line">
                <a:avLst/>
              </a:prstGeom>
              <a:ln w="25400" cap="sq" cmpd="sng">
                <a:solidFill>
                  <a:srgbClr val="FF9900"/>
                </a:solidFill>
                <a:prstDash val="solid"/>
                <a:round/>
                <a:headEnd type="none" w="med" len="med"/>
                <a:tailEnd type="none" w="med" len="med"/>
              </a:ln>
            </p:spPr>
          </p:sp>
          <p:sp>
            <p:nvSpPr>
              <p:cNvPr id="196631" name="直接连接符 92182"/>
              <p:cNvSpPr/>
              <p:nvPr/>
            </p:nvSpPr>
            <p:spPr>
              <a:xfrm>
                <a:off x="9" y="0"/>
                <a:ext cx="83" cy="157"/>
              </a:xfrm>
              <a:prstGeom prst="line">
                <a:avLst/>
              </a:prstGeom>
              <a:ln w="25400" cap="sq" cmpd="sng">
                <a:solidFill>
                  <a:srgbClr val="FF9900"/>
                </a:solidFill>
                <a:prstDash val="solid"/>
                <a:round/>
                <a:headEnd type="none" w="med" len="med"/>
                <a:tailEnd type="none" w="med" len="med"/>
              </a:ln>
            </p:spPr>
          </p:sp>
        </p:grpSp>
        <p:graphicFrame>
          <p:nvGraphicFramePr>
            <p:cNvPr id="196632" name="对象 92183"/>
            <p:cNvGraphicFramePr>
              <a:graphicFrameLocks noChangeAspect="1"/>
            </p:cNvGraphicFramePr>
            <p:nvPr/>
          </p:nvGraphicFramePr>
          <p:xfrm>
            <a:off x="911" y="993"/>
            <a:ext cx="241" cy="113"/>
          </p:xfrm>
          <a:graphic>
            <a:graphicData uri="http://schemas.openxmlformats.org/presentationml/2006/ole">
              <mc:AlternateContent xmlns:mc="http://schemas.openxmlformats.org/markup-compatibility/2006">
                <mc:Choice xmlns:v="urn:schemas-microsoft-com:vml" Requires="v">
                  <p:oleObj r:id="rId22" imgW="635000" imgH="304800" progId="Equation.DSMT4">
                    <p:embed/>
                  </p:oleObj>
                </mc:Choice>
                <mc:Fallback>
                  <p:oleObj r:id="rId22" imgW="635000" imgH="304800" progId="Equation.DSMT4">
                    <p:embed/>
                    <p:pic>
                      <p:nvPicPr>
                        <p:cNvPr id="0" name="图片 3830"/>
                        <p:cNvPicPr/>
                        <p:nvPr/>
                      </p:nvPicPr>
                      <p:blipFill>
                        <a:blip r:embed="rId23"/>
                        <a:stretch>
                          <a:fillRect/>
                        </a:stretch>
                      </p:blipFill>
                      <p:spPr>
                        <a:xfrm>
                          <a:off x="911" y="993"/>
                          <a:ext cx="241" cy="113"/>
                        </a:xfrm>
                        <a:prstGeom prst="rect">
                          <a:avLst/>
                        </a:prstGeom>
                        <a:noFill/>
                        <a:ln w="38100">
                          <a:noFill/>
                          <a:miter/>
                        </a:ln>
                      </p:spPr>
                    </p:pic>
                  </p:oleObj>
                </mc:Fallback>
              </mc:AlternateContent>
            </a:graphicData>
          </a:graphic>
        </p:graphicFrame>
        <p:graphicFrame>
          <p:nvGraphicFramePr>
            <p:cNvPr id="196633" name="对象 92184"/>
            <p:cNvGraphicFramePr>
              <a:graphicFrameLocks noChangeAspect="1"/>
            </p:cNvGraphicFramePr>
            <p:nvPr/>
          </p:nvGraphicFramePr>
          <p:xfrm>
            <a:off x="1461" y="944"/>
            <a:ext cx="67" cy="125"/>
          </p:xfrm>
          <a:graphic>
            <a:graphicData uri="http://schemas.openxmlformats.org/presentationml/2006/ole">
              <mc:AlternateContent xmlns:mc="http://schemas.openxmlformats.org/markup-compatibility/2006">
                <mc:Choice xmlns:v="urn:schemas-microsoft-com:vml" Requires="v">
                  <p:oleObj r:id="rId24" imgW="152400" imgH="292100" progId="Equation.DSMT4">
                    <p:embed/>
                  </p:oleObj>
                </mc:Choice>
                <mc:Fallback>
                  <p:oleObj r:id="rId24" imgW="152400" imgH="292100" progId="Equation.DSMT4">
                    <p:embed/>
                    <p:pic>
                      <p:nvPicPr>
                        <p:cNvPr id="0" name="图片 3832"/>
                        <p:cNvPicPr/>
                        <p:nvPr/>
                      </p:nvPicPr>
                      <p:blipFill>
                        <a:blip r:embed="rId25"/>
                        <a:stretch>
                          <a:fillRect/>
                        </a:stretch>
                      </p:blipFill>
                      <p:spPr>
                        <a:xfrm>
                          <a:off x="1461" y="944"/>
                          <a:ext cx="67" cy="125"/>
                        </a:xfrm>
                        <a:prstGeom prst="rect">
                          <a:avLst/>
                        </a:prstGeom>
                        <a:noFill/>
                        <a:ln w="38100">
                          <a:noFill/>
                          <a:miter/>
                        </a:ln>
                      </p:spPr>
                    </p:pic>
                  </p:oleObj>
                </mc:Fallback>
              </mc:AlternateContent>
            </a:graphicData>
          </a:graphic>
        </p:graphicFrame>
        <p:sp>
          <p:nvSpPr>
            <p:cNvPr id="196634" name="椭圆 92185"/>
            <p:cNvSpPr/>
            <p:nvPr/>
          </p:nvSpPr>
          <p:spPr>
            <a:xfrm>
              <a:off x="480" y="864"/>
              <a:ext cx="78" cy="89"/>
            </a:xfrm>
            <a:prstGeom prst="ellipse">
              <a:avLst/>
            </a:prstGeom>
            <a:noFill/>
            <a:ln w="25400" cap="sq" cmpd="sng">
              <a:solidFill>
                <a:srgbClr val="FF9900"/>
              </a:solidFill>
              <a:prstDash val="solid"/>
              <a:round/>
              <a:headEnd type="none" w="med" len="med"/>
              <a:tailEnd type="none" w="med" len="med"/>
            </a:ln>
          </p:spPr>
          <p:txBody>
            <a:bodyPr anchor="t" anchorCtr="0"/>
            <a:lstStyle/>
            <a:p>
              <a:endParaRPr lang="zh-CN" altLang="en-US">
                <a:latin typeface="Times New Roman" panose="02020603050405020304" pitchFamily="2" charset="0"/>
                <a:ea typeface="宋体" panose="02010600030101010101" pitchFamily="2" charset="-122"/>
              </a:endParaRPr>
            </a:p>
          </p:txBody>
        </p:sp>
        <p:graphicFrame>
          <p:nvGraphicFramePr>
            <p:cNvPr id="196635" name="对象 92186"/>
            <p:cNvGraphicFramePr>
              <a:graphicFrameLocks noChangeAspect="1"/>
            </p:cNvGraphicFramePr>
            <p:nvPr/>
          </p:nvGraphicFramePr>
          <p:xfrm>
            <a:off x="432" y="755"/>
            <a:ext cx="252" cy="109"/>
          </p:xfrm>
          <a:graphic>
            <a:graphicData uri="http://schemas.openxmlformats.org/presentationml/2006/ole">
              <mc:AlternateContent xmlns:mc="http://schemas.openxmlformats.org/markup-compatibility/2006">
                <mc:Choice xmlns:v="urn:schemas-microsoft-com:vml" Requires="v">
                  <p:oleObj r:id="rId26" imgW="735965" imgH="317500" progId="Equation.DSMT4">
                    <p:embed/>
                  </p:oleObj>
                </mc:Choice>
                <mc:Fallback>
                  <p:oleObj r:id="rId26" imgW="735965" imgH="317500" progId="Equation.DSMT4">
                    <p:embed/>
                    <p:pic>
                      <p:nvPicPr>
                        <p:cNvPr id="0" name="图片 3824"/>
                        <p:cNvPicPr/>
                        <p:nvPr/>
                      </p:nvPicPr>
                      <p:blipFill>
                        <a:blip r:embed="rId27"/>
                        <a:stretch>
                          <a:fillRect/>
                        </a:stretch>
                      </p:blipFill>
                      <p:spPr>
                        <a:xfrm>
                          <a:off x="432" y="755"/>
                          <a:ext cx="252" cy="109"/>
                        </a:xfrm>
                        <a:prstGeom prst="rect">
                          <a:avLst/>
                        </a:prstGeom>
                        <a:noFill/>
                        <a:ln w="38100">
                          <a:noFill/>
                          <a:miter/>
                        </a:ln>
                      </p:spPr>
                    </p:pic>
                  </p:oleObj>
                </mc:Fallback>
              </mc:AlternateContent>
            </a:graphicData>
          </a:graphic>
        </p:graphicFrame>
        <p:sp>
          <p:nvSpPr>
            <p:cNvPr id="196636" name="椭圆 92187"/>
            <p:cNvSpPr/>
            <p:nvPr/>
          </p:nvSpPr>
          <p:spPr>
            <a:xfrm>
              <a:off x="738" y="864"/>
              <a:ext cx="78" cy="89"/>
            </a:xfrm>
            <a:prstGeom prst="ellipse">
              <a:avLst/>
            </a:prstGeom>
            <a:noFill/>
            <a:ln w="25400" cap="sq" cmpd="sng">
              <a:solidFill>
                <a:srgbClr val="FF9900"/>
              </a:solidFill>
              <a:prstDash val="solid"/>
              <a:round/>
              <a:headEnd type="none" w="med" len="med"/>
              <a:tailEnd type="none" w="med" len="med"/>
            </a:ln>
          </p:spPr>
          <p:txBody>
            <a:bodyPr anchor="t" anchorCtr="0"/>
            <a:lstStyle/>
            <a:p>
              <a:endParaRPr lang="zh-CN" altLang="en-US">
                <a:latin typeface="Times New Roman" panose="02020603050405020304" pitchFamily="2" charset="0"/>
                <a:ea typeface="宋体" panose="02010600030101010101" pitchFamily="2" charset="-122"/>
              </a:endParaRPr>
            </a:p>
          </p:txBody>
        </p:sp>
      </p:grpSp>
    </p:spTree>
  </p:cSld>
  <p:clrMapOvr>
    <a:masterClrMapping/>
  </p:clrMapOvr>
  <p:transition/>
</p:sld>
</file>

<file path=ppt/slides/slide158.xml><?xml version="1.0" encoding="utf-8"?>
<p:sld xmlns:a="http://schemas.openxmlformats.org/drawingml/2006/main" xmlns:r="http://schemas.openxmlformats.org/officeDocument/2006/relationships" xmlns:p="http://schemas.openxmlformats.org/presentationml/2006/main">
  <p:cSld>
    <p:bg>
      <p:bgPr>
        <a:solidFill>
          <a:schemeClr val="accent6"/>
        </a:solidFill>
        <a:effectLst/>
      </p:bgPr>
    </p:bg>
    <p:spTree>
      <p:nvGrpSpPr>
        <p:cNvPr id="1" name=""/>
        <p:cNvGrpSpPr/>
        <p:nvPr/>
      </p:nvGrpSpPr>
      <p:grpSpPr>
        <a:xfrm>
          <a:off x="0" y="0"/>
          <a:ext cx="0" cy="0"/>
          <a:chOff x="0" y="0"/>
          <a:chExt cx="0" cy="0"/>
        </a:xfrm>
      </p:grpSpPr>
      <p:graphicFrame>
        <p:nvGraphicFramePr>
          <p:cNvPr id="197634" name="对象 93185"/>
          <p:cNvGraphicFramePr>
            <a:graphicFrameLocks noChangeAspect="1"/>
          </p:cNvGraphicFramePr>
          <p:nvPr/>
        </p:nvGraphicFramePr>
        <p:xfrm>
          <a:off x="1512888" y="838200"/>
          <a:ext cx="6831012" cy="1851025"/>
        </p:xfrm>
        <a:graphic>
          <a:graphicData uri="http://schemas.openxmlformats.org/presentationml/2006/ole">
            <mc:AlternateContent xmlns:mc="http://schemas.openxmlformats.org/markup-compatibility/2006">
              <mc:Choice xmlns:v="urn:schemas-microsoft-com:vml" Requires="v">
                <p:oleObj r:id="rId2" imgW="6845300" imgH="1854200" progId="Equation.DSMT4">
                  <p:embed/>
                </p:oleObj>
              </mc:Choice>
              <mc:Fallback>
                <p:oleObj r:id="rId2" imgW="6845300" imgH="1854200" progId="Equation.DSMT4">
                  <p:embed/>
                  <p:pic>
                    <p:nvPicPr>
                      <p:cNvPr id="0" name="图片 3822"/>
                      <p:cNvPicPr/>
                      <p:nvPr/>
                    </p:nvPicPr>
                    <p:blipFill>
                      <a:blip r:embed="rId3"/>
                      <a:stretch>
                        <a:fillRect/>
                      </a:stretch>
                    </p:blipFill>
                    <p:spPr>
                      <a:xfrm>
                        <a:off x="1512888" y="838200"/>
                        <a:ext cx="6831012" cy="1851025"/>
                      </a:xfrm>
                      <a:prstGeom prst="rect">
                        <a:avLst/>
                      </a:prstGeom>
                      <a:noFill/>
                      <a:ln w="38100">
                        <a:noFill/>
                        <a:miter/>
                      </a:ln>
                    </p:spPr>
                  </p:pic>
                </p:oleObj>
              </mc:Fallback>
            </mc:AlternateContent>
          </a:graphicData>
        </a:graphic>
      </p:graphicFrame>
      <p:graphicFrame>
        <p:nvGraphicFramePr>
          <p:cNvPr id="197635" name="对象 93186"/>
          <p:cNvGraphicFramePr>
            <a:graphicFrameLocks noChangeAspect="1"/>
          </p:cNvGraphicFramePr>
          <p:nvPr/>
        </p:nvGraphicFramePr>
        <p:xfrm>
          <a:off x="1593850" y="2873375"/>
          <a:ext cx="5721350" cy="1851025"/>
        </p:xfrm>
        <a:graphic>
          <a:graphicData uri="http://schemas.openxmlformats.org/presentationml/2006/ole">
            <mc:AlternateContent xmlns:mc="http://schemas.openxmlformats.org/markup-compatibility/2006">
              <mc:Choice xmlns:v="urn:schemas-microsoft-com:vml" Requires="v">
                <p:oleObj r:id="rId4" imgW="5727700" imgH="1854200" progId="Equation.DSMT4">
                  <p:embed/>
                </p:oleObj>
              </mc:Choice>
              <mc:Fallback>
                <p:oleObj r:id="rId4" imgW="5727700" imgH="1854200" progId="Equation.DSMT4">
                  <p:embed/>
                  <p:pic>
                    <p:nvPicPr>
                      <p:cNvPr id="0" name="图片 3835"/>
                      <p:cNvPicPr/>
                      <p:nvPr/>
                    </p:nvPicPr>
                    <p:blipFill>
                      <a:blip r:embed="rId5"/>
                      <a:stretch>
                        <a:fillRect/>
                      </a:stretch>
                    </p:blipFill>
                    <p:spPr>
                      <a:xfrm>
                        <a:off x="1593850" y="2873375"/>
                        <a:ext cx="5721350" cy="1851025"/>
                      </a:xfrm>
                      <a:prstGeom prst="rect">
                        <a:avLst/>
                      </a:prstGeom>
                      <a:noFill/>
                      <a:ln w="38100">
                        <a:noFill/>
                        <a:miter/>
                      </a:ln>
                    </p:spPr>
                  </p:pic>
                </p:oleObj>
              </mc:Fallback>
            </mc:AlternateContent>
          </a:graphicData>
        </a:graphic>
      </p:graphicFrame>
      <p:graphicFrame>
        <p:nvGraphicFramePr>
          <p:cNvPr id="197636" name="对象 93187"/>
          <p:cNvGraphicFramePr>
            <a:graphicFrameLocks noChangeAspect="1"/>
          </p:cNvGraphicFramePr>
          <p:nvPr/>
        </p:nvGraphicFramePr>
        <p:xfrm>
          <a:off x="1231900" y="4737100"/>
          <a:ext cx="7747000" cy="2082800"/>
        </p:xfrm>
        <a:graphic>
          <a:graphicData uri="http://schemas.openxmlformats.org/presentationml/2006/ole">
            <mc:AlternateContent xmlns:mc="http://schemas.openxmlformats.org/markup-compatibility/2006">
              <mc:Choice xmlns:v="urn:schemas-microsoft-com:vml" Requires="v">
                <p:oleObj r:id="rId6" imgW="7747000" imgH="2082800" progId="Equation.DSMT4">
                  <p:embed/>
                </p:oleObj>
              </mc:Choice>
              <mc:Fallback>
                <p:oleObj r:id="rId6" imgW="7747000" imgH="2082800" progId="Equation.DSMT4">
                  <p:embed/>
                  <p:pic>
                    <p:nvPicPr>
                      <p:cNvPr id="0" name="图片 3833"/>
                      <p:cNvPicPr/>
                      <p:nvPr/>
                    </p:nvPicPr>
                    <p:blipFill>
                      <a:blip r:embed="rId7"/>
                      <a:stretch>
                        <a:fillRect/>
                      </a:stretch>
                    </p:blipFill>
                    <p:spPr>
                      <a:xfrm>
                        <a:off x="1231900" y="4737100"/>
                        <a:ext cx="7747000" cy="2082800"/>
                      </a:xfrm>
                      <a:prstGeom prst="rect">
                        <a:avLst/>
                      </a:prstGeom>
                      <a:noFill/>
                      <a:ln w="38100">
                        <a:noFill/>
                        <a:miter/>
                      </a:ln>
                    </p:spPr>
                  </p:pic>
                </p:oleObj>
              </mc:Fallback>
            </mc:AlternateContent>
          </a:graphicData>
        </a:graphic>
      </p:graphicFrame>
      <p:graphicFrame>
        <p:nvGraphicFramePr>
          <p:cNvPr id="197637" name="对象 93188"/>
          <p:cNvGraphicFramePr>
            <a:graphicFrameLocks noChangeAspect="1"/>
          </p:cNvGraphicFramePr>
          <p:nvPr/>
        </p:nvGraphicFramePr>
        <p:xfrm>
          <a:off x="838200" y="50800"/>
          <a:ext cx="6680200" cy="939800"/>
        </p:xfrm>
        <a:graphic>
          <a:graphicData uri="http://schemas.openxmlformats.org/presentationml/2006/ole">
            <mc:AlternateContent xmlns:mc="http://schemas.openxmlformats.org/markup-compatibility/2006">
              <mc:Choice xmlns:v="urn:schemas-microsoft-com:vml" Requires="v">
                <p:oleObj r:id="rId8" imgW="6680200" imgH="939800" progId="Equation.DSMT4">
                  <p:embed/>
                </p:oleObj>
              </mc:Choice>
              <mc:Fallback>
                <p:oleObj r:id="rId8" imgW="6680200" imgH="939800" progId="Equation.DSMT4">
                  <p:embed/>
                  <p:pic>
                    <p:nvPicPr>
                      <p:cNvPr id="0" name="图片 3836"/>
                      <p:cNvPicPr/>
                      <p:nvPr/>
                    </p:nvPicPr>
                    <p:blipFill>
                      <a:blip r:embed="rId9"/>
                      <a:stretch>
                        <a:fillRect/>
                      </a:stretch>
                    </p:blipFill>
                    <p:spPr>
                      <a:xfrm>
                        <a:off x="838200" y="50800"/>
                        <a:ext cx="6680200" cy="939800"/>
                      </a:xfrm>
                      <a:prstGeom prst="rect">
                        <a:avLst/>
                      </a:prstGeom>
                      <a:noFill/>
                      <a:ln w="38100">
                        <a:noFill/>
                        <a:miter/>
                      </a:ln>
                    </p:spPr>
                  </p:pic>
                </p:oleObj>
              </mc:Fallback>
            </mc:AlternateContent>
          </a:graphicData>
        </a:graphic>
      </p:graphicFrame>
    </p:spTree>
  </p:cSld>
  <p:clrMapOvr>
    <a:masterClrMapping/>
  </p:clrMapOvr>
  <p:transition/>
</p:sld>
</file>

<file path=ppt/slides/slide159.xml><?xml version="1.0" encoding="utf-8"?>
<p:sld xmlns:a="http://schemas.openxmlformats.org/drawingml/2006/main" xmlns:r="http://schemas.openxmlformats.org/officeDocument/2006/relationships" xmlns:p="http://schemas.openxmlformats.org/presentationml/2006/main">
  <p:cSld>
    <p:bg>
      <p:bgPr>
        <a:solidFill>
          <a:schemeClr val="accent6"/>
        </a:solidFill>
        <a:effectLst/>
      </p:bgPr>
    </p:bg>
    <p:spTree>
      <p:nvGrpSpPr>
        <p:cNvPr id="1" name=""/>
        <p:cNvGrpSpPr/>
        <p:nvPr/>
      </p:nvGrpSpPr>
      <p:grpSpPr>
        <a:xfrm>
          <a:off x="0" y="0"/>
          <a:ext cx="0" cy="0"/>
          <a:chOff x="0" y="0"/>
          <a:chExt cx="0" cy="0"/>
        </a:xfrm>
      </p:grpSpPr>
      <p:graphicFrame>
        <p:nvGraphicFramePr>
          <p:cNvPr id="198658" name="对象 94209"/>
          <p:cNvGraphicFramePr>
            <a:graphicFrameLocks noChangeAspect="1"/>
          </p:cNvGraphicFramePr>
          <p:nvPr/>
        </p:nvGraphicFramePr>
        <p:xfrm>
          <a:off x="1246188" y="12700"/>
          <a:ext cx="7878762" cy="2085975"/>
        </p:xfrm>
        <a:graphic>
          <a:graphicData uri="http://schemas.openxmlformats.org/presentationml/2006/ole">
            <mc:AlternateContent xmlns:mc="http://schemas.openxmlformats.org/markup-compatibility/2006">
              <mc:Choice xmlns:v="urn:schemas-microsoft-com:vml" Requires="v">
                <p:oleObj r:id="rId2" imgW="7874000" imgH="2082800" progId="Equation.DSMT4">
                  <p:embed/>
                </p:oleObj>
              </mc:Choice>
              <mc:Fallback>
                <p:oleObj r:id="rId2" imgW="7874000" imgH="2082800" progId="Equation.DSMT4">
                  <p:embed/>
                  <p:pic>
                    <p:nvPicPr>
                      <p:cNvPr id="0" name="图片 3825"/>
                      <p:cNvPicPr/>
                      <p:nvPr/>
                    </p:nvPicPr>
                    <p:blipFill>
                      <a:blip r:embed="rId3"/>
                      <a:stretch>
                        <a:fillRect/>
                      </a:stretch>
                    </p:blipFill>
                    <p:spPr>
                      <a:xfrm>
                        <a:off x="1246188" y="12700"/>
                        <a:ext cx="7878762" cy="2085975"/>
                      </a:xfrm>
                      <a:prstGeom prst="rect">
                        <a:avLst/>
                      </a:prstGeom>
                      <a:noFill/>
                      <a:ln w="38100">
                        <a:noFill/>
                        <a:miter/>
                      </a:ln>
                    </p:spPr>
                  </p:pic>
                </p:oleObj>
              </mc:Fallback>
            </mc:AlternateContent>
          </a:graphicData>
        </a:graphic>
      </p:graphicFrame>
      <p:graphicFrame>
        <p:nvGraphicFramePr>
          <p:cNvPr id="198659" name="对象 94210"/>
          <p:cNvGraphicFramePr>
            <a:graphicFrameLocks noChangeAspect="1"/>
          </p:cNvGraphicFramePr>
          <p:nvPr/>
        </p:nvGraphicFramePr>
        <p:xfrm>
          <a:off x="1308100" y="2133600"/>
          <a:ext cx="3302000" cy="1676400"/>
        </p:xfrm>
        <a:graphic>
          <a:graphicData uri="http://schemas.openxmlformats.org/presentationml/2006/ole">
            <mc:AlternateContent xmlns:mc="http://schemas.openxmlformats.org/markup-compatibility/2006">
              <mc:Choice xmlns:v="urn:schemas-microsoft-com:vml" Requires="v">
                <p:oleObj r:id="rId4" imgW="3302000" imgH="1676400" progId="Equation.DSMT4">
                  <p:embed/>
                </p:oleObj>
              </mc:Choice>
              <mc:Fallback>
                <p:oleObj r:id="rId4" imgW="3302000" imgH="1676400" progId="Equation.DSMT4">
                  <p:embed/>
                  <p:pic>
                    <p:nvPicPr>
                      <p:cNvPr id="0" name="图片 3826"/>
                      <p:cNvPicPr/>
                      <p:nvPr/>
                    </p:nvPicPr>
                    <p:blipFill>
                      <a:blip r:embed="rId5"/>
                      <a:stretch>
                        <a:fillRect/>
                      </a:stretch>
                    </p:blipFill>
                    <p:spPr>
                      <a:xfrm>
                        <a:off x="1308100" y="2133600"/>
                        <a:ext cx="3302000" cy="1676400"/>
                      </a:xfrm>
                      <a:prstGeom prst="rect">
                        <a:avLst/>
                      </a:prstGeom>
                      <a:noFill/>
                      <a:ln w="38100">
                        <a:noFill/>
                        <a:miter/>
                      </a:ln>
                    </p:spPr>
                  </p:pic>
                </p:oleObj>
              </mc:Fallback>
            </mc:AlternateContent>
          </a:graphicData>
        </a:graphic>
      </p:graphicFrame>
      <p:graphicFrame>
        <p:nvGraphicFramePr>
          <p:cNvPr id="198660" name="对象 94211"/>
          <p:cNvGraphicFramePr>
            <a:graphicFrameLocks noChangeAspect="1"/>
          </p:cNvGraphicFramePr>
          <p:nvPr/>
        </p:nvGraphicFramePr>
        <p:xfrm>
          <a:off x="1676400" y="4038600"/>
          <a:ext cx="4419600" cy="825500"/>
        </p:xfrm>
        <a:graphic>
          <a:graphicData uri="http://schemas.openxmlformats.org/presentationml/2006/ole">
            <mc:AlternateContent xmlns:mc="http://schemas.openxmlformats.org/markup-compatibility/2006">
              <mc:Choice xmlns:v="urn:schemas-microsoft-com:vml" Requires="v">
                <p:oleObj r:id="rId6" imgW="4419600" imgH="825500" progId="Equation.DSMT4">
                  <p:embed/>
                </p:oleObj>
              </mc:Choice>
              <mc:Fallback>
                <p:oleObj r:id="rId6" imgW="4419600" imgH="825500" progId="Equation.DSMT4">
                  <p:embed/>
                  <p:pic>
                    <p:nvPicPr>
                      <p:cNvPr id="0" name="图片 3827"/>
                      <p:cNvPicPr/>
                      <p:nvPr/>
                    </p:nvPicPr>
                    <p:blipFill>
                      <a:blip r:embed="rId7"/>
                      <a:stretch>
                        <a:fillRect/>
                      </a:stretch>
                    </p:blipFill>
                    <p:spPr>
                      <a:xfrm>
                        <a:off x="1676400" y="4038600"/>
                        <a:ext cx="4419600" cy="825500"/>
                      </a:xfrm>
                      <a:prstGeom prst="rect">
                        <a:avLst/>
                      </a:prstGeom>
                      <a:noFill/>
                      <a:ln w="38100">
                        <a:noFill/>
                        <a:miter/>
                      </a:ln>
                    </p:spPr>
                  </p:pic>
                </p:oleObj>
              </mc:Fallback>
            </mc:AlternateContent>
          </a:graphicData>
        </a:graphic>
      </p:graphicFrame>
      <p:graphicFrame>
        <p:nvGraphicFramePr>
          <p:cNvPr id="198661" name="对象 94212"/>
          <p:cNvGraphicFramePr>
            <a:graphicFrameLocks noChangeAspect="1"/>
          </p:cNvGraphicFramePr>
          <p:nvPr/>
        </p:nvGraphicFramePr>
        <p:xfrm>
          <a:off x="1676400" y="5207000"/>
          <a:ext cx="4533900" cy="1117600"/>
        </p:xfrm>
        <a:graphic>
          <a:graphicData uri="http://schemas.openxmlformats.org/presentationml/2006/ole">
            <mc:AlternateContent xmlns:mc="http://schemas.openxmlformats.org/markup-compatibility/2006">
              <mc:Choice xmlns:v="urn:schemas-microsoft-com:vml" Requires="v">
                <p:oleObj r:id="rId8" imgW="4533900" imgH="1117600" progId="Equation.DSMT4">
                  <p:embed/>
                </p:oleObj>
              </mc:Choice>
              <mc:Fallback>
                <p:oleObj r:id="rId8" imgW="4533900" imgH="1117600" progId="Equation.DSMT4">
                  <p:embed/>
                  <p:pic>
                    <p:nvPicPr>
                      <p:cNvPr id="0" name="图片 3828"/>
                      <p:cNvPicPr/>
                      <p:nvPr/>
                    </p:nvPicPr>
                    <p:blipFill>
                      <a:blip r:embed="rId9"/>
                      <a:stretch>
                        <a:fillRect/>
                      </a:stretch>
                    </p:blipFill>
                    <p:spPr>
                      <a:xfrm>
                        <a:off x="1676400" y="5207000"/>
                        <a:ext cx="4533900" cy="1117600"/>
                      </a:xfrm>
                      <a:prstGeom prst="rect">
                        <a:avLst/>
                      </a:prstGeom>
                      <a:noFill/>
                      <a:ln w="38100">
                        <a:noFill/>
                        <a:miter/>
                      </a:ln>
                    </p:spPr>
                  </p:pic>
                </p:oleObj>
              </mc:Fallback>
            </mc:AlternateContent>
          </a:graphicData>
        </a:graphic>
      </p:graphicFrame>
    </p:spTree>
  </p:cSld>
  <p:clrMapOvr>
    <a:masterClrMapping/>
  </p:clrMapOvr>
  <p:transition/>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99681" name="对象 626691"/>
          <p:cNvGraphicFramePr/>
          <p:nvPr/>
        </p:nvGraphicFramePr>
        <p:xfrm>
          <a:off x="1187450" y="2132013"/>
          <a:ext cx="7573963" cy="1749425"/>
        </p:xfrm>
        <a:graphic>
          <a:graphicData uri="http://schemas.openxmlformats.org/presentationml/2006/ole">
            <mc:AlternateContent xmlns:mc="http://schemas.openxmlformats.org/markup-compatibility/2006">
              <mc:Choice xmlns:v="urn:schemas-microsoft-com:vml" Requires="v">
                <p:oleObj r:id="rId3" imgW="8140700" imgH="1879600" progId="Equation.DSMT4">
                  <p:embed/>
                </p:oleObj>
              </mc:Choice>
              <mc:Fallback>
                <p:oleObj r:id="rId3" imgW="8140700" imgH="1879600" progId="Equation.DSMT4">
                  <p:embed/>
                  <p:pic>
                    <p:nvPicPr>
                      <p:cNvPr id="0" name="图片 3837"/>
                      <p:cNvPicPr/>
                      <p:nvPr/>
                    </p:nvPicPr>
                    <p:blipFill>
                      <a:blip r:embed="rId4">
                        <a:lum bright="-100000"/>
                      </a:blip>
                      <a:stretch>
                        <a:fillRect/>
                      </a:stretch>
                    </p:blipFill>
                    <p:spPr>
                      <a:xfrm>
                        <a:off x="1187450" y="2132013"/>
                        <a:ext cx="7573963" cy="1749425"/>
                      </a:xfrm>
                      <a:prstGeom prst="rect">
                        <a:avLst/>
                      </a:prstGeom>
                      <a:noFill/>
                      <a:ln w="38100">
                        <a:noFill/>
                        <a:miter/>
                      </a:ln>
                    </p:spPr>
                  </p:pic>
                </p:oleObj>
              </mc:Fallback>
            </mc:AlternateContent>
          </a:graphicData>
        </a:graphic>
      </p:graphicFrame>
      <p:graphicFrame>
        <p:nvGraphicFramePr>
          <p:cNvPr id="199682" name="对象 626692"/>
          <p:cNvGraphicFramePr/>
          <p:nvPr/>
        </p:nvGraphicFramePr>
        <p:xfrm>
          <a:off x="1187450" y="4797425"/>
          <a:ext cx="7119938" cy="1738313"/>
        </p:xfrm>
        <a:graphic>
          <a:graphicData uri="http://schemas.openxmlformats.org/presentationml/2006/ole">
            <mc:AlternateContent xmlns:mc="http://schemas.openxmlformats.org/markup-compatibility/2006">
              <mc:Choice xmlns:v="urn:schemas-microsoft-com:vml" Requires="v">
                <p:oleObj r:id="rId5" imgW="7696200" imgH="1879600" progId="Equation.DSMT4">
                  <p:embed/>
                </p:oleObj>
              </mc:Choice>
              <mc:Fallback>
                <p:oleObj r:id="rId5" imgW="7696200" imgH="1879600" progId="Equation.DSMT4">
                  <p:embed/>
                  <p:pic>
                    <p:nvPicPr>
                      <p:cNvPr id="0" name="图片 3840"/>
                      <p:cNvPicPr/>
                      <p:nvPr/>
                    </p:nvPicPr>
                    <p:blipFill>
                      <a:blip r:embed="rId6">
                        <a:lum bright="-100000"/>
                      </a:blip>
                      <a:stretch>
                        <a:fillRect/>
                      </a:stretch>
                    </p:blipFill>
                    <p:spPr>
                      <a:xfrm>
                        <a:off x="1187450" y="4797425"/>
                        <a:ext cx="7119938" cy="1738313"/>
                      </a:xfrm>
                      <a:prstGeom prst="rect">
                        <a:avLst/>
                      </a:prstGeom>
                      <a:noFill/>
                      <a:ln w="38100">
                        <a:noFill/>
                        <a:miter/>
                      </a:ln>
                    </p:spPr>
                  </p:pic>
                </p:oleObj>
              </mc:Fallback>
            </mc:AlternateContent>
          </a:graphicData>
        </a:graphic>
      </p:graphicFrame>
      <p:sp>
        <p:nvSpPr>
          <p:cNvPr id="199683" name="文本框 626693"/>
          <p:cNvSpPr txBox="1"/>
          <p:nvPr/>
        </p:nvSpPr>
        <p:spPr>
          <a:xfrm>
            <a:off x="1171575" y="4465638"/>
            <a:ext cx="3168650" cy="460375"/>
          </a:xfrm>
          <a:prstGeom prst="rect">
            <a:avLst/>
          </a:prstGeom>
          <a:noFill/>
          <a:ln w="12700">
            <a:noFill/>
          </a:ln>
        </p:spPr>
        <p:txBody>
          <a:bodyPr anchor="t" anchorCtr="0">
            <a:spAutoFit/>
          </a:bodyPr>
          <a:lstStyle/>
          <a:p>
            <a:pPr>
              <a:spcBef>
                <a:spcPct val="50000"/>
              </a:spcBef>
            </a:pPr>
            <a:r>
              <a:rPr lang="zh-CN" altLang="en-US" sz="2400" dirty="0">
                <a:latin typeface="Times New Roman" panose="02020603050405020304" pitchFamily="2" charset="0"/>
                <a:ea typeface="宋体" panose="02010600030101010101" pitchFamily="2" charset="-122"/>
              </a:rPr>
              <a:t>频率响应的几何解积：</a:t>
            </a:r>
          </a:p>
        </p:txBody>
      </p:sp>
      <p:sp>
        <p:nvSpPr>
          <p:cNvPr id="199684" name="标题 626689"/>
          <p:cNvSpPr>
            <a:spLocks noGrp="1"/>
          </p:cNvSpPr>
          <p:nvPr/>
        </p:nvSpPr>
        <p:spPr>
          <a:xfrm>
            <a:off x="812800" y="244475"/>
            <a:ext cx="7772400" cy="1036638"/>
          </a:xfrm>
          <a:prstGeom prst="rect">
            <a:avLst/>
          </a:prstGeom>
          <a:noFill/>
          <a:ln w="9525">
            <a:noFill/>
          </a:ln>
        </p:spPr>
        <p:txBody>
          <a:bodyPr anchor="ctr" anchorCtr="0"/>
          <a:lstStyle/>
          <a:p>
            <a:r>
              <a:rPr lang="en-US" altLang="zh-CN" sz="3200" b="1">
                <a:solidFill>
                  <a:schemeClr val="tx2"/>
                </a:solidFill>
                <a:latin typeface="Times New Roman" panose="02020603050405020304" pitchFamily="2" charset="0"/>
                <a:ea typeface="宋体" panose="02010600030101010101" pitchFamily="2" charset="-122"/>
              </a:rPr>
              <a:t>2.4.5 频率响应的几何确定法</a:t>
            </a:r>
          </a:p>
        </p:txBody>
      </p:sp>
      <p:sp>
        <p:nvSpPr>
          <p:cNvPr id="199685" name="文本占位符 626690"/>
          <p:cNvSpPr>
            <a:spLocks noGrp="1"/>
          </p:cNvSpPr>
          <p:nvPr/>
        </p:nvSpPr>
        <p:spPr>
          <a:xfrm>
            <a:off x="1171575" y="1468438"/>
            <a:ext cx="7772400" cy="792162"/>
          </a:xfrm>
          <a:prstGeom prst="rect">
            <a:avLst/>
          </a:prstGeom>
          <a:noFill/>
          <a:ln w="9525">
            <a:noFill/>
          </a:ln>
        </p:spPr>
        <p:txBody>
          <a:bodyPr anchor="t" anchorCtr="0"/>
          <a:lstStyle/>
          <a:p>
            <a:pPr marL="342900" indent="-342900">
              <a:spcBef>
                <a:spcPct val="20000"/>
              </a:spcBef>
            </a:pPr>
            <a:r>
              <a:rPr lang="zh-CN" altLang="en-US" sz="2400" dirty="0">
                <a:latin typeface="Times New Roman" panose="02020603050405020304" pitchFamily="2" charset="0"/>
                <a:ea typeface="宋体" panose="02010600030101010101" pitchFamily="2" charset="-122"/>
              </a:rPr>
              <a:t>利用</a:t>
            </a:r>
            <a:r>
              <a:rPr lang="en-US" altLang="zh-CN" sz="2400" dirty="0">
                <a:latin typeface="Times New Roman" panose="02020603050405020304" pitchFamily="2" charset="0"/>
                <a:ea typeface="宋体" panose="02010600030101010101" pitchFamily="2" charset="-122"/>
              </a:rPr>
              <a:t>H(z)</a:t>
            </a:r>
            <a:r>
              <a:rPr lang="zh-CN" altLang="en-US" sz="2400" dirty="0">
                <a:latin typeface="Times New Roman" panose="02020603050405020304" pitchFamily="2" charset="0"/>
                <a:ea typeface="宋体" panose="02010600030101010101" pitchFamily="2" charset="-122"/>
              </a:rPr>
              <a:t>在</a:t>
            </a:r>
            <a:r>
              <a:rPr lang="en-US" altLang="zh-CN" sz="2400" dirty="0">
                <a:latin typeface="Times New Roman" panose="02020603050405020304" pitchFamily="2" charset="0"/>
                <a:ea typeface="宋体" panose="02010600030101010101" pitchFamily="2" charset="-122"/>
              </a:rPr>
              <a:t>z</a:t>
            </a:r>
            <a:r>
              <a:rPr lang="zh-CN" altLang="en-US" sz="2400" dirty="0">
                <a:latin typeface="Times New Roman" panose="02020603050405020304" pitchFamily="2" charset="0"/>
                <a:ea typeface="宋体" panose="02010600030101010101" pitchFamily="2" charset="-122"/>
              </a:rPr>
              <a:t>平面上的</a:t>
            </a:r>
            <a:r>
              <a:rPr lang="zh-CN" altLang="en-US" sz="2400" b="1" dirty="0">
                <a:latin typeface="Times New Roman" panose="02020603050405020304" pitchFamily="2" charset="0"/>
                <a:ea typeface="宋体" panose="02010600030101010101" pitchFamily="2" charset="-122"/>
              </a:rPr>
              <a:t>零极点分布</a:t>
            </a:r>
          </a:p>
        </p:txBody>
      </p:sp>
      <p:sp>
        <p:nvSpPr>
          <p:cNvPr id="199686" name="文本框 194568"/>
          <p:cNvSpPr txBox="1"/>
          <p:nvPr/>
        </p:nvSpPr>
        <p:spPr>
          <a:xfrm>
            <a:off x="6731000" y="773113"/>
            <a:ext cx="2079625" cy="1198562"/>
          </a:xfrm>
          <a:prstGeom prst="rect">
            <a:avLst/>
          </a:prstGeom>
          <a:noFill/>
          <a:ln w="9525">
            <a:noFill/>
          </a:ln>
        </p:spPr>
        <p:txBody>
          <a:bodyPr wrap="square" anchor="t" anchorCtr="0">
            <a:spAutoFit/>
          </a:bodyPr>
          <a:lstStyle/>
          <a:p>
            <a:r>
              <a:rPr lang="zh-CN" altLang="en-US" dirty="0">
                <a:latin typeface="Times New Roman" panose="02020603050405020304" pitchFamily="2" charset="0"/>
                <a:ea typeface="宋体" panose="02010600030101010101" pitchFamily="2" charset="-122"/>
                <a:sym typeface="Arial" panose="020B0604020202020204" pitchFamily="34" charset="0"/>
              </a:rPr>
              <a:t>除了比例常数外，整个系统函数可以由它的全部零、极点来唯一确定</a:t>
            </a:r>
            <a:endParaRPr lang="zh-CN" altLang="en-US" dirty="0">
              <a:latin typeface="Times New Roman" panose="02020603050405020304" pitchFamily="2" charset="0"/>
              <a:ea typeface="宋体" panose="02010600030101010101" pitchFamily="2" charset="-122"/>
            </a:endParaRPr>
          </a:p>
        </p:txBody>
      </p:sp>
      <p:sp>
        <p:nvSpPr>
          <p:cNvPr id="8" name="矩形标注 7"/>
          <p:cNvSpPr/>
          <p:nvPr/>
        </p:nvSpPr>
        <p:spPr>
          <a:xfrm>
            <a:off x="6659563" y="773113"/>
            <a:ext cx="2193925" cy="1206500"/>
          </a:xfrm>
          <a:prstGeom prst="wedgeRectCallout">
            <a:avLst>
              <a:gd name="adj1" fmla="val -48076"/>
              <a:gd name="adj2" fmla="val 84117"/>
            </a:avLst>
          </a:prstGeom>
          <a:noFill/>
          <a:ln>
            <a:solidFill>
              <a:srgbClr val="C00000"/>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endParaRPr lang="zh-CN" altLang="en-US" strike="noStrike" noProof="1"/>
          </a:p>
        </p:txBody>
      </p:sp>
      <p:graphicFrame>
        <p:nvGraphicFramePr>
          <p:cNvPr id="199688" name="对象 194566"/>
          <p:cNvGraphicFramePr>
            <a:graphicFrameLocks noChangeAspect="1"/>
          </p:cNvGraphicFramePr>
          <p:nvPr/>
        </p:nvGraphicFramePr>
        <p:xfrm>
          <a:off x="7015163" y="4364038"/>
          <a:ext cx="969962" cy="431800"/>
        </p:xfrm>
        <a:graphic>
          <a:graphicData uri="http://schemas.openxmlformats.org/presentationml/2006/ole">
            <mc:AlternateContent xmlns:mc="http://schemas.openxmlformats.org/markup-compatibility/2006">
              <mc:Choice xmlns:v="urn:schemas-microsoft-com:vml" Requires="v">
                <p:oleObj r:id="rId7" imgW="470535" imgH="208915" progId="Equation.3">
                  <p:embed/>
                </p:oleObj>
              </mc:Choice>
              <mc:Fallback>
                <p:oleObj r:id="rId7" imgW="470535" imgH="208915" progId="Equation.3">
                  <p:embed/>
                  <p:pic>
                    <p:nvPicPr>
                      <p:cNvPr id="0" name="图片 3842"/>
                      <p:cNvPicPr/>
                      <p:nvPr/>
                    </p:nvPicPr>
                    <p:blipFill>
                      <a:blip r:embed="rId8"/>
                      <a:stretch>
                        <a:fillRect/>
                      </a:stretch>
                    </p:blipFill>
                    <p:spPr>
                      <a:xfrm>
                        <a:off x="7015163" y="4364038"/>
                        <a:ext cx="969962" cy="431800"/>
                      </a:xfrm>
                      <a:prstGeom prst="rect">
                        <a:avLst/>
                      </a:prstGeom>
                      <a:noFill/>
                      <a:ln w="38100">
                        <a:noFill/>
                        <a:miter/>
                      </a:ln>
                    </p:spPr>
                  </p:pic>
                </p:oleObj>
              </mc:Fallback>
            </mc:AlternateContent>
          </a:graphicData>
        </a:graphic>
      </p:graphicFrame>
      <p:sp>
        <p:nvSpPr>
          <p:cNvPr id="199689" name="Text Box 14"/>
          <p:cNvSpPr txBox="1"/>
          <p:nvPr/>
        </p:nvSpPr>
        <p:spPr>
          <a:xfrm>
            <a:off x="6938963" y="4435475"/>
            <a:ext cx="2058987" cy="646113"/>
          </a:xfrm>
          <a:prstGeom prst="rect">
            <a:avLst/>
          </a:prstGeom>
          <a:noFill/>
          <a:ln w="9525">
            <a:noFill/>
          </a:ln>
        </p:spPr>
        <p:txBody>
          <a:bodyPr wrap="square" lIns="90000" tIns="46800" rIns="90000" bIns="46800" anchor="t" anchorCtr="0">
            <a:spAutoFit/>
          </a:bodyPr>
          <a:lstStyle/>
          <a:p>
            <a:pPr>
              <a:spcBef>
                <a:spcPct val="50000"/>
              </a:spcBef>
            </a:pPr>
            <a:r>
              <a:rPr lang="en-US" altLang="zh-CN" dirty="0">
                <a:latin typeface="宋体" panose="02010600030101010101" pitchFamily="2" charset="-122"/>
                <a:ea typeface="宋体" panose="02010600030101010101" pitchFamily="2" charset="-122"/>
              </a:rPr>
              <a:t>        </a:t>
            </a:r>
            <a:r>
              <a:rPr lang="zh-CN" altLang="en-US" dirty="0">
                <a:latin typeface="宋体" panose="02010600030101010101" pitchFamily="2" charset="-122"/>
                <a:ea typeface="宋体" panose="02010600030101010101" pitchFamily="2" charset="-122"/>
              </a:rPr>
              <a:t>代入，可得系统的频率响应</a:t>
            </a:r>
          </a:p>
        </p:txBody>
      </p:sp>
      <p:sp>
        <p:nvSpPr>
          <p:cNvPr id="9" name="矩形标注 8"/>
          <p:cNvSpPr/>
          <p:nvPr/>
        </p:nvSpPr>
        <p:spPr>
          <a:xfrm>
            <a:off x="6961188" y="4394200"/>
            <a:ext cx="2014538" cy="687388"/>
          </a:xfrm>
          <a:prstGeom prst="wedgeRectCallout">
            <a:avLst>
              <a:gd name="adj1" fmla="val -36652"/>
              <a:gd name="adj2" fmla="val 78548"/>
            </a:avLst>
          </a:prstGeom>
          <a:noFill/>
          <a:ln>
            <a:solidFill>
              <a:srgbClr val="C00000"/>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endParaRPr lang="zh-CN" altLang="en-US" strike="noStrike" noProof="1"/>
          </a:p>
        </p:txBody>
      </p:sp>
      <p:sp>
        <p:nvSpPr>
          <p:cNvPr id="2" name="文本框 1"/>
          <p:cNvSpPr txBox="1"/>
          <p:nvPr/>
        </p:nvSpPr>
        <p:spPr>
          <a:xfrm>
            <a:off x="1331594" y="3860798"/>
            <a:ext cx="2645402" cy="706752"/>
          </a:xfrm>
          <a:prstGeom prst="rect">
            <a:avLst/>
          </a:prstGeom>
          <a:noFill/>
        </p:spPr>
        <p:txBody>
          <a:bodyPr wrap="square" rtlCol="0">
            <a:spAutoFit/>
          </a:bodyPr>
          <a:lstStyle/>
          <a:p>
            <a:r>
              <a:rPr lang="en-US" altLang="zh-CN" sz="2000" noProof="1">
                <a:gradFill>
                  <a:gsLst>
                    <a:gs pos="0">
                      <a:srgbClr val="E30000"/>
                    </a:gs>
                    <a:gs pos="100000">
                      <a:srgbClr val="760303"/>
                    </a:gs>
                  </a:gsLst>
                  <a:lin scaled="0"/>
                </a:gradFill>
                <a:latin typeface="Times New Roman" panose="02020603050405020304" pitchFamily="2" charset="0"/>
                <a:ea typeface="宋体" panose="02010600030101010101" pitchFamily="2" charset="-122"/>
                <a:cs typeface="+mn-cs"/>
              </a:rPr>
              <a:t>N&gt;M，H(z)在z=0处有(N-M)阶零点</a:t>
            </a:r>
            <a:endParaRPr lang="en-US" altLang="zh-CN" sz="2000" noProof="1">
              <a:gradFill>
                <a:gsLst>
                  <a:gs pos="0">
                    <a:srgbClr val="E30000"/>
                  </a:gs>
                  <a:gs pos="100000">
                    <a:srgbClr val="760303"/>
                  </a:gs>
                </a:gsLst>
                <a:lin scaled="0"/>
              </a:gradFill>
            </a:endParaRPr>
          </a:p>
        </p:txBody>
      </p:sp>
      <p:sp>
        <p:nvSpPr>
          <p:cNvPr id="3" name="文本框 2"/>
          <p:cNvSpPr txBox="1"/>
          <p:nvPr/>
        </p:nvSpPr>
        <p:spPr>
          <a:xfrm>
            <a:off x="4283710" y="3860800"/>
            <a:ext cx="2645410" cy="706750"/>
          </a:xfrm>
          <a:prstGeom prst="rect">
            <a:avLst/>
          </a:prstGeom>
          <a:noFill/>
        </p:spPr>
        <p:txBody>
          <a:bodyPr wrap="square" rtlCol="0">
            <a:spAutoFit/>
          </a:bodyPr>
          <a:lstStyle/>
          <a:p>
            <a:r>
              <a:rPr lang="en-US" altLang="zh-CN" sz="2000" noProof="1">
                <a:gradFill>
                  <a:gsLst>
                    <a:gs pos="0">
                      <a:srgbClr val="E30000"/>
                    </a:gs>
                    <a:gs pos="100000">
                      <a:srgbClr val="760303"/>
                    </a:gs>
                  </a:gsLst>
                  <a:lin scaled="0"/>
                </a:gradFill>
                <a:latin typeface="Times New Roman" panose="02020603050405020304" pitchFamily="2" charset="0"/>
                <a:ea typeface="宋体" panose="02010600030101010101" pitchFamily="2" charset="-122"/>
                <a:cs typeface="+mn-cs"/>
              </a:rPr>
              <a:t>N&lt;M，H(z)在z=0处有(N-M)阶极点</a:t>
            </a:r>
            <a:endParaRPr lang="en-US" altLang="zh-CN" sz="2000" noProof="1">
              <a:gradFill>
                <a:gsLst>
                  <a:gs pos="0">
                    <a:srgbClr val="E30000"/>
                  </a:gs>
                  <a:gs pos="100000">
                    <a:srgbClr val="760303"/>
                  </a:gs>
                </a:gsLst>
                <a:lin scaled="0"/>
              </a:gradFill>
            </a:endParaRPr>
          </a:p>
        </p:txBody>
      </p:sp>
    </p:spTree>
  </p:cSld>
  <p:clrMapOvr>
    <a:masterClrMapping/>
  </p:clrMapOvr>
  <p:transition/>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1729" name="Rectangle 3"/>
          <p:cNvSpPr/>
          <p:nvPr/>
        </p:nvSpPr>
        <p:spPr>
          <a:xfrm>
            <a:off x="611188" y="1651000"/>
            <a:ext cx="7793037" cy="2227263"/>
          </a:xfrm>
          <a:prstGeom prst="rect">
            <a:avLst/>
          </a:prstGeom>
          <a:noFill/>
          <a:ln w="9525">
            <a:noFill/>
          </a:ln>
        </p:spPr>
        <p:txBody>
          <a:bodyPr lIns="90000" tIns="46800" rIns="90000" bIns="46800" anchor="t" anchorCtr="0">
            <a:spAutoFit/>
          </a:bodyPr>
          <a:lstStyle/>
          <a:p>
            <a:endParaRPr lang="zh-CN" altLang="en-US" sz="2800" dirty="0">
              <a:latin typeface="Tahoma" panose="020B0604030504040204" pitchFamily="2" charset="0"/>
              <a:ea typeface="黑体" panose="02010609060101010101" pitchFamily="2" charset="-122"/>
            </a:endParaRPr>
          </a:p>
          <a:p>
            <a:pPr>
              <a:buClr>
                <a:schemeClr val="hlink"/>
              </a:buClr>
              <a:buSzPct val="120000"/>
              <a:buFont typeface="Wingdings" panose="05000000000000000000" pitchFamily="2" charset="2"/>
              <a:buChar char="n"/>
            </a:pPr>
            <a:endParaRPr lang="zh-CN" altLang="en-US" sz="2800" dirty="0">
              <a:latin typeface="Tahoma" panose="020B0604030504040204" pitchFamily="2" charset="0"/>
              <a:ea typeface="黑体" panose="02010609060101010101" pitchFamily="2" charset="-122"/>
            </a:endParaRPr>
          </a:p>
          <a:p>
            <a:pPr>
              <a:buClr>
                <a:schemeClr val="hlink"/>
              </a:buClr>
              <a:buSzPct val="120000"/>
              <a:buFont typeface="Wingdings" panose="05000000000000000000" pitchFamily="2" charset="2"/>
              <a:buChar char="n"/>
            </a:pPr>
            <a:endParaRPr lang="zh-CN" altLang="en-US" sz="2800" dirty="0">
              <a:latin typeface="Tahoma" panose="020B0604030504040204" pitchFamily="2" charset="0"/>
              <a:ea typeface="黑体" panose="02010609060101010101" pitchFamily="2" charset="-122"/>
            </a:endParaRPr>
          </a:p>
          <a:p>
            <a:pPr>
              <a:buClr>
                <a:schemeClr val="hlink"/>
              </a:buClr>
              <a:buSzPct val="120000"/>
              <a:buFont typeface="Wingdings" panose="05000000000000000000" pitchFamily="2" charset="2"/>
            </a:pPr>
            <a:endParaRPr lang="zh-CN" altLang="en-US" sz="2800" dirty="0">
              <a:latin typeface="Tahoma" panose="020B0604030504040204" pitchFamily="2" charset="0"/>
              <a:ea typeface="黑体" panose="02010609060101010101" pitchFamily="2" charset="-122"/>
            </a:endParaRPr>
          </a:p>
          <a:p>
            <a:pPr>
              <a:buClr>
                <a:schemeClr val="hlink"/>
              </a:buClr>
              <a:buSzPct val="120000"/>
              <a:buFont typeface="Wingdings" panose="05000000000000000000" pitchFamily="2" charset="2"/>
              <a:buChar char="n"/>
            </a:pPr>
            <a:endParaRPr lang="zh-CN" altLang="en-US" sz="2800" dirty="0">
              <a:latin typeface="Tahoma" panose="020B0604030504040204" pitchFamily="2" charset="0"/>
              <a:ea typeface="黑体" panose="02010609060101010101" pitchFamily="2" charset="-122"/>
            </a:endParaRPr>
          </a:p>
        </p:txBody>
      </p:sp>
      <p:sp>
        <p:nvSpPr>
          <p:cNvPr id="201730" name="Rectangle 4"/>
          <p:cNvSpPr/>
          <p:nvPr/>
        </p:nvSpPr>
        <p:spPr>
          <a:xfrm>
            <a:off x="0" y="3214688"/>
            <a:ext cx="9144000" cy="0"/>
          </a:xfrm>
          <a:prstGeom prst="rect">
            <a:avLst/>
          </a:prstGeom>
          <a:noFill/>
          <a:ln w="9525">
            <a:noFill/>
          </a:ln>
        </p:spPr>
        <p:txBody>
          <a:bodyPr wrap="none" lIns="90000" tIns="46800" rIns="90000" bIns="46800" anchor="ctr" anchorCtr="0">
            <a:spAutoFit/>
          </a:bodyPr>
          <a:lstStyle/>
          <a:p>
            <a:endParaRPr lang="zh-CN" altLang="en-US" dirty="0">
              <a:latin typeface="Times New Roman" panose="02020603050405020304" pitchFamily="2" charset="0"/>
              <a:ea typeface="宋体" panose="02010600030101010101" pitchFamily="2" charset="-122"/>
            </a:endParaRPr>
          </a:p>
        </p:txBody>
      </p:sp>
      <p:graphicFrame>
        <p:nvGraphicFramePr>
          <p:cNvPr id="201731" name="对象 196613"/>
          <p:cNvGraphicFramePr>
            <a:graphicFrameLocks noChangeAspect="1"/>
          </p:cNvGraphicFramePr>
          <p:nvPr/>
        </p:nvGraphicFramePr>
        <p:xfrm>
          <a:off x="657225" y="1209675"/>
          <a:ext cx="8074025" cy="2005013"/>
        </p:xfrm>
        <a:graphic>
          <a:graphicData uri="http://schemas.openxmlformats.org/presentationml/2006/ole">
            <mc:AlternateContent xmlns:mc="http://schemas.openxmlformats.org/markup-compatibility/2006">
              <mc:Choice xmlns:v="urn:schemas-microsoft-com:vml" Requires="v">
                <p:oleObj r:id="rId3" imgW="3377565" imgH="838200" progId="Equation.3">
                  <p:embed/>
                </p:oleObj>
              </mc:Choice>
              <mc:Fallback>
                <p:oleObj r:id="rId3" imgW="3377565" imgH="838200" progId="Equation.3">
                  <p:embed/>
                  <p:pic>
                    <p:nvPicPr>
                      <p:cNvPr id="0" name="图片 3839"/>
                      <p:cNvPicPr/>
                      <p:nvPr/>
                    </p:nvPicPr>
                    <p:blipFill>
                      <a:blip r:embed="rId4"/>
                      <a:stretch>
                        <a:fillRect/>
                      </a:stretch>
                    </p:blipFill>
                    <p:spPr>
                      <a:xfrm>
                        <a:off x="657225" y="1209675"/>
                        <a:ext cx="8074025" cy="2005013"/>
                      </a:xfrm>
                      <a:prstGeom prst="rect">
                        <a:avLst/>
                      </a:prstGeom>
                      <a:noFill/>
                      <a:ln w="38100">
                        <a:noFill/>
                        <a:miter/>
                      </a:ln>
                    </p:spPr>
                  </p:pic>
                </p:oleObj>
              </mc:Fallback>
            </mc:AlternateContent>
          </a:graphicData>
        </a:graphic>
      </p:graphicFrame>
      <p:sp>
        <p:nvSpPr>
          <p:cNvPr id="155654" name="AutoShape 6"/>
          <p:cNvSpPr/>
          <p:nvPr/>
        </p:nvSpPr>
        <p:spPr>
          <a:xfrm>
            <a:off x="900113" y="984250"/>
            <a:ext cx="2836863" cy="539750"/>
          </a:xfrm>
          <a:prstGeom prst="wedgeRoundRectCallout">
            <a:avLst>
              <a:gd name="adj1" fmla="val 10635"/>
              <a:gd name="adj2" fmla="val 132117"/>
              <a:gd name="adj3" fmla="val 16667"/>
            </a:avLst>
          </a:prstGeom>
          <a:noFill/>
          <a:ln>
            <a:headEnd type="none" w="med" len="med"/>
            <a:tailEnd type="none" w="med" len="med"/>
          </a:ln>
        </p:spPr>
        <p:style>
          <a:lnRef idx="2">
            <a:schemeClr val="dk1"/>
          </a:lnRef>
          <a:fillRef idx="1">
            <a:schemeClr val="lt1"/>
          </a:fillRef>
          <a:effectRef idx="0">
            <a:schemeClr val="dk1"/>
          </a:effectRef>
          <a:fontRef idx="minor">
            <a:schemeClr val="dk1"/>
          </a:fontRef>
        </p:style>
        <p:txBody>
          <a:bodyPr lIns="90000" tIns="46800" rIns="90000" bIns="46800" anchor="ctr"/>
          <a:lstStyle/>
          <a:p>
            <a:pPr algn="ctr" fontAlgn="base"/>
            <a:endParaRPr lang="zh-CN" altLang="en-US" strike="noStrike" noProof="1">
              <a:latin typeface="Times New Roman" panose="02020603050405020304" pitchFamily="2" charset="0"/>
            </a:endParaRPr>
          </a:p>
        </p:txBody>
      </p:sp>
      <p:sp>
        <p:nvSpPr>
          <p:cNvPr id="201733" name="Text Box 7"/>
          <p:cNvSpPr txBox="1"/>
          <p:nvPr/>
        </p:nvSpPr>
        <p:spPr>
          <a:xfrm>
            <a:off x="868363" y="984250"/>
            <a:ext cx="2922587" cy="461963"/>
          </a:xfrm>
          <a:prstGeom prst="rect">
            <a:avLst/>
          </a:prstGeom>
          <a:noFill/>
          <a:ln w="9525">
            <a:noFill/>
          </a:ln>
        </p:spPr>
        <p:txBody>
          <a:bodyPr wrap="none" lIns="90000" tIns="46800" rIns="90000" bIns="46800" anchor="t" anchorCtr="0">
            <a:spAutoFit/>
          </a:bodyPr>
          <a:lstStyle/>
          <a:p>
            <a:r>
              <a:rPr lang="zh-CN" altLang="en-US" sz="2400" dirty="0">
                <a:latin typeface="宋体" panose="02010600030101010101" pitchFamily="2" charset="-122"/>
                <a:ea typeface="宋体" panose="02010600030101010101" pitchFamily="2" charset="-122"/>
              </a:rPr>
              <a:t>幅度增益和线性相移</a:t>
            </a:r>
          </a:p>
        </p:txBody>
      </p:sp>
      <p:sp>
        <p:nvSpPr>
          <p:cNvPr id="201734" name="Rectangle 34"/>
          <p:cNvSpPr/>
          <p:nvPr/>
        </p:nvSpPr>
        <p:spPr>
          <a:xfrm>
            <a:off x="0" y="2909888"/>
            <a:ext cx="9144000" cy="0"/>
          </a:xfrm>
          <a:prstGeom prst="rect">
            <a:avLst/>
          </a:prstGeom>
          <a:noFill/>
          <a:ln w="9525">
            <a:noFill/>
          </a:ln>
        </p:spPr>
        <p:txBody>
          <a:bodyPr wrap="none" lIns="90000" tIns="46800" rIns="90000" bIns="46800" anchor="ctr" anchorCtr="0">
            <a:spAutoFit/>
          </a:bodyPr>
          <a:lstStyle/>
          <a:p>
            <a:endParaRPr lang="zh-CN" altLang="en-US" dirty="0">
              <a:latin typeface="Times New Roman" panose="02020603050405020304" pitchFamily="2" charset="0"/>
              <a:ea typeface="宋体" panose="02010600030101010101" pitchFamily="2" charset="-122"/>
            </a:endParaRPr>
          </a:p>
        </p:txBody>
      </p:sp>
      <p:graphicFrame>
        <p:nvGraphicFramePr>
          <p:cNvPr id="201735" name="对象 196619"/>
          <p:cNvGraphicFramePr>
            <a:graphicFrameLocks noChangeAspect="1"/>
          </p:cNvGraphicFramePr>
          <p:nvPr/>
        </p:nvGraphicFramePr>
        <p:xfrm>
          <a:off x="709613" y="3214688"/>
          <a:ext cx="4783137" cy="1985962"/>
        </p:xfrm>
        <a:graphic>
          <a:graphicData uri="http://schemas.openxmlformats.org/presentationml/2006/ole">
            <mc:AlternateContent xmlns:mc="http://schemas.openxmlformats.org/markup-compatibility/2006">
              <mc:Choice xmlns:v="urn:schemas-microsoft-com:vml" Requires="v">
                <p:oleObj r:id="rId5" imgW="2425700" imgH="838200" progId="Equation.3">
                  <p:embed/>
                </p:oleObj>
              </mc:Choice>
              <mc:Fallback>
                <p:oleObj r:id="rId5" imgW="2425700" imgH="838200" progId="Equation.3">
                  <p:embed/>
                  <p:pic>
                    <p:nvPicPr>
                      <p:cNvPr id="0" name="图片 3841"/>
                      <p:cNvPicPr/>
                      <p:nvPr/>
                    </p:nvPicPr>
                    <p:blipFill>
                      <a:blip r:embed="rId6"/>
                      <a:stretch>
                        <a:fillRect/>
                      </a:stretch>
                    </p:blipFill>
                    <p:spPr>
                      <a:xfrm>
                        <a:off x="709613" y="3214688"/>
                        <a:ext cx="4783137" cy="1985962"/>
                      </a:xfrm>
                      <a:prstGeom prst="rect">
                        <a:avLst/>
                      </a:prstGeom>
                      <a:noFill/>
                      <a:ln w="38100">
                        <a:noFill/>
                        <a:miter/>
                      </a:ln>
                    </p:spPr>
                  </p:pic>
                </p:oleObj>
              </mc:Fallback>
            </mc:AlternateContent>
          </a:graphicData>
        </a:graphic>
      </p:graphicFrame>
      <p:graphicFrame>
        <p:nvGraphicFramePr>
          <p:cNvPr id="201736" name="对象 196620"/>
          <p:cNvGraphicFramePr>
            <a:graphicFrameLocks noChangeAspect="1"/>
          </p:cNvGraphicFramePr>
          <p:nvPr/>
        </p:nvGraphicFramePr>
        <p:xfrm>
          <a:off x="385763" y="5380038"/>
          <a:ext cx="8515350" cy="863600"/>
        </p:xfrm>
        <a:graphic>
          <a:graphicData uri="http://schemas.openxmlformats.org/presentationml/2006/ole">
            <mc:AlternateContent xmlns:mc="http://schemas.openxmlformats.org/markup-compatibility/2006">
              <mc:Choice xmlns:v="urn:schemas-microsoft-com:vml" Requires="v">
                <p:oleObj r:id="rId7" imgW="4254500" imgH="431800" progId="Equation.3">
                  <p:embed/>
                </p:oleObj>
              </mc:Choice>
              <mc:Fallback>
                <p:oleObj r:id="rId7" imgW="4254500" imgH="431800" progId="Equation.3">
                  <p:embed/>
                  <p:pic>
                    <p:nvPicPr>
                      <p:cNvPr id="0" name="图片 3838"/>
                      <p:cNvPicPr/>
                      <p:nvPr/>
                    </p:nvPicPr>
                    <p:blipFill>
                      <a:blip r:embed="rId8"/>
                      <a:stretch>
                        <a:fillRect/>
                      </a:stretch>
                    </p:blipFill>
                    <p:spPr>
                      <a:xfrm>
                        <a:off x="385763" y="5380038"/>
                        <a:ext cx="8515350" cy="863600"/>
                      </a:xfrm>
                      <a:prstGeom prst="rect">
                        <a:avLst/>
                      </a:prstGeom>
                      <a:noFill/>
                      <a:ln w="38100">
                        <a:noFill/>
                        <a:miter/>
                      </a:ln>
                    </p:spPr>
                  </p:pic>
                </p:oleObj>
              </mc:Fallback>
            </mc:AlternateContent>
          </a:graphicData>
        </a:graphic>
      </p:graphicFrame>
      <p:grpSp>
        <p:nvGrpSpPr>
          <p:cNvPr id="198662" name="Group 68"/>
          <p:cNvGrpSpPr/>
          <p:nvPr/>
        </p:nvGrpSpPr>
        <p:grpSpPr>
          <a:xfrm>
            <a:off x="5897563" y="3205163"/>
            <a:ext cx="3049587" cy="1955800"/>
            <a:chOff x="-301" y="0"/>
            <a:chExt cx="4737" cy="3107"/>
          </a:xfrm>
        </p:grpSpPr>
        <p:sp>
          <p:nvSpPr>
            <p:cNvPr id="201738" name="Line 33"/>
            <p:cNvSpPr/>
            <p:nvPr/>
          </p:nvSpPr>
          <p:spPr>
            <a:xfrm>
              <a:off x="1940" y="35"/>
              <a:ext cx="0" cy="3072"/>
            </a:xfrm>
            <a:prstGeom prst="line">
              <a:avLst/>
            </a:prstGeom>
            <a:ln w="25400" cap="flat" cmpd="sng">
              <a:solidFill>
                <a:schemeClr val="tx1"/>
              </a:solidFill>
              <a:prstDash val="solid"/>
              <a:round/>
              <a:headEnd type="triangle" w="med" len="med"/>
              <a:tailEnd type="none" w="med" len="med"/>
            </a:ln>
          </p:spPr>
          <p:txBody>
            <a:bodyPr anchor="t" anchorCtr="0"/>
            <a:lstStyle/>
            <a:p>
              <a:endParaRPr lang="zh-CN" altLang="en-US">
                <a:latin typeface="Times New Roman" panose="02020603050405020304" pitchFamily="2" charset="0"/>
                <a:ea typeface="宋体" panose="02010600030101010101" pitchFamily="2" charset="-122"/>
              </a:endParaRPr>
            </a:p>
          </p:txBody>
        </p:sp>
        <p:sp>
          <p:nvSpPr>
            <p:cNvPr id="201739" name="Oval 35"/>
            <p:cNvSpPr/>
            <p:nvPr/>
          </p:nvSpPr>
          <p:spPr>
            <a:xfrm>
              <a:off x="692" y="419"/>
              <a:ext cx="2496" cy="2352"/>
            </a:xfrm>
            <a:prstGeom prst="ellipse">
              <a:avLst/>
            </a:prstGeom>
            <a:noFill/>
            <a:ln w="25400" cap="flat" cmpd="sng">
              <a:solidFill>
                <a:schemeClr val="tx1"/>
              </a:solidFill>
              <a:prstDash val="solid"/>
              <a:round/>
              <a:headEnd type="none" w="med" len="med"/>
              <a:tailEnd type="none" w="med" len="med"/>
            </a:ln>
          </p:spPr>
          <p:txBody>
            <a:bodyPr wrap="none" anchor="ctr" anchorCtr="0"/>
            <a:lstStyle/>
            <a:p>
              <a:endParaRPr lang="zh-CN" altLang="en-US" dirty="0">
                <a:latin typeface="Times New Roman" panose="02020603050405020304" pitchFamily="2" charset="0"/>
                <a:ea typeface="宋体" panose="02010600030101010101" pitchFamily="2" charset="-122"/>
              </a:endParaRPr>
            </a:p>
          </p:txBody>
        </p:sp>
        <p:sp>
          <p:nvSpPr>
            <p:cNvPr id="201740" name="Line 36"/>
            <p:cNvSpPr/>
            <p:nvPr/>
          </p:nvSpPr>
          <p:spPr>
            <a:xfrm>
              <a:off x="164" y="1619"/>
              <a:ext cx="3696" cy="0"/>
            </a:xfrm>
            <a:prstGeom prst="line">
              <a:avLst/>
            </a:prstGeom>
            <a:ln w="25400" cap="flat" cmpd="sng">
              <a:solidFill>
                <a:schemeClr val="tx1"/>
              </a:solidFill>
              <a:prstDash val="solid"/>
              <a:round/>
              <a:headEnd type="none" w="med" len="med"/>
              <a:tailEnd type="triangle" w="med" len="med"/>
            </a:ln>
          </p:spPr>
          <p:txBody>
            <a:bodyPr anchor="t" anchorCtr="0"/>
            <a:lstStyle/>
            <a:p>
              <a:endParaRPr lang="zh-CN" altLang="en-US">
                <a:latin typeface="Times New Roman" panose="02020603050405020304" pitchFamily="2" charset="0"/>
                <a:ea typeface="宋体" panose="02010600030101010101" pitchFamily="2" charset="-122"/>
              </a:endParaRPr>
            </a:p>
          </p:txBody>
        </p:sp>
        <p:sp>
          <p:nvSpPr>
            <p:cNvPr id="201741" name="Line 37"/>
            <p:cNvSpPr/>
            <p:nvPr/>
          </p:nvSpPr>
          <p:spPr>
            <a:xfrm flipH="1">
              <a:off x="1940" y="803"/>
              <a:ext cx="480" cy="816"/>
            </a:xfrm>
            <a:prstGeom prst="line">
              <a:avLst/>
            </a:prstGeom>
            <a:ln w="9525" cap="flat" cmpd="sng">
              <a:solidFill>
                <a:schemeClr val="tx1"/>
              </a:solidFill>
              <a:prstDash val="solid"/>
              <a:round/>
              <a:headEnd type="triangle" w="sm" len="lg"/>
              <a:tailEnd type="none" w="med" len="med"/>
            </a:ln>
          </p:spPr>
          <p:txBody>
            <a:bodyPr anchor="t" anchorCtr="0"/>
            <a:lstStyle/>
            <a:p>
              <a:endParaRPr lang="zh-CN" altLang="en-US">
                <a:latin typeface="Times New Roman" panose="02020603050405020304" pitchFamily="2" charset="0"/>
                <a:ea typeface="宋体" panose="02010600030101010101" pitchFamily="2" charset="-122"/>
              </a:endParaRPr>
            </a:p>
          </p:txBody>
        </p:sp>
        <p:sp>
          <p:nvSpPr>
            <p:cNvPr id="201742" name="Line 38"/>
            <p:cNvSpPr/>
            <p:nvPr/>
          </p:nvSpPr>
          <p:spPr>
            <a:xfrm flipH="1" flipV="1">
              <a:off x="1460" y="515"/>
              <a:ext cx="960" cy="288"/>
            </a:xfrm>
            <a:prstGeom prst="line">
              <a:avLst/>
            </a:prstGeom>
            <a:ln w="9525" cap="flat" cmpd="sng">
              <a:solidFill>
                <a:srgbClr val="FF0000"/>
              </a:solidFill>
              <a:prstDash val="solid"/>
              <a:round/>
              <a:headEnd type="none" w="med" len="med"/>
              <a:tailEnd type="triangle" w="sm" len="lg"/>
            </a:ln>
          </p:spPr>
          <p:txBody>
            <a:bodyPr anchor="t" anchorCtr="0"/>
            <a:lstStyle/>
            <a:p>
              <a:endParaRPr lang="zh-CN" altLang="en-US">
                <a:latin typeface="Times New Roman" panose="02020603050405020304" pitchFamily="2" charset="0"/>
                <a:ea typeface="宋体" panose="02010600030101010101" pitchFamily="2" charset="-122"/>
              </a:endParaRPr>
            </a:p>
          </p:txBody>
        </p:sp>
        <p:sp>
          <p:nvSpPr>
            <p:cNvPr id="201743" name="Line 39"/>
            <p:cNvSpPr/>
            <p:nvPr/>
          </p:nvSpPr>
          <p:spPr>
            <a:xfrm>
              <a:off x="1460" y="515"/>
              <a:ext cx="480" cy="1104"/>
            </a:xfrm>
            <a:prstGeom prst="line">
              <a:avLst/>
            </a:prstGeom>
            <a:ln w="9525" cap="flat" cmpd="sng">
              <a:solidFill>
                <a:schemeClr val="tx1"/>
              </a:solidFill>
              <a:prstDash val="solid"/>
              <a:round/>
              <a:headEnd type="triangle" w="med" len="med"/>
              <a:tailEnd type="none" w="med" len="med"/>
            </a:ln>
          </p:spPr>
          <p:txBody>
            <a:bodyPr anchor="t" anchorCtr="0"/>
            <a:lstStyle/>
            <a:p>
              <a:endParaRPr lang="zh-CN" altLang="en-US">
                <a:latin typeface="Times New Roman" panose="02020603050405020304" pitchFamily="2" charset="0"/>
                <a:ea typeface="宋体" panose="02010600030101010101" pitchFamily="2" charset="-122"/>
              </a:endParaRPr>
            </a:p>
          </p:txBody>
        </p:sp>
        <p:sp>
          <p:nvSpPr>
            <p:cNvPr id="201744" name="Oval 40"/>
            <p:cNvSpPr/>
            <p:nvPr/>
          </p:nvSpPr>
          <p:spPr>
            <a:xfrm>
              <a:off x="2420" y="755"/>
              <a:ext cx="48" cy="48"/>
            </a:xfrm>
            <a:prstGeom prst="ellipse">
              <a:avLst/>
            </a:prstGeom>
            <a:solidFill>
              <a:schemeClr val="tx1"/>
            </a:solidFill>
            <a:ln w="9525" cap="flat" cmpd="sng">
              <a:solidFill>
                <a:schemeClr val="tx1"/>
              </a:solidFill>
              <a:prstDash val="solid"/>
              <a:round/>
              <a:headEnd type="none" w="med" len="med"/>
              <a:tailEnd type="none" w="med" len="med"/>
            </a:ln>
          </p:spPr>
          <p:txBody>
            <a:bodyPr wrap="none" anchor="ctr" anchorCtr="0"/>
            <a:lstStyle/>
            <a:p>
              <a:endParaRPr lang="zh-CN" altLang="en-US" dirty="0">
                <a:latin typeface="Times New Roman" panose="02020603050405020304" pitchFamily="2" charset="0"/>
                <a:ea typeface="宋体" panose="02010600030101010101" pitchFamily="2" charset="-122"/>
              </a:endParaRPr>
            </a:p>
          </p:txBody>
        </p:sp>
        <p:graphicFrame>
          <p:nvGraphicFramePr>
            <p:cNvPr id="201745" name="对象 198669"/>
            <p:cNvGraphicFramePr>
              <a:graphicFrameLocks noChangeAspect="1"/>
            </p:cNvGraphicFramePr>
            <p:nvPr/>
          </p:nvGraphicFramePr>
          <p:xfrm>
            <a:off x="2410" y="851"/>
            <a:ext cx="278" cy="360"/>
          </p:xfrm>
          <a:graphic>
            <a:graphicData uri="http://schemas.openxmlformats.org/presentationml/2006/ole">
              <mc:AlternateContent xmlns:mc="http://schemas.openxmlformats.org/markup-compatibility/2006">
                <mc:Choice xmlns:v="urn:schemas-microsoft-com:vml" Requires="v">
                  <p:oleObj r:id="rId9" imgW="185420" imgH="238760" progId="Equation.3">
                    <p:embed/>
                  </p:oleObj>
                </mc:Choice>
                <mc:Fallback>
                  <p:oleObj r:id="rId9" imgW="185420" imgH="238760" progId="Equation.3">
                    <p:embed/>
                    <p:pic>
                      <p:nvPicPr>
                        <p:cNvPr id="0" name="图片 3843"/>
                        <p:cNvPicPr/>
                        <p:nvPr/>
                      </p:nvPicPr>
                      <p:blipFill>
                        <a:blip r:embed="rId10"/>
                        <a:stretch>
                          <a:fillRect/>
                        </a:stretch>
                      </p:blipFill>
                      <p:spPr>
                        <a:xfrm>
                          <a:off x="2410" y="851"/>
                          <a:ext cx="278" cy="360"/>
                        </a:xfrm>
                        <a:prstGeom prst="rect">
                          <a:avLst/>
                        </a:prstGeom>
                        <a:noFill/>
                        <a:ln w="38100">
                          <a:noFill/>
                          <a:miter/>
                        </a:ln>
                      </p:spPr>
                    </p:pic>
                  </p:oleObj>
                </mc:Fallback>
              </mc:AlternateContent>
            </a:graphicData>
          </a:graphic>
        </p:graphicFrame>
        <p:graphicFrame>
          <p:nvGraphicFramePr>
            <p:cNvPr id="201746" name="对象 198670"/>
            <p:cNvGraphicFramePr>
              <a:graphicFrameLocks noChangeAspect="1"/>
            </p:cNvGraphicFramePr>
            <p:nvPr/>
          </p:nvGraphicFramePr>
          <p:xfrm>
            <a:off x="2104" y="0"/>
            <a:ext cx="605" cy="367"/>
          </p:xfrm>
          <a:graphic>
            <a:graphicData uri="http://schemas.openxmlformats.org/presentationml/2006/ole">
              <mc:AlternateContent xmlns:mc="http://schemas.openxmlformats.org/markup-compatibility/2006">
                <mc:Choice xmlns:v="urn:schemas-microsoft-com:vml" Requires="v">
                  <p:oleObj r:id="rId11" imgW="490855" imgH="297180" progId="Equation.3">
                    <p:embed/>
                  </p:oleObj>
                </mc:Choice>
                <mc:Fallback>
                  <p:oleObj r:id="rId11" imgW="490855" imgH="297180" progId="Equation.3">
                    <p:embed/>
                    <p:pic>
                      <p:nvPicPr>
                        <p:cNvPr id="0" name="图片 3848"/>
                        <p:cNvPicPr/>
                        <p:nvPr/>
                      </p:nvPicPr>
                      <p:blipFill>
                        <a:blip r:embed="rId12"/>
                        <a:stretch>
                          <a:fillRect/>
                        </a:stretch>
                      </p:blipFill>
                      <p:spPr>
                        <a:xfrm>
                          <a:off x="2104" y="0"/>
                          <a:ext cx="605" cy="367"/>
                        </a:xfrm>
                        <a:prstGeom prst="rect">
                          <a:avLst/>
                        </a:prstGeom>
                        <a:noFill/>
                        <a:ln w="38100">
                          <a:noFill/>
                          <a:miter/>
                        </a:ln>
                      </p:spPr>
                    </p:pic>
                  </p:oleObj>
                </mc:Fallback>
              </mc:AlternateContent>
            </a:graphicData>
          </a:graphic>
        </p:graphicFrame>
        <p:sp>
          <p:nvSpPr>
            <p:cNvPr id="201747" name="Text Box 43"/>
            <p:cNvSpPr txBox="1"/>
            <p:nvPr/>
          </p:nvSpPr>
          <p:spPr>
            <a:xfrm>
              <a:off x="-301" y="1790"/>
              <a:ext cx="1163" cy="487"/>
            </a:xfrm>
            <a:prstGeom prst="rect">
              <a:avLst/>
            </a:prstGeom>
            <a:noFill/>
            <a:ln w="9525">
              <a:noFill/>
            </a:ln>
          </p:spPr>
          <p:txBody>
            <a:bodyPr wrap="square" anchor="t" anchorCtr="0">
              <a:spAutoFit/>
            </a:bodyPr>
            <a:lstStyle/>
            <a:p>
              <a:r>
                <a:rPr lang="zh-CN" altLang="en-US" sz="1400" dirty="0">
                  <a:latin typeface="Times New Roman" panose="02020603050405020304" pitchFamily="2" charset="0"/>
                  <a:ea typeface="黑体" panose="02010609060101010101" pitchFamily="2" charset="-122"/>
                </a:rPr>
                <a:t>单位圆</a:t>
              </a:r>
            </a:p>
          </p:txBody>
        </p:sp>
        <p:graphicFrame>
          <p:nvGraphicFramePr>
            <p:cNvPr id="201748" name="对象 198672"/>
            <p:cNvGraphicFramePr>
              <a:graphicFrameLocks noChangeAspect="1"/>
            </p:cNvGraphicFramePr>
            <p:nvPr/>
          </p:nvGraphicFramePr>
          <p:xfrm>
            <a:off x="1028" y="99"/>
            <a:ext cx="725" cy="320"/>
          </p:xfrm>
          <a:graphic>
            <a:graphicData uri="http://schemas.openxmlformats.org/presentationml/2006/ole">
              <mc:AlternateContent xmlns:mc="http://schemas.openxmlformats.org/markup-compatibility/2006">
                <mc:Choice xmlns:v="urn:schemas-microsoft-com:vml" Requires="v">
                  <p:oleObj r:id="rId13" imgW="470535" imgH="208915" progId="Equation.3">
                    <p:embed/>
                  </p:oleObj>
                </mc:Choice>
                <mc:Fallback>
                  <p:oleObj r:id="rId13" imgW="470535" imgH="208915" progId="Equation.3">
                    <p:embed/>
                    <p:pic>
                      <p:nvPicPr>
                        <p:cNvPr id="0" name="图片 3851"/>
                        <p:cNvPicPr/>
                        <p:nvPr/>
                      </p:nvPicPr>
                      <p:blipFill>
                        <a:blip r:embed="rId14"/>
                        <a:stretch>
                          <a:fillRect/>
                        </a:stretch>
                      </p:blipFill>
                      <p:spPr>
                        <a:xfrm>
                          <a:off x="1028" y="99"/>
                          <a:ext cx="725" cy="320"/>
                        </a:xfrm>
                        <a:prstGeom prst="rect">
                          <a:avLst/>
                        </a:prstGeom>
                        <a:noFill/>
                        <a:ln w="38100">
                          <a:noFill/>
                          <a:miter/>
                        </a:ln>
                      </p:spPr>
                    </p:pic>
                  </p:oleObj>
                </mc:Fallback>
              </mc:AlternateContent>
            </a:graphicData>
          </a:graphic>
        </p:graphicFrame>
        <p:sp>
          <p:nvSpPr>
            <p:cNvPr id="201749" name="Line 45"/>
            <p:cNvSpPr/>
            <p:nvPr/>
          </p:nvSpPr>
          <p:spPr>
            <a:xfrm>
              <a:off x="2420" y="803"/>
              <a:ext cx="960" cy="0"/>
            </a:xfrm>
            <a:prstGeom prst="line">
              <a:avLst/>
            </a:prstGeom>
            <a:ln w="9525" cap="flat" cmpd="sng">
              <a:solidFill>
                <a:schemeClr val="tx1"/>
              </a:solidFill>
              <a:prstDash val="solid"/>
              <a:round/>
              <a:headEnd type="none" w="med" len="med"/>
              <a:tailEnd type="none" w="med" len="med"/>
            </a:ln>
          </p:spPr>
          <p:txBody>
            <a:bodyPr anchor="t" anchorCtr="0"/>
            <a:lstStyle/>
            <a:p>
              <a:endParaRPr lang="zh-CN" altLang="en-US">
                <a:latin typeface="Times New Roman" panose="02020603050405020304" pitchFamily="2" charset="0"/>
                <a:ea typeface="宋体" panose="02010600030101010101" pitchFamily="2" charset="-122"/>
              </a:endParaRPr>
            </a:p>
          </p:txBody>
        </p:sp>
        <p:sp>
          <p:nvSpPr>
            <p:cNvPr id="201750" name="Arc 46"/>
            <p:cNvSpPr/>
            <p:nvPr/>
          </p:nvSpPr>
          <p:spPr>
            <a:xfrm flipH="1">
              <a:off x="2132" y="515"/>
              <a:ext cx="496" cy="288"/>
            </a:xfrm>
            <a:custGeom>
              <a:avLst/>
              <a:gdLst/>
              <a:ahLst/>
              <a:cxnLst>
                <a:cxn ang="0">
                  <a:pos x="0" y="4"/>
                </a:cxn>
                <a:cxn ang="0">
                  <a:pos x="6" y="3"/>
                </a:cxn>
                <a:cxn ang="0">
                  <a:pos x="3" y="4"/>
                </a:cxn>
              </a:cxnLst>
              <a:rect l="0" t="0" r="0" b="0"/>
              <a:pathLst>
                <a:path w="41864" h="21600" fill="none">
                  <a:moveTo>
                    <a:pt x="0" y="21597"/>
                  </a:moveTo>
                  <a:cubicBezTo>
                    <a:pt x="1" y="9668"/>
                    <a:pt x="9671" y="-1"/>
                    <a:pt x="21600" y="0"/>
                  </a:cubicBezTo>
                  <a:cubicBezTo>
                    <a:pt x="30645" y="0"/>
                    <a:pt x="38732" y="5635"/>
                    <a:pt x="41864" y="14121"/>
                  </a:cubicBezTo>
                </a:path>
                <a:path w="41864" h="21600" stroke="0">
                  <a:moveTo>
                    <a:pt x="0" y="21597"/>
                  </a:moveTo>
                  <a:cubicBezTo>
                    <a:pt x="1" y="9668"/>
                    <a:pt x="9671" y="-1"/>
                    <a:pt x="21600" y="0"/>
                  </a:cubicBezTo>
                  <a:cubicBezTo>
                    <a:pt x="30645" y="0"/>
                    <a:pt x="38732" y="5635"/>
                    <a:pt x="41864" y="14121"/>
                  </a:cubicBezTo>
                  <a:lnTo>
                    <a:pt x="21600" y="21600"/>
                  </a:lnTo>
                  <a:close/>
                </a:path>
              </a:pathLst>
            </a:custGeom>
            <a:noFill/>
            <a:ln w="9525" cap="flat" cmpd="sng">
              <a:solidFill>
                <a:schemeClr val="tx1"/>
              </a:solidFill>
              <a:prstDash val="solid"/>
              <a:miter/>
              <a:headEnd type="triangle" w="med" len="med"/>
              <a:tailEnd type="triangle" w="med" len="med"/>
            </a:ln>
          </p:spPr>
          <p:txBody>
            <a:bodyPr/>
            <a:lstStyle/>
            <a:p>
              <a:endParaRPr lang="zh-CN" altLang="en-US"/>
            </a:p>
          </p:txBody>
        </p:sp>
        <p:graphicFrame>
          <p:nvGraphicFramePr>
            <p:cNvPr id="201751" name="对象 198675"/>
            <p:cNvGraphicFramePr>
              <a:graphicFrameLocks noChangeAspect="1"/>
            </p:cNvGraphicFramePr>
            <p:nvPr/>
          </p:nvGraphicFramePr>
          <p:xfrm>
            <a:off x="2628" y="423"/>
            <a:ext cx="482" cy="280"/>
          </p:xfrm>
          <a:graphic>
            <a:graphicData uri="http://schemas.openxmlformats.org/presentationml/2006/ole">
              <mc:AlternateContent xmlns:mc="http://schemas.openxmlformats.org/markup-compatibility/2006">
                <mc:Choice xmlns:v="urn:schemas-microsoft-com:vml" Requires="v">
                  <p:oleObj r:id="rId15" imgW="393700" imgH="228600" progId="Equation.3">
                    <p:embed/>
                  </p:oleObj>
                </mc:Choice>
                <mc:Fallback>
                  <p:oleObj r:id="rId15" imgW="393700" imgH="228600" progId="Equation.3">
                    <p:embed/>
                    <p:pic>
                      <p:nvPicPr>
                        <p:cNvPr id="0" name="图片 3850"/>
                        <p:cNvPicPr/>
                        <p:nvPr/>
                      </p:nvPicPr>
                      <p:blipFill>
                        <a:blip r:embed="rId16"/>
                        <a:stretch>
                          <a:fillRect/>
                        </a:stretch>
                      </p:blipFill>
                      <p:spPr>
                        <a:xfrm>
                          <a:off x="2628" y="423"/>
                          <a:ext cx="482" cy="280"/>
                        </a:xfrm>
                        <a:prstGeom prst="rect">
                          <a:avLst/>
                        </a:prstGeom>
                        <a:noFill/>
                        <a:ln w="38100">
                          <a:noFill/>
                          <a:miter/>
                        </a:ln>
                      </p:spPr>
                    </p:pic>
                  </p:oleObj>
                </mc:Fallback>
              </mc:AlternateContent>
            </a:graphicData>
          </a:graphic>
        </p:graphicFrame>
        <p:sp>
          <p:nvSpPr>
            <p:cNvPr id="201752" name="Oval 48"/>
            <p:cNvSpPr/>
            <p:nvPr/>
          </p:nvSpPr>
          <p:spPr>
            <a:xfrm>
              <a:off x="3524" y="2483"/>
              <a:ext cx="48" cy="48"/>
            </a:xfrm>
            <a:prstGeom prst="ellipse">
              <a:avLst/>
            </a:prstGeom>
            <a:solidFill>
              <a:schemeClr val="tx2"/>
            </a:solidFill>
            <a:ln w="9525" cap="flat" cmpd="sng">
              <a:solidFill>
                <a:srgbClr val="000000"/>
              </a:solidFill>
              <a:prstDash val="solid"/>
              <a:round/>
              <a:headEnd type="none" w="med" len="med"/>
              <a:tailEnd type="none" w="med" len="med"/>
            </a:ln>
          </p:spPr>
          <p:txBody>
            <a:bodyPr wrap="none" anchor="ctr" anchorCtr="0"/>
            <a:lstStyle/>
            <a:p>
              <a:endParaRPr lang="zh-CN" altLang="en-US" dirty="0">
                <a:latin typeface="Times New Roman" panose="02020603050405020304" pitchFamily="2" charset="0"/>
                <a:ea typeface="宋体" panose="02010600030101010101" pitchFamily="2" charset="-122"/>
              </a:endParaRPr>
            </a:p>
          </p:txBody>
        </p:sp>
        <p:sp>
          <p:nvSpPr>
            <p:cNvPr id="201753" name="Line 49"/>
            <p:cNvSpPr/>
            <p:nvPr/>
          </p:nvSpPr>
          <p:spPr>
            <a:xfrm>
              <a:off x="3524" y="2483"/>
              <a:ext cx="912" cy="0"/>
            </a:xfrm>
            <a:prstGeom prst="line">
              <a:avLst/>
            </a:prstGeom>
            <a:ln w="9525" cap="flat" cmpd="sng">
              <a:solidFill>
                <a:srgbClr val="000000"/>
              </a:solidFill>
              <a:prstDash val="solid"/>
              <a:round/>
              <a:headEnd type="none" w="med" len="med"/>
              <a:tailEnd type="none" w="med" len="med"/>
            </a:ln>
          </p:spPr>
          <p:txBody>
            <a:bodyPr anchor="t" anchorCtr="0"/>
            <a:lstStyle/>
            <a:p>
              <a:endParaRPr lang="zh-CN" altLang="en-US">
                <a:latin typeface="Times New Roman" panose="02020603050405020304" pitchFamily="2" charset="0"/>
                <a:ea typeface="宋体" panose="02010600030101010101" pitchFamily="2" charset="-122"/>
              </a:endParaRPr>
            </a:p>
          </p:txBody>
        </p:sp>
        <p:sp>
          <p:nvSpPr>
            <p:cNvPr id="201754" name="Line 50"/>
            <p:cNvSpPr/>
            <p:nvPr/>
          </p:nvSpPr>
          <p:spPr>
            <a:xfrm flipH="1" flipV="1">
              <a:off x="1492" y="536"/>
              <a:ext cx="2017" cy="1942"/>
            </a:xfrm>
            <a:prstGeom prst="line">
              <a:avLst/>
            </a:prstGeom>
            <a:ln w="9525" cap="flat" cmpd="sng">
              <a:solidFill>
                <a:srgbClr val="FF0000"/>
              </a:solidFill>
              <a:prstDash val="solid"/>
              <a:round/>
              <a:headEnd type="none" w="med" len="med"/>
              <a:tailEnd type="triangle" w="med" len="med"/>
            </a:ln>
          </p:spPr>
          <p:txBody>
            <a:bodyPr anchor="t" anchorCtr="0"/>
            <a:lstStyle/>
            <a:p>
              <a:endParaRPr lang="zh-CN" altLang="en-US">
                <a:latin typeface="Times New Roman" panose="02020603050405020304" pitchFamily="2" charset="0"/>
                <a:ea typeface="宋体" panose="02010600030101010101" pitchFamily="2" charset="-122"/>
              </a:endParaRPr>
            </a:p>
          </p:txBody>
        </p:sp>
        <p:graphicFrame>
          <p:nvGraphicFramePr>
            <p:cNvPr id="201755" name="对象 198679"/>
            <p:cNvGraphicFramePr>
              <a:graphicFrameLocks noChangeAspect="1"/>
            </p:cNvGraphicFramePr>
            <p:nvPr/>
          </p:nvGraphicFramePr>
          <p:xfrm>
            <a:off x="3521" y="2587"/>
            <a:ext cx="265" cy="344"/>
          </p:xfrm>
          <a:graphic>
            <a:graphicData uri="http://schemas.openxmlformats.org/presentationml/2006/ole">
              <mc:AlternateContent xmlns:mc="http://schemas.openxmlformats.org/markup-compatibility/2006">
                <mc:Choice xmlns:v="urn:schemas-microsoft-com:vml" Requires="v">
                  <p:oleObj r:id="rId17" imgW="177165" imgH="228600" progId="Equation.3">
                    <p:embed/>
                  </p:oleObj>
                </mc:Choice>
                <mc:Fallback>
                  <p:oleObj r:id="rId17" imgW="177165" imgH="228600" progId="Equation.3">
                    <p:embed/>
                    <p:pic>
                      <p:nvPicPr>
                        <p:cNvPr id="0" name="图片 3846"/>
                        <p:cNvPicPr/>
                        <p:nvPr/>
                      </p:nvPicPr>
                      <p:blipFill>
                        <a:blip r:embed="rId18"/>
                        <a:stretch>
                          <a:fillRect/>
                        </a:stretch>
                      </p:blipFill>
                      <p:spPr>
                        <a:xfrm>
                          <a:off x="3521" y="2587"/>
                          <a:ext cx="265" cy="344"/>
                        </a:xfrm>
                        <a:prstGeom prst="rect">
                          <a:avLst/>
                        </a:prstGeom>
                        <a:noFill/>
                        <a:ln w="38100">
                          <a:noFill/>
                          <a:miter/>
                        </a:ln>
                      </p:spPr>
                    </p:pic>
                  </p:oleObj>
                </mc:Fallback>
              </mc:AlternateContent>
            </a:graphicData>
          </a:graphic>
        </p:graphicFrame>
        <p:sp>
          <p:nvSpPr>
            <p:cNvPr id="201756" name="Arc 52"/>
            <p:cNvSpPr/>
            <p:nvPr/>
          </p:nvSpPr>
          <p:spPr>
            <a:xfrm flipH="1">
              <a:off x="3376" y="2147"/>
              <a:ext cx="500" cy="324"/>
            </a:xfrm>
            <a:custGeom>
              <a:avLst/>
              <a:gdLst/>
              <a:ahLst/>
              <a:cxnLst>
                <a:cxn ang="0">
                  <a:pos x="0" y="4"/>
                </a:cxn>
                <a:cxn ang="0">
                  <a:pos x="6" y="3"/>
                </a:cxn>
                <a:cxn ang="0">
                  <a:pos x="3" y="4"/>
                </a:cxn>
              </a:cxnLst>
              <a:rect l="0" t="0" r="0" b="0"/>
              <a:pathLst>
                <a:path w="42217" h="24331" fill="none">
                  <a:moveTo>
                    <a:pt x="173" y="24330"/>
                  </a:moveTo>
                  <a:cubicBezTo>
                    <a:pt x="57" y="23425"/>
                    <a:pt x="0" y="22513"/>
                    <a:pt x="0" y="21600"/>
                  </a:cubicBezTo>
                  <a:cubicBezTo>
                    <a:pt x="0" y="9670"/>
                    <a:pt x="9670" y="0"/>
                    <a:pt x="21600" y="0"/>
                  </a:cubicBezTo>
                  <a:cubicBezTo>
                    <a:pt x="31047" y="-1"/>
                    <a:pt x="39399" y="6140"/>
                    <a:pt x="42216" y="15158"/>
                  </a:cubicBezTo>
                </a:path>
                <a:path w="42217" h="24331" stroke="0">
                  <a:moveTo>
                    <a:pt x="173" y="24330"/>
                  </a:moveTo>
                  <a:cubicBezTo>
                    <a:pt x="57" y="23425"/>
                    <a:pt x="0" y="22513"/>
                    <a:pt x="0" y="21600"/>
                  </a:cubicBezTo>
                  <a:cubicBezTo>
                    <a:pt x="0" y="9670"/>
                    <a:pt x="9670" y="0"/>
                    <a:pt x="21600" y="0"/>
                  </a:cubicBezTo>
                  <a:cubicBezTo>
                    <a:pt x="31047" y="-1"/>
                    <a:pt x="39399" y="6140"/>
                    <a:pt x="42216" y="15158"/>
                  </a:cubicBezTo>
                  <a:lnTo>
                    <a:pt x="21600" y="21600"/>
                  </a:lnTo>
                  <a:close/>
                </a:path>
              </a:pathLst>
            </a:custGeom>
            <a:noFill/>
            <a:ln w="9525" cap="flat" cmpd="sng">
              <a:solidFill>
                <a:schemeClr val="tx1"/>
              </a:solidFill>
              <a:prstDash val="solid"/>
              <a:miter/>
              <a:headEnd type="triangle" w="med" len="med"/>
              <a:tailEnd type="triangle" w="med" len="med"/>
            </a:ln>
          </p:spPr>
          <p:txBody>
            <a:bodyPr/>
            <a:lstStyle/>
            <a:p>
              <a:endParaRPr lang="zh-CN" altLang="en-US"/>
            </a:p>
          </p:txBody>
        </p:sp>
        <p:graphicFrame>
          <p:nvGraphicFramePr>
            <p:cNvPr id="201757" name="对象 198681"/>
            <p:cNvGraphicFramePr>
              <a:graphicFrameLocks noChangeAspect="1"/>
            </p:cNvGraphicFramePr>
            <p:nvPr/>
          </p:nvGraphicFramePr>
          <p:xfrm>
            <a:off x="3763" y="1863"/>
            <a:ext cx="514" cy="280"/>
          </p:xfrm>
          <a:graphic>
            <a:graphicData uri="http://schemas.openxmlformats.org/presentationml/2006/ole">
              <mc:AlternateContent xmlns:mc="http://schemas.openxmlformats.org/markup-compatibility/2006">
                <mc:Choice xmlns:v="urn:schemas-microsoft-com:vml" Requires="v">
                  <p:oleObj r:id="rId19" imgW="419100" imgH="228600" progId="Equation.3">
                    <p:embed/>
                  </p:oleObj>
                </mc:Choice>
                <mc:Fallback>
                  <p:oleObj r:id="rId19" imgW="419100" imgH="228600" progId="Equation.3">
                    <p:embed/>
                    <p:pic>
                      <p:nvPicPr>
                        <p:cNvPr id="0" name="图片 3852"/>
                        <p:cNvPicPr/>
                        <p:nvPr/>
                      </p:nvPicPr>
                      <p:blipFill>
                        <a:blip r:embed="rId20"/>
                        <a:stretch>
                          <a:fillRect/>
                        </a:stretch>
                      </p:blipFill>
                      <p:spPr>
                        <a:xfrm>
                          <a:off x="3763" y="1863"/>
                          <a:ext cx="514" cy="280"/>
                        </a:xfrm>
                        <a:prstGeom prst="rect">
                          <a:avLst/>
                        </a:prstGeom>
                        <a:noFill/>
                        <a:ln w="38100">
                          <a:noFill/>
                          <a:miter/>
                        </a:ln>
                      </p:spPr>
                    </p:pic>
                  </p:oleObj>
                </mc:Fallback>
              </mc:AlternateContent>
            </a:graphicData>
          </a:graphic>
        </p:graphicFrame>
        <p:graphicFrame>
          <p:nvGraphicFramePr>
            <p:cNvPr id="201758" name="对象 198682"/>
            <p:cNvGraphicFramePr>
              <a:graphicFrameLocks noChangeAspect="1"/>
            </p:cNvGraphicFramePr>
            <p:nvPr/>
          </p:nvGraphicFramePr>
          <p:xfrm>
            <a:off x="2309" y="1856"/>
            <a:ext cx="587" cy="356"/>
          </p:xfrm>
          <a:graphic>
            <a:graphicData uri="http://schemas.openxmlformats.org/presentationml/2006/ole">
              <mc:AlternateContent xmlns:mc="http://schemas.openxmlformats.org/markup-compatibility/2006">
                <mc:Choice xmlns:v="urn:schemas-microsoft-com:vml" Requires="v">
                  <p:oleObj r:id="rId21" imgW="482600" imgH="292100" progId="Equation.3">
                    <p:embed/>
                  </p:oleObj>
                </mc:Choice>
                <mc:Fallback>
                  <p:oleObj r:id="rId21" imgW="482600" imgH="292100" progId="Equation.3">
                    <p:embed/>
                    <p:pic>
                      <p:nvPicPr>
                        <p:cNvPr id="0" name="图片 3847"/>
                        <p:cNvPicPr/>
                        <p:nvPr/>
                      </p:nvPicPr>
                      <p:blipFill>
                        <a:blip r:embed="rId22"/>
                        <a:stretch>
                          <a:fillRect/>
                        </a:stretch>
                      </p:blipFill>
                      <p:spPr>
                        <a:xfrm>
                          <a:off x="2309" y="1856"/>
                          <a:ext cx="587" cy="356"/>
                        </a:xfrm>
                        <a:prstGeom prst="rect">
                          <a:avLst/>
                        </a:prstGeom>
                        <a:noFill/>
                        <a:ln w="38100">
                          <a:noFill/>
                          <a:miter/>
                        </a:ln>
                      </p:spPr>
                    </p:pic>
                  </p:oleObj>
                </mc:Fallback>
              </mc:AlternateContent>
            </a:graphicData>
          </a:graphic>
        </p:graphicFrame>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xit" presetSubtype="10" fill="hold" nodeType="clickEffect">
                                  <p:stCondLst>
                                    <p:cond delay="0"/>
                                  </p:stCondLst>
                                  <p:childTnLst>
                                    <p:animEffect transition="out" filter="checkerboard(across)">
                                      <p:cBhvr>
                                        <p:cTn id="6" dur="500"/>
                                        <p:tgtEl>
                                          <p:spTgt spid="198662"/>
                                        </p:tgtEl>
                                      </p:cBhvr>
                                    </p:animEffect>
                                    <p:set>
                                      <p:cBhvr>
                                        <p:cTn id="7" dur="1" fill="hold">
                                          <p:stCondLst>
                                            <p:cond delay="499"/>
                                          </p:stCondLst>
                                        </p:cTn>
                                        <p:tgtEl>
                                          <p:spTgt spid="19866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03777" name="对象 627714"/>
          <p:cNvGraphicFramePr/>
          <p:nvPr/>
        </p:nvGraphicFramePr>
        <p:xfrm>
          <a:off x="2254250" y="762000"/>
          <a:ext cx="3060700" cy="482600"/>
        </p:xfrm>
        <a:graphic>
          <a:graphicData uri="http://schemas.openxmlformats.org/presentationml/2006/ole">
            <mc:AlternateContent xmlns:mc="http://schemas.openxmlformats.org/markup-compatibility/2006">
              <mc:Choice xmlns:v="urn:schemas-microsoft-com:vml" Requires="v">
                <p:oleObj r:id="rId2" imgW="3060700" imgH="482600" progId="Equation.DSMT4">
                  <p:embed/>
                </p:oleObj>
              </mc:Choice>
              <mc:Fallback>
                <p:oleObj r:id="rId2" imgW="3060700" imgH="482600" progId="Equation.DSMT4">
                  <p:embed/>
                  <p:pic>
                    <p:nvPicPr>
                      <p:cNvPr id="0" name="图片 3853"/>
                      <p:cNvPicPr/>
                      <p:nvPr/>
                    </p:nvPicPr>
                    <p:blipFill>
                      <a:blip r:embed="rId3">
                        <a:lum bright="-100000"/>
                      </a:blip>
                      <a:stretch>
                        <a:fillRect/>
                      </a:stretch>
                    </p:blipFill>
                    <p:spPr>
                      <a:xfrm>
                        <a:off x="2254250" y="762000"/>
                        <a:ext cx="3060700" cy="482600"/>
                      </a:xfrm>
                      <a:prstGeom prst="rect">
                        <a:avLst/>
                      </a:prstGeom>
                      <a:noFill/>
                      <a:ln w="38100">
                        <a:noFill/>
                        <a:miter/>
                      </a:ln>
                    </p:spPr>
                  </p:pic>
                </p:oleObj>
              </mc:Fallback>
            </mc:AlternateContent>
          </a:graphicData>
        </a:graphic>
      </p:graphicFrame>
      <p:graphicFrame>
        <p:nvGraphicFramePr>
          <p:cNvPr id="203778" name="对象 627715"/>
          <p:cNvGraphicFramePr/>
          <p:nvPr/>
        </p:nvGraphicFramePr>
        <p:xfrm>
          <a:off x="2286000" y="1447800"/>
          <a:ext cx="2857500" cy="482600"/>
        </p:xfrm>
        <a:graphic>
          <a:graphicData uri="http://schemas.openxmlformats.org/presentationml/2006/ole">
            <mc:AlternateContent xmlns:mc="http://schemas.openxmlformats.org/markup-compatibility/2006">
              <mc:Choice xmlns:v="urn:schemas-microsoft-com:vml" Requires="v">
                <p:oleObj r:id="rId4" imgW="2857500" imgH="482600" progId="Equation.DSMT4">
                  <p:embed/>
                </p:oleObj>
              </mc:Choice>
              <mc:Fallback>
                <p:oleObj r:id="rId4" imgW="2857500" imgH="482600" progId="Equation.DSMT4">
                  <p:embed/>
                  <p:pic>
                    <p:nvPicPr>
                      <p:cNvPr id="0" name="图片 3849"/>
                      <p:cNvPicPr/>
                      <p:nvPr/>
                    </p:nvPicPr>
                    <p:blipFill>
                      <a:blip r:embed="rId5">
                        <a:lum bright="-100000"/>
                      </a:blip>
                      <a:stretch>
                        <a:fillRect/>
                      </a:stretch>
                    </p:blipFill>
                    <p:spPr>
                      <a:xfrm>
                        <a:off x="2286000" y="1447800"/>
                        <a:ext cx="2857500" cy="482600"/>
                      </a:xfrm>
                      <a:prstGeom prst="rect">
                        <a:avLst/>
                      </a:prstGeom>
                      <a:noFill/>
                      <a:ln w="38100">
                        <a:noFill/>
                        <a:miter/>
                      </a:ln>
                    </p:spPr>
                  </p:pic>
                </p:oleObj>
              </mc:Fallback>
            </mc:AlternateContent>
          </a:graphicData>
        </a:graphic>
      </p:graphicFrame>
      <p:graphicFrame>
        <p:nvGraphicFramePr>
          <p:cNvPr id="203779" name="对象 627716"/>
          <p:cNvGraphicFramePr/>
          <p:nvPr/>
        </p:nvGraphicFramePr>
        <p:xfrm>
          <a:off x="1835150" y="4652963"/>
          <a:ext cx="6908800" cy="914400"/>
        </p:xfrm>
        <a:graphic>
          <a:graphicData uri="http://schemas.openxmlformats.org/presentationml/2006/ole">
            <mc:AlternateContent xmlns:mc="http://schemas.openxmlformats.org/markup-compatibility/2006">
              <mc:Choice xmlns:v="urn:schemas-microsoft-com:vml" Requires="v">
                <p:oleObj r:id="rId6" imgW="6908800" imgH="914400" progId="Equation.DSMT4">
                  <p:embed/>
                </p:oleObj>
              </mc:Choice>
              <mc:Fallback>
                <p:oleObj r:id="rId6" imgW="6908800" imgH="914400" progId="Equation.DSMT4">
                  <p:embed/>
                  <p:pic>
                    <p:nvPicPr>
                      <p:cNvPr id="0" name="图片 3844"/>
                      <p:cNvPicPr/>
                      <p:nvPr/>
                    </p:nvPicPr>
                    <p:blipFill>
                      <a:blip r:embed="rId7">
                        <a:lum bright="-100000"/>
                      </a:blip>
                      <a:stretch>
                        <a:fillRect/>
                      </a:stretch>
                    </p:blipFill>
                    <p:spPr>
                      <a:xfrm>
                        <a:off x="1835150" y="4652963"/>
                        <a:ext cx="6908800" cy="914400"/>
                      </a:xfrm>
                      <a:prstGeom prst="rect">
                        <a:avLst/>
                      </a:prstGeom>
                      <a:noFill/>
                      <a:ln w="38100">
                        <a:noFill/>
                        <a:miter/>
                      </a:ln>
                    </p:spPr>
                  </p:pic>
                </p:oleObj>
              </mc:Fallback>
            </mc:AlternateContent>
          </a:graphicData>
        </a:graphic>
      </p:graphicFrame>
      <p:sp>
        <p:nvSpPr>
          <p:cNvPr id="203780" name="文本框 627717"/>
          <p:cNvSpPr txBox="1"/>
          <p:nvPr/>
        </p:nvSpPr>
        <p:spPr>
          <a:xfrm>
            <a:off x="827088" y="692150"/>
            <a:ext cx="1728787" cy="457200"/>
          </a:xfrm>
          <a:prstGeom prst="rect">
            <a:avLst/>
          </a:prstGeom>
          <a:noFill/>
          <a:ln w="12700">
            <a:noFill/>
          </a:ln>
        </p:spPr>
        <p:txBody>
          <a:bodyPr anchor="t" anchorCtr="0">
            <a:spAutoFit/>
          </a:bodyPr>
          <a:lstStyle/>
          <a:p>
            <a:pPr algn="ctr">
              <a:spcBef>
                <a:spcPct val="50000"/>
              </a:spcBef>
            </a:pPr>
            <a:r>
              <a:rPr lang="zh-CN" altLang="en-US" sz="2400" dirty="0">
                <a:latin typeface="Times New Roman" panose="02020603050405020304" pitchFamily="2" charset="0"/>
                <a:ea typeface="宋体" panose="02010600030101010101" pitchFamily="2" charset="-122"/>
              </a:rPr>
              <a:t>令</a:t>
            </a:r>
          </a:p>
        </p:txBody>
      </p:sp>
      <p:sp>
        <p:nvSpPr>
          <p:cNvPr id="203781" name="文本框 627718"/>
          <p:cNvSpPr txBox="1"/>
          <p:nvPr/>
        </p:nvSpPr>
        <p:spPr>
          <a:xfrm>
            <a:off x="1258888" y="4362450"/>
            <a:ext cx="1584325" cy="457200"/>
          </a:xfrm>
          <a:prstGeom prst="rect">
            <a:avLst/>
          </a:prstGeom>
          <a:noFill/>
          <a:ln w="12700">
            <a:noFill/>
          </a:ln>
        </p:spPr>
        <p:txBody>
          <a:bodyPr anchor="t" anchorCtr="0">
            <a:spAutoFit/>
          </a:bodyPr>
          <a:lstStyle/>
          <a:p>
            <a:pPr algn="ctr">
              <a:spcBef>
                <a:spcPct val="50000"/>
              </a:spcBef>
            </a:pPr>
            <a:r>
              <a:rPr lang="zh-CN" altLang="en-US" sz="2400" dirty="0">
                <a:latin typeface="Times New Roman" panose="02020603050405020304" pitchFamily="2" charset="0"/>
                <a:ea typeface="宋体" panose="02010600030101010101" pitchFamily="2" charset="-122"/>
              </a:rPr>
              <a:t>幅角：</a:t>
            </a:r>
          </a:p>
        </p:txBody>
      </p:sp>
      <p:graphicFrame>
        <p:nvGraphicFramePr>
          <p:cNvPr id="203782" name="对象 627720"/>
          <p:cNvGraphicFramePr/>
          <p:nvPr/>
        </p:nvGraphicFramePr>
        <p:xfrm>
          <a:off x="3116263" y="2349500"/>
          <a:ext cx="2870200" cy="1892300"/>
        </p:xfrm>
        <a:graphic>
          <a:graphicData uri="http://schemas.openxmlformats.org/presentationml/2006/ole">
            <mc:AlternateContent xmlns:mc="http://schemas.openxmlformats.org/markup-compatibility/2006">
              <mc:Choice xmlns:v="urn:schemas-microsoft-com:vml" Requires="v">
                <p:oleObj r:id="rId8" imgW="2870200" imgH="1892300" progId="Equation.DSMT4">
                  <p:embed/>
                </p:oleObj>
              </mc:Choice>
              <mc:Fallback>
                <p:oleObj r:id="rId8" imgW="2870200" imgH="1892300" progId="Equation.DSMT4">
                  <p:embed/>
                  <p:pic>
                    <p:nvPicPr>
                      <p:cNvPr id="0" name="图片 3845"/>
                      <p:cNvPicPr/>
                      <p:nvPr/>
                    </p:nvPicPr>
                    <p:blipFill>
                      <a:blip r:embed="rId9">
                        <a:lum bright="-100000"/>
                      </a:blip>
                      <a:stretch>
                        <a:fillRect/>
                      </a:stretch>
                    </p:blipFill>
                    <p:spPr>
                      <a:xfrm>
                        <a:off x="3116263" y="2349500"/>
                        <a:ext cx="2870200" cy="1892300"/>
                      </a:xfrm>
                      <a:prstGeom prst="rect">
                        <a:avLst/>
                      </a:prstGeom>
                      <a:noFill/>
                      <a:ln w="38100">
                        <a:noFill/>
                        <a:miter/>
                      </a:ln>
                    </p:spPr>
                  </p:pic>
                </p:oleObj>
              </mc:Fallback>
            </mc:AlternateContent>
          </a:graphicData>
        </a:graphic>
      </p:graphicFrame>
      <p:sp>
        <p:nvSpPr>
          <p:cNvPr id="203783" name="文本框 1"/>
          <p:cNvSpPr txBox="1"/>
          <p:nvPr/>
        </p:nvSpPr>
        <p:spPr>
          <a:xfrm>
            <a:off x="1482725" y="2328863"/>
            <a:ext cx="2011363" cy="460375"/>
          </a:xfrm>
          <a:prstGeom prst="rect">
            <a:avLst/>
          </a:prstGeom>
          <a:noFill/>
          <a:ln w="9525">
            <a:noFill/>
          </a:ln>
        </p:spPr>
        <p:txBody>
          <a:bodyPr wrap="none" anchor="t" anchorCtr="0">
            <a:spAutoFit/>
          </a:bodyPr>
          <a:lstStyle/>
          <a:p>
            <a:r>
              <a:rPr lang="zh-CN" altLang="en-US" sz="2400" dirty="0">
                <a:latin typeface="Times New Roman" panose="02020603050405020304" pitchFamily="2" charset="0"/>
                <a:ea typeface="宋体" panose="02010600030101010101" pitchFamily="2" charset="-122"/>
              </a:rPr>
              <a:t>则频率响应的</a:t>
            </a:r>
          </a:p>
        </p:txBody>
      </p:sp>
      <p:sp>
        <p:nvSpPr>
          <p:cNvPr id="203784" name="文本框 627721"/>
          <p:cNvSpPr txBox="1"/>
          <p:nvPr/>
        </p:nvSpPr>
        <p:spPr>
          <a:xfrm>
            <a:off x="1235075" y="3043238"/>
            <a:ext cx="1584325" cy="457200"/>
          </a:xfrm>
          <a:prstGeom prst="rect">
            <a:avLst/>
          </a:prstGeom>
          <a:noFill/>
          <a:ln w="12700">
            <a:noFill/>
          </a:ln>
        </p:spPr>
        <p:txBody>
          <a:bodyPr anchor="t" anchorCtr="0">
            <a:spAutoFit/>
          </a:bodyPr>
          <a:lstStyle/>
          <a:p>
            <a:pPr algn="ctr">
              <a:spcBef>
                <a:spcPct val="50000"/>
              </a:spcBef>
            </a:pPr>
            <a:r>
              <a:rPr lang="zh-CN" altLang="en-US" sz="2400" dirty="0">
                <a:latin typeface="Times New Roman" panose="02020603050405020304" pitchFamily="2" charset="0"/>
                <a:ea typeface="宋体" panose="02010600030101010101" pitchFamily="2" charset="-122"/>
              </a:rPr>
              <a:t>幅度：</a:t>
            </a:r>
          </a:p>
        </p:txBody>
      </p:sp>
      <p:grpSp>
        <p:nvGrpSpPr>
          <p:cNvPr id="198662" name="Group 68"/>
          <p:cNvGrpSpPr/>
          <p:nvPr/>
        </p:nvGrpSpPr>
        <p:grpSpPr>
          <a:xfrm>
            <a:off x="5826125" y="2271713"/>
            <a:ext cx="3048000" cy="1955800"/>
            <a:chOff x="-301" y="0"/>
            <a:chExt cx="4737" cy="3107"/>
          </a:xfrm>
        </p:grpSpPr>
        <p:sp>
          <p:nvSpPr>
            <p:cNvPr id="203786" name="Line 33"/>
            <p:cNvSpPr/>
            <p:nvPr/>
          </p:nvSpPr>
          <p:spPr>
            <a:xfrm>
              <a:off x="1940" y="35"/>
              <a:ext cx="0" cy="3072"/>
            </a:xfrm>
            <a:prstGeom prst="line">
              <a:avLst/>
            </a:prstGeom>
            <a:ln w="25400" cap="flat" cmpd="sng">
              <a:solidFill>
                <a:schemeClr val="tx1"/>
              </a:solidFill>
              <a:prstDash val="solid"/>
              <a:round/>
              <a:headEnd type="triangle" w="med" len="med"/>
              <a:tailEnd type="none" w="med" len="med"/>
            </a:ln>
          </p:spPr>
          <p:txBody>
            <a:bodyPr anchor="t" anchorCtr="0"/>
            <a:lstStyle/>
            <a:p>
              <a:endParaRPr lang="zh-CN" altLang="en-US">
                <a:latin typeface="Times New Roman" panose="02020603050405020304" pitchFamily="2" charset="0"/>
                <a:ea typeface="宋体" panose="02010600030101010101" pitchFamily="2" charset="-122"/>
              </a:endParaRPr>
            </a:p>
          </p:txBody>
        </p:sp>
        <p:sp>
          <p:nvSpPr>
            <p:cNvPr id="203787" name="Oval 35"/>
            <p:cNvSpPr/>
            <p:nvPr/>
          </p:nvSpPr>
          <p:spPr>
            <a:xfrm>
              <a:off x="692" y="419"/>
              <a:ext cx="2496" cy="2352"/>
            </a:xfrm>
            <a:prstGeom prst="ellipse">
              <a:avLst/>
            </a:prstGeom>
            <a:noFill/>
            <a:ln w="25400" cap="flat" cmpd="sng">
              <a:solidFill>
                <a:schemeClr val="tx1"/>
              </a:solidFill>
              <a:prstDash val="solid"/>
              <a:round/>
              <a:headEnd type="none" w="med" len="med"/>
              <a:tailEnd type="none" w="med" len="med"/>
            </a:ln>
          </p:spPr>
          <p:txBody>
            <a:bodyPr wrap="none" anchor="ctr" anchorCtr="0"/>
            <a:lstStyle/>
            <a:p>
              <a:endParaRPr lang="zh-CN" altLang="en-US" dirty="0">
                <a:latin typeface="Times New Roman" panose="02020603050405020304" pitchFamily="2" charset="0"/>
                <a:ea typeface="宋体" panose="02010600030101010101" pitchFamily="2" charset="-122"/>
              </a:endParaRPr>
            </a:p>
          </p:txBody>
        </p:sp>
        <p:sp>
          <p:nvSpPr>
            <p:cNvPr id="203788" name="Line 36"/>
            <p:cNvSpPr/>
            <p:nvPr/>
          </p:nvSpPr>
          <p:spPr>
            <a:xfrm>
              <a:off x="164" y="1619"/>
              <a:ext cx="3696" cy="0"/>
            </a:xfrm>
            <a:prstGeom prst="line">
              <a:avLst/>
            </a:prstGeom>
            <a:ln w="25400" cap="flat" cmpd="sng">
              <a:solidFill>
                <a:schemeClr val="tx1"/>
              </a:solidFill>
              <a:prstDash val="solid"/>
              <a:round/>
              <a:headEnd type="none" w="med" len="med"/>
              <a:tailEnd type="triangle" w="med" len="med"/>
            </a:ln>
          </p:spPr>
          <p:txBody>
            <a:bodyPr anchor="t" anchorCtr="0"/>
            <a:lstStyle/>
            <a:p>
              <a:endParaRPr lang="zh-CN" altLang="en-US">
                <a:latin typeface="Times New Roman" panose="02020603050405020304" pitchFamily="2" charset="0"/>
                <a:ea typeface="宋体" panose="02010600030101010101" pitchFamily="2" charset="-122"/>
              </a:endParaRPr>
            </a:p>
          </p:txBody>
        </p:sp>
        <p:sp>
          <p:nvSpPr>
            <p:cNvPr id="203789" name="Line 37"/>
            <p:cNvSpPr/>
            <p:nvPr/>
          </p:nvSpPr>
          <p:spPr>
            <a:xfrm flipH="1">
              <a:off x="1940" y="803"/>
              <a:ext cx="480" cy="816"/>
            </a:xfrm>
            <a:prstGeom prst="line">
              <a:avLst/>
            </a:prstGeom>
            <a:ln w="9525" cap="flat" cmpd="sng">
              <a:solidFill>
                <a:schemeClr val="tx1"/>
              </a:solidFill>
              <a:prstDash val="solid"/>
              <a:round/>
              <a:headEnd type="triangle" w="sm" len="lg"/>
              <a:tailEnd type="none" w="med" len="med"/>
            </a:ln>
          </p:spPr>
          <p:txBody>
            <a:bodyPr anchor="t" anchorCtr="0"/>
            <a:lstStyle/>
            <a:p>
              <a:endParaRPr lang="zh-CN" altLang="en-US">
                <a:latin typeface="Times New Roman" panose="02020603050405020304" pitchFamily="2" charset="0"/>
                <a:ea typeface="宋体" panose="02010600030101010101" pitchFamily="2" charset="-122"/>
              </a:endParaRPr>
            </a:p>
          </p:txBody>
        </p:sp>
        <p:sp>
          <p:nvSpPr>
            <p:cNvPr id="203790" name="Line 38"/>
            <p:cNvSpPr/>
            <p:nvPr/>
          </p:nvSpPr>
          <p:spPr>
            <a:xfrm flipH="1" flipV="1">
              <a:off x="1460" y="515"/>
              <a:ext cx="960" cy="288"/>
            </a:xfrm>
            <a:prstGeom prst="line">
              <a:avLst/>
            </a:prstGeom>
            <a:ln w="9525" cap="flat" cmpd="sng">
              <a:solidFill>
                <a:srgbClr val="FF0000"/>
              </a:solidFill>
              <a:prstDash val="solid"/>
              <a:round/>
              <a:headEnd type="none" w="med" len="med"/>
              <a:tailEnd type="triangle" w="sm" len="lg"/>
            </a:ln>
          </p:spPr>
          <p:txBody>
            <a:bodyPr anchor="t" anchorCtr="0"/>
            <a:lstStyle/>
            <a:p>
              <a:endParaRPr lang="zh-CN" altLang="en-US">
                <a:latin typeface="Times New Roman" panose="02020603050405020304" pitchFamily="2" charset="0"/>
                <a:ea typeface="宋体" panose="02010600030101010101" pitchFamily="2" charset="-122"/>
              </a:endParaRPr>
            </a:p>
          </p:txBody>
        </p:sp>
        <p:sp>
          <p:nvSpPr>
            <p:cNvPr id="203791" name="Line 39"/>
            <p:cNvSpPr/>
            <p:nvPr/>
          </p:nvSpPr>
          <p:spPr>
            <a:xfrm>
              <a:off x="1460" y="515"/>
              <a:ext cx="480" cy="1104"/>
            </a:xfrm>
            <a:prstGeom prst="line">
              <a:avLst/>
            </a:prstGeom>
            <a:ln w="9525" cap="flat" cmpd="sng">
              <a:solidFill>
                <a:schemeClr val="tx1"/>
              </a:solidFill>
              <a:prstDash val="solid"/>
              <a:round/>
              <a:headEnd type="triangle" w="med" len="med"/>
              <a:tailEnd type="none" w="med" len="med"/>
            </a:ln>
          </p:spPr>
          <p:txBody>
            <a:bodyPr anchor="t" anchorCtr="0"/>
            <a:lstStyle/>
            <a:p>
              <a:endParaRPr lang="zh-CN" altLang="en-US">
                <a:latin typeface="Times New Roman" panose="02020603050405020304" pitchFamily="2" charset="0"/>
                <a:ea typeface="宋体" panose="02010600030101010101" pitchFamily="2" charset="-122"/>
              </a:endParaRPr>
            </a:p>
          </p:txBody>
        </p:sp>
        <p:sp>
          <p:nvSpPr>
            <p:cNvPr id="203792" name="Oval 40"/>
            <p:cNvSpPr/>
            <p:nvPr/>
          </p:nvSpPr>
          <p:spPr>
            <a:xfrm>
              <a:off x="2420" y="755"/>
              <a:ext cx="48" cy="48"/>
            </a:xfrm>
            <a:prstGeom prst="ellipse">
              <a:avLst/>
            </a:prstGeom>
            <a:solidFill>
              <a:schemeClr val="tx1"/>
            </a:solidFill>
            <a:ln w="9525" cap="flat" cmpd="sng">
              <a:solidFill>
                <a:schemeClr val="tx1"/>
              </a:solidFill>
              <a:prstDash val="solid"/>
              <a:round/>
              <a:headEnd type="none" w="med" len="med"/>
              <a:tailEnd type="none" w="med" len="med"/>
            </a:ln>
          </p:spPr>
          <p:txBody>
            <a:bodyPr wrap="none" anchor="ctr" anchorCtr="0"/>
            <a:lstStyle/>
            <a:p>
              <a:endParaRPr lang="zh-CN" altLang="en-US" dirty="0">
                <a:latin typeface="Times New Roman" panose="02020603050405020304" pitchFamily="2" charset="0"/>
                <a:ea typeface="宋体" panose="02010600030101010101" pitchFamily="2" charset="-122"/>
              </a:endParaRPr>
            </a:p>
          </p:txBody>
        </p:sp>
        <p:graphicFrame>
          <p:nvGraphicFramePr>
            <p:cNvPr id="203793" name="对象 198669"/>
            <p:cNvGraphicFramePr>
              <a:graphicFrameLocks noChangeAspect="1"/>
            </p:cNvGraphicFramePr>
            <p:nvPr/>
          </p:nvGraphicFramePr>
          <p:xfrm>
            <a:off x="2410" y="851"/>
            <a:ext cx="278" cy="360"/>
          </p:xfrm>
          <a:graphic>
            <a:graphicData uri="http://schemas.openxmlformats.org/presentationml/2006/ole">
              <mc:AlternateContent xmlns:mc="http://schemas.openxmlformats.org/markup-compatibility/2006">
                <mc:Choice xmlns:v="urn:schemas-microsoft-com:vml" Requires="v">
                  <p:oleObj r:id="rId10" imgW="185420" imgH="238760" progId="Equation.3">
                    <p:embed/>
                  </p:oleObj>
                </mc:Choice>
                <mc:Fallback>
                  <p:oleObj r:id="rId10" imgW="185420" imgH="238760" progId="Equation.3">
                    <p:embed/>
                    <p:pic>
                      <p:nvPicPr>
                        <p:cNvPr id="0" name="图片 3862"/>
                        <p:cNvPicPr/>
                        <p:nvPr/>
                      </p:nvPicPr>
                      <p:blipFill>
                        <a:blip r:embed="rId11"/>
                        <a:stretch>
                          <a:fillRect/>
                        </a:stretch>
                      </p:blipFill>
                      <p:spPr>
                        <a:xfrm>
                          <a:off x="2410" y="851"/>
                          <a:ext cx="278" cy="360"/>
                        </a:xfrm>
                        <a:prstGeom prst="rect">
                          <a:avLst/>
                        </a:prstGeom>
                        <a:noFill/>
                        <a:ln w="38100">
                          <a:noFill/>
                          <a:miter/>
                        </a:ln>
                      </p:spPr>
                    </p:pic>
                  </p:oleObj>
                </mc:Fallback>
              </mc:AlternateContent>
            </a:graphicData>
          </a:graphic>
        </p:graphicFrame>
        <p:graphicFrame>
          <p:nvGraphicFramePr>
            <p:cNvPr id="203794" name="对象 198670"/>
            <p:cNvGraphicFramePr>
              <a:graphicFrameLocks noChangeAspect="1"/>
            </p:cNvGraphicFramePr>
            <p:nvPr/>
          </p:nvGraphicFramePr>
          <p:xfrm>
            <a:off x="2104" y="0"/>
            <a:ext cx="605" cy="367"/>
          </p:xfrm>
          <a:graphic>
            <a:graphicData uri="http://schemas.openxmlformats.org/presentationml/2006/ole">
              <mc:AlternateContent xmlns:mc="http://schemas.openxmlformats.org/markup-compatibility/2006">
                <mc:Choice xmlns:v="urn:schemas-microsoft-com:vml" Requires="v">
                  <p:oleObj r:id="rId12" imgW="490855" imgH="297180" progId="Equation.3">
                    <p:embed/>
                  </p:oleObj>
                </mc:Choice>
                <mc:Fallback>
                  <p:oleObj r:id="rId12" imgW="490855" imgH="297180" progId="Equation.3">
                    <p:embed/>
                    <p:pic>
                      <p:nvPicPr>
                        <p:cNvPr id="0" name="图片 3856"/>
                        <p:cNvPicPr/>
                        <p:nvPr/>
                      </p:nvPicPr>
                      <p:blipFill>
                        <a:blip r:embed="rId13"/>
                        <a:stretch>
                          <a:fillRect/>
                        </a:stretch>
                      </p:blipFill>
                      <p:spPr>
                        <a:xfrm>
                          <a:off x="2104" y="0"/>
                          <a:ext cx="605" cy="367"/>
                        </a:xfrm>
                        <a:prstGeom prst="rect">
                          <a:avLst/>
                        </a:prstGeom>
                        <a:noFill/>
                        <a:ln w="38100">
                          <a:noFill/>
                          <a:miter/>
                        </a:ln>
                      </p:spPr>
                    </p:pic>
                  </p:oleObj>
                </mc:Fallback>
              </mc:AlternateContent>
            </a:graphicData>
          </a:graphic>
        </p:graphicFrame>
        <p:sp>
          <p:nvSpPr>
            <p:cNvPr id="203795" name="Text Box 43"/>
            <p:cNvSpPr txBox="1"/>
            <p:nvPr/>
          </p:nvSpPr>
          <p:spPr>
            <a:xfrm>
              <a:off x="-301" y="1790"/>
              <a:ext cx="1163" cy="487"/>
            </a:xfrm>
            <a:prstGeom prst="rect">
              <a:avLst/>
            </a:prstGeom>
            <a:noFill/>
            <a:ln w="9525">
              <a:noFill/>
            </a:ln>
          </p:spPr>
          <p:txBody>
            <a:bodyPr wrap="square" anchor="t" anchorCtr="0">
              <a:spAutoFit/>
            </a:bodyPr>
            <a:lstStyle/>
            <a:p>
              <a:r>
                <a:rPr lang="zh-CN" altLang="en-US" sz="1400" dirty="0">
                  <a:latin typeface="Times New Roman" panose="02020603050405020304" pitchFamily="2" charset="0"/>
                  <a:ea typeface="黑体" panose="02010609060101010101" pitchFamily="2" charset="-122"/>
                </a:rPr>
                <a:t>单位圆</a:t>
              </a:r>
            </a:p>
          </p:txBody>
        </p:sp>
        <p:graphicFrame>
          <p:nvGraphicFramePr>
            <p:cNvPr id="203796" name="对象 198672"/>
            <p:cNvGraphicFramePr>
              <a:graphicFrameLocks noChangeAspect="1"/>
            </p:cNvGraphicFramePr>
            <p:nvPr/>
          </p:nvGraphicFramePr>
          <p:xfrm>
            <a:off x="1028" y="99"/>
            <a:ext cx="725" cy="320"/>
          </p:xfrm>
          <a:graphic>
            <a:graphicData uri="http://schemas.openxmlformats.org/presentationml/2006/ole">
              <mc:AlternateContent xmlns:mc="http://schemas.openxmlformats.org/markup-compatibility/2006">
                <mc:Choice xmlns:v="urn:schemas-microsoft-com:vml" Requires="v">
                  <p:oleObj r:id="rId14" imgW="470535" imgH="208915" progId="Equation.3">
                    <p:embed/>
                  </p:oleObj>
                </mc:Choice>
                <mc:Fallback>
                  <p:oleObj r:id="rId14" imgW="470535" imgH="208915" progId="Equation.3">
                    <p:embed/>
                    <p:pic>
                      <p:nvPicPr>
                        <p:cNvPr id="0" name="图片 3861"/>
                        <p:cNvPicPr/>
                        <p:nvPr/>
                      </p:nvPicPr>
                      <p:blipFill>
                        <a:blip r:embed="rId15"/>
                        <a:stretch>
                          <a:fillRect/>
                        </a:stretch>
                      </p:blipFill>
                      <p:spPr>
                        <a:xfrm>
                          <a:off x="1028" y="99"/>
                          <a:ext cx="725" cy="320"/>
                        </a:xfrm>
                        <a:prstGeom prst="rect">
                          <a:avLst/>
                        </a:prstGeom>
                        <a:noFill/>
                        <a:ln w="38100">
                          <a:noFill/>
                          <a:miter/>
                        </a:ln>
                      </p:spPr>
                    </p:pic>
                  </p:oleObj>
                </mc:Fallback>
              </mc:AlternateContent>
            </a:graphicData>
          </a:graphic>
        </p:graphicFrame>
        <p:sp>
          <p:nvSpPr>
            <p:cNvPr id="203797" name="Line 45"/>
            <p:cNvSpPr/>
            <p:nvPr/>
          </p:nvSpPr>
          <p:spPr>
            <a:xfrm>
              <a:off x="2420" y="803"/>
              <a:ext cx="960" cy="0"/>
            </a:xfrm>
            <a:prstGeom prst="line">
              <a:avLst/>
            </a:prstGeom>
            <a:ln w="9525" cap="flat" cmpd="sng">
              <a:solidFill>
                <a:schemeClr val="tx1"/>
              </a:solidFill>
              <a:prstDash val="solid"/>
              <a:round/>
              <a:headEnd type="none" w="med" len="med"/>
              <a:tailEnd type="none" w="med" len="med"/>
            </a:ln>
          </p:spPr>
          <p:txBody>
            <a:bodyPr anchor="t" anchorCtr="0"/>
            <a:lstStyle/>
            <a:p>
              <a:endParaRPr lang="zh-CN" altLang="en-US">
                <a:latin typeface="Times New Roman" panose="02020603050405020304" pitchFamily="2" charset="0"/>
                <a:ea typeface="宋体" panose="02010600030101010101" pitchFamily="2" charset="-122"/>
              </a:endParaRPr>
            </a:p>
          </p:txBody>
        </p:sp>
        <p:sp>
          <p:nvSpPr>
            <p:cNvPr id="203798" name="Arc 46"/>
            <p:cNvSpPr/>
            <p:nvPr/>
          </p:nvSpPr>
          <p:spPr>
            <a:xfrm flipH="1">
              <a:off x="2132" y="515"/>
              <a:ext cx="496" cy="288"/>
            </a:xfrm>
            <a:custGeom>
              <a:avLst/>
              <a:gdLst/>
              <a:ahLst/>
              <a:cxnLst>
                <a:cxn ang="0">
                  <a:pos x="0" y="4"/>
                </a:cxn>
                <a:cxn ang="0">
                  <a:pos x="6" y="3"/>
                </a:cxn>
                <a:cxn ang="0">
                  <a:pos x="3" y="4"/>
                </a:cxn>
              </a:cxnLst>
              <a:rect l="0" t="0" r="0" b="0"/>
              <a:pathLst>
                <a:path w="41864" h="21600" fill="none">
                  <a:moveTo>
                    <a:pt x="0" y="21597"/>
                  </a:moveTo>
                  <a:cubicBezTo>
                    <a:pt x="1" y="9668"/>
                    <a:pt x="9671" y="-1"/>
                    <a:pt x="21600" y="0"/>
                  </a:cubicBezTo>
                  <a:cubicBezTo>
                    <a:pt x="30645" y="0"/>
                    <a:pt x="38732" y="5635"/>
                    <a:pt x="41864" y="14121"/>
                  </a:cubicBezTo>
                </a:path>
                <a:path w="41864" h="21600" stroke="0">
                  <a:moveTo>
                    <a:pt x="0" y="21597"/>
                  </a:moveTo>
                  <a:cubicBezTo>
                    <a:pt x="1" y="9668"/>
                    <a:pt x="9671" y="-1"/>
                    <a:pt x="21600" y="0"/>
                  </a:cubicBezTo>
                  <a:cubicBezTo>
                    <a:pt x="30645" y="0"/>
                    <a:pt x="38732" y="5635"/>
                    <a:pt x="41864" y="14121"/>
                  </a:cubicBezTo>
                  <a:lnTo>
                    <a:pt x="21600" y="21600"/>
                  </a:lnTo>
                  <a:close/>
                </a:path>
              </a:pathLst>
            </a:custGeom>
            <a:noFill/>
            <a:ln w="9525" cap="flat" cmpd="sng">
              <a:solidFill>
                <a:schemeClr val="tx1"/>
              </a:solidFill>
              <a:prstDash val="solid"/>
              <a:miter/>
              <a:headEnd type="triangle" w="med" len="med"/>
              <a:tailEnd type="triangle" w="med" len="med"/>
            </a:ln>
          </p:spPr>
          <p:txBody>
            <a:bodyPr/>
            <a:lstStyle/>
            <a:p>
              <a:endParaRPr lang="zh-CN" altLang="en-US"/>
            </a:p>
          </p:txBody>
        </p:sp>
        <p:graphicFrame>
          <p:nvGraphicFramePr>
            <p:cNvPr id="203799" name="对象 198675"/>
            <p:cNvGraphicFramePr>
              <a:graphicFrameLocks noChangeAspect="1"/>
            </p:cNvGraphicFramePr>
            <p:nvPr/>
          </p:nvGraphicFramePr>
          <p:xfrm>
            <a:off x="2628" y="423"/>
            <a:ext cx="482" cy="280"/>
          </p:xfrm>
          <a:graphic>
            <a:graphicData uri="http://schemas.openxmlformats.org/presentationml/2006/ole">
              <mc:AlternateContent xmlns:mc="http://schemas.openxmlformats.org/markup-compatibility/2006">
                <mc:Choice xmlns:v="urn:schemas-microsoft-com:vml" Requires="v">
                  <p:oleObj r:id="rId16" imgW="393700" imgH="228600" progId="Equation.3">
                    <p:embed/>
                  </p:oleObj>
                </mc:Choice>
                <mc:Fallback>
                  <p:oleObj r:id="rId16" imgW="393700" imgH="228600" progId="Equation.3">
                    <p:embed/>
                    <p:pic>
                      <p:nvPicPr>
                        <p:cNvPr id="0" name="图片 3860"/>
                        <p:cNvPicPr/>
                        <p:nvPr/>
                      </p:nvPicPr>
                      <p:blipFill>
                        <a:blip r:embed="rId17"/>
                        <a:stretch>
                          <a:fillRect/>
                        </a:stretch>
                      </p:blipFill>
                      <p:spPr>
                        <a:xfrm>
                          <a:off x="2628" y="423"/>
                          <a:ext cx="482" cy="280"/>
                        </a:xfrm>
                        <a:prstGeom prst="rect">
                          <a:avLst/>
                        </a:prstGeom>
                        <a:noFill/>
                        <a:ln w="38100">
                          <a:noFill/>
                          <a:miter/>
                        </a:ln>
                      </p:spPr>
                    </p:pic>
                  </p:oleObj>
                </mc:Fallback>
              </mc:AlternateContent>
            </a:graphicData>
          </a:graphic>
        </p:graphicFrame>
        <p:sp>
          <p:nvSpPr>
            <p:cNvPr id="203800" name="Oval 48"/>
            <p:cNvSpPr/>
            <p:nvPr/>
          </p:nvSpPr>
          <p:spPr>
            <a:xfrm>
              <a:off x="3524" y="2483"/>
              <a:ext cx="48" cy="48"/>
            </a:xfrm>
            <a:prstGeom prst="ellipse">
              <a:avLst/>
            </a:prstGeom>
            <a:solidFill>
              <a:schemeClr val="tx2"/>
            </a:solidFill>
            <a:ln w="9525" cap="flat" cmpd="sng">
              <a:solidFill>
                <a:srgbClr val="000000"/>
              </a:solidFill>
              <a:prstDash val="solid"/>
              <a:round/>
              <a:headEnd type="none" w="med" len="med"/>
              <a:tailEnd type="none" w="med" len="med"/>
            </a:ln>
          </p:spPr>
          <p:txBody>
            <a:bodyPr wrap="none" anchor="ctr" anchorCtr="0"/>
            <a:lstStyle/>
            <a:p>
              <a:endParaRPr lang="zh-CN" altLang="en-US" dirty="0">
                <a:latin typeface="Times New Roman" panose="02020603050405020304" pitchFamily="2" charset="0"/>
                <a:ea typeface="宋体" panose="02010600030101010101" pitchFamily="2" charset="-122"/>
              </a:endParaRPr>
            </a:p>
          </p:txBody>
        </p:sp>
        <p:sp>
          <p:nvSpPr>
            <p:cNvPr id="203801" name="Line 49"/>
            <p:cNvSpPr/>
            <p:nvPr/>
          </p:nvSpPr>
          <p:spPr>
            <a:xfrm>
              <a:off x="3524" y="2483"/>
              <a:ext cx="912" cy="0"/>
            </a:xfrm>
            <a:prstGeom prst="line">
              <a:avLst/>
            </a:prstGeom>
            <a:ln w="9525" cap="flat" cmpd="sng">
              <a:solidFill>
                <a:srgbClr val="000000"/>
              </a:solidFill>
              <a:prstDash val="solid"/>
              <a:round/>
              <a:headEnd type="none" w="med" len="med"/>
              <a:tailEnd type="none" w="med" len="med"/>
            </a:ln>
          </p:spPr>
          <p:txBody>
            <a:bodyPr anchor="t" anchorCtr="0"/>
            <a:lstStyle/>
            <a:p>
              <a:endParaRPr lang="zh-CN" altLang="en-US">
                <a:latin typeface="Times New Roman" panose="02020603050405020304" pitchFamily="2" charset="0"/>
                <a:ea typeface="宋体" panose="02010600030101010101" pitchFamily="2" charset="-122"/>
              </a:endParaRPr>
            </a:p>
          </p:txBody>
        </p:sp>
        <p:sp>
          <p:nvSpPr>
            <p:cNvPr id="203802" name="Line 50"/>
            <p:cNvSpPr/>
            <p:nvPr/>
          </p:nvSpPr>
          <p:spPr>
            <a:xfrm flipH="1" flipV="1">
              <a:off x="1492" y="536"/>
              <a:ext cx="2017" cy="1942"/>
            </a:xfrm>
            <a:prstGeom prst="line">
              <a:avLst/>
            </a:prstGeom>
            <a:ln w="9525" cap="flat" cmpd="sng">
              <a:solidFill>
                <a:srgbClr val="FF0000"/>
              </a:solidFill>
              <a:prstDash val="solid"/>
              <a:round/>
              <a:headEnd type="none" w="med" len="med"/>
              <a:tailEnd type="triangle" w="med" len="med"/>
            </a:ln>
          </p:spPr>
          <p:txBody>
            <a:bodyPr anchor="t" anchorCtr="0"/>
            <a:lstStyle/>
            <a:p>
              <a:endParaRPr lang="zh-CN" altLang="en-US">
                <a:latin typeface="Times New Roman" panose="02020603050405020304" pitchFamily="2" charset="0"/>
                <a:ea typeface="宋体" panose="02010600030101010101" pitchFamily="2" charset="-122"/>
              </a:endParaRPr>
            </a:p>
          </p:txBody>
        </p:sp>
        <p:graphicFrame>
          <p:nvGraphicFramePr>
            <p:cNvPr id="203803" name="对象 198679"/>
            <p:cNvGraphicFramePr>
              <a:graphicFrameLocks noChangeAspect="1"/>
            </p:cNvGraphicFramePr>
            <p:nvPr/>
          </p:nvGraphicFramePr>
          <p:xfrm>
            <a:off x="3521" y="2587"/>
            <a:ext cx="265" cy="344"/>
          </p:xfrm>
          <a:graphic>
            <a:graphicData uri="http://schemas.openxmlformats.org/presentationml/2006/ole">
              <mc:AlternateContent xmlns:mc="http://schemas.openxmlformats.org/markup-compatibility/2006">
                <mc:Choice xmlns:v="urn:schemas-microsoft-com:vml" Requires="v">
                  <p:oleObj r:id="rId18" imgW="177165" imgH="228600" progId="Equation.3">
                    <p:embed/>
                  </p:oleObj>
                </mc:Choice>
                <mc:Fallback>
                  <p:oleObj r:id="rId18" imgW="177165" imgH="228600" progId="Equation.3">
                    <p:embed/>
                    <p:pic>
                      <p:nvPicPr>
                        <p:cNvPr id="0" name="图片 3854"/>
                        <p:cNvPicPr/>
                        <p:nvPr/>
                      </p:nvPicPr>
                      <p:blipFill>
                        <a:blip r:embed="rId19"/>
                        <a:stretch>
                          <a:fillRect/>
                        </a:stretch>
                      </p:blipFill>
                      <p:spPr>
                        <a:xfrm>
                          <a:off x="3521" y="2587"/>
                          <a:ext cx="265" cy="344"/>
                        </a:xfrm>
                        <a:prstGeom prst="rect">
                          <a:avLst/>
                        </a:prstGeom>
                        <a:noFill/>
                        <a:ln w="38100">
                          <a:noFill/>
                          <a:miter/>
                        </a:ln>
                      </p:spPr>
                    </p:pic>
                  </p:oleObj>
                </mc:Fallback>
              </mc:AlternateContent>
            </a:graphicData>
          </a:graphic>
        </p:graphicFrame>
        <p:sp>
          <p:nvSpPr>
            <p:cNvPr id="203804" name="Arc 52"/>
            <p:cNvSpPr/>
            <p:nvPr/>
          </p:nvSpPr>
          <p:spPr>
            <a:xfrm flipH="1">
              <a:off x="3376" y="2147"/>
              <a:ext cx="500" cy="324"/>
            </a:xfrm>
            <a:custGeom>
              <a:avLst/>
              <a:gdLst/>
              <a:ahLst/>
              <a:cxnLst>
                <a:cxn ang="0">
                  <a:pos x="0" y="4"/>
                </a:cxn>
                <a:cxn ang="0">
                  <a:pos x="6" y="3"/>
                </a:cxn>
                <a:cxn ang="0">
                  <a:pos x="3" y="4"/>
                </a:cxn>
              </a:cxnLst>
              <a:rect l="0" t="0" r="0" b="0"/>
              <a:pathLst>
                <a:path w="42217" h="24331" fill="none">
                  <a:moveTo>
                    <a:pt x="173" y="24330"/>
                  </a:moveTo>
                  <a:cubicBezTo>
                    <a:pt x="57" y="23425"/>
                    <a:pt x="0" y="22513"/>
                    <a:pt x="0" y="21600"/>
                  </a:cubicBezTo>
                  <a:cubicBezTo>
                    <a:pt x="0" y="9670"/>
                    <a:pt x="9670" y="0"/>
                    <a:pt x="21600" y="0"/>
                  </a:cubicBezTo>
                  <a:cubicBezTo>
                    <a:pt x="31047" y="-1"/>
                    <a:pt x="39399" y="6140"/>
                    <a:pt x="42216" y="15158"/>
                  </a:cubicBezTo>
                </a:path>
                <a:path w="42217" h="24331" stroke="0">
                  <a:moveTo>
                    <a:pt x="173" y="24330"/>
                  </a:moveTo>
                  <a:cubicBezTo>
                    <a:pt x="57" y="23425"/>
                    <a:pt x="0" y="22513"/>
                    <a:pt x="0" y="21600"/>
                  </a:cubicBezTo>
                  <a:cubicBezTo>
                    <a:pt x="0" y="9670"/>
                    <a:pt x="9670" y="0"/>
                    <a:pt x="21600" y="0"/>
                  </a:cubicBezTo>
                  <a:cubicBezTo>
                    <a:pt x="31047" y="-1"/>
                    <a:pt x="39399" y="6140"/>
                    <a:pt x="42216" y="15158"/>
                  </a:cubicBezTo>
                  <a:lnTo>
                    <a:pt x="21600" y="21600"/>
                  </a:lnTo>
                  <a:close/>
                </a:path>
              </a:pathLst>
            </a:custGeom>
            <a:noFill/>
            <a:ln w="9525" cap="flat" cmpd="sng">
              <a:solidFill>
                <a:schemeClr val="tx1"/>
              </a:solidFill>
              <a:prstDash val="solid"/>
              <a:miter/>
              <a:headEnd type="triangle" w="med" len="med"/>
              <a:tailEnd type="triangle" w="med" len="med"/>
            </a:ln>
          </p:spPr>
          <p:txBody>
            <a:bodyPr/>
            <a:lstStyle/>
            <a:p>
              <a:endParaRPr lang="zh-CN" altLang="en-US"/>
            </a:p>
          </p:txBody>
        </p:sp>
        <p:graphicFrame>
          <p:nvGraphicFramePr>
            <p:cNvPr id="203805" name="对象 198681"/>
            <p:cNvGraphicFramePr>
              <a:graphicFrameLocks noChangeAspect="1"/>
            </p:cNvGraphicFramePr>
            <p:nvPr/>
          </p:nvGraphicFramePr>
          <p:xfrm>
            <a:off x="3763" y="1863"/>
            <a:ext cx="514" cy="280"/>
          </p:xfrm>
          <a:graphic>
            <a:graphicData uri="http://schemas.openxmlformats.org/presentationml/2006/ole">
              <mc:AlternateContent xmlns:mc="http://schemas.openxmlformats.org/markup-compatibility/2006">
                <mc:Choice xmlns:v="urn:schemas-microsoft-com:vml" Requires="v">
                  <p:oleObj r:id="rId20" imgW="419100" imgH="228600" progId="Equation.3">
                    <p:embed/>
                  </p:oleObj>
                </mc:Choice>
                <mc:Fallback>
                  <p:oleObj r:id="rId20" imgW="419100" imgH="228600" progId="Equation.3">
                    <p:embed/>
                    <p:pic>
                      <p:nvPicPr>
                        <p:cNvPr id="0" name="图片 3863"/>
                        <p:cNvPicPr/>
                        <p:nvPr/>
                      </p:nvPicPr>
                      <p:blipFill>
                        <a:blip r:embed="rId21"/>
                        <a:stretch>
                          <a:fillRect/>
                        </a:stretch>
                      </p:blipFill>
                      <p:spPr>
                        <a:xfrm>
                          <a:off x="3763" y="1863"/>
                          <a:ext cx="514" cy="280"/>
                        </a:xfrm>
                        <a:prstGeom prst="rect">
                          <a:avLst/>
                        </a:prstGeom>
                        <a:noFill/>
                        <a:ln w="38100">
                          <a:noFill/>
                          <a:miter/>
                        </a:ln>
                      </p:spPr>
                    </p:pic>
                  </p:oleObj>
                </mc:Fallback>
              </mc:AlternateContent>
            </a:graphicData>
          </a:graphic>
        </p:graphicFrame>
        <p:graphicFrame>
          <p:nvGraphicFramePr>
            <p:cNvPr id="203806" name="对象 198682"/>
            <p:cNvGraphicFramePr>
              <a:graphicFrameLocks noChangeAspect="1"/>
            </p:cNvGraphicFramePr>
            <p:nvPr/>
          </p:nvGraphicFramePr>
          <p:xfrm>
            <a:off x="2309" y="1856"/>
            <a:ext cx="587" cy="356"/>
          </p:xfrm>
          <a:graphic>
            <a:graphicData uri="http://schemas.openxmlformats.org/presentationml/2006/ole">
              <mc:AlternateContent xmlns:mc="http://schemas.openxmlformats.org/markup-compatibility/2006">
                <mc:Choice xmlns:v="urn:schemas-microsoft-com:vml" Requires="v">
                  <p:oleObj r:id="rId22" imgW="482600" imgH="292100" progId="Equation.3">
                    <p:embed/>
                  </p:oleObj>
                </mc:Choice>
                <mc:Fallback>
                  <p:oleObj r:id="rId22" imgW="482600" imgH="292100" progId="Equation.3">
                    <p:embed/>
                    <p:pic>
                      <p:nvPicPr>
                        <p:cNvPr id="0" name="图片 3857"/>
                        <p:cNvPicPr/>
                        <p:nvPr/>
                      </p:nvPicPr>
                      <p:blipFill>
                        <a:blip r:embed="rId23"/>
                        <a:stretch>
                          <a:fillRect/>
                        </a:stretch>
                      </p:blipFill>
                      <p:spPr>
                        <a:xfrm>
                          <a:off x="2309" y="1856"/>
                          <a:ext cx="587" cy="356"/>
                        </a:xfrm>
                        <a:prstGeom prst="rect">
                          <a:avLst/>
                        </a:prstGeom>
                        <a:noFill/>
                        <a:ln w="38100">
                          <a:noFill/>
                          <a:miter/>
                        </a:ln>
                      </p:spPr>
                    </p:pic>
                  </p:oleObj>
                </mc:Fallback>
              </mc:AlternateContent>
            </a:graphicData>
          </a:graphic>
        </p:graphicFrame>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xit" presetSubtype="10" fill="hold" nodeType="clickEffect">
                                  <p:stCondLst>
                                    <p:cond delay="0"/>
                                  </p:stCondLst>
                                  <p:childTnLst>
                                    <p:animEffect transition="out" filter="checkerboard(across)">
                                      <p:cBhvr>
                                        <p:cTn id="6" dur="500"/>
                                        <p:tgtEl>
                                          <p:spTgt spid="198662"/>
                                        </p:tgtEl>
                                      </p:cBhvr>
                                    </p:animEffect>
                                    <p:set>
                                      <p:cBhvr>
                                        <p:cTn id="7" dur="1" fill="hold">
                                          <p:stCondLst>
                                            <p:cond delay="499"/>
                                          </p:stCondLst>
                                        </p:cTn>
                                        <p:tgtEl>
                                          <p:spTgt spid="19866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01" name="文本框 1"/>
          <p:cNvSpPr txBox="1"/>
          <p:nvPr/>
        </p:nvSpPr>
        <p:spPr>
          <a:xfrm>
            <a:off x="466725" y="809625"/>
            <a:ext cx="5170488" cy="4492625"/>
          </a:xfrm>
          <a:prstGeom prst="rect">
            <a:avLst/>
          </a:prstGeom>
          <a:noFill/>
          <a:ln w="9525">
            <a:noFill/>
          </a:ln>
        </p:spPr>
        <p:txBody>
          <a:bodyPr wrap="square" anchor="t" anchorCtr="0">
            <a:spAutoFit/>
          </a:bodyPr>
          <a:lstStyle/>
          <a:p>
            <a:pPr>
              <a:lnSpc>
                <a:spcPct val="130000"/>
              </a:lnSpc>
            </a:pPr>
            <a:r>
              <a:rPr lang="en-US" altLang="zh-CN" sz="2000" dirty="0">
                <a:latin typeface="Times New Roman" panose="02020603050405020304" pitchFamily="2" charset="0"/>
                <a:ea typeface="宋体" panose="02010600030101010101" pitchFamily="2" charset="-122"/>
                <a:sym typeface="微软雅黑" panose="020B0503020204020204" pitchFamily="2" charset="-122"/>
              </a:rPr>
              <a:t>1</a:t>
            </a:r>
            <a:r>
              <a:rPr lang="zh-CN" altLang="en-US" sz="2000" dirty="0">
                <a:latin typeface="Times New Roman" panose="02020603050405020304" pitchFamily="2" charset="0"/>
                <a:ea typeface="宋体" panose="02010600030101010101" pitchFamily="2" charset="-122"/>
                <a:sym typeface="微软雅黑" panose="020B0503020204020204" pitchFamily="2" charset="-122"/>
              </a:rPr>
              <a:t>）位于原点（</a:t>
            </a:r>
            <a:r>
              <a:rPr lang="en-US" altLang="zh-CN" sz="2000" dirty="0">
                <a:latin typeface="Times New Roman" panose="02020603050405020304" pitchFamily="2" charset="0"/>
                <a:ea typeface="宋体" panose="02010600030101010101" pitchFamily="2" charset="-122"/>
                <a:sym typeface="微软雅黑" panose="020B0503020204020204" pitchFamily="2" charset="-122"/>
              </a:rPr>
              <a:t>z=0</a:t>
            </a:r>
            <a:r>
              <a:rPr lang="zh-CN" altLang="en-US" sz="2000" dirty="0">
                <a:latin typeface="Times New Roman" panose="02020603050405020304" pitchFamily="2" charset="0"/>
                <a:ea typeface="宋体" panose="02010600030101010101" pitchFamily="2" charset="-122"/>
                <a:sym typeface="微软雅黑" panose="020B0503020204020204" pitchFamily="2" charset="-122"/>
              </a:rPr>
              <a:t>）处的极点、零点，其极矢与零矢的模永远等于</a:t>
            </a:r>
            <a:r>
              <a:rPr lang="en-US" altLang="zh-CN" sz="2000" dirty="0">
                <a:latin typeface="Times New Roman" panose="02020603050405020304" pitchFamily="2" charset="0"/>
                <a:ea typeface="宋体" panose="02010600030101010101" pitchFamily="2" charset="-122"/>
                <a:sym typeface="微软雅黑" panose="020B0503020204020204" pitchFamily="2" charset="-122"/>
              </a:rPr>
              <a:t>1</a:t>
            </a:r>
            <a:r>
              <a:rPr lang="zh-CN" altLang="en-US" sz="2000" dirty="0">
                <a:latin typeface="Times New Roman" panose="02020603050405020304" pitchFamily="2" charset="0"/>
                <a:ea typeface="宋体" panose="02010600030101010101" pitchFamily="2" charset="-122"/>
                <a:sym typeface="微软雅黑" panose="020B0503020204020204" pitchFamily="2" charset="-122"/>
              </a:rPr>
              <a:t>（不管</a:t>
            </a:r>
            <a:r>
              <a:rPr lang="en-US" altLang="zh-CN" sz="2000" dirty="0">
                <a:latin typeface="Times New Roman" panose="02020603050405020304" pitchFamily="2" charset="0"/>
                <a:ea typeface="宋体" panose="02010600030101010101" pitchFamily="2" charset="-122"/>
                <a:sym typeface="微软雅黑" panose="020B0503020204020204" pitchFamily="2" charset="-122"/>
              </a:rPr>
              <a:t>w</a:t>
            </a:r>
            <a:r>
              <a:rPr lang="zh-CN" altLang="en-US" sz="2000" dirty="0">
                <a:latin typeface="Times New Roman" panose="02020603050405020304" pitchFamily="2" charset="0"/>
                <a:ea typeface="宋体" panose="02010600030101010101" pitchFamily="2" charset="-122"/>
                <a:sym typeface="微软雅黑" panose="020B0503020204020204" pitchFamily="2" charset="-122"/>
              </a:rPr>
              <a:t>如何变化），故对</a:t>
            </a:r>
            <a:r>
              <a:rPr lang="en-US" altLang="zh-CN" sz="2000" dirty="0">
                <a:latin typeface="Times New Roman" panose="02020603050405020304" pitchFamily="2" charset="0"/>
                <a:ea typeface="宋体" panose="02010600030101010101" pitchFamily="2" charset="-122"/>
                <a:sym typeface="微软雅黑" panose="020B0503020204020204" pitchFamily="2" charset="-122"/>
              </a:rPr>
              <a:t>              </a:t>
            </a:r>
            <a:r>
              <a:rPr lang="zh-CN" altLang="en-US" sz="2000" dirty="0">
                <a:latin typeface="Times New Roman" panose="02020603050405020304" pitchFamily="2" charset="0"/>
                <a:ea typeface="宋体" panose="02010600030101010101" pitchFamily="2" charset="-122"/>
                <a:sym typeface="微软雅黑" panose="020B0503020204020204" pitchFamily="2" charset="-122"/>
              </a:rPr>
              <a:t>没有影响，但对</a:t>
            </a:r>
            <a:r>
              <a:rPr lang="en-US" altLang="zh-CN" sz="2000" dirty="0">
                <a:latin typeface="Times New Roman" panose="02020603050405020304" pitchFamily="2" charset="0"/>
                <a:ea typeface="宋体" panose="02010600030101010101" pitchFamily="2" charset="-122"/>
                <a:sym typeface="微软雅黑" panose="020B0503020204020204" pitchFamily="2" charset="-122"/>
              </a:rPr>
              <a:t>                  </a:t>
            </a:r>
            <a:r>
              <a:rPr lang="zh-CN" altLang="en-US" sz="2000" dirty="0">
                <a:latin typeface="Times New Roman" panose="02020603050405020304" pitchFamily="2" charset="0"/>
                <a:ea typeface="宋体" panose="02010600030101010101" pitchFamily="2" charset="-122"/>
                <a:sym typeface="微软雅黑" panose="020B0503020204020204" pitchFamily="2" charset="-122"/>
              </a:rPr>
              <a:t>则贡献一个线性相移分量，</a:t>
            </a:r>
            <a:r>
              <a:rPr lang="en-US" altLang="zh-CN" sz="2000" dirty="0">
                <a:latin typeface="Times New Roman" panose="02020603050405020304" pitchFamily="2" charset="0"/>
                <a:ea typeface="宋体" panose="02010600030101010101" pitchFamily="2" charset="-122"/>
                <a:sym typeface="微软雅黑" panose="020B0503020204020204" pitchFamily="2" charset="-122"/>
              </a:rPr>
              <a:t>                </a:t>
            </a:r>
            <a:r>
              <a:rPr lang="zh-CN" altLang="en-US" sz="2000" dirty="0">
                <a:latin typeface="Times New Roman" panose="02020603050405020304" pitchFamily="2" charset="0"/>
                <a:ea typeface="宋体" panose="02010600030101010101" pitchFamily="2" charset="-122"/>
                <a:sym typeface="微软雅黑" panose="020B0503020204020204" pitchFamily="2" charset="-122"/>
              </a:rPr>
              <a:t>就是二者造成的线性相移分量。</a:t>
            </a:r>
          </a:p>
          <a:p>
            <a:pPr>
              <a:lnSpc>
                <a:spcPct val="130000"/>
              </a:lnSpc>
            </a:pPr>
            <a:r>
              <a:rPr lang="en-US" altLang="zh-CN" sz="2000" dirty="0">
                <a:latin typeface="Times New Roman" panose="02020603050405020304" pitchFamily="2" charset="0"/>
                <a:ea typeface="宋体" panose="02010600030101010101" pitchFamily="2" charset="-122"/>
                <a:sym typeface="微软雅黑" panose="020B0503020204020204" pitchFamily="2" charset="-122"/>
              </a:rPr>
              <a:t>        2</a:t>
            </a:r>
            <a:r>
              <a:rPr lang="zh-CN" altLang="en-US" sz="2000" dirty="0">
                <a:latin typeface="Times New Roman" panose="02020603050405020304" pitchFamily="2" charset="0"/>
                <a:ea typeface="宋体" panose="02010600030101010101" pitchFamily="2" charset="-122"/>
                <a:sym typeface="微软雅黑" panose="020B0503020204020204" pitchFamily="2" charset="-122"/>
              </a:rPr>
              <a:t>）零点位置影响凹谷点的位置与深度</a:t>
            </a:r>
            <a:endParaRPr lang="zh-CN" altLang="en-US" sz="2000" dirty="0">
              <a:latin typeface="Times New Roman" panose="02020603050405020304" pitchFamily="2" charset="0"/>
              <a:ea typeface="宋体" panose="02010600030101010101" pitchFamily="2" charset="-122"/>
            </a:endParaRPr>
          </a:p>
          <a:p>
            <a:pPr lvl="1" indent="0">
              <a:lnSpc>
                <a:spcPct val="130000"/>
              </a:lnSpc>
            </a:pPr>
            <a:r>
              <a:rPr lang="en-US" altLang="zh-CN" sz="2000" dirty="0">
                <a:latin typeface="Times New Roman" panose="02020603050405020304" pitchFamily="2" charset="0"/>
                <a:ea typeface="宋体" panose="02010600030101010101" pitchFamily="2" charset="-122"/>
                <a:sym typeface="微软雅黑" panose="020B0503020204020204" pitchFamily="2" charset="-122"/>
              </a:rPr>
              <a:t>--</a:t>
            </a:r>
            <a:r>
              <a:rPr lang="zh-CN" altLang="en-US" sz="2000" dirty="0">
                <a:latin typeface="Times New Roman" panose="02020603050405020304" pitchFamily="2" charset="0"/>
                <a:ea typeface="宋体" panose="02010600030101010101" pitchFamily="2" charset="-122"/>
                <a:sym typeface="微软雅黑" panose="020B0503020204020204" pitchFamily="2" charset="-122"/>
              </a:rPr>
              <a:t>零点在单位圆上，谷点为零</a:t>
            </a:r>
            <a:endParaRPr lang="zh-CN" altLang="en-US" sz="2000" dirty="0">
              <a:latin typeface="Times New Roman" panose="02020603050405020304" pitchFamily="2" charset="0"/>
              <a:ea typeface="宋体" panose="02010600030101010101" pitchFamily="2" charset="-122"/>
            </a:endParaRPr>
          </a:p>
          <a:p>
            <a:pPr lvl="1" indent="0">
              <a:lnSpc>
                <a:spcPct val="130000"/>
              </a:lnSpc>
            </a:pPr>
            <a:r>
              <a:rPr lang="en-US" altLang="zh-CN" sz="2000" dirty="0">
                <a:latin typeface="Times New Roman" panose="02020603050405020304" pitchFamily="2" charset="0"/>
                <a:ea typeface="宋体" panose="02010600030101010101" pitchFamily="2" charset="-122"/>
                <a:sym typeface="微软雅黑" panose="020B0503020204020204" pitchFamily="2" charset="-122"/>
              </a:rPr>
              <a:t>--</a:t>
            </a:r>
            <a:r>
              <a:rPr lang="zh-CN" altLang="en-US" sz="2000" dirty="0">
                <a:latin typeface="Times New Roman" panose="02020603050405020304" pitchFamily="2" charset="0"/>
                <a:ea typeface="宋体" panose="02010600030101010101" pitchFamily="2" charset="-122"/>
                <a:sym typeface="微软雅黑" panose="020B0503020204020204" pitchFamily="2" charset="-122"/>
              </a:rPr>
              <a:t>零点趋向于单位圆，谷点趋向于零</a:t>
            </a:r>
            <a:endParaRPr lang="zh-CN" altLang="en-US" sz="2000" dirty="0">
              <a:latin typeface="Times New Roman" panose="02020603050405020304" pitchFamily="2" charset="0"/>
              <a:ea typeface="宋体" panose="02010600030101010101" pitchFamily="2" charset="-122"/>
            </a:endParaRPr>
          </a:p>
          <a:p>
            <a:pPr>
              <a:lnSpc>
                <a:spcPct val="130000"/>
              </a:lnSpc>
            </a:pPr>
            <a:r>
              <a:rPr lang="en-US" altLang="zh-CN" sz="2000" dirty="0">
                <a:latin typeface="Times New Roman" panose="02020603050405020304" pitchFamily="2" charset="0"/>
                <a:ea typeface="宋体" panose="02010600030101010101" pitchFamily="2" charset="-122"/>
                <a:sym typeface="微软雅黑" panose="020B0503020204020204" pitchFamily="2" charset="-122"/>
              </a:rPr>
              <a:t>        3</a:t>
            </a:r>
            <a:r>
              <a:rPr lang="zh-CN" altLang="en-US" sz="2000" dirty="0">
                <a:latin typeface="Times New Roman" panose="02020603050405020304" pitchFamily="2" charset="0"/>
                <a:ea typeface="宋体" panose="02010600030101010101" pitchFamily="2" charset="-122"/>
                <a:sym typeface="微软雅黑" panose="020B0503020204020204" pitchFamily="2" charset="-122"/>
              </a:rPr>
              <a:t>）极点位置影响凸峰的位置和深度</a:t>
            </a:r>
            <a:endParaRPr lang="zh-CN" altLang="en-US" sz="2000" dirty="0">
              <a:latin typeface="Times New Roman" panose="02020603050405020304" pitchFamily="2" charset="0"/>
              <a:ea typeface="宋体" panose="02010600030101010101" pitchFamily="2" charset="-122"/>
            </a:endParaRPr>
          </a:p>
          <a:p>
            <a:pPr lvl="1" indent="0">
              <a:lnSpc>
                <a:spcPct val="130000"/>
              </a:lnSpc>
            </a:pPr>
            <a:r>
              <a:rPr lang="en-US" altLang="zh-CN" sz="2000" dirty="0">
                <a:latin typeface="Times New Roman" panose="02020603050405020304" pitchFamily="2" charset="0"/>
                <a:ea typeface="宋体" panose="02010600030101010101" pitchFamily="2" charset="-122"/>
                <a:sym typeface="微软雅黑" panose="020B0503020204020204" pitchFamily="2" charset="-122"/>
              </a:rPr>
              <a:t>--</a:t>
            </a:r>
            <a:r>
              <a:rPr lang="zh-CN" altLang="en-US" sz="2000" dirty="0">
                <a:latin typeface="Times New Roman" panose="02020603050405020304" pitchFamily="2" charset="0"/>
                <a:ea typeface="宋体" panose="02010600030101010101" pitchFamily="2" charset="-122"/>
                <a:sym typeface="微软雅黑" panose="020B0503020204020204" pitchFamily="2" charset="-122"/>
              </a:rPr>
              <a:t>极点趋向于单位圆，峰值趋向于无穷</a:t>
            </a:r>
            <a:endParaRPr lang="zh-CN" altLang="en-US" sz="2000" dirty="0">
              <a:latin typeface="Times New Roman" panose="02020603050405020304" pitchFamily="2" charset="0"/>
              <a:ea typeface="宋体" panose="02010600030101010101" pitchFamily="2" charset="-122"/>
            </a:endParaRPr>
          </a:p>
          <a:p>
            <a:pPr lvl="1" indent="0">
              <a:lnSpc>
                <a:spcPct val="130000"/>
              </a:lnSpc>
            </a:pPr>
            <a:r>
              <a:rPr lang="en-US" altLang="zh-CN" sz="2000" dirty="0">
                <a:latin typeface="Times New Roman" panose="02020603050405020304" pitchFamily="2" charset="0"/>
                <a:ea typeface="宋体" panose="02010600030101010101" pitchFamily="2" charset="-122"/>
                <a:sym typeface="微软雅黑" panose="020B0503020204020204" pitchFamily="2" charset="-122"/>
              </a:rPr>
              <a:t>--</a:t>
            </a:r>
            <a:r>
              <a:rPr lang="zh-CN" altLang="en-US" sz="2000" dirty="0">
                <a:latin typeface="Times New Roman" panose="02020603050405020304" pitchFamily="2" charset="0"/>
                <a:ea typeface="宋体" panose="02010600030101010101" pitchFamily="2" charset="-122"/>
                <a:sym typeface="微软雅黑" panose="020B0503020204020204" pitchFamily="2" charset="-122"/>
              </a:rPr>
              <a:t>极点在单位圆外，系统不稳定</a:t>
            </a:r>
            <a:endParaRPr lang="zh-CN" altLang="en-US" sz="2000" dirty="0">
              <a:latin typeface="Times New Roman" panose="02020603050405020304" pitchFamily="2" charset="0"/>
              <a:ea typeface="宋体" panose="02010600030101010101" pitchFamily="2" charset="-122"/>
            </a:endParaRPr>
          </a:p>
        </p:txBody>
      </p:sp>
      <p:grpSp>
        <p:nvGrpSpPr>
          <p:cNvPr id="198662" name="Group 68"/>
          <p:cNvGrpSpPr/>
          <p:nvPr/>
        </p:nvGrpSpPr>
        <p:grpSpPr>
          <a:xfrm>
            <a:off x="5635625" y="692150"/>
            <a:ext cx="3257550" cy="2282825"/>
            <a:chOff x="-301" y="0"/>
            <a:chExt cx="4737" cy="3107"/>
          </a:xfrm>
        </p:grpSpPr>
        <p:sp>
          <p:nvSpPr>
            <p:cNvPr id="204803" name="Line 33"/>
            <p:cNvSpPr/>
            <p:nvPr/>
          </p:nvSpPr>
          <p:spPr>
            <a:xfrm>
              <a:off x="1940" y="35"/>
              <a:ext cx="0" cy="3072"/>
            </a:xfrm>
            <a:prstGeom prst="line">
              <a:avLst/>
            </a:prstGeom>
            <a:ln w="25400" cap="flat" cmpd="sng">
              <a:solidFill>
                <a:schemeClr val="tx1"/>
              </a:solidFill>
              <a:prstDash val="solid"/>
              <a:round/>
              <a:headEnd type="triangle" w="med" len="med"/>
              <a:tailEnd type="none" w="med" len="med"/>
            </a:ln>
          </p:spPr>
          <p:txBody>
            <a:bodyPr anchor="t" anchorCtr="0"/>
            <a:lstStyle/>
            <a:p>
              <a:endParaRPr lang="zh-CN" altLang="en-US">
                <a:latin typeface="Times New Roman" panose="02020603050405020304" pitchFamily="2" charset="0"/>
                <a:ea typeface="宋体" panose="02010600030101010101" pitchFamily="2" charset="-122"/>
              </a:endParaRPr>
            </a:p>
          </p:txBody>
        </p:sp>
        <p:sp>
          <p:nvSpPr>
            <p:cNvPr id="204804" name="Oval 35"/>
            <p:cNvSpPr/>
            <p:nvPr/>
          </p:nvSpPr>
          <p:spPr>
            <a:xfrm>
              <a:off x="692" y="419"/>
              <a:ext cx="2496" cy="2352"/>
            </a:xfrm>
            <a:prstGeom prst="ellipse">
              <a:avLst/>
            </a:prstGeom>
            <a:noFill/>
            <a:ln w="25400" cap="flat" cmpd="sng">
              <a:solidFill>
                <a:schemeClr val="tx1"/>
              </a:solidFill>
              <a:prstDash val="solid"/>
              <a:round/>
              <a:headEnd type="none" w="med" len="med"/>
              <a:tailEnd type="none" w="med" len="med"/>
            </a:ln>
          </p:spPr>
          <p:txBody>
            <a:bodyPr wrap="none" anchor="ctr" anchorCtr="0"/>
            <a:lstStyle/>
            <a:p>
              <a:endParaRPr lang="zh-CN" altLang="en-US" dirty="0">
                <a:latin typeface="Times New Roman" panose="02020603050405020304" pitchFamily="2" charset="0"/>
                <a:ea typeface="宋体" panose="02010600030101010101" pitchFamily="2" charset="-122"/>
              </a:endParaRPr>
            </a:p>
          </p:txBody>
        </p:sp>
        <p:sp>
          <p:nvSpPr>
            <p:cNvPr id="204805" name="Line 36"/>
            <p:cNvSpPr/>
            <p:nvPr/>
          </p:nvSpPr>
          <p:spPr>
            <a:xfrm>
              <a:off x="164" y="1619"/>
              <a:ext cx="3696" cy="0"/>
            </a:xfrm>
            <a:prstGeom prst="line">
              <a:avLst/>
            </a:prstGeom>
            <a:ln w="25400" cap="flat" cmpd="sng">
              <a:solidFill>
                <a:schemeClr val="tx1"/>
              </a:solidFill>
              <a:prstDash val="solid"/>
              <a:round/>
              <a:headEnd type="none" w="med" len="med"/>
              <a:tailEnd type="triangle" w="med" len="med"/>
            </a:ln>
          </p:spPr>
          <p:txBody>
            <a:bodyPr anchor="t" anchorCtr="0"/>
            <a:lstStyle/>
            <a:p>
              <a:endParaRPr lang="zh-CN" altLang="en-US">
                <a:latin typeface="Times New Roman" panose="02020603050405020304" pitchFamily="2" charset="0"/>
                <a:ea typeface="宋体" panose="02010600030101010101" pitchFamily="2" charset="-122"/>
              </a:endParaRPr>
            </a:p>
          </p:txBody>
        </p:sp>
        <p:sp>
          <p:nvSpPr>
            <p:cNvPr id="204806" name="Line 37"/>
            <p:cNvSpPr/>
            <p:nvPr/>
          </p:nvSpPr>
          <p:spPr>
            <a:xfrm flipH="1">
              <a:off x="1940" y="803"/>
              <a:ext cx="480" cy="816"/>
            </a:xfrm>
            <a:prstGeom prst="line">
              <a:avLst/>
            </a:prstGeom>
            <a:ln w="9525" cap="flat" cmpd="sng">
              <a:solidFill>
                <a:schemeClr val="tx1"/>
              </a:solidFill>
              <a:prstDash val="solid"/>
              <a:round/>
              <a:headEnd type="triangle" w="sm" len="lg"/>
              <a:tailEnd type="none" w="med" len="med"/>
            </a:ln>
          </p:spPr>
          <p:txBody>
            <a:bodyPr anchor="t" anchorCtr="0"/>
            <a:lstStyle/>
            <a:p>
              <a:endParaRPr lang="zh-CN" altLang="en-US">
                <a:latin typeface="Times New Roman" panose="02020603050405020304" pitchFamily="2" charset="0"/>
                <a:ea typeface="宋体" panose="02010600030101010101" pitchFamily="2" charset="-122"/>
              </a:endParaRPr>
            </a:p>
          </p:txBody>
        </p:sp>
        <p:sp>
          <p:nvSpPr>
            <p:cNvPr id="204807" name="Line 38"/>
            <p:cNvSpPr/>
            <p:nvPr/>
          </p:nvSpPr>
          <p:spPr>
            <a:xfrm flipH="1" flipV="1">
              <a:off x="1460" y="515"/>
              <a:ext cx="960" cy="288"/>
            </a:xfrm>
            <a:prstGeom prst="line">
              <a:avLst/>
            </a:prstGeom>
            <a:ln w="9525" cap="flat" cmpd="sng">
              <a:solidFill>
                <a:srgbClr val="FF0000"/>
              </a:solidFill>
              <a:prstDash val="solid"/>
              <a:round/>
              <a:headEnd type="none" w="med" len="med"/>
              <a:tailEnd type="triangle" w="sm" len="lg"/>
            </a:ln>
          </p:spPr>
          <p:txBody>
            <a:bodyPr anchor="t" anchorCtr="0"/>
            <a:lstStyle/>
            <a:p>
              <a:endParaRPr lang="zh-CN" altLang="en-US">
                <a:latin typeface="Times New Roman" panose="02020603050405020304" pitchFamily="2" charset="0"/>
                <a:ea typeface="宋体" panose="02010600030101010101" pitchFamily="2" charset="-122"/>
              </a:endParaRPr>
            </a:p>
          </p:txBody>
        </p:sp>
        <p:sp>
          <p:nvSpPr>
            <p:cNvPr id="204808" name="Line 39"/>
            <p:cNvSpPr/>
            <p:nvPr/>
          </p:nvSpPr>
          <p:spPr>
            <a:xfrm>
              <a:off x="1460" y="515"/>
              <a:ext cx="480" cy="1104"/>
            </a:xfrm>
            <a:prstGeom prst="line">
              <a:avLst/>
            </a:prstGeom>
            <a:ln w="9525" cap="flat" cmpd="sng">
              <a:solidFill>
                <a:schemeClr val="tx1"/>
              </a:solidFill>
              <a:prstDash val="solid"/>
              <a:round/>
              <a:headEnd type="triangle" w="med" len="med"/>
              <a:tailEnd type="none" w="med" len="med"/>
            </a:ln>
          </p:spPr>
          <p:txBody>
            <a:bodyPr anchor="t" anchorCtr="0"/>
            <a:lstStyle/>
            <a:p>
              <a:endParaRPr lang="zh-CN" altLang="en-US">
                <a:latin typeface="Times New Roman" panose="02020603050405020304" pitchFamily="2" charset="0"/>
                <a:ea typeface="宋体" panose="02010600030101010101" pitchFamily="2" charset="-122"/>
              </a:endParaRPr>
            </a:p>
          </p:txBody>
        </p:sp>
        <p:sp>
          <p:nvSpPr>
            <p:cNvPr id="204809" name="Oval 40"/>
            <p:cNvSpPr/>
            <p:nvPr/>
          </p:nvSpPr>
          <p:spPr>
            <a:xfrm>
              <a:off x="2420" y="755"/>
              <a:ext cx="48" cy="48"/>
            </a:xfrm>
            <a:prstGeom prst="ellipse">
              <a:avLst/>
            </a:prstGeom>
            <a:solidFill>
              <a:schemeClr val="tx1"/>
            </a:solidFill>
            <a:ln w="9525" cap="flat" cmpd="sng">
              <a:solidFill>
                <a:schemeClr val="tx1"/>
              </a:solidFill>
              <a:prstDash val="solid"/>
              <a:round/>
              <a:headEnd type="none" w="med" len="med"/>
              <a:tailEnd type="none" w="med" len="med"/>
            </a:ln>
          </p:spPr>
          <p:txBody>
            <a:bodyPr wrap="none" anchor="ctr" anchorCtr="0"/>
            <a:lstStyle/>
            <a:p>
              <a:endParaRPr lang="zh-CN" altLang="en-US" dirty="0">
                <a:latin typeface="Times New Roman" panose="02020603050405020304" pitchFamily="2" charset="0"/>
                <a:ea typeface="宋体" panose="02010600030101010101" pitchFamily="2" charset="-122"/>
              </a:endParaRPr>
            </a:p>
          </p:txBody>
        </p:sp>
        <p:graphicFrame>
          <p:nvGraphicFramePr>
            <p:cNvPr id="204810" name="对象 198669"/>
            <p:cNvGraphicFramePr>
              <a:graphicFrameLocks noChangeAspect="1"/>
            </p:cNvGraphicFramePr>
            <p:nvPr/>
          </p:nvGraphicFramePr>
          <p:xfrm>
            <a:off x="2410" y="851"/>
            <a:ext cx="278" cy="360"/>
          </p:xfrm>
          <a:graphic>
            <a:graphicData uri="http://schemas.openxmlformats.org/presentationml/2006/ole">
              <mc:AlternateContent xmlns:mc="http://schemas.openxmlformats.org/markup-compatibility/2006">
                <mc:Choice xmlns:v="urn:schemas-microsoft-com:vml" Requires="v">
                  <p:oleObj r:id="rId2" imgW="185420" imgH="238760" progId="Equation.3">
                    <p:embed/>
                  </p:oleObj>
                </mc:Choice>
                <mc:Fallback>
                  <p:oleObj r:id="rId2" imgW="185420" imgH="238760" progId="Equation.3">
                    <p:embed/>
                    <p:pic>
                      <p:nvPicPr>
                        <p:cNvPr id="0" name="图片 3855"/>
                        <p:cNvPicPr/>
                        <p:nvPr/>
                      </p:nvPicPr>
                      <p:blipFill>
                        <a:blip r:embed="rId3"/>
                        <a:stretch>
                          <a:fillRect/>
                        </a:stretch>
                      </p:blipFill>
                      <p:spPr>
                        <a:xfrm>
                          <a:off x="2410" y="851"/>
                          <a:ext cx="278" cy="360"/>
                        </a:xfrm>
                        <a:prstGeom prst="rect">
                          <a:avLst/>
                        </a:prstGeom>
                        <a:noFill/>
                        <a:ln w="38100">
                          <a:noFill/>
                          <a:miter/>
                        </a:ln>
                      </p:spPr>
                    </p:pic>
                  </p:oleObj>
                </mc:Fallback>
              </mc:AlternateContent>
            </a:graphicData>
          </a:graphic>
        </p:graphicFrame>
        <p:graphicFrame>
          <p:nvGraphicFramePr>
            <p:cNvPr id="204811" name="对象 198670"/>
            <p:cNvGraphicFramePr>
              <a:graphicFrameLocks noChangeAspect="1"/>
            </p:cNvGraphicFramePr>
            <p:nvPr/>
          </p:nvGraphicFramePr>
          <p:xfrm>
            <a:off x="2104" y="0"/>
            <a:ext cx="605" cy="367"/>
          </p:xfrm>
          <a:graphic>
            <a:graphicData uri="http://schemas.openxmlformats.org/presentationml/2006/ole">
              <mc:AlternateContent xmlns:mc="http://schemas.openxmlformats.org/markup-compatibility/2006">
                <mc:Choice xmlns:v="urn:schemas-microsoft-com:vml" Requires="v">
                  <p:oleObj r:id="rId4" imgW="490855" imgH="297180" progId="Equation.3">
                    <p:embed/>
                  </p:oleObj>
                </mc:Choice>
                <mc:Fallback>
                  <p:oleObj r:id="rId4" imgW="490855" imgH="297180" progId="Equation.3">
                    <p:embed/>
                    <p:pic>
                      <p:nvPicPr>
                        <p:cNvPr id="0" name="图片 3858"/>
                        <p:cNvPicPr/>
                        <p:nvPr/>
                      </p:nvPicPr>
                      <p:blipFill>
                        <a:blip r:embed="rId5"/>
                        <a:stretch>
                          <a:fillRect/>
                        </a:stretch>
                      </p:blipFill>
                      <p:spPr>
                        <a:xfrm>
                          <a:off x="2104" y="0"/>
                          <a:ext cx="605" cy="367"/>
                        </a:xfrm>
                        <a:prstGeom prst="rect">
                          <a:avLst/>
                        </a:prstGeom>
                        <a:noFill/>
                        <a:ln w="38100">
                          <a:noFill/>
                          <a:miter/>
                        </a:ln>
                      </p:spPr>
                    </p:pic>
                  </p:oleObj>
                </mc:Fallback>
              </mc:AlternateContent>
            </a:graphicData>
          </a:graphic>
        </p:graphicFrame>
        <p:sp>
          <p:nvSpPr>
            <p:cNvPr id="204812" name="Text Box 43"/>
            <p:cNvSpPr txBox="1"/>
            <p:nvPr/>
          </p:nvSpPr>
          <p:spPr>
            <a:xfrm>
              <a:off x="-301" y="1790"/>
              <a:ext cx="1163" cy="417"/>
            </a:xfrm>
            <a:prstGeom prst="rect">
              <a:avLst/>
            </a:prstGeom>
            <a:noFill/>
            <a:ln w="9525">
              <a:noFill/>
            </a:ln>
          </p:spPr>
          <p:txBody>
            <a:bodyPr wrap="square" anchor="t" anchorCtr="0">
              <a:spAutoFit/>
            </a:bodyPr>
            <a:lstStyle/>
            <a:p>
              <a:r>
                <a:rPr lang="zh-CN" altLang="en-US" sz="1400" dirty="0">
                  <a:latin typeface="Times New Roman" panose="02020603050405020304" pitchFamily="2" charset="0"/>
                  <a:ea typeface="黑体" panose="02010609060101010101" pitchFamily="2" charset="-122"/>
                </a:rPr>
                <a:t>单位圆</a:t>
              </a:r>
            </a:p>
          </p:txBody>
        </p:sp>
        <p:graphicFrame>
          <p:nvGraphicFramePr>
            <p:cNvPr id="204813" name="对象 198672"/>
            <p:cNvGraphicFramePr>
              <a:graphicFrameLocks noChangeAspect="1"/>
            </p:cNvGraphicFramePr>
            <p:nvPr/>
          </p:nvGraphicFramePr>
          <p:xfrm>
            <a:off x="1028" y="99"/>
            <a:ext cx="725" cy="320"/>
          </p:xfrm>
          <a:graphic>
            <a:graphicData uri="http://schemas.openxmlformats.org/presentationml/2006/ole">
              <mc:AlternateContent xmlns:mc="http://schemas.openxmlformats.org/markup-compatibility/2006">
                <mc:Choice xmlns:v="urn:schemas-microsoft-com:vml" Requires="v">
                  <p:oleObj r:id="rId6" imgW="470535" imgH="208915" progId="Equation.3">
                    <p:embed/>
                  </p:oleObj>
                </mc:Choice>
                <mc:Fallback>
                  <p:oleObj r:id="rId6" imgW="470535" imgH="208915" progId="Equation.3">
                    <p:embed/>
                    <p:pic>
                      <p:nvPicPr>
                        <p:cNvPr id="0" name="图片 3859"/>
                        <p:cNvPicPr/>
                        <p:nvPr/>
                      </p:nvPicPr>
                      <p:blipFill>
                        <a:blip r:embed="rId7"/>
                        <a:stretch>
                          <a:fillRect/>
                        </a:stretch>
                      </p:blipFill>
                      <p:spPr>
                        <a:xfrm>
                          <a:off x="1028" y="99"/>
                          <a:ext cx="725" cy="320"/>
                        </a:xfrm>
                        <a:prstGeom prst="rect">
                          <a:avLst/>
                        </a:prstGeom>
                        <a:noFill/>
                        <a:ln w="38100">
                          <a:noFill/>
                          <a:miter/>
                        </a:ln>
                      </p:spPr>
                    </p:pic>
                  </p:oleObj>
                </mc:Fallback>
              </mc:AlternateContent>
            </a:graphicData>
          </a:graphic>
        </p:graphicFrame>
        <p:sp>
          <p:nvSpPr>
            <p:cNvPr id="204814" name="Line 45"/>
            <p:cNvSpPr/>
            <p:nvPr/>
          </p:nvSpPr>
          <p:spPr>
            <a:xfrm>
              <a:off x="2420" y="803"/>
              <a:ext cx="960" cy="0"/>
            </a:xfrm>
            <a:prstGeom prst="line">
              <a:avLst/>
            </a:prstGeom>
            <a:ln w="9525" cap="flat" cmpd="sng">
              <a:solidFill>
                <a:schemeClr val="tx1"/>
              </a:solidFill>
              <a:prstDash val="solid"/>
              <a:round/>
              <a:headEnd type="none" w="med" len="med"/>
              <a:tailEnd type="none" w="med" len="med"/>
            </a:ln>
          </p:spPr>
          <p:txBody>
            <a:bodyPr anchor="t" anchorCtr="0"/>
            <a:lstStyle/>
            <a:p>
              <a:endParaRPr lang="zh-CN" altLang="en-US">
                <a:latin typeface="Times New Roman" panose="02020603050405020304" pitchFamily="2" charset="0"/>
                <a:ea typeface="宋体" panose="02010600030101010101" pitchFamily="2" charset="-122"/>
              </a:endParaRPr>
            </a:p>
          </p:txBody>
        </p:sp>
        <p:sp>
          <p:nvSpPr>
            <p:cNvPr id="204815" name="Arc 46"/>
            <p:cNvSpPr/>
            <p:nvPr/>
          </p:nvSpPr>
          <p:spPr>
            <a:xfrm flipH="1">
              <a:off x="2132" y="515"/>
              <a:ext cx="496" cy="288"/>
            </a:xfrm>
            <a:custGeom>
              <a:avLst/>
              <a:gdLst/>
              <a:ahLst/>
              <a:cxnLst>
                <a:cxn ang="0">
                  <a:pos x="0" y="4"/>
                </a:cxn>
                <a:cxn ang="0">
                  <a:pos x="6" y="3"/>
                </a:cxn>
                <a:cxn ang="0">
                  <a:pos x="3" y="4"/>
                </a:cxn>
              </a:cxnLst>
              <a:rect l="0" t="0" r="0" b="0"/>
              <a:pathLst>
                <a:path w="41864" h="21600" fill="none">
                  <a:moveTo>
                    <a:pt x="0" y="21597"/>
                  </a:moveTo>
                  <a:cubicBezTo>
                    <a:pt x="1" y="9668"/>
                    <a:pt x="9671" y="-1"/>
                    <a:pt x="21600" y="0"/>
                  </a:cubicBezTo>
                  <a:cubicBezTo>
                    <a:pt x="30645" y="0"/>
                    <a:pt x="38732" y="5635"/>
                    <a:pt x="41864" y="14121"/>
                  </a:cubicBezTo>
                </a:path>
                <a:path w="41864" h="21600" stroke="0">
                  <a:moveTo>
                    <a:pt x="0" y="21597"/>
                  </a:moveTo>
                  <a:cubicBezTo>
                    <a:pt x="1" y="9668"/>
                    <a:pt x="9671" y="-1"/>
                    <a:pt x="21600" y="0"/>
                  </a:cubicBezTo>
                  <a:cubicBezTo>
                    <a:pt x="30645" y="0"/>
                    <a:pt x="38732" y="5635"/>
                    <a:pt x="41864" y="14121"/>
                  </a:cubicBezTo>
                  <a:lnTo>
                    <a:pt x="21600" y="21600"/>
                  </a:lnTo>
                  <a:close/>
                </a:path>
              </a:pathLst>
            </a:custGeom>
            <a:noFill/>
            <a:ln w="9525" cap="flat" cmpd="sng">
              <a:solidFill>
                <a:schemeClr val="tx1"/>
              </a:solidFill>
              <a:prstDash val="solid"/>
              <a:miter/>
              <a:headEnd type="triangle" w="med" len="med"/>
              <a:tailEnd type="triangle" w="med" len="med"/>
            </a:ln>
          </p:spPr>
          <p:txBody>
            <a:bodyPr/>
            <a:lstStyle/>
            <a:p>
              <a:endParaRPr lang="zh-CN" altLang="en-US"/>
            </a:p>
          </p:txBody>
        </p:sp>
        <p:graphicFrame>
          <p:nvGraphicFramePr>
            <p:cNvPr id="204816" name="对象 198675"/>
            <p:cNvGraphicFramePr>
              <a:graphicFrameLocks noChangeAspect="1"/>
            </p:cNvGraphicFramePr>
            <p:nvPr/>
          </p:nvGraphicFramePr>
          <p:xfrm>
            <a:off x="2628" y="423"/>
            <a:ext cx="482" cy="280"/>
          </p:xfrm>
          <a:graphic>
            <a:graphicData uri="http://schemas.openxmlformats.org/presentationml/2006/ole">
              <mc:AlternateContent xmlns:mc="http://schemas.openxmlformats.org/markup-compatibility/2006">
                <mc:Choice xmlns:v="urn:schemas-microsoft-com:vml" Requires="v">
                  <p:oleObj r:id="rId8" imgW="393700" imgH="228600" progId="Equation.3">
                    <p:embed/>
                  </p:oleObj>
                </mc:Choice>
                <mc:Fallback>
                  <p:oleObj r:id="rId8" imgW="393700" imgH="228600" progId="Equation.3">
                    <p:embed/>
                    <p:pic>
                      <p:nvPicPr>
                        <p:cNvPr id="0" name="图片 3874"/>
                        <p:cNvPicPr/>
                        <p:nvPr/>
                      </p:nvPicPr>
                      <p:blipFill>
                        <a:blip r:embed="rId9"/>
                        <a:stretch>
                          <a:fillRect/>
                        </a:stretch>
                      </p:blipFill>
                      <p:spPr>
                        <a:xfrm>
                          <a:off x="2628" y="423"/>
                          <a:ext cx="482" cy="280"/>
                        </a:xfrm>
                        <a:prstGeom prst="rect">
                          <a:avLst/>
                        </a:prstGeom>
                        <a:noFill/>
                        <a:ln w="38100">
                          <a:noFill/>
                          <a:miter/>
                        </a:ln>
                      </p:spPr>
                    </p:pic>
                  </p:oleObj>
                </mc:Fallback>
              </mc:AlternateContent>
            </a:graphicData>
          </a:graphic>
        </p:graphicFrame>
        <p:sp>
          <p:nvSpPr>
            <p:cNvPr id="204817" name="Oval 48"/>
            <p:cNvSpPr/>
            <p:nvPr/>
          </p:nvSpPr>
          <p:spPr>
            <a:xfrm>
              <a:off x="3524" y="2483"/>
              <a:ext cx="48" cy="48"/>
            </a:xfrm>
            <a:prstGeom prst="ellipse">
              <a:avLst/>
            </a:prstGeom>
            <a:solidFill>
              <a:schemeClr val="tx2"/>
            </a:solidFill>
            <a:ln w="9525" cap="flat" cmpd="sng">
              <a:solidFill>
                <a:srgbClr val="000000"/>
              </a:solidFill>
              <a:prstDash val="solid"/>
              <a:round/>
              <a:headEnd type="none" w="med" len="med"/>
              <a:tailEnd type="none" w="med" len="med"/>
            </a:ln>
          </p:spPr>
          <p:txBody>
            <a:bodyPr wrap="none" anchor="ctr" anchorCtr="0"/>
            <a:lstStyle/>
            <a:p>
              <a:endParaRPr lang="zh-CN" altLang="en-US" dirty="0">
                <a:latin typeface="Times New Roman" panose="02020603050405020304" pitchFamily="2" charset="0"/>
                <a:ea typeface="宋体" panose="02010600030101010101" pitchFamily="2" charset="-122"/>
              </a:endParaRPr>
            </a:p>
          </p:txBody>
        </p:sp>
        <p:sp>
          <p:nvSpPr>
            <p:cNvPr id="204818" name="Line 49"/>
            <p:cNvSpPr/>
            <p:nvPr/>
          </p:nvSpPr>
          <p:spPr>
            <a:xfrm>
              <a:off x="3524" y="2483"/>
              <a:ext cx="912" cy="0"/>
            </a:xfrm>
            <a:prstGeom prst="line">
              <a:avLst/>
            </a:prstGeom>
            <a:ln w="9525" cap="flat" cmpd="sng">
              <a:solidFill>
                <a:srgbClr val="000000"/>
              </a:solidFill>
              <a:prstDash val="solid"/>
              <a:round/>
              <a:headEnd type="none" w="med" len="med"/>
              <a:tailEnd type="none" w="med" len="med"/>
            </a:ln>
          </p:spPr>
          <p:txBody>
            <a:bodyPr anchor="t" anchorCtr="0"/>
            <a:lstStyle/>
            <a:p>
              <a:endParaRPr lang="zh-CN" altLang="en-US">
                <a:latin typeface="Times New Roman" panose="02020603050405020304" pitchFamily="2" charset="0"/>
                <a:ea typeface="宋体" panose="02010600030101010101" pitchFamily="2" charset="-122"/>
              </a:endParaRPr>
            </a:p>
          </p:txBody>
        </p:sp>
        <p:sp>
          <p:nvSpPr>
            <p:cNvPr id="204819" name="Line 50"/>
            <p:cNvSpPr/>
            <p:nvPr/>
          </p:nvSpPr>
          <p:spPr>
            <a:xfrm flipH="1" flipV="1">
              <a:off x="1492" y="536"/>
              <a:ext cx="2017" cy="1942"/>
            </a:xfrm>
            <a:prstGeom prst="line">
              <a:avLst/>
            </a:prstGeom>
            <a:ln w="9525" cap="flat" cmpd="sng">
              <a:solidFill>
                <a:srgbClr val="FF0000"/>
              </a:solidFill>
              <a:prstDash val="solid"/>
              <a:round/>
              <a:headEnd type="none" w="med" len="med"/>
              <a:tailEnd type="triangle" w="med" len="med"/>
            </a:ln>
          </p:spPr>
          <p:txBody>
            <a:bodyPr anchor="t" anchorCtr="0"/>
            <a:lstStyle/>
            <a:p>
              <a:endParaRPr lang="zh-CN" altLang="en-US">
                <a:latin typeface="Times New Roman" panose="02020603050405020304" pitchFamily="2" charset="0"/>
                <a:ea typeface="宋体" panose="02010600030101010101" pitchFamily="2" charset="-122"/>
              </a:endParaRPr>
            </a:p>
          </p:txBody>
        </p:sp>
        <p:graphicFrame>
          <p:nvGraphicFramePr>
            <p:cNvPr id="204820" name="对象 198679"/>
            <p:cNvGraphicFramePr>
              <a:graphicFrameLocks noChangeAspect="1"/>
            </p:cNvGraphicFramePr>
            <p:nvPr/>
          </p:nvGraphicFramePr>
          <p:xfrm>
            <a:off x="3521" y="2587"/>
            <a:ext cx="265" cy="344"/>
          </p:xfrm>
          <a:graphic>
            <a:graphicData uri="http://schemas.openxmlformats.org/presentationml/2006/ole">
              <mc:AlternateContent xmlns:mc="http://schemas.openxmlformats.org/markup-compatibility/2006">
                <mc:Choice xmlns:v="urn:schemas-microsoft-com:vml" Requires="v">
                  <p:oleObj r:id="rId10" imgW="177165" imgH="228600" progId="Equation.3">
                    <p:embed/>
                  </p:oleObj>
                </mc:Choice>
                <mc:Fallback>
                  <p:oleObj r:id="rId10" imgW="177165" imgH="228600" progId="Equation.3">
                    <p:embed/>
                    <p:pic>
                      <p:nvPicPr>
                        <p:cNvPr id="0" name="图片 3871"/>
                        <p:cNvPicPr/>
                        <p:nvPr/>
                      </p:nvPicPr>
                      <p:blipFill>
                        <a:blip r:embed="rId11"/>
                        <a:stretch>
                          <a:fillRect/>
                        </a:stretch>
                      </p:blipFill>
                      <p:spPr>
                        <a:xfrm>
                          <a:off x="3521" y="2587"/>
                          <a:ext cx="265" cy="344"/>
                        </a:xfrm>
                        <a:prstGeom prst="rect">
                          <a:avLst/>
                        </a:prstGeom>
                        <a:noFill/>
                        <a:ln w="38100">
                          <a:noFill/>
                          <a:miter/>
                        </a:ln>
                      </p:spPr>
                    </p:pic>
                  </p:oleObj>
                </mc:Fallback>
              </mc:AlternateContent>
            </a:graphicData>
          </a:graphic>
        </p:graphicFrame>
        <p:sp>
          <p:nvSpPr>
            <p:cNvPr id="204821" name="Arc 52"/>
            <p:cNvSpPr/>
            <p:nvPr/>
          </p:nvSpPr>
          <p:spPr>
            <a:xfrm flipH="1">
              <a:off x="3376" y="2147"/>
              <a:ext cx="500" cy="324"/>
            </a:xfrm>
            <a:custGeom>
              <a:avLst/>
              <a:gdLst/>
              <a:ahLst/>
              <a:cxnLst>
                <a:cxn ang="0">
                  <a:pos x="0" y="4"/>
                </a:cxn>
                <a:cxn ang="0">
                  <a:pos x="6" y="3"/>
                </a:cxn>
                <a:cxn ang="0">
                  <a:pos x="3" y="4"/>
                </a:cxn>
              </a:cxnLst>
              <a:rect l="0" t="0" r="0" b="0"/>
              <a:pathLst>
                <a:path w="42217" h="24331" fill="none">
                  <a:moveTo>
                    <a:pt x="173" y="24330"/>
                  </a:moveTo>
                  <a:cubicBezTo>
                    <a:pt x="57" y="23425"/>
                    <a:pt x="0" y="22513"/>
                    <a:pt x="0" y="21600"/>
                  </a:cubicBezTo>
                  <a:cubicBezTo>
                    <a:pt x="0" y="9670"/>
                    <a:pt x="9670" y="0"/>
                    <a:pt x="21600" y="0"/>
                  </a:cubicBezTo>
                  <a:cubicBezTo>
                    <a:pt x="31047" y="-1"/>
                    <a:pt x="39399" y="6140"/>
                    <a:pt x="42216" y="15158"/>
                  </a:cubicBezTo>
                </a:path>
                <a:path w="42217" h="24331" stroke="0">
                  <a:moveTo>
                    <a:pt x="173" y="24330"/>
                  </a:moveTo>
                  <a:cubicBezTo>
                    <a:pt x="57" y="23425"/>
                    <a:pt x="0" y="22513"/>
                    <a:pt x="0" y="21600"/>
                  </a:cubicBezTo>
                  <a:cubicBezTo>
                    <a:pt x="0" y="9670"/>
                    <a:pt x="9670" y="0"/>
                    <a:pt x="21600" y="0"/>
                  </a:cubicBezTo>
                  <a:cubicBezTo>
                    <a:pt x="31047" y="-1"/>
                    <a:pt x="39399" y="6140"/>
                    <a:pt x="42216" y="15158"/>
                  </a:cubicBezTo>
                  <a:lnTo>
                    <a:pt x="21600" y="21600"/>
                  </a:lnTo>
                  <a:close/>
                </a:path>
              </a:pathLst>
            </a:custGeom>
            <a:noFill/>
            <a:ln w="9525" cap="flat" cmpd="sng">
              <a:solidFill>
                <a:schemeClr val="tx1"/>
              </a:solidFill>
              <a:prstDash val="solid"/>
              <a:miter/>
              <a:headEnd type="triangle" w="med" len="med"/>
              <a:tailEnd type="triangle" w="med" len="med"/>
            </a:ln>
          </p:spPr>
          <p:txBody>
            <a:bodyPr/>
            <a:lstStyle/>
            <a:p>
              <a:endParaRPr lang="zh-CN" altLang="en-US"/>
            </a:p>
          </p:txBody>
        </p:sp>
        <p:graphicFrame>
          <p:nvGraphicFramePr>
            <p:cNvPr id="204822" name="对象 198681"/>
            <p:cNvGraphicFramePr>
              <a:graphicFrameLocks noChangeAspect="1"/>
            </p:cNvGraphicFramePr>
            <p:nvPr/>
          </p:nvGraphicFramePr>
          <p:xfrm>
            <a:off x="3763" y="1863"/>
            <a:ext cx="514" cy="280"/>
          </p:xfrm>
          <a:graphic>
            <a:graphicData uri="http://schemas.openxmlformats.org/presentationml/2006/ole">
              <mc:AlternateContent xmlns:mc="http://schemas.openxmlformats.org/markup-compatibility/2006">
                <mc:Choice xmlns:v="urn:schemas-microsoft-com:vml" Requires="v">
                  <p:oleObj r:id="rId12" imgW="419100" imgH="228600" progId="Equation.3">
                    <p:embed/>
                  </p:oleObj>
                </mc:Choice>
                <mc:Fallback>
                  <p:oleObj r:id="rId12" imgW="419100" imgH="228600" progId="Equation.3">
                    <p:embed/>
                    <p:pic>
                      <p:nvPicPr>
                        <p:cNvPr id="0" name="图片 3867"/>
                        <p:cNvPicPr/>
                        <p:nvPr/>
                      </p:nvPicPr>
                      <p:blipFill>
                        <a:blip r:embed="rId13"/>
                        <a:stretch>
                          <a:fillRect/>
                        </a:stretch>
                      </p:blipFill>
                      <p:spPr>
                        <a:xfrm>
                          <a:off x="3763" y="1863"/>
                          <a:ext cx="514" cy="280"/>
                        </a:xfrm>
                        <a:prstGeom prst="rect">
                          <a:avLst/>
                        </a:prstGeom>
                        <a:noFill/>
                        <a:ln w="38100">
                          <a:noFill/>
                          <a:miter/>
                        </a:ln>
                      </p:spPr>
                    </p:pic>
                  </p:oleObj>
                </mc:Fallback>
              </mc:AlternateContent>
            </a:graphicData>
          </a:graphic>
        </p:graphicFrame>
        <p:graphicFrame>
          <p:nvGraphicFramePr>
            <p:cNvPr id="204823" name="对象 198682"/>
            <p:cNvGraphicFramePr>
              <a:graphicFrameLocks noChangeAspect="1"/>
            </p:cNvGraphicFramePr>
            <p:nvPr/>
          </p:nvGraphicFramePr>
          <p:xfrm>
            <a:off x="2309" y="1856"/>
            <a:ext cx="587" cy="356"/>
          </p:xfrm>
          <a:graphic>
            <a:graphicData uri="http://schemas.openxmlformats.org/presentationml/2006/ole">
              <mc:AlternateContent xmlns:mc="http://schemas.openxmlformats.org/markup-compatibility/2006">
                <mc:Choice xmlns:v="urn:schemas-microsoft-com:vml" Requires="v">
                  <p:oleObj r:id="rId14" imgW="482600" imgH="292100" progId="Equation.3">
                    <p:embed/>
                  </p:oleObj>
                </mc:Choice>
                <mc:Fallback>
                  <p:oleObj r:id="rId14" imgW="482600" imgH="292100" progId="Equation.3">
                    <p:embed/>
                    <p:pic>
                      <p:nvPicPr>
                        <p:cNvPr id="0" name="图片 3873"/>
                        <p:cNvPicPr/>
                        <p:nvPr/>
                      </p:nvPicPr>
                      <p:blipFill>
                        <a:blip r:embed="rId15"/>
                        <a:stretch>
                          <a:fillRect/>
                        </a:stretch>
                      </p:blipFill>
                      <p:spPr>
                        <a:xfrm>
                          <a:off x="2309" y="1856"/>
                          <a:ext cx="587" cy="356"/>
                        </a:xfrm>
                        <a:prstGeom prst="rect">
                          <a:avLst/>
                        </a:prstGeom>
                        <a:noFill/>
                        <a:ln w="38100">
                          <a:noFill/>
                          <a:miter/>
                        </a:ln>
                      </p:spPr>
                    </p:pic>
                  </p:oleObj>
                </mc:Fallback>
              </mc:AlternateContent>
            </a:graphicData>
          </a:graphic>
        </p:graphicFrame>
      </p:grpSp>
      <p:graphicFrame>
        <p:nvGraphicFramePr>
          <p:cNvPr id="204824" name="对象 196619"/>
          <p:cNvGraphicFramePr>
            <a:graphicFrameLocks noChangeAspect="1"/>
          </p:cNvGraphicFramePr>
          <p:nvPr/>
        </p:nvGraphicFramePr>
        <p:xfrm>
          <a:off x="1116013" y="1692275"/>
          <a:ext cx="798512" cy="377825"/>
        </p:xfrm>
        <a:graphic>
          <a:graphicData uri="http://schemas.openxmlformats.org/presentationml/2006/ole">
            <mc:AlternateContent xmlns:mc="http://schemas.openxmlformats.org/markup-compatibility/2006">
              <mc:Choice xmlns:v="urn:schemas-microsoft-com:vml" Requires="v">
                <p:oleObj r:id="rId16" imgW="584200" imgH="228600" progId="Equation.3">
                  <p:embed/>
                </p:oleObj>
              </mc:Choice>
              <mc:Fallback>
                <p:oleObj r:id="rId16" imgW="584200" imgH="228600" progId="Equation.3">
                  <p:embed/>
                  <p:pic>
                    <p:nvPicPr>
                      <p:cNvPr id="0" name="图片 3866"/>
                      <p:cNvPicPr/>
                      <p:nvPr/>
                    </p:nvPicPr>
                    <p:blipFill>
                      <a:blip r:embed="rId17"/>
                      <a:stretch>
                        <a:fillRect/>
                      </a:stretch>
                    </p:blipFill>
                    <p:spPr>
                      <a:xfrm>
                        <a:off x="1116013" y="1692275"/>
                        <a:ext cx="798512" cy="377825"/>
                      </a:xfrm>
                      <a:prstGeom prst="rect">
                        <a:avLst/>
                      </a:prstGeom>
                      <a:noFill/>
                      <a:ln w="38100">
                        <a:noFill/>
                        <a:miter/>
                      </a:ln>
                    </p:spPr>
                  </p:pic>
                </p:oleObj>
              </mc:Fallback>
            </mc:AlternateContent>
          </a:graphicData>
        </a:graphic>
      </p:graphicFrame>
      <p:graphicFrame>
        <p:nvGraphicFramePr>
          <p:cNvPr id="204825" name="对象 627716"/>
          <p:cNvGraphicFramePr/>
          <p:nvPr/>
        </p:nvGraphicFramePr>
        <p:xfrm>
          <a:off x="3779838" y="1712913"/>
          <a:ext cx="1058862" cy="301625"/>
        </p:xfrm>
        <a:graphic>
          <a:graphicData uri="http://schemas.openxmlformats.org/presentationml/2006/ole">
            <mc:AlternateContent xmlns:mc="http://schemas.openxmlformats.org/markup-compatibility/2006">
              <mc:Choice xmlns:v="urn:schemas-microsoft-com:vml" Requires="v">
                <p:oleObj r:id="rId18" imgW="1714500" imgH="457200" progId="Equation.DSMT4">
                  <p:embed/>
                </p:oleObj>
              </mc:Choice>
              <mc:Fallback>
                <p:oleObj r:id="rId18" imgW="1714500" imgH="457200" progId="Equation.DSMT4">
                  <p:embed/>
                  <p:pic>
                    <p:nvPicPr>
                      <p:cNvPr id="0" name="图片 3872"/>
                      <p:cNvPicPr/>
                      <p:nvPr/>
                    </p:nvPicPr>
                    <p:blipFill>
                      <a:blip r:embed="rId19">
                        <a:lum bright="-100000"/>
                      </a:blip>
                      <a:stretch>
                        <a:fillRect/>
                      </a:stretch>
                    </p:blipFill>
                    <p:spPr>
                      <a:xfrm>
                        <a:off x="3779838" y="1712913"/>
                        <a:ext cx="1058862" cy="301625"/>
                      </a:xfrm>
                      <a:prstGeom prst="rect">
                        <a:avLst/>
                      </a:prstGeom>
                      <a:noFill/>
                      <a:ln w="38100">
                        <a:noFill/>
                        <a:miter/>
                      </a:ln>
                    </p:spPr>
                  </p:pic>
                </p:oleObj>
              </mc:Fallback>
            </mc:AlternateContent>
          </a:graphicData>
        </a:graphic>
      </p:graphicFrame>
      <p:graphicFrame>
        <p:nvGraphicFramePr>
          <p:cNvPr id="204826" name="对象 627716"/>
          <p:cNvGraphicFramePr/>
          <p:nvPr/>
        </p:nvGraphicFramePr>
        <p:xfrm>
          <a:off x="2987675" y="2133600"/>
          <a:ext cx="1092200" cy="260350"/>
        </p:xfrm>
        <a:graphic>
          <a:graphicData uri="http://schemas.openxmlformats.org/presentationml/2006/ole">
            <mc:AlternateContent xmlns:mc="http://schemas.openxmlformats.org/markup-compatibility/2006">
              <mc:Choice xmlns:v="urn:schemas-microsoft-com:vml" Requires="v">
                <p:oleObj r:id="rId20" imgW="1498600" imgH="393700" progId="Equation.DSMT4">
                  <p:embed/>
                </p:oleObj>
              </mc:Choice>
              <mc:Fallback>
                <p:oleObj r:id="rId20" imgW="1498600" imgH="393700" progId="Equation.DSMT4">
                  <p:embed/>
                  <p:pic>
                    <p:nvPicPr>
                      <p:cNvPr id="0" name="图片 3868"/>
                      <p:cNvPicPr/>
                      <p:nvPr/>
                    </p:nvPicPr>
                    <p:blipFill>
                      <a:blip r:embed="rId21">
                        <a:lum bright="-100000"/>
                      </a:blip>
                      <a:stretch>
                        <a:fillRect/>
                      </a:stretch>
                    </p:blipFill>
                    <p:spPr>
                      <a:xfrm>
                        <a:off x="2987675" y="2133600"/>
                        <a:ext cx="1092200" cy="260350"/>
                      </a:xfrm>
                      <a:prstGeom prst="rect">
                        <a:avLst/>
                      </a:prstGeom>
                      <a:noFill/>
                      <a:ln w="38100">
                        <a:noFill/>
                        <a:miter/>
                      </a:ln>
                    </p:spPr>
                  </p:pic>
                </p:oleObj>
              </mc:Fallback>
            </mc:AlternateContent>
          </a:graphicData>
        </a:graphic>
      </p:graphicFrame>
      <p:pic>
        <p:nvPicPr>
          <p:cNvPr id="204827" name="内容占位符 628738" descr="2-19"/>
          <p:cNvPicPr>
            <a:picLocks noGrp="1" noChangeAspect="1"/>
          </p:cNvPicPr>
          <p:nvPr/>
        </p:nvPicPr>
        <p:blipFill>
          <a:blip r:embed="rId22">
            <a:lum bright="-100000"/>
          </a:blip>
          <a:stretch>
            <a:fillRect/>
          </a:stretch>
        </p:blipFill>
        <p:spPr>
          <a:xfrm>
            <a:off x="5364163" y="3284538"/>
            <a:ext cx="3592512" cy="1857375"/>
          </a:xfrm>
          <a:prstGeom prst="rect">
            <a:avLst/>
          </a:prstGeom>
          <a:noFill/>
          <a:ln w="9525">
            <a:noFill/>
          </a:ln>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xit" presetSubtype="10" fill="hold" nodeType="clickEffect">
                                  <p:stCondLst>
                                    <p:cond delay="0"/>
                                  </p:stCondLst>
                                  <p:childTnLst>
                                    <p:animEffect transition="out" filter="checkerboard(across)">
                                      <p:cBhvr>
                                        <p:cTn id="6" dur="500"/>
                                        <p:tgtEl>
                                          <p:spTgt spid="198662"/>
                                        </p:tgtEl>
                                      </p:cBhvr>
                                    </p:animEffect>
                                    <p:set>
                                      <p:cBhvr>
                                        <p:cTn id="7" dur="1" fill="hold">
                                          <p:stCondLst>
                                            <p:cond delay="499"/>
                                          </p:stCondLst>
                                        </p:cTn>
                                        <p:tgtEl>
                                          <p:spTgt spid="19866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825" name="Rectangle 2"/>
          <p:cNvSpPr/>
          <p:nvPr/>
        </p:nvSpPr>
        <p:spPr>
          <a:xfrm>
            <a:off x="1095375" y="366713"/>
            <a:ext cx="7731125" cy="636587"/>
          </a:xfrm>
          <a:prstGeom prst="rect">
            <a:avLst/>
          </a:prstGeom>
          <a:noFill/>
          <a:ln w="9525">
            <a:noFill/>
          </a:ln>
        </p:spPr>
        <p:txBody>
          <a:bodyPr anchor="b" anchorCtr="0"/>
          <a:lstStyle/>
          <a:p>
            <a:r>
              <a:rPr lang="zh-CN" altLang="en-US" sz="3200" dirty="0">
                <a:solidFill>
                  <a:srgbClr val="C00000"/>
                </a:solidFill>
                <a:latin typeface="宋体" panose="02010600030101010101" pitchFamily="2" charset="-122"/>
                <a:ea typeface="宋体" panose="02010600030101010101" pitchFamily="2" charset="-122"/>
                <a:hlinkClick r:id="rId3" action="ppaction://hlinkfile"/>
              </a:rPr>
              <a:t>系统函数零</a:t>
            </a:r>
            <a:r>
              <a:rPr lang="zh-CN" altLang="en-US" sz="3200" dirty="0">
                <a:latin typeface="宋体" panose="02010600030101010101" pitchFamily="2" charset="-122"/>
                <a:ea typeface="宋体" panose="02010600030101010101" pitchFamily="2" charset="-122"/>
                <a:hlinkClick r:id="rId3" action="ppaction://hlinkfile"/>
              </a:rPr>
              <a:t>极点位置对系</a:t>
            </a:r>
            <a:r>
              <a:rPr lang="zh-CN" altLang="en-US" sz="3200" dirty="0">
                <a:solidFill>
                  <a:srgbClr val="C00000"/>
                </a:solidFill>
                <a:latin typeface="宋体" panose="02010600030101010101" pitchFamily="2" charset="-122"/>
                <a:ea typeface="宋体" panose="02010600030101010101" pitchFamily="2" charset="-122"/>
                <a:hlinkClick r:id="rId3" action="ppaction://hlinkfile"/>
              </a:rPr>
              <a:t>统特性的影响</a:t>
            </a:r>
          </a:p>
        </p:txBody>
      </p:sp>
      <p:sp>
        <p:nvSpPr>
          <p:cNvPr id="205826" name="Rectangle 3"/>
          <p:cNvSpPr/>
          <p:nvPr/>
        </p:nvSpPr>
        <p:spPr>
          <a:xfrm>
            <a:off x="611188" y="1651000"/>
            <a:ext cx="7793037" cy="2227263"/>
          </a:xfrm>
          <a:prstGeom prst="rect">
            <a:avLst/>
          </a:prstGeom>
          <a:noFill/>
          <a:ln w="9525">
            <a:noFill/>
          </a:ln>
        </p:spPr>
        <p:txBody>
          <a:bodyPr lIns="90000" tIns="46800" rIns="90000" bIns="46800" anchor="t" anchorCtr="0">
            <a:spAutoFit/>
          </a:bodyPr>
          <a:lstStyle/>
          <a:p>
            <a:endParaRPr lang="zh-CN" altLang="en-US" sz="2800" dirty="0">
              <a:latin typeface="Tahoma" panose="020B0604030504040204" pitchFamily="2" charset="0"/>
              <a:ea typeface="黑体" panose="02010609060101010101" pitchFamily="2" charset="-122"/>
            </a:endParaRPr>
          </a:p>
          <a:p>
            <a:pPr>
              <a:buClr>
                <a:schemeClr val="hlink"/>
              </a:buClr>
              <a:buSzPct val="120000"/>
              <a:buFont typeface="Wingdings" panose="05000000000000000000" pitchFamily="2" charset="2"/>
              <a:buChar char="n"/>
            </a:pPr>
            <a:endParaRPr lang="zh-CN" altLang="en-US" sz="2800" dirty="0">
              <a:latin typeface="Tahoma" panose="020B0604030504040204" pitchFamily="2" charset="0"/>
              <a:ea typeface="黑体" panose="02010609060101010101" pitchFamily="2" charset="-122"/>
            </a:endParaRPr>
          </a:p>
          <a:p>
            <a:pPr>
              <a:buClr>
                <a:schemeClr val="hlink"/>
              </a:buClr>
              <a:buSzPct val="120000"/>
              <a:buFont typeface="Wingdings" panose="05000000000000000000" pitchFamily="2" charset="2"/>
              <a:buChar char="n"/>
            </a:pPr>
            <a:endParaRPr lang="zh-CN" altLang="en-US" sz="2800" dirty="0">
              <a:latin typeface="Tahoma" panose="020B0604030504040204" pitchFamily="2" charset="0"/>
              <a:ea typeface="黑体" panose="02010609060101010101" pitchFamily="2" charset="-122"/>
            </a:endParaRPr>
          </a:p>
          <a:p>
            <a:pPr>
              <a:buClr>
                <a:schemeClr val="hlink"/>
              </a:buClr>
              <a:buSzPct val="120000"/>
              <a:buFont typeface="Wingdings" panose="05000000000000000000" pitchFamily="2" charset="2"/>
            </a:pPr>
            <a:endParaRPr lang="zh-CN" altLang="en-US" sz="2800" dirty="0">
              <a:latin typeface="Tahoma" panose="020B0604030504040204" pitchFamily="2" charset="0"/>
              <a:ea typeface="黑体" panose="02010609060101010101" pitchFamily="2" charset="-122"/>
            </a:endParaRPr>
          </a:p>
          <a:p>
            <a:pPr>
              <a:buClr>
                <a:schemeClr val="hlink"/>
              </a:buClr>
              <a:buSzPct val="120000"/>
              <a:buFont typeface="Wingdings" panose="05000000000000000000" pitchFamily="2" charset="2"/>
              <a:buChar char="n"/>
            </a:pPr>
            <a:endParaRPr lang="zh-CN" altLang="en-US" sz="2800" dirty="0">
              <a:latin typeface="Tahoma" panose="020B0604030504040204" pitchFamily="2" charset="0"/>
              <a:ea typeface="黑体" panose="02010609060101010101" pitchFamily="2" charset="-122"/>
            </a:endParaRPr>
          </a:p>
        </p:txBody>
      </p:sp>
      <p:sp>
        <p:nvSpPr>
          <p:cNvPr id="205827" name="Rectangle 4"/>
          <p:cNvSpPr/>
          <p:nvPr/>
        </p:nvSpPr>
        <p:spPr>
          <a:xfrm>
            <a:off x="0" y="3214688"/>
            <a:ext cx="9144000" cy="0"/>
          </a:xfrm>
          <a:prstGeom prst="rect">
            <a:avLst/>
          </a:prstGeom>
          <a:noFill/>
          <a:ln w="9525">
            <a:noFill/>
          </a:ln>
        </p:spPr>
        <p:txBody>
          <a:bodyPr wrap="none" lIns="90000" tIns="46800" rIns="90000" bIns="46800" anchor="ctr" anchorCtr="0">
            <a:spAutoFit/>
          </a:bodyPr>
          <a:lstStyle/>
          <a:p>
            <a:endParaRPr lang="zh-CN" altLang="en-US" dirty="0">
              <a:latin typeface="Times New Roman" panose="02020603050405020304" pitchFamily="2" charset="0"/>
              <a:ea typeface="宋体" panose="02010600030101010101" pitchFamily="2" charset="-122"/>
            </a:endParaRPr>
          </a:p>
        </p:txBody>
      </p:sp>
      <p:grpSp>
        <p:nvGrpSpPr>
          <p:cNvPr id="198662" name="Group 68"/>
          <p:cNvGrpSpPr/>
          <p:nvPr/>
        </p:nvGrpSpPr>
        <p:grpSpPr>
          <a:xfrm>
            <a:off x="1363663" y="1881188"/>
            <a:ext cx="7042150" cy="4932362"/>
            <a:chOff x="0" y="0"/>
            <a:chExt cx="4436" cy="3107"/>
          </a:xfrm>
        </p:grpSpPr>
        <p:sp>
          <p:nvSpPr>
            <p:cNvPr id="205829" name="Line 33"/>
            <p:cNvSpPr/>
            <p:nvPr/>
          </p:nvSpPr>
          <p:spPr>
            <a:xfrm>
              <a:off x="1940" y="35"/>
              <a:ext cx="0" cy="3072"/>
            </a:xfrm>
            <a:prstGeom prst="line">
              <a:avLst/>
            </a:prstGeom>
            <a:ln w="25400" cap="flat" cmpd="sng">
              <a:solidFill>
                <a:schemeClr val="tx1"/>
              </a:solidFill>
              <a:prstDash val="solid"/>
              <a:round/>
              <a:headEnd type="triangle" w="med" len="med"/>
              <a:tailEnd type="none" w="med" len="med"/>
            </a:ln>
          </p:spPr>
          <p:txBody>
            <a:bodyPr anchor="t" anchorCtr="0"/>
            <a:lstStyle/>
            <a:p>
              <a:endParaRPr lang="zh-CN" altLang="en-US">
                <a:latin typeface="Times New Roman" panose="02020603050405020304" pitchFamily="2" charset="0"/>
                <a:ea typeface="宋体" panose="02010600030101010101" pitchFamily="2" charset="-122"/>
              </a:endParaRPr>
            </a:p>
          </p:txBody>
        </p:sp>
        <p:sp>
          <p:nvSpPr>
            <p:cNvPr id="205830" name="Oval 35"/>
            <p:cNvSpPr/>
            <p:nvPr/>
          </p:nvSpPr>
          <p:spPr>
            <a:xfrm>
              <a:off x="692" y="419"/>
              <a:ext cx="2496" cy="2352"/>
            </a:xfrm>
            <a:prstGeom prst="ellipse">
              <a:avLst/>
            </a:prstGeom>
            <a:noFill/>
            <a:ln w="25400" cap="flat" cmpd="sng">
              <a:solidFill>
                <a:schemeClr val="tx1"/>
              </a:solidFill>
              <a:prstDash val="solid"/>
              <a:round/>
              <a:headEnd type="none" w="med" len="med"/>
              <a:tailEnd type="none" w="med" len="med"/>
            </a:ln>
          </p:spPr>
          <p:txBody>
            <a:bodyPr wrap="none" anchor="ctr" anchorCtr="0"/>
            <a:lstStyle/>
            <a:p>
              <a:endParaRPr lang="zh-CN" altLang="en-US" dirty="0">
                <a:latin typeface="Times New Roman" panose="02020603050405020304" pitchFamily="2" charset="0"/>
                <a:ea typeface="宋体" panose="02010600030101010101" pitchFamily="2" charset="-122"/>
              </a:endParaRPr>
            </a:p>
          </p:txBody>
        </p:sp>
        <p:sp>
          <p:nvSpPr>
            <p:cNvPr id="205831" name="Line 36"/>
            <p:cNvSpPr/>
            <p:nvPr/>
          </p:nvSpPr>
          <p:spPr>
            <a:xfrm>
              <a:off x="164" y="1619"/>
              <a:ext cx="3696" cy="0"/>
            </a:xfrm>
            <a:prstGeom prst="line">
              <a:avLst/>
            </a:prstGeom>
            <a:ln w="25400" cap="flat" cmpd="sng">
              <a:solidFill>
                <a:schemeClr val="tx1"/>
              </a:solidFill>
              <a:prstDash val="solid"/>
              <a:round/>
              <a:headEnd type="none" w="med" len="med"/>
              <a:tailEnd type="triangle" w="med" len="med"/>
            </a:ln>
          </p:spPr>
          <p:txBody>
            <a:bodyPr anchor="t" anchorCtr="0"/>
            <a:lstStyle/>
            <a:p>
              <a:endParaRPr lang="zh-CN" altLang="en-US">
                <a:latin typeface="Times New Roman" panose="02020603050405020304" pitchFamily="2" charset="0"/>
                <a:ea typeface="宋体" panose="02010600030101010101" pitchFamily="2" charset="-122"/>
              </a:endParaRPr>
            </a:p>
          </p:txBody>
        </p:sp>
        <p:sp>
          <p:nvSpPr>
            <p:cNvPr id="205832" name="Line 37"/>
            <p:cNvSpPr/>
            <p:nvPr/>
          </p:nvSpPr>
          <p:spPr>
            <a:xfrm flipH="1">
              <a:off x="1940" y="803"/>
              <a:ext cx="480" cy="816"/>
            </a:xfrm>
            <a:prstGeom prst="line">
              <a:avLst/>
            </a:prstGeom>
            <a:ln w="9525" cap="flat" cmpd="sng">
              <a:solidFill>
                <a:schemeClr val="tx1"/>
              </a:solidFill>
              <a:prstDash val="solid"/>
              <a:round/>
              <a:headEnd type="triangle" w="sm" len="lg"/>
              <a:tailEnd type="none" w="med" len="med"/>
            </a:ln>
          </p:spPr>
          <p:txBody>
            <a:bodyPr anchor="t" anchorCtr="0"/>
            <a:lstStyle/>
            <a:p>
              <a:endParaRPr lang="zh-CN" altLang="en-US">
                <a:latin typeface="Times New Roman" panose="02020603050405020304" pitchFamily="2" charset="0"/>
                <a:ea typeface="宋体" panose="02010600030101010101" pitchFamily="2" charset="-122"/>
              </a:endParaRPr>
            </a:p>
          </p:txBody>
        </p:sp>
        <p:sp>
          <p:nvSpPr>
            <p:cNvPr id="205833" name="Line 38"/>
            <p:cNvSpPr/>
            <p:nvPr/>
          </p:nvSpPr>
          <p:spPr>
            <a:xfrm flipH="1" flipV="1">
              <a:off x="1460" y="515"/>
              <a:ext cx="960" cy="288"/>
            </a:xfrm>
            <a:prstGeom prst="line">
              <a:avLst/>
            </a:prstGeom>
            <a:ln w="9525" cap="flat" cmpd="sng">
              <a:solidFill>
                <a:srgbClr val="FF0000"/>
              </a:solidFill>
              <a:prstDash val="solid"/>
              <a:round/>
              <a:headEnd type="none" w="med" len="med"/>
              <a:tailEnd type="triangle" w="sm" len="lg"/>
            </a:ln>
          </p:spPr>
          <p:txBody>
            <a:bodyPr anchor="t" anchorCtr="0"/>
            <a:lstStyle/>
            <a:p>
              <a:endParaRPr lang="zh-CN" altLang="en-US">
                <a:latin typeface="Times New Roman" panose="02020603050405020304" pitchFamily="2" charset="0"/>
                <a:ea typeface="宋体" panose="02010600030101010101" pitchFamily="2" charset="-122"/>
              </a:endParaRPr>
            </a:p>
          </p:txBody>
        </p:sp>
        <p:sp>
          <p:nvSpPr>
            <p:cNvPr id="205834" name="Line 39"/>
            <p:cNvSpPr/>
            <p:nvPr/>
          </p:nvSpPr>
          <p:spPr>
            <a:xfrm>
              <a:off x="1460" y="515"/>
              <a:ext cx="480" cy="1104"/>
            </a:xfrm>
            <a:prstGeom prst="line">
              <a:avLst/>
            </a:prstGeom>
            <a:ln w="9525" cap="flat" cmpd="sng">
              <a:solidFill>
                <a:schemeClr val="tx1"/>
              </a:solidFill>
              <a:prstDash val="solid"/>
              <a:round/>
              <a:headEnd type="triangle" w="med" len="med"/>
              <a:tailEnd type="none" w="med" len="med"/>
            </a:ln>
          </p:spPr>
          <p:txBody>
            <a:bodyPr anchor="t" anchorCtr="0"/>
            <a:lstStyle/>
            <a:p>
              <a:endParaRPr lang="zh-CN" altLang="en-US">
                <a:latin typeface="Times New Roman" panose="02020603050405020304" pitchFamily="2" charset="0"/>
                <a:ea typeface="宋体" panose="02010600030101010101" pitchFamily="2" charset="-122"/>
              </a:endParaRPr>
            </a:p>
          </p:txBody>
        </p:sp>
        <p:sp>
          <p:nvSpPr>
            <p:cNvPr id="205835" name="Oval 40"/>
            <p:cNvSpPr/>
            <p:nvPr/>
          </p:nvSpPr>
          <p:spPr>
            <a:xfrm>
              <a:off x="2420" y="755"/>
              <a:ext cx="48" cy="48"/>
            </a:xfrm>
            <a:prstGeom prst="ellipse">
              <a:avLst/>
            </a:prstGeom>
            <a:solidFill>
              <a:schemeClr val="tx1"/>
            </a:solidFill>
            <a:ln w="9525" cap="flat" cmpd="sng">
              <a:solidFill>
                <a:schemeClr val="tx1"/>
              </a:solidFill>
              <a:prstDash val="solid"/>
              <a:round/>
              <a:headEnd type="none" w="med" len="med"/>
              <a:tailEnd type="none" w="med" len="med"/>
            </a:ln>
          </p:spPr>
          <p:txBody>
            <a:bodyPr wrap="none" anchor="ctr" anchorCtr="0"/>
            <a:lstStyle/>
            <a:p>
              <a:endParaRPr lang="zh-CN" altLang="en-US" dirty="0">
                <a:latin typeface="Times New Roman" panose="02020603050405020304" pitchFamily="2" charset="0"/>
                <a:ea typeface="宋体" panose="02010600030101010101" pitchFamily="2" charset="-122"/>
              </a:endParaRPr>
            </a:p>
          </p:txBody>
        </p:sp>
        <p:graphicFrame>
          <p:nvGraphicFramePr>
            <p:cNvPr id="205836" name="对象 198669"/>
            <p:cNvGraphicFramePr>
              <a:graphicFrameLocks noChangeAspect="1"/>
            </p:cNvGraphicFramePr>
            <p:nvPr/>
          </p:nvGraphicFramePr>
          <p:xfrm>
            <a:off x="2410" y="851"/>
            <a:ext cx="278" cy="360"/>
          </p:xfrm>
          <a:graphic>
            <a:graphicData uri="http://schemas.openxmlformats.org/presentationml/2006/ole">
              <mc:AlternateContent xmlns:mc="http://schemas.openxmlformats.org/markup-compatibility/2006">
                <mc:Choice xmlns:v="urn:schemas-microsoft-com:vml" Requires="v">
                  <p:oleObj r:id="rId4" imgW="185420" imgH="238760" progId="Equation.3">
                    <p:embed/>
                  </p:oleObj>
                </mc:Choice>
                <mc:Fallback>
                  <p:oleObj r:id="rId4" imgW="185420" imgH="238760" progId="Equation.3">
                    <p:embed/>
                    <p:pic>
                      <p:nvPicPr>
                        <p:cNvPr id="0" name="图片 3869"/>
                        <p:cNvPicPr/>
                        <p:nvPr/>
                      </p:nvPicPr>
                      <p:blipFill>
                        <a:blip r:embed="rId5"/>
                        <a:stretch>
                          <a:fillRect/>
                        </a:stretch>
                      </p:blipFill>
                      <p:spPr>
                        <a:xfrm>
                          <a:off x="2410" y="851"/>
                          <a:ext cx="278" cy="360"/>
                        </a:xfrm>
                        <a:prstGeom prst="rect">
                          <a:avLst/>
                        </a:prstGeom>
                        <a:noFill/>
                        <a:ln w="38100">
                          <a:noFill/>
                          <a:miter/>
                        </a:ln>
                      </p:spPr>
                    </p:pic>
                  </p:oleObj>
                </mc:Fallback>
              </mc:AlternateContent>
            </a:graphicData>
          </a:graphic>
        </p:graphicFrame>
        <p:graphicFrame>
          <p:nvGraphicFramePr>
            <p:cNvPr id="205837" name="对象 198670"/>
            <p:cNvGraphicFramePr>
              <a:graphicFrameLocks noChangeAspect="1"/>
            </p:cNvGraphicFramePr>
            <p:nvPr/>
          </p:nvGraphicFramePr>
          <p:xfrm>
            <a:off x="2104" y="0"/>
            <a:ext cx="605" cy="367"/>
          </p:xfrm>
          <a:graphic>
            <a:graphicData uri="http://schemas.openxmlformats.org/presentationml/2006/ole">
              <mc:AlternateContent xmlns:mc="http://schemas.openxmlformats.org/markup-compatibility/2006">
                <mc:Choice xmlns:v="urn:schemas-microsoft-com:vml" Requires="v">
                  <p:oleObj r:id="rId6" imgW="490855" imgH="297180" progId="Equation.3">
                    <p:embed/>
                  </p:oleObj>
                </mc:Choice>
                <mc:Fallback>
                  <p:oleObj r:id="rId6" imgW="490855" imgH="297180" progId="Equation.3">
                    <p:embed/>
                    <p:pic>
                      <p:nvPicPr>
                        <p:cNvPr id="0" name="图片 3870"/>
                        <p:cNvPicPr/>
                        <p:nvPr/>
                      </p:nvPicPr>
                      <p:blipFill>
                        <a:blip r:embed="rId7"/>
                        <a:stretch>
                          <a:fillRect/>
                        </a:stretch>
                      </p:blipFill>
                      <p:spPr>
                        <a:xfrm>
                          <a:off x="2104" y="0"/>
                          <a:ext cx="605" cy="367"/>
                        </a:xfrm>
                        <a:prstGeom prst="rect">
                          <a:avLst/>
                        </a:prstGeom>
                        <a:noFill/>
                        <a:ln w="38100">
                          <a:noFill/>
                          <a:miter/>
                        </a:ln>
                      </p:spPr>
                    </p:pic>
                  </p:oleObj>
                </mc:Fallback>
              </mc:AlternateContent>
            </a:graphicData>
          </a:graphic>
        </p:graphicFrame>
        <p:sp>
          <p:nvSpPr>
            <p:cNvPr id="205838" name="Text Box 43"/>
            <p:cNvSpPr txBox="1"/>
            <p:nvPr/>
          </p:nvSpPr>
          <p:spPr>
            <a:xfrm>
              <a:off x="0" y="1666"/>
              <a:ext cx="692" cy="288"/>
            </a:xfrm>
            <a:prstGeom prst="rect">
              <a:avLst/>
            </a:prstGeom>
            <a:noFill/>
            <a:ln w="9525">
              <a:noFill/>
            </a:ln>
          </p:spPr>
          <p:txBody>
            <a:bodyPr wrap="none" anchor="t" anchorCtr="0">
              <a:spAutoFit/>
            </a:bodyPr>
            <a:lstStyle/>
            <a:p>
              <a:r>
                <a:rPr lang="zh-CN" altLang="en-US" sz="2400" dirty="0">
                  <a:latin typeface="Times New Roman" panose="02020603050405020304" pitchFamily="2" charset="0"/>
                  <a:ea typeface="黑体" panose="02010609060101010101" pitchFamily="2" charset="-122"/>
                </a:rPr>
                <a:t>单位圆</a:t>
              </a:r>
            </a:p>
          </p:txBody>
        </p:sp>
        <p:graphicFrame>
          <p:nvGraphicFramePr>
            <p:cNvPr id="205839" name="对象 198672"/>
            <p:cNvGraphicFramePr>
              <a:graphicFrameLocks noChangeAspect="1"/>
            </p:cNvGraphicFramePr>
            <p:nvPr/>
          </p:nvGraphicFramePr>
          <p:xfrm>
            <a:off x="1028" y="99"/>
            <a:ext cx="725" cy="320"/>
          </p:xfrm>
          <a:graphic>
            <a:graphicData uri="http://schemas.openxmlformats.org/presentationml/2006/ole">
              <mc:AlternateContent xmlns:mc="http://schemas.openxmlformats.org/markup-compatibility/2006">
                <mc:Choice xmlns:v="urn:schemas-microsoft-com:vml" Requires="v">
                  <p:oleObj r:id="rId8" imgW="470535" imgH="208915" progId="Equation.3">
                    <p:embed/>
                  </p:oleObj>
                </mc:Choice>
                <mc:Fallback>
                  <p:oleObj r:id="rId8" imgW="470535" imgH="208915" progId="Equation.3">
                    <p:embed/>
                    <p:pic>
                      <p:nvPicPr>
                        <p:cNvPr id="0" name="图片 3864"/>
                        <p:cNvPicPr/>
                        <p:nvPr/>
                      </p:nvPicPr>
                      <p:blipFill>
                        <a:blip r:embed="rId9"/>
                        <a:stretch>
                          <a:fillRect/>
                        </a:stretch>
                      </p:blipFill>
                      <p:spPr>
                        <a:xfrm>
                          <a:off x="1028" y="99"/>
                          <a:ext cx="725" cy="320"/>
                        </a:xfrm>
                        <a:prstGeom prst="rect">
                          <a:avLst/>
                        </a:prstGeom>
                        <a:noFill/>
                        <a:ln w="38100">
                          <a:noFill/>
                          <a:miter/>
                        </a:ln>
                      </p:spPr>
                    </p:pic>
                  </p:oleObj>
                </mc:Fallback>
              </mc:AlternateContent>
            </a:graphicData>
          </a:graphic>
        </p:graphicFrame>
        <p:sp>
          <p:nvSpPr>
            <p:cNvPr id="205840" name="Line 45"/>
            <p:cNvSpPr/>
            <p:nvPr/>
          </p:nvSpPr>
          <p:spPr>
            <a:xfrm>
              <a:off x="2420" y="803"/>
              <a:ext cx="960" cy="0"/>
            </a:xfrm>
            <a:prstGeom prst="line">
              <a:avLst/>
            </a:prstGeom>
            <a:ln w="9525" cap="flat" cmpd="sng">
              <a:solidFill>
                <a:schemeClr val="tx1"/>
              </a:solidFill>
              <a:prstDash val="solid"/>
              <a:round/>
              <a:headEnd type="none" w="med" len="med"/>
              <a:tailEnd type="none" w="med" len="med"/>
            </a:ln>
          </p:spPr>
          <p:txBody>
            <a:bodyPr anchor="t" anchorCtr="0"/>
            <a:lstStyle/>
            <a:p>
              <a:endParaRPr lang="zh-CN" altLang="en-US">
                <a:latin typeface="Times New Roman" panose="02020603050405020304" pitchFamily="2" charset="0"/>
                <a:ea typeface="宋体" panose="02010600030101010101" pitchFamily="2" charset="-122"/>
              </a:endParaRPr>
            </a:p>
          </p:txBody>
        </p:sp>
        <p:sp>
          <p:nvSpPr>
            <p:cNvPr id="205841" name="Arc 46"/>
            <p:cNvSpPr/>
            <p:nvPr/>
          </p:nvSpPr>
          <p:spPr>
            <a:xfrm flipH="1">
              <a:off x="2132" y="515"/>
              <a:ext cx="496" cy="288"/>
            </a:xfrm>
            <a:custGeom>
              <a:avLst/>
              <a:gdLst/>
              <a:ahLst/>
              <a:cxnLst>
                <a:cxn ang="0">
                  <a:pos x="0" y="4"/>
                </a:cxn>
                <a:cxn ang="0">
                  <a:pos x="6" y="3"/>
                </a:cxn>
                <a:cxn ang="0">
                  <a:pos x="3" y="4"/>
                </a:cxn>
              </a:cxnLst>
              <a:rect l="0" t="0" r="0" b="0"/>
              <a:pathLst>
                <a:path w="41864" h="21600" fill="none">
                  <a:moveTo>
                    <a:pt x="0" y="21597"/>
                  </a:moveTo>
                  <a:cubicBezTo>
                    <a:pt x="1" y="9668"/>
                    <a:pt x="9671" y="-1"/>
                    <a:pt x="21600" y="0"/>
                  </a:cubicBezTo>
                  <a:cubicBezTo>
                    <a:pt x="30645" y="0"/>
                    <a:pt x="38732" y="5635"/>
                    <a:pt x="41864" y="14121"/>
                  </a:cubicBezTo>
                </a:path>
                <a:path w="41864" h="21600" stroke="0">
                  <a:moveTo>
                    <a:pt x="0" y="21597"/>
                  </a:moveTo>
                  <a:cubicBezTo>
                    <a:pt x="1" y="9668"/>
                    <a:pt x="9671" y="-1"/>
                    <a:pt x="21600" y="0"/>
                  </a:cubicBezTo>
                  <a:cubicBezTo>
                    <a:pt x="30645" y="0"/>
                    <a:pt x="38732" y="5635"/>
                    <a:pt x="41864" y="14121"/>
                  </a:cubicBezTo>
                  <a:lnTo>
                    <a:pt x="21600" y="21600"/>
                  </a:lnTo>
                  <a:close/>
                </a:path>
              </a:pathLst>
            </a:custGeom>
            <a:noFill/>
            <a:ln w="9525" cap="flat" cmpd="sng">
              <a:solidFill>
                <a:schemeClr val="tx1"/>
              </a:solidFill>
              <a:prstDash val="solid"/>
              <a:miter/>
              <a:headEnd type="triangle" w="med" len="med"/>
              <a:tailEnd type="triangle" w="med" len="med"/>
            </a:ln>
          </p:spPr>
          <p:txBody>
            <a:bodyPr/>
            <a:lstStyle/>
            <a:p>
              <a:endParaRPr lang="zh-CN" altLang="en-US"/>
            </a:p>
          </p:txBody>
        </p:sp>
        <p:graphicFrame>
          <p:nvGraphicFramePr>
            <p:cNvPr id="205842" name="对象 198675"/>
            <p:cNvGraphicFramePr>
              <a:graphicFrameLocks noChangeAspect="1"/>
            </p:cNvGraphicFramePr>
            <p:nvPr/>
          </p:nvGraphicFramePr>
          <p:xfrm>
            <a:off x="2628" y="423"/>
            <a:ext cx="482" cy="280"/>
          </p:xfrm>
          <a:graphic>
            <a:graphicData uri="http://schemas.openxmlformats.org/presentationml/2006/ole">
              <mc:AlternateContent xmlns:mc="http://schemas.openxmlformats.org/markup-compatibility/2006">
                <mc:Choice xmlns:v="urn:schemas-microsoft-com:vml" Requires="v">
                  <p:oleObj r:id="rId10" imgW="393700" imgH="228600" progId="Equation.3">
                    <p:embed/>
                  </p:oleObj>
                </mc:Choice>
                <mc:Fallback>
                  <p:oleObj r:id="rId10" imgW="393700" imgH="228600" progId="Equation.3">
                    <p:embed/>
                    <p:pic>
                      <p:nvPicPr>
                        <p:cNvPr id="0" name="图片 3865"/>
                        <p:cNvPicPr/>
                        <p:nvPr/>
                      </p:nvPicPr>
                      <p:blipFill>
                        <a:blip r:embed="rId11"/>
                        <a:stretch>
                          <a:fillRect/>
                        </a:stretch>
                      </p:blipFill>
                      <p:spPr>
                        <a:xfrm>
                          <a:off x="2628" y="423"/>
                          <a:ext cx="482" cy="280"/>
                        </a:xfrm>
                        <a:prstGeom prst="rect">
                          <a:avLst/>
                        </a:prstGeom>
                        <a:noFill/>
                        <a:ln w="38100">
                          <a:noFill/>
                          <a:miter/>
                        </a:ln>
                      </p:spPr>
                    </p:pic>
                  </p:oleObj>
                </mc:Fallback>
              </mc:AlternateContent>
            </a:graphicData>
          </a:graphic>
        </p:graphicFrame>
        <p:sp>
          <p:nvSpPr>
            <p:cNvPr id="205843" name="Oval 48"/>
            <p:cNvSpPr/>
            <p:nvPr/>
          </p:nvSpPr>
          <p:spPr>
            <a:xfrm>
              <a:off x="3524" y="2483"/>
              <a:ext cx="48" cy="48"/>
            </a:xfrm>
            <a:prstGeom prst="ellipse">
              <a:avLst/>
            </a:prstGeom>
            <a:solidFill>
              <a:schemeClr val="tx2"/>
            </a:solidFill>
            <a:ln w="9525" cap="flat" cmpd="sng">
              <a:solidFill>
                <a:srgbClr val="000000"/>
              </a:solidFill>
              <a:prstDash val="solid"/>
              <a:round/>
              <a:headEnd type="none" w="med" len="med"/>
              <a:tailEnd type="none" w="med" len="med"/>
            </a:ln>
          </p:spPr>
          <p:txBody>
            <a:bodyPr wrap="none" anchor="ctr" anchorCtr="0"/>
            <a:lstStyle/>
            <a:p>
              <a:endParaRPr lang="zh-CN" altLang="en-US" dirty="0">
                <a:latin typeface="Times New Roman" panose="02020603050405020304" pitchFamily="2" charset="0"/>
                <a:ea typeface="宋体" panose="02010600030101010101" pitchFamily="2" charset="-122"/>
              </a:endParaRPr>
            </a:p>
          </p:txBody>
        </p:sp>
        <p:sp>
          <p:nvSpPr>
            <p:cNvPr id="205844" name="Line 49"/>
            <p:cNvSpPr/>
            <p:nvPr/>
          </p:nvSpPr>
          <p:spPr>
            <a:xfrm>
              <a:off x="3524" y="2483"/>
              <a:ext cx="912" cy="0"/>
            </a:xfrm>
            <a:prstGeom prst="line">
              <a:avLst/>
            </a:prstGeom>
            <a:ln w="9525" cap="flat" cmpd="sng">
              <a:solidFill>
                <a:srgbClr val="000000"/>
              </a:solidFill>
              <a:prstDash val="solid"/>
              <a:round/>
              <a:headEnd type="none" w="med" len="med"/>
              <a:tailEnd type="none" w="med" len="med"/>
            </a:ln>
          </p:spPr>
          <p:txBody>
            <a:bodyPr anchor="t" anchorCtr="0"/>
            <a:lstStyle/>
            <a:p>
              <a:endParaRPr lang="zh-CN" altLang="en-US">
                <a:latin typeface="Times New Roman" panose="02020603050405020304" pitchFamily="2" charset="0"/>
                <a:ea typeface="宋体" panose="02010600030101010101" pitchFamily="2" charset="-122"/>
              </a:endParaRPr>
            </a:p>
          </p:txBody>
        </p:sp>
        <p:sp>
          <p:nvSpPr>
            <p:cNvPr id="205845" name="Line 50"/>
            <p:cNvSpPr/>
            <p:nvPr/>
          </p:nvSpPr>
          <p:spPr>
            <a:xfrm flipH="1" flipV="1">
              <a:off x="1492" y="536"/>
              <a:ext cx="2017" cy="1942"/>
            </a:xfrm>
            <a:prstGeom prst="line">
              <a:avLst/>
            </a:prstGeom>
            <a:ln w="9525" cap="flat" cmpd="sng">
              <a:solidFill>
                <a:srgbClr val="FF0000"/>
              </a:solidFill>
              <a:prstDash val="solid"/>
              <a:round/>
              <a:headEnd type="none" w="med" len="med"/>
              <a:tailEnd type="triangle" w="med" len="med"/>
            </a:ln>
          </p:spPr>
          <p:txBody>
            <a:bodyPr anchor="t" anchorCtr="0"/>
            <a:lstStyle/>
            <a:p>
              <a:endParaRPr lang="zh-CN" altLang="en-US">
                <a:latin typeface="Times New Roman" panose="02020603050405020304" pitchFamily="2" charset="0"/>
                <a:ea typeface="宋体" panose="02010600030101010101" pitchFamily="2" charset="-122"/>
              </a:endParaRPr>
            </a:p>
          </p:txBody>
        </p:sp>
        <p:graphicFrame>
          <p:nvGraphicFramePr>
            <p:cNvPr id="205846" name="对象 198679"/>
            <p:cNvGraphicFramePr>
              <a:graphicFrameLocks noChangeAspect="1"/>
            </p:cNvGraphicFramePr>
            <p:nvPr/>
          </p:nvGraphicFramePr>
          <p:xfrm>
            <a:off x="3521" y="2587"/>
            <a:ext cx="265" cy="344"/>
          </p:xfrm>
          <a:graphic>
            <a:graphicData uri="http://schemas.openxmlformats.org/presentationml/2006/ole">
              <mc:AlternateContent xmlns:mc="http://schemas.openxmlformats.org/markup-compatibility/2006">
                <mc:Choice xmlns:v="urn:schemas-microsoft-com:vml" Requires="v">
                  <p:oleObj r:id="rId12" imgW="177165" imgH="228600" progId="Equation.3">
                    <p:embed/>
                  </p:oleObj>
                </mc:Choice>
                <mc:Fallback>
                  <p:oleObj r:id="rId12" imgW="177165" imgH="228600" progId="Equation.3">
                    <p:embed/>
                    <p:pic>
                      <p:nvPicPr>
                        <p:cNvPr id="0" name="图片 3875"/>
                        <p:cNvPicPr/>
                        <p:nvPr/>
                      </p:nvPicPr>
                      <p:blipFill>
                        <a:blip r:embed="rId13"/>
                        <a:stretch>
                          <a:fillRect/>
                        </a:stretch>
                      </p:blipFill>
                      <p:spPr>
                        <a:xfrm>
                          <a:off x="3521" y="2587"/>
                          <a:ext cx="265" cy="344"/>
                        </a:xfrm>
                        <a:prstGeom prst="rect">
                          <a:avLst/>
                        </a:prstGeom>
                        <a:noFill/>
                        <a:ln w="38100">
                          <a:noFill/>
                          <a:miter/>
                        </a:ln>
                      </p:spPr>
                    </p:pic>
                  </p:oleObj>
                </mc:Fallback>
              </mc:AlternateContent>
            </a:graphicData>
          </a:graphic>
        </p:graphicFrame>
        <p:sp>
          <p:nvSpPr>
            <p:cNvPr id="205847" name="Arc 52"/>
            <p:cNvSpPr/>
            <p:nvPr/>
          </p:nvSpPr>
          <p:spPr>
            <a:xfrm flipH="1">
              <a:off x="3376" y="2147"/>
              <a:ext cx="500" cy="324"/>
            </a:xfrm>
            <a:custGeom>
              <a:avLst/>
              <a:gdLst/>
              <a:ahLst/>
              <a:cxnLst>
                <a:cxn ang="0">
                  <a:pos x="0" y="4"/>
                </a:cxn>
                <a:cxn ang="0">
                  <a:pos x="6" y="3"/>
                </a:cxn>
                <a:cxn ang="0">
                  <a:pos x="3" y="4"/>
                </a:cxn>
              </a:cxnLst>
              <a:rect l="0" t="0" r="0" b="0"/>
              <a:pathLst>
                <a:path w="42217" h="24331" fill="none">
                  <a:moveTo>
                    <a:pt x="173" y="24330"/>
                  </a:moveTo>
                  <a:cubicBezTo>
                    <a:pt x="57" y="23425"/>
                    <a:pt x="0" y="22513"/>
                    <a:pt x="0" y="21600"/>
                  </a:cubicBezTo>
                  <a:cubicBezTo>
                    <a:pt x="0" y="9670"/>
                    <a:pt x="9670" y="0"/>
                    <a:pt x="21600" y="0"/>
                  </a:cubicBezTo>
                  <a:cubicBezTo>
                    <a:pt x="31047" y="-1"/>
                    <a:pt x="39399" y="6140"/>
                    <a:pt x="42216" y="15158"/>
                  </a:cubicBezTo>
                </a:path>
                <a:path w="42217" h="24331" stroke="0">
                  <a:moveTo>
                    <a:pt x="173" y="24330"/>
                  </a:moveTo>
                  <a:cubicBezTo>
                    <a:pt x="57" y="23425"/>
                    <a:pt x="0" y="22513"/>
                    <a:pt x="0" y="21600"/>
                  </a:cubicBezTo>
                  <a:cubicBezTo>
                    <a:pt x="0" y="9670"/>
                    <a:pt x="9670" y="0"/>
                    <a:pt x="21600" y="0"/>
                  </a:cubicBezTo>
                  <a:cubicBezTo>
                    <a:pt x="31047" y="-1"/>
                    <a:pt x="39399" y="6140"/>
                    <a:pt x="42216" y="15158"/>
                  </a:cubicBezTo>
                  <a:lnTo>
                    <a:pt x="21600" y="21600"/>
                  </a:lnTo>
                  <a:close/>
                </a:path>
              </a:pathLst>
            </a:custGeom>
            <a:noFill/>
            <a:ln w="9525" cap="flat" cmpd="sng">
              <a:solidFill>
                <a:schemeClr val="tx1"/>
              </a:solidFill>
              <a:prstDash val="solid"/>
              <a:miter/>
              <a:headEnd type="triangle" w="med" len="med"/>
              <a:tailEnd type="triangle" w="med" len="med"/>
            </a:ln>
          </p:spPr>
          <p:txBody>
            <a:bodyPr/>
            <a:lstStyle/>
            <a:p>
              <a:endParaRPr lang="zh-CN" altLang="en-US"/>
            </a:p>
          </p:txBody>
        </p:sp>
        <p:graphicFrame>
          <p:nvGraphicFramePr>
            <p:cNvPr id="205848" name="对象 198681"/>
            <p:cNvGraphicFramePr>
              <a:graphicFrameLocks noChangeAspect="1"/>
            </p:cNvGraphicFramePr>
            <p:nvPr/>
          </p:nvGraphicFramePr>
          <p:xfrm>
            <a:off x="3763" y="1863"/>
            <a:ext cx="514" cy="280"/>
          </p:xfrm>
          <a:graphic>
            <a:graphicData uri="http://schemas.openxmlformats.org/presentationml/2006/ole">
              <mc:AlternateContent xmlns:mc="http://schemas.openxmlformats.org/markup-compatibility/2006">
                <mc:Choice xmlns:v="urn:schemas-microsoft-com:vml" Requires="v">
                  <p:oleObj r:id="rId14" imgW="419100" imgH="228600" progId="Equation.3">
                    <p:embed/>
                  </p:oleObj>
                </mc:Choice>
                <mc:Fallback>
                  <p:oleObj r:id="rId14" imgW="419100" imgH="228600" progId="Equation.3">
                    <p:embed/>
                    <p:pic>
                      <p:nvPicPr>
                        <p:cNvPr id="0" name="图片 3876"/>
                        <p:cNvPicPr/>
                        <p:nvPr/>
                      </p:nvPicPr>
                      <p:blipFill>
                        <a:blip r:embed="rId15"/>
                        <a:stretch>
                          <a:fillRect/>
                        </a:stretch>
                      </p:blipFill>
                      <p:spPr>
                        <a:xfrm>
                          <a:off x="3763" y="1863"/>
                          <a:ext cx="514" cy="280"/>
                        </a:xfrm>
                        <a:prstGeom prst="rect">
                          <a:avLst/>
                        </a:prstGeom>
                        <a:noFill/>
                        <a:ln w="38100">
                          <a:noFill/>
                          <a:miter/>
                        </a:ln>
                      </p:spPr>
                    </p:pic>
                  </p:oleObj>
                </mc:Fallback>
              </mc:AlternateContent>
            </a:graphicData>
          </a:graphic>
        </p:graphicFrame>
        <p:graphicFrame>
          <p:nvGraphicFramePr>
            <p:cNvPr id="205849" name="对象 198682"/>
            <p:cNvGraphicFramePr>
              <a:graphicFrameLocks noChangeAspect="1"/>
            </p:cNvGraphicFramePr>
            <p:nvPr/>
          </p:nvGraphicFramePr>
          <p:xfrm>
            <a:off x="2309" y="1856"/>
            <a:ext cx="587" cy="356"/>
          </p:xfrm>
          <a:graphic>
            <a:graphicData uri="http://schemas.openxmlformats.org/presentationml/2006/ole">
              <mc:AlternateContent xmlns:mc="http://schemas.openxmlformats.org/markup-compatibility/2006">
                <mc:Choice xmlns:v="urn:schemas-microsoft-com:vml" Requires="v">
                  <p:oleObj r:id="rId16" imgW="482600" imgH="292100" progId="Equation.3">
                    <p:embed/>
                  </p:oleObj>
                </mc:Choice>
                <mc:Fallback>
                  <p:oleObj r:id="rId16" imgW="482600" imgH="292100" progId="Equation.3">
                    <p:embed/>
                    <p:pic>
                      <p:nvPicPr>
                        <p:cNvPr id="0" name="图片 3712"/>
                        <p:cNvPicPr/>
                        <p:nvPr/>
                      </p:nvPicPr>
                      <p:blipFill>
                        <a:blip r:embed="rId17"/>
                        <a:stretch>
                          <a:fillRect/>
                        </a:stretch>
                      </p:blipFill>
                      <p:spPr>
                        <a:xfrm>
                          <a:off x="2309" y="1856"/>
                          <a:ext cx="587" cy="356"/>
                        </a:xfrm>
                        <a:prstGeom prst="rect">
                          <a:avLst/>
                        </a:prstGeom>
                        <a:noFill/>
                        <a:ln w="38100">
                          <a:noFill/>
                          <a:miter/>
                        </a:ln>
                      </p:spPr>
                    </p:pic>
                  </p:oleObj>
                </mc:Fallback>
              </mc:AlternateContent>
            </a:graphicData>
          </a:graphic>
        </p:graphicFrame>
      </p:grpSp>
      <p:grpSp>
        <p:nvGrpSpPr>
          <p:cNvPr id="198684" name="Group 55"/>
          <p:cNvGrpSpPr/>
          <p:nvPr/>
        </p:nvGrpSpPr>
        <p:grpSpPr>
          <a:xfrm>
            <a:off x="1363663" y="3629025"/>
            <a:ext cx="6705600" cy="1944688"/>
            <a:chOff x="0" y="0"/>
            <a:chExt cx="3265" cy="1225"/>
          </a:xfrm>
        </p:grpSpPr>
        <p:sp>
          <p:nvSpPr>
            <p:cNvPr id="205851" name="Rectangle 56"/>
            <p:cNvSpPr/>
            <p:nvPr/>
          </p:nvSpPr>
          <p:spPr>
            <a:xfrm>
              <a:off x="0" y="0"/>
              <a:ext cx="3265" cy="1225"/>
            </a:xfrm>
            <a:prstGeom prst="rect">
              <a:avLst/>
            </a:prstGeom>
            <a:solidFill>
              <a:schemeClr val="accent1"/>
            </a:solidFill>
            <a:ln w="9525" cap="flat" cmpd="sng">
              <a:solidFill>
                <a:srgbClr val="FF9900"/>
              </a:solidFill>
              <a:prstDash val="solid"/>
              <a:miter/>
              <a:headEnd type="none" w="med" len="med"/>
              <a:tailEnd type="none" w="med" len="med"/>
            </a:ln>
          </p:spPr>
          <p:txBody>
            <a:bodyPr wrap="none" anchor="ctr" anchorCtr="0"/>
            <a:lstStyle/>
            <a:p>
              <a:endParaRPr lang="zh-CN" altLang="en-US" dirty="0">
                <a:latin typeface="Times New Roman" panose="02020603050405020304" pitchFamily="2" charset="0"/>
                <a:ea typeface="宋体" panose="02010600030101010101" pitchFamily="2" charset="-122"/>
              </a:endParaRPr>
            </a:p>
          </p:txBody>
        </p:sp>
        <p:grpSp>
          <p:nvGrpSpPr>
            <p:cNvPr id="205852" name="Group 57"/>
            <p:cNvGrpSpPr/>
            <p:nvPr/>
          </p:nvGrpSpPr>
          <p:grpSpPr>
            <a:xfrm>
              <a:off x="90" y="46"/>
              <a:ext cx="3084" cy="1089"/>
              <a:chOff x="0" y="0"/>
              <a:chExt cx="3084" cy="1089"/>
            </a:xfrm>
          </p:grpSpPr>
          <p:sp>
            <p:nvSpPr>
              <p:cNvPr id="205853" name="Line 58"/>
              <p:cNvSpPr/>
              <p:nvPr/>
            </p:nvSpPr>
            <p:spPr>
              <a:xfrm flipV="1">
                <a:off x="453" y="0"/>
                <a:ext cx="0" cy="1089"/>
              </a:xfrm>
              <a:prstGeom prst="line">
                <a:avLst/>
              </a:prstGeom>
              <a:ln w="9525" cap="flat" cmpd="sng">
                <a:solidFill>
                  <a:schemeClr val="tx1"/>
                </a:solidFill>
                <a:prstDash val="solid"/>
                <a:round/>
                <a:headEnd type="none" w="med" len="med"/>
                <a:tailEnd type="triangle" w="med" len="med"/>
              </a:ln>
            </p:spPr>
            <p:txBody>
              <a:bodyPr anchor="t" anchorCtr="0"/>
              <a:lstStyle/>
              <a:p>
                <a:endParaRPr lang="zh-CN" altLang="en-US">
                  <a:latin typeface="Times New Roman" panose="02020603050405020304" pitchFamily="2" charset="0"/>
                  <a:ea typeface="宋体" panose="02010600030101010101" pitchFamily="2" charset="-122"/>
                </a:endParaRPr>
              </a:p>
            </p:txBody>
          </p:sp>
          <p:sp>
            <p:nvSpPr>
              <p:cNvPr id="205854" name="Line 59"/>
              <p:cNvSpPr/>
              <p:nvPr/>
            </p:nvSpPr>
            <p:spPr>
              <a:xfrm>
                <a:off x="90" y="952"/>
                <a:ext cx="2994" cy="0"/>
              </a:xfrm>
              <a:prstGeom prst="line">
                <a:avLst/>
              </a:prstGeom>
              <a:ln w="9525" cap="flat" cmpd="sng">
                <a:solidFill>
                  <a:schemeClr val="tx1"/>
                </a:solidFill>
                <a:prstDash val="solid"/>
                <a:round/>
                <a:headEnd type="none" w="med" len="med"/>
                <a:tailEnd type="triangle" w="med" len="med"/>
              </a:ln>
            </p:spPr>
            <p:txBody>
              <a:bodyPr anchor="t" anchorCtr="0"/>
              <a:lstStyle/>
              <a:p>
                <a:endParaRPr lang="zh-CN" altLang="en-US">
                  <a:latin typeface="Times New Roman" panose="02020603050405020304" pitchFamily="2" charset="0"/>
                  <a:ea typeface="宋体" panose="02010600030101010101" pitchFamily="2" charset="-122"/>
                </a:endParaRPr>
              </a:p>
            </p:txBody>
          </p:sp>
          <p:sp>
            <p:nvSpPr>
              <p:cNvPr id="205855" name="Freeform 60"/>
              <p:cNvSpPr/>
              <p:nvPr/>
            </p:nvSpPr>
            <p:spPr>
              <a:xfrm>
                <a:off x="453" y="0"/>
                <a:ext cx="2314" cy="1012"/>
              </a:xfrm>
              <a:custGeom>
                <a:avLst/>
                <a:gdLst/>
                <a:ahLst/>
                <a:cxnLst>
                  <a:cxn ang="0">
                    <a:pos x="0" y="310"/>
                  </a:cxn>
                  <a:cxn ang="0">
                    <a:pos x="243" y="401"/>
                  </a:cxn>
                  <a:cxn ang="0">
                    <a:pos x="488" y="83"/>
                  </a:cxn>
                  <a:cxn ang="0">
                    <a:pos x="771" y="899"/>
                  </a:cxn>
                  <a:cxn ang="0">
                    <a:pos x="1461" y="763"/>
                  </a:cxn>
                  <a:cxn ang="0">
                    <a:pos x="1949" y="899"/>
                  </a:cxn>
                  <a:cxn ang="0">
                    <a:pos x="2111" y="945"/>
                  </a:cxn>
                  <a:cxn ang="0">
                    <a:pos x="2314" y="854"/>
                  </a:cxn>
                </a:cxnLst>
                <a:rect l="0" t="0" r="0" b="0"/>
                <a:pathLst>
                  <a:path w="2586" h="1012">
                    <a:moveTo>
                      <a:pt x="0" y="310"/>
                    </a:moveTo>
                    <a:cubicBezTo>
                      <a:pt x="90" y="374"/>
                      <a:pt x="181" y="439"/>
                      <a:pt x="272" y="401"/>
                    </a:cubicBezTo>
                    <a:cubicBezTo>
                      <a:pt x="363" y="363"/>
                      <a:pt x="447" y="0"/>
                      <a:pt x="545" y="83"/>
                    </a:cubicBezTo>
                    <a:cubicBezTo>
                      <a:pt x="643" y="166"/>
                      <a:pt x="681" y="786"/>
                      <a:pt x="862" y="899"/>
                    </a:cubicBezTo>
                    <a:cubicBezTo>
                      <a:pt x="1043" y="1012"/>
                      <a:pt x="1414" y="763"/>
                      <a:pt x="1633" y="763"/>
                    </a:cubicBezTo>
                    <a:cubicBezTo>
                      <a:pt x="1852" y="763"/>
                      <a:pt x="2057" y="869"/>
                      <a:pt x="2178" y="899"/>
                    </a:cubicBezTo>
                    <a:cubicBezTo>
                      <a:pt x="2299" y="929"/>
                      <a:pt x="2291" y="953"/>
                      <a:pt x="2359" y="945"/>
                    </a:cubicBezTo>
                    <a:cubicBezTo>
                      <a:pt x="2427" y="937"/>
                      <a:pt x="2506" y="895"/>
                      <a:pt x="2586" y="854"/>
                    </a:cubicBezTo>
                  </a:path>
                </a:pathLst>
              </a:custGeom>
              <a:noFill/>
              <a:ln w="9525" cap="flat" cmpd="sng">
                <a:solidFill>
                  <a:schemeClr val="tx1"/>
                </a:solidFill>
                <a:prstDash val="solid"/>
                <a:miter/>
                <a:headEnd type="none" w="med" len="med"/>
                <a:tailEnd type="none" w="med" len="med"/>
              </a:ln>
            </p:spPr>
            <p:txBody>
              <a:bodyPr/>
              <a:lstStyle/>
              <a:p>
                <a:endParaRPr lang="zh-CN" altLang="en-US"/>
              </a:p>
            </p:txBody>
          </p:sp>
          <p:graphicFrame>
            <p:nvGraphicFramePr>
              <p:cNvPr id="205856" name="对象 198689"/>
              <p:cNvGraphicFramePr>
                <a:graphicFrameLocks noChangeAspect="1"/>
              </p:cNvGraphicFramePr>
              <p:nvPr/>
            </p:nvGraphicFramePr>
            <p:xfrm>
              <a:off x="0" y="45"/>
              <a:ext cx="363" cy="272"/>
            </p:xfrm>
            <a:graphic>
              <a:graphicData uri="http://schemas.openxmlformats.org/presentationml/2006/ole">
                <mc:AlternateContent xmlns:mc="http://schemas.openxmlformats.org/markup-compatibility/2006">
                  <mc:Choice xmlns:v="urn:schemas-microsoft-com:vml" Requires="v">
                    <p:oleObj r:id="rId18" imgW="541020" imgH="283210" progId="Equation.3">
                      <p:embed/>
                    </p:oleObj>
                  </mc:Choice>
                  <mc:Fallback>
                    <p:oleObj r:id="rId18" imgW="541020" imgH="283210" progId="Equation.3">
                      <p:embed/>
                      <p:pic>
                        <p:nvPicPr>
                          <p:cNvPr id="0" name="图片 3713"/>
                          <p:cNvPicPr/>
                          <p:nvPr/>
                        </p:nvPicPr>
                        <p:blipFill>
                          <a:blip r:embed="rId19"/>
                          <a:stretch>
                            <a:fillRect/>
                          </a:stretch>
                        </p:blipFill>
                        <p:spPr>
                          <a:xfrm>
                            <a:off x="0" y="45"/>
                            <a:ext cx="363" cy="272"/>
                          </a:xfrm>
                          <a:prstGeom prst="rect">
                            <a:avLst/>
                          </a:prstGeom>
                          <a:noFill/>
                          <a:ln w="38100">
                            <a:noFill/>
                            <a:miter/>
                          </a:ln>
                        </p:spPr>
                      </p:pic>
                    </p:oleObj>
                  </mc:Fallback>
                </mc:AlternateContent>
              </a:graphicData>
            </a:graphic>
          </p:graphicFrame>
          <p:graphicFrame>
            <p:nvGraphicFramePr>
              <p:cNvPr id="205857" name="对象 198690"/>
              <p:cNvGraphicFramePr>
                <a:graphicFrameLocks noChangeAspect="1"/>
              </p:cNvGraphicFramePr>
              <p:nvPr/>
            </p:nvGraphicFramePr>
            <p:xfrm>
              <a:off x="2903" y="738"/>
              <a:ext cx="181" cy="166"/>
            </p:xfrm>
            <a:graphic>
              <a:graphicData uri="http://schemas.openxmlformats.org/presentationml/2006/ole">
                <mc:AlternateContent xmlns:mc="http://schemas.openxmlformats.org/markup-compatibility/2006">
                  <mc:Choice xmlns:v="urn:schemas-microsoft-com:vml" Requires="v">
                    <p:oleObj r:id="rId20" imgW="163195" imgH="149225" progId="Equation.3">
                      <p:embed/>
                    </p:oleObj>
                  </mc:Choice>
                  <mc:Fallback>
                    <p:oleObj r:id="rId20" imgW="163195" imgH="149225" progId="Equation.3">
                      <p:embed/>
                      <p:pic>
                        <p:nvPicPr>
                          <p:cNvPr id="0" name="图片 3719"/>
                          <p:cNvPicPr/>
                          <p:nvPr/>
                        </p:nvPicPr>
                        <p:blipFill>
                          <a:blip r:embed="rId21"/>
                          <a:stretch>
                            <a:fillRect/>
                          </a:stretch>
                        </p:blipFill>
                        <p:spPr>
                          <a:xfrm>
                            <a:off x="2903" y="738"/>
                            <a:ext cx="181" cy="166"/>
                          </a:xfrm>
                          <a:prstGeom prst="rect">
                            <a:avLst/>
                          </a:prstGeom>
                          <a:noFill/>
                          <a:ln w="38100">
                            <a:noFill/>
                            <a:miter/>
                          </a:ln>
                        </p:spPr>
                      </p:pic>
                    </p:oleObj>
                  </mc:Fallback>
                </mc:AlternateContent>
              </a:graphicData>
            </a:graphic>
          </p:graphicFrame>
          <p:graphicFrame>
            <p:nvGraphicFramePr>
              <p:cNvPr id="205858" name="对象 198691"/>
              <p:cNvGraphicFramePr>
                <a:graphicFrameLocks noChangeAspect="1"/>
              </p:cNvGraphicFramePr>
              <p:nvPr/>
            </p:nvGraphicFramePr>
            <p:xfrm>
              <a:off x="998" y="0"/>
              <a:ext cx="190" cy="249"/>
            </p:xfrm>
            <a:graphic>
              <a:graphicData uri="http://schemas.openxmlformats.org/presentationml/2006/ole">
                <mc:AlternateContent xmlns:mc="http://schemas.openxmlformats.org/markup-compatibility/2006">
                  <mc:Choice xmlns:v="urn:schemas-microsoft-com:vml" Requires="v">
                    <p:oleObj r:id="rId22" imgW="172720" imgH="225425" progId="Equation.3">
                      <p:embed/>
                    </p:oleObj>
                  </mc:Choice>
                  <mc:Fallback>
                    <p:oleObj r:id="rId22" imgW="172720" imgH="225425" progId="Equation.3">
                      <p:embed/>
                      <p:pic>
                        <p:nvPicPr>
                          <p:cNvPr id="0" name="图片 3716"/>
                          <p:cNvPicPr/>
                          <p:nvPr/>
                        </p:nvPicPr>
                        <p:blipFill>
                          <a:blip r:embed="rId23"/>
                          <a:stretch>
                            <a:fillRect/>
                          </a:stretch>
                        </p:blipFill>
                        <p:spPr>
                          <a:xfrm>
                            <a:off x="998" y="0"/>
                            <a:ext cx="190" cy="249"/>
                          </a:xfrm>
                          <a:prstGeom prst="rect">
                            <a:avLst/>
                          </a:prstGeom>
                          <a:noFill/>
                          <a:ln w="38100">
                            <a:noFill/>
                            <a:miter/>
                          </a:ln>
                        </p:spPr>
                      </p:pic>
                    </p:oleObj>
                  </mc:Fallback>
                </mc:AlternateContent>
              </a:graphicData>
            </a:graphic>
          </p:graphicFrame>
          <p:graphicFrame>
            <p:nvGraphicFramePr>
              <p:cNvPr id="205859" name="对象 198692"/>
              <p:cNvGraphicFramePr>
                <a:graphicFrameLocks noChangeAspect="1"/>
              </p:cNvGraphicFramePr>
              <p:nvPr/>
            </p:nvGraphicFramePr>
            <p:xfrm>
              <a:off x="603" y="408"/>
              <a:ext cx="161" cy="249"/>
            </p:xfrm>
            <a:graphic>
              <a:graphicData uri="http://schemas.openxmlformats.org/presentationml/2006/ole">
                <mc:AlternateContent xmlns:mc="http://schemas.openxmlformats.org/markup-compatibility/2006">
                  <mc:Choice xmlns:v="urn:schemas-microsoft-com:vml" Requires="v">
                    <p:oleObj r:id="rId24" imgW="146050" imgH="225425" progId="Equation.3">
                      <p:embed/>
                    </p:oleObj>
                  </mc:Choice>
                  <mc:Fallback>
                    <p:oleObj r:id="rId24" imgW="146050" imgH="225425" progId="Equation.3">
                      <p:embed/>
                      <p:pic>
                        <p:nvPicPr>
                          <p:cNvPr id="0" name="图片 3717"/>
                          <p:cNvPicPr/>
                          <p:nvPr/>
                        </p:nvPicPr>
                        <p:blipFill>
                          <a:blip r:embed="rId25"/>
                          <a:stretch>
                            <a:fillRect/>
                          </a:stretch>
                        </p:blipFill>
                        <p:spPr>
                          <a:xfrm>
                            <a:off x="603" y="408"/>
                            <a:ext cx="161" cy="249"/>
                          </a:xfrm>
                          <a:prstGeom prst="rect">
                            <a:avLst/>
                          </a:prstGeom>
                          <a:noFill/>
                          <a:ln w="38100">
                            <a:noFill/>
                            <a:miter/>
                          </a:ln>
                        </p:spPr>
                      </p:pic>
                    </p:oleObj>
                  </mc:Fallback>
                </mc:AlternateContent>
              </a:graphicData>
            </a:graphic>
          </p:graphicFrame>
          <p:graphicFrame>
            <p:nvGraphicFramePr>
              <p:cNvPr id="205860" name="对象 198693"/>
              <p:cNvGraphicFramePr>
                <a:graphicFrameLocks noChangeAspect="1"/>
              </p:cNvGraphicFramePr>
              <p:nvPr/>
            </p:nvGraphicFramePr>
            <p:xfrm>
              <a:off x="1224" y="590"/>
              <a:ext cx="190" cy="249"/>
            </p:xfrm>
            <a:graphic>
              <a:graphicData uri="http://schemas.openxmlformats.org/presentationml/2006/ole">
                <mc:AlternateContent xmlns:mc="http://schemas.openxmlformats.org/markup-compatibility/2006">
                  <mc:Choice xmlns:v="urn:schemas-microsoft-com:vml" Requires="v">
                    <p:oleObj r:id="rId26" imgW="172720" imgH="225425" progId="Equation.3">
                      <p:embed/>
                    </p:oleObj>
                  </mc:Choice>
                  <mc:Fallback>
                    <p:oleObj r:id="rId26" imgW="172720" imgH="225425" progId="Equation.3">
                      <p:embed/>
                      <p:pic>
                        <p:nvPicPr>
                          <p:cNvPr id="0" name="图片 3714"/>
                          <p:cNvPicPr/>
                          <p:nvPr/>
                        </p:nvPicPr>
                        <p:blipFill>
                          <a:blip r:embed="rId27"/>
                          <a:stretch>
                            <a:fillRect/>
                          </a:stretch>
                        </p:blipFill>
                        <p:spPr>
                          <a:xfrm>
                            <a:off x="1224" y="590"/>
                            <a:ext cx="190" cy="249"/>
                          </a:xfrm>
                          <a:prstGeom prst="rect">
                            <a:avLst/>
                          </a:prstGeom>
                          <a:noFill/>
                          <a:ln w="38100">
                            <a:noFill/>
                            <a:miter/>
                          </a:ln>
                        </p:spPr>
                      </p:pic>
                    </p:oleObj>
                  </mc:Fallback>
                </mc:AlternateContent>
              </a:graphicData>
            </a:graphic>
          </p:graphicFrame>
          <p:graphicFrame>
            <p:nvGraphicFramePr>
              <p:cNvPr id="205861" name="对象 198694"/>
              <p:cNvGraphicFramePr>
                <a:graphicFrameLocks noChangeAspect="1"/>
              </p:cNvGraphicFramePr>
              <p:nvPr/>
            </p:nvGraphicFramePr>
            <p:xfrm>
              <a:off x="1807" y="499"/>
              <a:ext cx="204" cy="249"/>
            </p:xfrm>
            <a:graphic>
              <a:graphicData uri="http://schemas.openxmlformats.org/presentationml/2006/ole">
                <mc:AlternateContent xmlns:mc="http://schemas.openxmlformats.org/markup-compatibility/2006">
                  <mc:Choice xmlns:v="urn:schemas-microsoft-com:vml" Requires="v">
                    <p:oleObj r:id="rId28" imgW="185420" imgH="225425" progId="Equation.3">
                      <p:embed/>
                    </p:oleObj>
                  </mc:Choice>
                  <mc:Fallback>
                    <p:oleObj r:id="rId28" imgW="185420" imgH="225425" progId="Equation.3">
                      <p:embed/>
                      <p:pic>
                        <p:nvPicPr>
                          <p:cNvPr id="0" name="图片 3718"/>
                          <p:cNvPicPr/>
                          <p:nvPr/>
                        </p:nvPicPr>
                        <p:blipFill>
                          <a:blip r:embed="rId29"/>
                          <a:stretch>
                            <a:fillRect/>
                          </a:stretch>
                        </p:blipFill>
                        <p:spPr>
                          <a:xfrm>
                            <a:off x="1807" y="499"/>
                            <a:ext cx="204" cy="249"/>
                          </a:xfrm>
                          <a:prstGeom prst="rect">
                            <a:avLst/>
                          </a:prstGeom>
                          <a:noFill/>
                          <a:ln w="38100">
                            <a:noFill/>
                            <a:miter/>
                          </a:ln>
                        </p:spPr>
                      </p:pic>
                    </p:oleObj>
                  </mc:Fallback>
                </mc:AlternateContent>
              </a:graphicData>
            </a:graphic>
          </p:graphicFrame>
          <p:graphicFrame>
            <p:nvGraphicFramePr>
              <p:cNvPr id="205862" name="对象 198695"/>
              <p:cNvGraphicFramePr>
                <a:graphicFrameLocks noChangeAspect="1"/>
              </p:cNvGraphicFramePr>
              <p:nvPr/>
            </p:nvGraphicFramePr>
            <p:xfrm>
              <a:off x="2456" y="583"/>
              <a:ext cx="176" cy="263"/>
            </p:xfrm>
            <a:graphic>
              <a:graphicData uri="http://schemas.openxmlformats.org/presentationml/2006/ole">
                <mc:AlternateContent xmlns:mc="http://schemas.openxmlformats.org/markup-compatibility/2006">
                  <mc:Choice xmlns:v="urn:schemas-microsoft-com:vml" Requires="v">
                    <p:oleObj r:id="rId30" imgW="159385" imgH="238760" progId="Equation.3">
                      <p:embed/>
                    </p:oleObj>
                  </mc:Choice>
                  <mc:Fallback>
                    <p:oleObj r:id="rId30" imgW="159385" imgH="238760" progId="Equation.3">
                      <p:embed/>
                      <p:pic>
                        <p:nvPicPr>
                          <p:cNvPr id="0" name="图片 3715"/>
                          <p:cNvPicPr/>
                          <p:nvPr/>
                        </p:nvPicPr>
                        <p:blipFill>
                          <a:blip r:embed="rId31"/>
                          <a:stretch>
                            <a:fillRect/>
                          </a:stretch>
                        </p:blipFill>
                        <p:spPr>
                          <a:xfrm>
                            <a:off x="2456" y="583"/>
                            <a:ext cx="176" cy="263"/>
                          </a:xfrm>
                          <a:prstGeom prst="rect">
                            <a:avLst/>
                          </a:prstGeom>
                          <a:noFill/>
                          <a:ln w="38100">
                            <a:noFill/>
                            <a:miter/>
                          </a:ln>
                        </p:spPr>
                      </p:pic>
                    </p:oleObj>
                  </mc:Fallback>
                </mc:AlternateContent>
              </a:graphicData>
            </a:graphic>
          </p:graphicFrame>
        </p:gr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xit" presetSubtype="10" fill="hold" nodeType="clickEffect">
                                  <p:stCondLst>
                                    <p:cond delay="0"/>
                                  </p:stCondLst>
                                  <p:childTnLst>
                                    <p:animEffect transition="out" filter="checkerboard(across)">
                                      <p:cBhvr>
                                        <p:cTn id="6" dur="500"/>
                                        <p:tgtEl>
                                          <p:spTgt spid="198662"/>
                                        </p:tgtEl>
                                      </p:cBhvr>
                                    </p:animEffect>
                                    <p:set>
                                      <p:cBhvr>
                                        <p:cTn id="7" dur="1" fill="hold">
                                          <p:stCondLst>
                                            <p:cond delay="499"/>
                                          </p:stCondLst>
                                        </p:cTn>
                                        <p:tgtEl>
                                          <p:spTgt spid="198662"/>
                                        </p:tgtEl>
                                        <p:attrNameLst>
                                          <p:attrName>style.visibility</p:attrName>
                                        </p:attrNameLst>
                                      </p:cBhvr>
                                      <p:to>
                                        <p:strVal val="hidden"/>
                                      </p:to>
                                    </p:set>
                                  </p:childTnLst>
                                </p:cTn>
                              </p:par>
                              <p:par>
                                <p:cTn id="8" presetID="3" presetClass="entr" presetSubtype="10" fill="hold" nodeType="withEffect">
                                  <p:stCondLst>
                                    <p:cond delay="0"/>
                                  </p:stCondLst>
                                  <p:childTnLst>
                                    <p:set>
                                      <p:cBhvr>
                                        <p:cTn id="9" dur="1" fill="hold">
                                          <p:stCondLst>
                                            <p:cond delay="0"/>
                                          </p:stCondLst>
                                        </p:cTn>
                                        <p:tgtEl>
                                          <p:spTgt spid="198684"/>
                                        </p:tgtEl>
                                        <p:attrNameLst>
                                          <p:attrName>style.visibility</p:attrName>
                                        </p:attrNameLst>
                                      </p:cBhvr>
                                      <p:to>
                                        <p:strVal val="visible"/>
                                      </p:to>
                                    </p:set>
                                    <p:animEffect transition="in" filter="blinds(horizontal)">
                                      <p:cBhvr>
                                        <p:cTn id="10" dur="500"/>
                                        <p:tgtEl>
                                          <p:spTgt spid="19868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7873" name="灯片编号占位符 5"/>
          <p:cNvSpPr txBox="1">
            <a:spLocks noGrp="1"/>
          </p:cNvSpPr>
          <p:nvPr/>
        </p:nvSpPr>
        <p:spPr>
          <a:xfrm>
            <a:off x="7042150" y="6243638"/>
            <a:ext cx="1905000" cy="457200"/>
          </a:xfrm>
          <a:prstGeom prst="rect">
            <a:avLst/>
          </a:prstGeom>
          <a:noFill/>
          <a:ln w="9525">
            <a:noFill/>
          </a:ln>
        </p:spPr>
        <p:txBody>
          <a:bodyPr anchor="b" anchorCtr="0"/>
          <a:lstStyle/>
          <a:p>
            <a:pPr algn="r"/>
            <a:fld id="{9A0DB2DC-4C9A-4742-B13C-FB6460FD3503}" type="slidenum">
              <a:rPr lang="zh-CN" altLang="en-US" sz="1400" dirty="0">
                <a:latin typeface="Tahoma" panose="020B0604030504040204" pitchFamily="2" charset="0"/>
                <a:ea typeface="宋体" panose="02010600030101010101" pitchFamily="2" charset="-122"/>
              </a:rPr>
              <a:t>165</a:t>
            </a:fld>
            <a:endParaRPr lang="zh-CN" altLang="en-US" sz="1400" dirty="0">
              <a:latin typeface="Tahoma" panose="020B0604030504040204" pitchFamily="2" charset="0"/>
              <a:ea typeface="宋体" panose="02010600030101010101" pitchFamily="2" charset="-122"/>
            </a:endParaRPr>
          </a:p>
        </p:txBody>
      </p:sp>
      <p:sp>
        <p:nvSpPr>
          <p:cNvPr id="207874" name="Rectangle 2"/>
          <p:cNvSpPr>
            <a:spLocks noGrp="1"/>
          </p:cNvSpPr>
          <p:nvPr>
            <p:ph type="title" idx="4294967295"/>
          </p:nvPr>
        </p:nvSpPr>
        <p:spPr>
          <a:xfrm>
            <a:off x="0" y="214313"/>
            <a:ext cx="4716463" cy="1462087"/>
          </a:xfrm>
          <a:ln/>
        </p:spPr>
        <p:txBody>
          <a:bodyPr wrap="square" anchor="b" anchorCtr="0"/>
          <a:lstStyle/>
          <a:p>
            <a:r>
              <a:rPr lang="zh-CN" altLang="en-US" sz="3200">
                <a:ea typeface="黑体" panose="02010609060101010101" pitchFamily="2" charset="-122"/>
              </a:rPr>
              <a:t>远离单位圆的极点使系统输出较快稳定</a:t>
            </a:r>
          </a:p>
        </p:txBody>
      </p:sp>
      <p:pic>
        <p:nvPicPr>
          <p:cNvPr id="207875" name="Picture 4" descr="ch6fig3a"/>
          <p:cNvPicPr>
            <a:picLocks noChangeAspect="1"/>
          </p:cNvPicPr>
          <p:nvPr/>
        </p:nvPicPr>
        <p:blipFill>
          <a:blip r:embed="rId2"/>
          <a:stretch>
            <a:fillRect/>
          </a:stretch>
        </p:blipFill>
        <p:spPr>
          <a:xfrm>
            <a:off x="827088" y="1979613"/>
            <a:ext cx="2919412" cy="2805112"/>
          </a:xfrm>
          <a:prstGeom prst="rect">
            <a:avLst/>
          </a:prstGeom>
          <a:noFill/>
          <a:ln w="9525">
            <a:noFill/>
          </a:ln>
        </p:spPr>
      </p:pic>
      <p:pic>
        <p:nvPicPr>
          <p:cNvPr id="207876" name="Picture 5" descr="ch6fig3b"/>
          <p:cNvPicPr>
            <a:picLocks noChangeAspect="1"/>
          </p:cNvPicPr>
          <p:nvPr/>
        </p:nvPicPr>
        <p:blipFill>
          <a:blip r:embed="rId3"/>
          <a:stretch>
            <a:fillRect/>
          </a:stretch>
        </p:blipFill>
        <p:spPr>
          <a:xfrm>
            <a:off x="4716463" y="0"/>
            <a:ext cx="4224337" cy="3382963"/>
          </a:xfrm>
          <a:prstGeom prst="rect">
            <a:avLst/>
          </a:prstGeom>
          <a:noFill/>
          <a:ln w="9525">
            <a:noFill/>
          </a:ln>
        </p:spPr>
      </p:pic>
      <p:pic>
        <p:nvPicPr>
          <p:cNvPr id="207877" name="Picture 6" descr="ch6fig3c"/>
          <p:cNvPicPr>
            <a:picLocks noChangeAspect="1"/>
          </p:cNvPicPr>
          <p:nvPr/>
        </p:nvPicPr>
        <p:blipFill>
          <a:blip r:embed="rId4"/>
          <a:stretch>
            <a:fillRect/>
          </a:stretch>
        </p:blipFill>
        <p:spPr>
          <a:xfrm>
            <a:off x="4679950" y="3095625"/>
            <a:ext cx="4357688" cy="3325813"/>
          </a:xfrm>
          <a:prstGeom prst="rect">
            <a:avLst/>
          </a:prstGeom>
          <a:noFill/>
          <a:ln w="9525">
            <a:noFill/>
          </a:ln>
        </p:spPr>
      </p:pic>
    </p:spTree>
  </p:cSld>
  <p:clrMapOvr>
    <a:masterClrMapping/>
  </p:clrMapOvr>
  <p:transition/>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8897" name="灯片编号占位符 5"/>
          <p:cNvSpPr txBox="1">
            <a:spLocks noGrp="1"/>
          </p:cNvSpPr>
          <p:nvPr/>
        </p:nvSpPr>
        <p:spPr>
          <a:xfrm>
            <a:off x="7042150" y="6243638"/>
            <a:ext cx="1905000" cy="457200"/>
          </a:xfrm>
          <a:prstGeom prst="rect">
            <a:avLst/>
          </a:prstGeom>
          <a:noFill/>
          <a:ln w="9525">
            <a:noFill/>
          </a:ln>
        </p:spPr>
        <p:txBody>
          <a:bodyPr anchor="b" anchorCtr="0"/>
          <a:lstStyle/>
          <a:p>
            <a:pPr algn="r"/>
            <a:fld id="{9A0DB2DC-4C9A-4742-B13C-FB6460FD3503}" type="slidenum">
              <a:rPr lang="zh-CN" altLang="en-US" sz="1400" dirty="0">
                <a:latin typeface="Tahoma" panose="020B0604030504040204" pitchFamily="2" charset="0"/>
                <a:ea typeface="宋体" panose="02010600030101010101" pitchFamily="2" charset="-122"/>
              </a:rPr>
              <a:t>166</a:t>
            </a:fld>
            <a:endParaRPr lang="zh-CN" altLang="en-US" sz="1400" dirty="0">
              <a:latin typeface="Tahoma" panose="020B0604030504040204" pitchFamily="2" charset="0"/>
              <a:ea typeface="宋体" panose="02010600030101010101" pitchFamily="2" charset="-122"/>
            </a:endParaRPr>
          </a:p>
        </p:txBody>
      </p:sp>
      <p:pic>
        <p:nvPicPr>
          <p:cNvPr id="208898" name="Picture 3" descr="ch6fig4a"/>
          <p:cNvPicPr>
            <a:picLocks noChangeAspect="1"/>
          </p:cNvPicPr>
          <p:nvPr/>
        </p:nvPicPr>
        <p:blipFill>
          <a:blip r:embed="rId2"/>
          <a:stretch>
            <a:fillRect/>
          </a:stretch>
        </p:blipFill>
        <p:spPr>
          <a:xfrm>
            <a:off x="1079500" y="1952625"/>
            <a:ext cx="3203575" cy="2733675"/>
          </a:xfrm>
          <a:prstGeom prst="rect">
            <a:avLst/>
          </a:prstGeom>
          <a:noFill/>
          <a:ln w="9525">
            <a:noFill/>
          </a:ln>
        </p:spPr>
      </p:pic>
      <p:pic>
        <p:nvPicPr>
          <p:cNvPr id="208899" name="Picture 4" descr="ch6fig4b"/>
          <p:cNvPicPr>
            <a:picLocks noChangeAspect="1"/>
          </p:cNvPicPr>
          <p:nvPr/>
        </p:nvPicPr>
        <p:blipFill>
          <a:blip r:embed="rId3"/>
          <a:stretch>
            <a:fillRect/>
          </a:stretch>
        </p:blipFill>
        <p:spPr>
          <a:xfrm>
            <a:off x="4719638" y="287338"/>
            <a:ext cx="4235450" cy="3330575"/>
          </a:xfrm>
          <a:prstGeom prst="rect">
            <a:avLst/>
          </a:prstGeom>
          <a:noFill/>
          <a:ln w="9525">
            <a:noFill/>
          </a:ln>
        </p:spPr>
      </p:pic>
      <p:pic>
        <p:nvPicPr>
          <p:cNvPr id="208900" name="Picture 5" descr="ch6fig4c"/>
          <p:cNvPicPr>
            <a:picLocks noChangeAspect="1"/>
          </p:cNvPicPr>
          <p:nvPr/>
        </p:nvPicPr>
        <p:blipFill>
          <a:blip r:embed="rId4"/>
          <a:stretch>
            <a:fillRect/>
          </a:stretch>
        </p:blipFill>
        <p:spPr>
          <a:xfrm>
            <a:off x="4716463" y="3148013"/>
            <a:ext cx="4329112" cy="3233737"/>
          </a:xfrm>
          <a:prstGeom prst="rect">
            <a:avLst/>
          </a:prstGeom>
          <a:noFill/>
          <a:ln w="9525">
            <a:noFill/>
          </a:ln>
        </p:spPr>
      </p:pic>
      <p:sp>
        <p:nvSpPr>
          <p:cNvPr id="208901" name="Rectangle 6"/>
          <p:cNvSpPr>
            <a:spLocks noGrp="1"/>
          </p:cNvSpPr>
          <p:nvPr>
            <p:ph type="title" idx="4294967295"/>
          </p:nvPr>
        </p:nvSpPr>
        <p:spPr>
          <a:xfrm>
            <a:off x="34925" y="454025"/>
            <a:ext cx="5076825" cy="1462088"/>
          </a:xfrm>
          <a:ln/>
        </p:spPr>
        <p:txBody>
          <a:bodyPr wrap="square" anchor="b" anchorCtr="0"/>
          <a:lstStyle/>
          <a:p>
            <a:r>
              <a:rPr lang="zh-CN" altLang="en-US" sz="3200">
                <a:ea typeface="黑体" panose="02010609060101010101" pitchFamily="2" charset="-122"/>
              </a:rPr>
              <a:t>接近单位圆的极点使系统稳定输出的时间变长</a:t>
            </a:r>
          </a:p>
        </p:txBody>
      </p:sp>
    </p:spTree>
  </p:cSld>
  <p:clrMapOvr>
    <a:masterClrMapping/>
  </p:clrMapOvr>
  <p:transition/>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9921" name="标题 106497"/>
          <p:cNvSpPr>
            <a:spLocks noGrp="1"/>
          </p:cNvSpPr>
          <p:nvPr>
            <p:ph type="title"/>
          </p:nvPr>
        </p:nvSpPr>
        <p:spPr>
          <a:xfrm>
            <a:off x="641350" y="274638"/>
            <a:ext cx="8229600" cy="1143000"/>
          </a:xfrm>
          <a:ln/>
        </p:spPr>
        <p:txBody>
          <a:bodyPr anchor="ctr" anchorCtr="0"/>
          <a:lstStyle/>
          <a:p>
            <a:r>
              <a:rPr lang="en-US" altLang="zh-CN">
                <a:latin typeface="Times New Roman" panose="02020603050405020304" pitchFamily="2" charset="0"/>
                <a:ea typeface="宋体" panose="02010600030101010101" pitchFamily="2" charset="-122"/>
              </a:rPr>
              <a:t>2.4.6 IIR</a:t>
            </a:r>
            <a:r>
              <a:rPr lang="zh-CN" altLang="en-US">
                <a:latin typeface="Times New Roman" panose="02020603050405020304" pitchFamily="2" charset="0"/>
                <a:ea typeface="宋体" panose="02010600030101010101" pitchFamily="2" charset="-122"/>
              </a:rPr>
              <a:t>系统和</a:t>
            </a:r>
            <a:r>
              <a:rPr lang="en-US" altLang="zh-CN">
                <a:latin typeface="Times New Roman" panose="02020603050405020304" pitchFamily="2" charset="0"/>
                <a:ea typeface="宋体" panose="02010600030101010101" pitchFamily="2" charset="-122"/>
              </a:rPr>
              <a:t>FIR</a:t>
            </a:r>
            <a:r>
              <a:rPr lang="zh-CN" altLang="en-US">
                <a:latin typeface="Times New Roman" panose="02020603050405020304" pitchFamily="2" charset="0"/>
                <a:ea typeface="宋体" panose="02010600030101010101" pitchFamily="2" charset="-122"/>
              </a:rPr>
              <a:t>系统</a:t>
            </a:r>
          </a:p>
        </p:txBody>
      </p:sp>
      <p:sp>
        <p:nvSpPr>
          <p:cNvPr id="209922" name="内容占位符 106498"/>
          <p:cNvSpPr>
            <a:spLocks noGrp="1"/>
          </p:cNvSpPr>
          <p:nvPr>
            <p:ph idx="1"/>
          </p:nvPr>
        </p:nvSpPr>
        <p:spPr>
          <a:xfrm>
            <a:off x="990600" y="2073275"/>
            <a:ext cx="7772400" cy="1584325"/>
          </a:xfrm>
          <a:ln/>
        </p:spPr>
        <p:txBody>
          <a:bodyPr anchor="t" anchorCtr="0"/>
          <a:lstStyle/>
          <a:p>
            <a:pPr>
              <a:buNone/>
            </a:pPr>
            <a:r>
              <a:rPr lang="zh-CN" altLang="en-US">
                <a:latin typeface="Times New Roman" panose="02020603050405020304" pitchFamily="2" charset="0"/>
                <a:ea typeface="宋体" panose="02010600030101010101" pitchFamily="2" charset="-122"/>
              </a:rPr>
              <a:t>无限长单位抽样</a:t>
            </a:r>
            <a:r>
              <a:rPr lang="en-US" altLang="zh-CN">
                <a:latin typeface="Times New Roman" panose="02020603050405020304" pitchFamily="2" charset="0"/>
                <a:ea typeface="宋体" panose="02010600030101010101" pitchFamily="2" charset="-122"/>
              </a:rPr>
              <a:t>/</a:t>
            </a:r>
            <a:r>
              <a:rPr lang="zh-CN" altLang="en-US">
                <a:latin typeface="Times New Roman" panose="02020603050405020304" pitchFamily="2" charset="0"/>
                <a:ea typeface="宋体" panose="02010600030101010101" pitchFamily="2" charset="-122"/>
              </a:rPr>
              <a:t>冲激响应（</a:t>
            </a:r>
            <a:r>
              <a:rPr lang="en-US" altLang="zh-CN">
                <a:latin typeface="Times New Roman" panose="02020603050405020304" pitchFamily="2" charset="0"/>
                <a:ea typeface="宋体" panose="02010600030101010101" pitchFamily="2" charset="-122"/>
              </a:rPr>
              <a:t>IIR</a:t>
            </a:r>
            <a:r>
              <a:rPr lang="zh-CN" altLang="en-US">
                <a:latin typeface="Times New Roman" panose="02020603050405020304" pitchFamily="2" charset="0"/>
                <a:ea typeface="宋体" panose="02010600030101010101" pitchFamily="2" charset="-122"/>
              </a:rPr>
              <a:t>）系统：</a:t>
            </a:r>
          </a:p>
          <a:p>
            <a:pPr>
              <a:buNone/>
            </a:pPr>
            <a:r>
              <a:rPr lang="zh-CN" altLang="en-US">
                <a:latin typeface="Times New Roman" panose="02020603050405020304" pitchFamily="2" charset="0"/>
                <a:ea typeface="宋体" panose="02010600030101010101" pitchFamily="2" charset="-122"/>
              </a:rPr>
              <a:t>                 单位抽样响应</a:t>
            </a:r>
            <a:r>
              <a:rPr lang="en-US" altLang="zh-CN" b="1" u="sng">
                <a:latin typeface="Times New Roman" panose="02020603050405020304" pitchFamily="2" charset="0"/>
                <a:ea typeface="宋体" panose="02010600030101010101" pitchFamily="2" charset="-122"/>
              </a:rPr>
              <a:t>h(n)</a:t>
            </a:r>
            <a:r>
              <a:rPr lang="zh-CN" altLang="en-US" b="1" u="sng">
                <a:latin typeface="Times New Roman" panose="02020603050405020304" pitchFamily="2" charset="0"/>
                <a:ea typeface="宋体" panose="02010600030101010101" pitchFamily="2" charset="-122"/>
              </a:rPr>
              <a:t>是无限长序列</a:t>
            </a:r>
          </a:p>
        </p:txBody>
      </p:sp>
      <p:sp>
        <p:nvSpPr>
          <p:cNvPr id="209923" name="矩形 106499"/>
          <p:cNvSpPr/>
          <p:nvPr/>
        </p:nvSpPr>
        <p:spPr>
          <a:xfrm>
            <a:off x="990600" y="3892550"/>
            <a:ext cx="7772400" cy="1441450"/>
          </a:xfrm>
          <a:prstGeom prst="rect">
            <a:avLst/>
          </a:prstGeom>
          <a:noFill/>
          <a:ln w="9525">
            <a:noFill/>
          </a:ln>
        </p:spPr>
        <p:txBody>
          <a:bodyPr anchor="t" anchorCtr="0"/>
          <a:lstStyle/>
          <a:p>
            <a:pPr marL="342900" indent="-342900">
              <a:spcBef>
                <a:spcPct val="20000"/>
              </a:spcBef>
            </a:pPr>
            <a:r>
              <a:rPr lang="zh-CN" altLang="en-US" sz="2800">
                <a:latin typeface="Times New Roman" panose="02020603050405020304" pitchFamily="2" charset="0"/>
                <a:ea typeface="宋体" panose="02010600030101010101" pitchFamily="2" charset="-122"/>
              </a:rPr>
              <a:t>有限长单位抽样</a:t>
            </a:r>
            <a:r>
              <a:rPr lang="en-US" altLang="zh-CN" sz="2800">
                <a:latin typeface="Times New Roman" panose="02020603050405020304" pitchFamily="2" charset="0"/>
                <a:ea typeface="宋体" panose="02010600030101010101" pitchFamily="2" charset="-122"/>
              </a:rPr>
              <a:t>/</a:t>
            </a:r>
            <a:r>
              <a:rPr lang="zh-CN" altLang="en-US" sz="2800">
                <a:latin typeface="Times New Roman" panose="02020603050405020304" pitchFamily="2" charset="0"/>
                <a:ea typeface="宋体" panose="02010600030101010101" pitchFamily="2" charset="-122"/>
              </a:rPr>
              <a:t>冲激响应（</a:t>
            </a:r>
            <a:r>
              <a:rPr lang="en-US" altLang="zh-CN" sz="2800">
                <a:latin typeface="Times New Roman" panose="02020603050405020304" pitchFamily="2" charset="0"/>
                <a:ea typeface="宋体" panose="02010600030101010101" pitchFamily="2" charset="-122"/>
              </a:rPr>
              <a:t>FIR</a:t>
            </a:r>
            <a:r>
              <a:rPr lang="zh-CN" altLang="en-US" sz="2800">
                <a:latin typeface="Times New Roman" panose="02020603050405020304" pitchFamily="2" charset="0"/>
                <a:ea typeface="宋体" panose="02010600030101010101" pitchFamily="2" charset="-122"/>
              </a:rPr>
              <a:t>）系统：</a:t>
            </a:r>
          </a:p>
          <a:p>
            <a:pPr marL="342900" indent="-342900">
              <a:spcBef>
                <a:spcPct val="20000"/>
              </a:spcBef>
            </a:pPr>
            <a:r>
              <a:rPr lang="zh-CN" altLang="en-US" sz="2800">
                <a:latin typeface="Times New Roman" panose="02020603050405020304" pitchFamily="2" charset="0"/>
                <a:ea typeface="宋体" panose="02010600030101010101" pitchFamily="2" charset="-122"/>
              </a:rPr>
              <a:t>                 单位抽样响应</a:t>
            </a:r>
            <a:r>
              <a:rPr lang="en-US" altLang="zh-CN" sz="2800" b="1" u="sng">
                <a:latin typeface="Times New Roman" panose="02020603050405020304" pitchFamily="2" charset="0"/>
                <a:ea typeface="宋体" panose="02010600030101010101" pitchFamily="2" charset="-122"/>
              </a:rPr>
              <a:t>h(n)</a:t>
            </a:r>
            <a:r>
              <a:rPr lang="zh-CN" altLang="en-US" sz="2800" b="1" u="sng">
                <a:latin typeface="Times New Roman" panose="02020603050405020304" pitchFamily="2" charset="0"/>
                <a:ea typeface="宋体" panose="02010600030101010101" pitchFamily="2" charset="-122"/>
              </a:rPr>
              <a:t>是有限长序列</a:t>
            </a:r>
          </a:p>
        </p:txBody>
      </p:sp>
      <p:sp>
        <p:nvSpPr>
          <p:cNvPr id="209924" name="文本框 1"/>
          <p:cNvSpPr txBox="1"/>
          <p:nvPr/>
        </p:nvSpPr>
        <p:spPr>
          <a:xfrm>
            <a:off x="1076325" y="5487988"/>
            <a:ext cx="6188075" cy="522287"/>
          </a:xfrm>
          <a:prstGeom prst="rect">
            <a:avLst/>
          </a:prstGeom>
          <a:noFill/>
          <a:ln w="9525">
            <a:noFill/>
          </a:ln>
        </p:spPr>
        <p:txBody>
          <a:bodyPr wrap="none" anchor="t" anchorCtr="0">
            <a:spAutoFit/>
          </a:bodyPr>
          <a:lstStyle/>
          <a:p>
            <a:pPr algn="just"/>
            <a:r>
              <a:rPr lang="zh-CN" altLang="en-US" sz="2800" dirty="0">
                <a:solidFill>
                  <a:srgbClr val="C00000"/>
                </a:solidFill>
                <a:latin typeface="Times New Roman" panose="02020603050405020304" pitchFamily="2" charset="0"/>
                <a:ea typeface="宋体" panose="02010600030101010101" pitchFamily="2" charset="-122"/>
                <a:sym typeface="Arial" panose="020B0604020202020204" pitchFamily="34" charset="0"/>
              </a:rPr>
              <a:t>IIR与FIR构成了数字滤波器的两大类。</a:t>
            </a:r>
            <a:endParaRPr lang="zh-CN" altLang="en-US">
              <a:latin typeface="Times New Roman" panose="02020603050405020304" pitchFamily="2" charset="0"/>
              <a:ea typeface="宋体" panose="02010600030101010101" pitchFamily="2" charset="-122"/>
            </a:endParaRPr>
          </a:p>
        </p:txBody>
      </p:sp>
    </p:spTree>
  </p:cSld>
  <p:clrMapOvr>
    <a:masterClrMapping/>
  </p:clrMapOvr>
  <p:transition/>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0945" name="矩形 107537"/>
          <p:cNvSpPr/>
          <p:nvPr/>
        </p:nvSpPr>
        <p:spPr>
          <a:xfrm>
            <a:off x="7921625" y="2827338"/>
            <a:ext cx="1108075" cy="1014412"/>
          </a:xfrm>
          <a:prstGeom prst="rect">
            <a:avLst/>
          </a:prstGeom>
          <a:noFill/>
          <a:ln w="9525">
            <a:noFill/>
          </a:ln>
        </p:spPr>
        <p:txBody>
          <a:bodyPr wrap="square" anchor="t" anchorCtr="0">
            <a:spAutoFit/>
          </a:bodyPr>
          <a:lstStyle/>
          <a:p>
            <a:r>
              <a:rPr lang="zh-CN" altLang="en-US" sz="2000" dirty="0">
                <a:latin typeface="Times New Roman" panose="02020603050405020304" pitchFamily="2" charset="0"/>
                <a:ea typeface="宋体" panose="02010600030101010101" pitchFamily="2" charset="-122"/>
              </a:rPr>
              <a:t>滑动平均系统，MA系统</a:t>
            </a:r>
          </a:p>
        </p:txBody>
      </p:sp>
      <p:graphicFrame>
        <p:nvGraphicFramePr>
          <p:cNvPr id="210946" name="对象 192516"/>
          <p:cNvGraphicFramePr>
            <a:graphicFrameLocks noChangeAspect="1"/>
          </p:cNvGraphicFramePr>
          <p:nvPr/>
        </p:nvGraphicFramePr>
        <p:xfrm>
          <a:off x="1235075" y="892175"/>
          <a:ext cx="5610225" cy="1917700"/>
        </p:xfrm>
        <a:graphic>
          <a:graphicData uri="http://schemas.openxmlformats.org/presentationml/2006/ole">
            <mc:AlternateContent xmlns:mc="http://schemas.openxmlformats.org/markup-compatibility/2006">
              <mc:Choice xmlns:v="urn:schemas-microsoft-com:vml" Requires="v">
                <p:oleObj r:id="rId2" imgW="2451100" imgH="838200" progId="Equation.3">
                  <p:embed/>
                </p:oleObj>
              </mc:Choice>
              <mc:Fallback>
                <p:oleObj r:id="rId2" imgW="2451100" imgH="838200" progId="Equation.3">
                  <p:embed/>
                  <p:pic>
                    <p:nvPicPr>
                      <p:cNvPr id="0" name="图片 3721"/>
                      <p:cNvPicPr/>
                      <p:nvPr/>
                    </p:nvPicPr>
                    <p:blipFill>
                      <a:blip r:embed="rId3"/>
                      <a:stretch>
                        <a:fillRect/>
                      </a:stretch>
                    </p:blipFill>
                    <p:spPr>
                      <a:xfrm>
                        <a:off x="1235075" y="892175"/>
                        <a:ext cx="5610225" cy="1917700"/>
                      </a:xfrm>
                      <a:prstGeom prst="rect">
                        <a:avLst/>
                      </a:prstGeom>
                      <a:noFill/>
                      <a:ln w="38100">
                        <a:noFill/>
                        <a:miter/>
                      </a:ln>
                    </p:spPr>
                  </p:pic>
                </p:oleObj>
              </mc:Fallback>
            </mc:AlternateContent>
          </a:graphicData>
        </a:graphic>
      </p:graphicFrame>
      <p:sp>
        <p:nvSpPr>
          <p:cNvPr id="210947" name="文本框 1"/>
          <p:cNvSpPr txBox="1"/>
          <p:nvPr/>
        </p:nvSpPr>
        <p:spPr>
          <a:xfrm>
            <a:off x="468313" y="298450"/>
            <a:ext cx="6049962" cy="522288"/>
          </a:xfrm>
          <a:prstGeom prst="rect">
            <a:avLst/>
          </a:prstGeom>
          <a:noFill/>
          <a:ln w="9525">
            <a:noFill/>
          </a:ln>
        </p:spPr>
        <p:txBody>
          <a:bodyPr wrap="none" anchor="t" anchorCtr="0">
            <a:spAutoFit/>
          </a:bodyPr>
          <a:lstStyle/>
          <a:p>
            <a:pPr algn="just"/>
            <a:r>
              <a:rPr lang="zh-CN" altLang="en-US" sz="2800">
                <a:solidFill>
                  <a:srgbClr val="C00000"/>
                </a:solidFill>
                <a:latin typeface="Times New Roman" panose="02020603050405020304" pitchFamily="2" charset="0"/>
                <a:ea typeface="宋体" panose="02010600030101010101" pitchFamily="2" charset="-122"/>
                <a:sym typeface="Arial" panose="020B0604020202020204" pitchFamily="34" charset="0"/>
              </a:rPr>
              <a:t>从系统函数的零点、极点来看，(</a:t>
            </a:r>
            <a:r>
              <a:rPr lang="en-US" altLang="zh-CN" sz="2800" i="1">
                <a:solidFill>
                  <a:srgbClr val="C00000"/>
                </a:solidFill>
                <a:latin typeface="Times New Roman" panose="02020603050405020304" pitchFamily="2" charset="0"/>
                <a:ea typeface="宋体" panose="02010600030101010101" pitchFamily="2" charset="-122"/>
                <a:sym typeface="Arial" panose="020B0604020202020204" pitchFamily="34" charset="0"/>
              </a:rPr>
              <a:t>a</a:t>
            </a:r>
            <a:r>
              <a:rPr lang="zh-CN" altLang="en-US" sz="2800" baseline="-25000">
                <a:solidFill>
                  <a:srgbClr val="C00000"/>
                </a:solidFill>
                <a:latin typeface="Times New Roman" panose="02020603050405020304" pitchFamily="2" charset="0"/>
                <a:ea typeface="宋体" panose="02010600030101010101" pitchFamily="2" charset="-122"/>
                <a:sym typeface="Arial" panose="020B0604020202020204" pitchFamily="34" charset="0"/>
              </a:rPr>
              <a:t>0</a:t>
            </a:r>
            <a:r>
              <a:rPr lang="zh-CN" altLang="en-US" sz="2800">
                <a:solidFill>
                  <a:srgbClr val="C00000"/>
                </a:solidFill>
                <a:latin typeface="Times New Roman" panose="02020603050405020304" pitchFamily="2" charset="0"/>
                <a:ea typeface="宋体" panose="02010600030101010101" pitchFamily="2" charset="-122"/>
                <a:sym typeface="Arial" panose="020B0604020202020204" pitchFamily="34" charset="0"/>
              </a:rPr>
              <a:t>=1)</a:t>
            </a:r>
          </a:p>
        </p:txBody>
      </p:sp>
      <p:grpSp>
        <p:nvGrpSpPr>
          <p:cNvPr id="210948" name="组合 632837"/>
          <p:cNvGrpSpPr/>
          <p:nvPr/>
        </p:nvGrpSpPr>
        <p:grpSpPr>
          <a:xfrm>
            <a:off x="346075" y="3073400"/>
            <a:ext cx="3094038" cy="460375"/>
            <a:chOff x="768" y="2974"/>
            <a:chExt cx="1949" cy="290"/>
          </a:xfrm>
        </p:grpSpPr>
        <p:graphicFrame>
          <p:nvGraphicFramePr>
            <p:cNvPr id="210949" name="对象 632838"/>
            <p:cNvGraphicFramePr/>
            <p:nvPr/>
          </p:nvGraphicFramePr>
          <p:xfrm>
            <a:off x="2246" y="2976"/>
            <a:ext cx="471" cy="272"/>
          </p:xfrm>
          <a:graphic>
            <a:graphicData uri="http://schemas.openxmlformats.org/presentationml/2006/ole">
              <mc:AlternateContent xmlns:mc="http://schemas.openxmlformats.org/markup-compatibility/2006">
                <mc:Choice xmlns:v="urn:schemas-microsoft-com:vml" Requires="v">
                  <p:oleObj r:id="rId4" imgW="888365" imgH="431800" progId="Equation.DSMT4">
                    <p:embed/>
                  </p:oleObj>
                </mc:Choice>
                <mc:Fallback>
                  <p:oleObj r:id="rId4" imgW="888365" imgH="431800" progId="Equation.DSMT4">
                    <p:embed/>
                    <p:pic>
                      <p:nvPicPr>
                        <p:cNvPr id="0" name="图片 3722"/>
                        <p:cNvPicPr/>
                        <p:nvPr/>
                      </p:nvPicPr>
                      <p:blipFill>
                        <a:blip r:embed="rId5">
                          <a:lum bright="-100000"/>
                        </a:blip>
                        <a:stretch>
                          <a:fillRect/>
                        </a:stretch>
                      </p:blipFill>
                      <p:spPr>
                        <a:xfrm>
                          <a:off x="2246" y="2976"/>
                          <a:ext cx="471" cy="272"/>
                        </a:xfrm>
                        <a:prstGeom prst="rect">
                          <a:avLst/>
                        </a:prstGeom>
                        <a:noFill/>
                        <a:ln w="38100">
                          <a:noFill/>
                          <a:miter/>
                        </a:ln>
                      </p:spPr>
                    </p:pic>
                  </p:oleObj>
                </mc:Fallback>
              </mc:AlternateContent>
            </a:graphicData>
          </a:graphic>
        </p:graphicFrame>
        <p:sp>
          <p:nvSpPr>
            <p:cNvPr id="210950" name="文本框 632839"/>
            <p:cNvSpPr txBox="1"/>
            <p:nvPr/>
          </p:nvSpPr>
          <p:spPr>
            <a:xfrm>
              <a:off x="768" y="2974"/>
              <a:ext cx="1614" cy="290"/>
            </a:xfrm>
            <a:prstGeom prst="rect">
              <a:avLst/>
            </a:prstGeom>
            <a:noFill/>
            <a:ln w="12700">
              <a:noFill/>
            </a:ln>
          </p:spPr>
          <p:txBody>
            <a:bodyPr wrap="square" anchor="t" anchorCtr="0">
              <a:spAutoFit/>
            </a:bodyPr>
            <a:lstStyle/>
            <a:p>
              <a:pPr algn="ctr">
                <a:spcBef>
                  <a:spcPct val="50000"/>
                </a:spcBef>
              </a:pPr>
              <a:r>
                <a:rPr lang="en-US" altLang="zh-CN" sz="2400" dirty="0">
                  <a:latin typeface="Times New Roman" panose="02020603050405020304" pitchFamily="2" charset="0"/>
                  <a:ea typeface="宋体" panose="02010600030101010101" pitchFamily="2" charset="-122"/>
                </a:rPr>
                <a:t>FIR</a:t>
              </a:r>
              <a:r>
                <a:rPr lang="zh-CN" altLang="en-US" sz="2400" dirty="0">
                  <a:latin typeface="Times New Roman" panose="02020603050405020304" pitchFamily="2" charset="0"/>
                  <a:ea typeface="宋体" panose="02010600030101010101" pitchFamily="2" charset="-122"/>
                </a:rPr>
                <a:t>系统：全部</a:t>
              </a:r>
            </a:p>
          </p:txBody>
        </p:sp>
      </p:grpSp>
      <p:grpSp>
        <p:nvGrpSpPr>
          <p:cNvPr id="210951" name="组合 632846"/>
          <p:cNvGrpSpPr/>
          <p:nvPr/>
        </p:nvGrpSpPr>
        <p:grpSpPr>
          <a:xfrm>
            <a:off x="1390650" y="3705225"/>
            <a:ext cx="6496050" cy="977900"/>
            <a:chOff x="661" y="3228"/>
            <a:chExt cx="4236" cy="616"/>
          </a:xfrm>
        </p:grpSpPr>
        <p:sp>
          <p:nvSpPr>
            <p:cNvPr id="210952" name="文本框 632847"/>
            <p:cNvSpPr txBox="1"/>
            <p:nvPr/>
          </p:nvSpPr>
          <p:spPr>
            <a:xfrm>
              <a:off x="661" y="3228"/>
              <a:ext cx="4236" cy="616"/>
            </a:xfrm>
            <a:prstGeom prst="rect">
              <a:avLst/>
            </a:prstGeom>
            <a:noFill/>
            <a:ln w="12700">
              <a:noFill/>
            </a:ln>
          </p:spPr>
          <p:txBody>
            <a:bodyPr wrap="square" anchor="t" anchorCtr="0">
              <a:spAutoFit/>
            </a:bodyPr>
            <a:lstStyle/>
            <a:p>
              <a:pPr lvl="1" indent="0">
                <a:lnSpc>
                  <a:spcPct val="120000"/>
                </a:lnSpc>
                <a:spcBef>
                  <a:spcPct val="20000"/>
                </a:spcBef>
                <a:buNone/>
              </a:pPr>
              <a:r>
                <a:rPr lang="zh-CN" altLang="en-US" sz="2400" dirty="0">
                  <a:latin typeface="Times New Roman" panose="02020603050405020304" pitchFamily="2" charset="0"/>
                  <a:ea typeface="宋体" panose="02010600030101010101" pitchFamily="2" charset="-122"/>
                </a:rPr>
                <a:t>收敛域                   内无极点，全部极点在</a:t>
              </a:r>
              <a:r>
                <a:rPr lang="en-US" altLang="zh-CN" sz="2400" dirty="0">
                  <a:latin typeface="Times New Roman" panose="02020603050405020304" pitchFamily="2" charset="0"/>
                  <a:ea typeface="宋体" panose="02010600030101010101" pitchFamily="2" charset="-122"/>
                </a:rPr>
                <a:t>z=0</a:t>
              </a:r>
              <a:r>
                <a:rPr lang="zh-CN" altLang="en-US" sz="2400" dirty="0">
                  <a:latin typeface="Times New Roman" panose="02020603050405020304" pitchFamily="2" charset="0"/>
                  <a:ea typeface="宋体" panose="02010600030101010101" pitchFamily="2" charset="-122"/>
                </a:rPr>
                <a:t>处，是全零点系统</a:t>
              </a:r>
              <a:endParaRPr lang="zh-CN" altLang="en-US" sz="2400" dirty="0">
                <a:solidFill>
                  <a:srgbClr val="FFFFFF"/>
                </a:solidFill>
                <a:latin typeface="Times New Roman" panose="02020603050405020304" pitchFamily="2" charset="0"/>
                <a:ea typeface="宋体" panose="02010600030101010101" pitchFamily="2" charset="-122"/>
              </a:endParaRPr>
            </a:p>
          </p:txBody>
        </p:sp>
        <p:graphicFrame>
          <p:nvGraphicFramePr>
            <p:cNvPr id="210953" name="对象 632848"/>
            <p:cNvGraphicFramePr/>
            <p:nvPr/>
          </p:nvGraphicFramePr>
          <p:xfrm>
            <a:off x="1651" y="3272"/>
            <a:ext cx="904" cy="304"/>
          </p:xfrm>
          <a:graphic>
            <a:graphicData uri="http://schemas.openxmlformats.org/presentationml/2006/ole">
              <mc:AlternateContent xmlns:mc="http://schemas.openxmlformats.org/markup-compatibility/2006">
                <mc:Choice xmlns:v="urn:schemas-microsoft-com:vml" Requires="v">
                  <p:oleObj r:id="rId6" imgW="1435100" imgH="482600" progId="Equation.DSMT4">
                    <p:embed/>
                  </p:oleObj>
                </mc:Choice>
                <mc:Fallback>
                  <p:oleObj r:id="rId6" imgW="1435100" imgH="482600" progId="Equation.DSMT4">
                    <p:embed/>
                    <p:pic>
                      <p:nvPicPr>
                        <p:cNvPr id="0" name="图片 3727"/>
                        <p:cNvPicPr/>
                        <p:nvPr/>
                      </p:nvPicPr>
                      <p:blipFill>
                        <a:blip r:embed="rId7">
                          <a:lum bright="-100000"/>
                        </a:blip>
                        <a:stretch>
                          <a:fillRect/>
                        </a:stretch>
                      </p:blipFill>
                      <p:spPr>
                        <a:xfrm>
                          <a:off x="1651" y="3272"/>
                          <a:ext cx="904" cy="304"/>
                        </a:xfrm>
                        <a:prstGeom prst="rect">
                          <a:avLst/>
                        </a:prstGeom>
                        <a:noFill/>
                        <a:ln w="38100">
                          <a:noFill/>
                          <a:miter/>
                        </a:ln>
                      </p:spPr>
                    </p:pic>
                  </p:oleObj>
                </mc:Fallback>
              </mc:AlternateContent>
            </a:graphicData>
          </a:graphic>
        </p:graphicFrame>
      </p:grpSp>
      <p:graphicFrame>
        <p:nvGraphicFramePr>
          <p:cNvPr id="210954" name="对象 204805"/>
          <p:cNvGraphicFramePr>
            <a:graphicFrameLocks noChangeAspect="1"/>
          </p:cNvGraphicFramePr>
          <p:nvPr/>
        </p:nvGraphicFramePr>
        <p:xfrm>
          <a:off x="4019550" y="2809875"/>
          <a:ext cx="3902075" cy="989013"/>
        </p:xfrm>
        <a:graphic>
          <a:graphicData uri="http://schemas.openxmlformats.org/presentationml/2006/ole">
            <mc:AlternateContent xmlns:mc="http://schemas.openxmlformats.org/markup-compatibility/2006">
              <mc:Choice xmlns:v="urn:schemas-microsoft-com:vml" Requires="v">
                <p:oleObj r:id="rId8" imgW="1917065" imgH="431800" progId="Equation.3">
                  <p:embed/>
                </p:oleObj>
              </mc:Choice>
              <mc:Fallback>
                <p:oleObj r:id="rId8" imgW="1917065" imgH="431800" progId="Equation.3">
                  <p:embed/>
                  <p:pic>
                    <p:nvPicPr>
                      <p:cNvPr id="0" name="图片 3724"/>
                      <p:cNvPicPr/>
                      <p:nvPr/>
                    </p:nvPicPr>
                    <p:blipFill>
                      <a:blip r:embed="rId9"/>
                      <a:stretch>
                        <a:fillRect/>
                      </a:stretch>
                    </p:blipFill>
                    <p:spPr>
                      <a:xfrm>
                        <a:off x="4019550" y="2809875"/>
                        <a:ext cx="3902075" cy="989013"/>
                      </a:xfrm>
                      <a:prstGeom prst="rect">
                        <a:avLst/>
                      </a:prstGeom>
                      <a:noFill/>
                      <a:ln w="38100">
                        <a:noFill/>
                        <a:miter/>
                      </a:ln>
                    </p:spPr>
                  </p:pic>
                </p:oleObj>
              </mc:Fallback>
            </mc:AlternateContent>
          </a:graphicData>
        </a:graphic>
      </p:graphicFrame>
      <p:sp>
        <p:nvSpPr>
          <p:cNvPr id="3" name="矩形标注 2"/>
          <p:cNvSpPr/>
          <p:nvPr/>
        </p:nvSpPr>
        <p:spPr>
          <a:xfrm>
            <a:off x="7921625" y="2809875"/>
            <a:ext cx="1108075" cy="989013"/>
          </a:xfrm>
          <a:prstGeom prst="wedgeRectCallout">
            <a:avLst>
              <a:gd name="adj1" fmla="val -74169"/>
              <a:gd name="adj2" fmla="val 74775"/>
            </a:avLst>
          </a:prstGeom>
          <a:noFill/>
          <a:ln>
            <a:solidFill>
              <a:srgbClr val="C00000"/>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endParaRPr lang="zh-CN" altLang="en-US" strike="noStrike" noProof="1"/>
          </a:p>
        </p:txBody>
      </p:sp>
      <p:grpSp>
        <p:nvGrpSpPr>
          <p:cNvPr id="210956" name="组合 632834"/>
          <p:cNvGrpSpPr/>
          <p:nvPr/>
        </p:nvGrpSpPr>
        <p:grpSpPr>
          <a:xfrm>
            <a:off x="14288" y="4645025"/>
            <a:ext cx="4470400" cy="457200"/>
            <a:chOff x="975" y="1525"/>
            <a:chExt cx="2816" cy="288"/>
          </a:xfrm>
        </p:grpSpPr>
        <p:graphicFrame>
          <p:nvGraphicFramePr>
            <p:cNvPr id="210957" name="对象 632835"/>
            <p:cNvGraphicFramePr/>
            <p:nvPr/>
          </p:nvGraphicFramePr>
          <p:xfrm>
            <a:off x="3231" y="1539"/>
            <a:ext cx="560" cy="272"/>
          </p:xfrm>
          <a:graphic>
            <a:graphicData uri="http://schemas.openxmlformats.org/presentationml/2006/ole">
              <mc:AlternateContent xmlns:mc="http://schemas.openxmlformats.org/markup-compatibility/2006">
                <mc:Choice xmlns:v="urn:schemas-microsoft-com:vml" Requires="v">
                  <p:oleObj r:id="rId10" imgW="888365" imgH="431800" progId="Equation.DSMT4">
                    <p:embed/>
                  </p:oleObj>
                </mc:Choice>
                <mc:Fallback>
                  <p:oleObj r:id="rId10" imgW="888365" imgH="431800" progId="Equation.DSMT4">
                    <p:embed/>
                    <p:pic>
                      <p:nvPicPr>
                        <p:cNvPr id="0" name="图片 3725"/>
                        <p:cNvPicPr/>
                        <p:nvPr/>
                      </p:nvPicPr>
                      <p:blipFill>
                        <a:blip r:embed="rId11">
                          <a:lum bright="-100000"/>
                        </a:blip>
                        <a:stretch>
                          <a:fillRect/>
                        </a:stretch>
                      </p:blipFill>
                      <p:spPr>
                        <a:xfrm>
                          <a:off x="3231" y="1539"/>
                          <a:ext cx="560" cy="272"/>
                        </a:xfrm>
                        <a:prstGeom prst="rect">
                          <a:avLst/>
                        </a:prstGeom>
                        <a:noFill/>
                        <a:ln w="38100">
                          <a:noFill/>
                          <a:miter/>
                        </a:ln>
                      </p:spPr>
                    </p:pic>
                  </p:oleObj>
                </mc:Fallback>
              </mc:AlternateContent>
            </a:graphicData>
          </a:graphic>
        </p:graphicFrame>
        <p:sp>
          <p:nvSpPr>
            <p:cNvPr id="210958" name="文本框 632836"/>
            <p:cNvSpPr txBox="1"/>
            <p:nvPr/>
          </p:nvSpPr>
          <p:spPr>
            <a:xfrm>
              <a:off x="975" y="1525"/>
              <a:ext cx="2541" cy="288"/>
            </a:xfrm>
            <a:prstGeom prst="rect">
              <a:avLst/>
            </a:prstGeom>
            <a:noFill/>
            <a:ln w="12700">
              <a:noFill/>
            </a:ln>
          </p:spPr>
          <p:txBody>
            <a:bodyPr anchor="t" anchorCtr="0">
              <a:spAutoFit/>
            </a:bodyPr>
            <a:lstStyle/>
            <a:p>
              <a:pPr algn="ctr">
                <a:spcBef>
                  <a:spcPct val="50000"/>
                </a:spcBef>
              </a:pPr>
              <a:r>
                <a:rPr lang="en-US" altLang="zh-CN" sz="2400" dirty="0">
                  <a:latin typeface="Times New Roman" panose="02020603050405020304" pitchFamily="2" charset="0"/>
                  <a:ea typeface="宋体" panose="02010600030101010101" pitchFamily="2" charset="-122"/>
                </a:rPr>
                <a:t>IIR</a:t>
              </a:r>
              <a:r>
                <a:rPr lang="zh-CN" altLang="en-US" sz="2400" dirty="0">
                  <a:latin typeface="Times New Roman" panose="02020603050405020304" pitchFamily="2" charset="0"/>
                  <a:ea typeface="宋体" panose="02010600030101010101" pitchFamily="2" charset="-122"/>
                </a:rPr>
                <a:t>系统：至少有一个</a:t>
              </a:r>
            </a:p>
          </p:txBody>
        </p:sp>
      </p:grpSp>
      <p:grpSp>
        <p:nvGrpSpPr>
          <p:cNvPr id="210959" name="组合 632840"/>
          <p:cNvGrpSpPr/>
          <p:nvPr/>
        </p:nvGrpSpPr>
        <p:grpSpPr>
          <a:xfrm>
            <a:off x="1189038" y="5268913"/>
            <a:ext cx="5473700" cy="457200"/>
            <a:chOff x="1291" y="1952"/>
            <a:chExt cx="3448" cy="288"/>
          </a:xfrm>
        </p:grpSpPr>
        <p:graphicFrame>
          <p:nvGraphicFramePr>
            <p:cNvPr id="210960" name="对象 632841"/>
            <p:cNvGraphicFramePr/>
            <p:nvPr/>
          </p:nvGraphicFramePr>
          <p:xfrm>
            <a:off x="4272" y="1968"/>
            <a:ext cx="184" cy="272"/>
          </p:xfrm>
          <a:graphic>
            <a:graphicData uri="http://schemas.openxmlformats.org/presentationml/2006/ole">
              <mc:AlternateContent xmlns:mc="http://schemas.openxmlformats.org/markup-compatibility/2006">
                <mc:Choice xmlns:v="urn:schemas-microsoft-com:vml" Requires="v">
                  <p:oleObj r:id="rId12" imgW="292100" imgH="431800" progId="Equation.DSMT4">
                    <p:embed/>
                  </p:oleObj>
                </mc:Choice>
                <mc:Fallback>
                  <p:oleObj r:id="rId12" imgW="292100" imgH="431800" progId="Equation.DSMT4">
                    <p:embed/>
                    <p:pic>
                      <p:nvPicPr>
                        <p:cNvPr id="0" name="图片 3720"/>
                        <p:cNvPicPr/>
                        <p:nvPr/>
                      </p:nvPicPr>
                      <p:blipFill>
                        <a:blip r:embed="rId13">
                          <a:lum bright="-100000"/>
                        </a:blip>
                        <a:stretch>
                          <a:fillRect/>
                        </a:stretch>
                      </p:blipFill>
                      <p:spPr>
                        <a:xfrm>
                          <a:off x="4272" y="1968"/>
                          <a:ext cx="184" cy="272"/>
                        </a:xfrm>
                        <a:prstGeom prst="rect">
                          <a:avLst/>
                        </a:prstGeom>
                        <a:noFill/>
                        <a:ln w="38100">
                          <a:noFill/>
                          <a:miter/>
                        </a:ln>
                      </p:spPr>
                    </p:pic>
                  </p:oleObj>
                </mc:Fallback>
              </mc:AlternateContent>
            </a:graphicData>
          </a:graphic>
        </p:graphicFrame>
        <p:sp>
          <p:nvSpPr>
            <p:cNvPr id="210961" name="文本框 632842"/>
            <p:cNvSpPr txBox="1"/>
            <p:nvPr/>
          </p:nvSpPr>
          <p:spPr>
            <a:xfrm>
              <a:off x="1291" y="1952"/>
              <a:ext cx="3448" cy="288"/>
            </a:xfrm>
            <a:prstGeom prst="rect">
              <a:avLst/>
            </a:prstGeom>
            <a:noFill/>
            <a:ln w="12700">
              <a:noFill/>
            </a:ln>
          </p:spPr>
          <p:txBody>
            <a:bodyPr anchor="t" anchorCtr="0">
              <a:spAutoFit/>
            </a:bodyPr>
            <a:lstStyle/>
            <a:p>
              <a:pPr algn="ctr">
                <a:spcBef>
                  <a:spcPct val="50000"/>
                </a:spcBef>
              </a:pPr>
              <a:r>
                <a:rPr lang="zh-CN" altLang="en-US" sz="2400" dirty="0">
                  <a:latin typeface="Times New Roman" panose="02020603050405020304" pitchFamily="2" charset="0"/>
                  <a:ea typeface="宋体" panose="02010600030101010101" pitchFamily="2" charset="-122"/>
                </a:rPr>
                <a:t>全极点系统：分子只有常数项</a:t>
              </a:r>
            </a:p>
          </p:txBody>
        </p:sp>
      </p:grpSp>
      <p:grpSp>
        <p:nvGrpSpPr>
          <p:cNvPr id="210962" name="组合 632843"/>
          <p:cNvGrpSpPr/>
          <p:nvPr/>
        </p:nvGrpSpPr>
        <p:grpSpPr>
          <a:xfrm>
            <a:off x="828675" y="5918200"/>
            <a:ext cx="6192838" cy="457200"/>
            <a:chOff x="1064" y="2241"/>
            <a:chExt cx="3901" cy="288"/>
          </a:xfrm>
        </p:grpSpPr>
        <p:graphicFrame>
          <p:nvGraphicFramePr>
            <p:cNvPr id="210963" name="对象 632844"/>
            <p:cNvGraphicFramePr/>
            <p:nvPr/>
          </p:nvGraphicFramePr>
          <p:xfrm>
            <a:off x="4272" y="2256"/>
            <a:ext cx="184" cy="272"/>
          </p:xfrm>
          <a:graphic>
            <a:graphicData uri="http://schemas.openxmlformats.org/presentationml/2006/ole">
              <mc:AlternateContent xmlns:mc="http://schemas.openxmlformats.org/markup-compatibility/2006">
                <mc:Choice xmlns:v="urn:schemas-microsoft-com:vml" Requires="v">
                  <p:oleObj r:id="rId12" imgW="292100" imgH="431800" progId="Equation.DSMT4">
                    <p:embed/>
                  </p:oleObj>
                </mc:Choice>
                <mc:Fallback>
                  <p:oleObj r:id="rId12" imgW="292100" imgH="431800" progId="Equation.DSMT4">
                    <p:embed/>
                    <p:pic>
                      <p:nvPicPr>
                        <p:cNvPr id="0" name="图片 3726"/>
                        <p:cNvPicPr/>
                        <p:nvPr/>
                      </p:nvPicPr>
                      <p:blipFill>
                        <a:blip r:embed="rId13">
                          <a:lum bright="-100000"/>
                        </a:blip>
                        <a:stretch>
                          <a:fillRect/>
                        </a:stretch>
                      </p:blipFill>
                      <p:spPr>
                        <a:xfrm>
                          <a:off x="4272" y="2256"/>
                          <a:ext cx="184" cy="272"/>
                        </a:xfrm>
                        <a:prstGeom prst="rect">
                          <a:avLst/>
                        </a:prstGeom>
                        <a:noFill/>
                        <a:ln w="38100">
                          <a:noFill/>
                          <a:miter/>
                        </a:ln>
                      </p:spPr>
                    </p:pic>
                  </p:oleObj>
                </mc:Fallback>
              </mc:AlternateContent>
            </a:graphicData>
          </a:graphic>
        </p:graphicFrame>
        <p:sp>
          <p:nvSpPr>
            <p:cNvPr id="210964" name="文本框 632845"/>
            <p:cNvSpPr txBox="1"/>
            <p:nvPr/>
          </p:nvSpPr>
          <p:spPr>
            <a:xfrm>
              <a:off x="1064" y="2241"/>
              <a:ext cx="3901" cy="288"/>
            </a:xfrm>
            <a:prstGeom prst="rect">
              <a:avLst/>
            </a:prstGeom>
            <a:noFill/>
            <a:ln w="12700">
              <a:noFill/>
            </a:ln>
          </p:spPr>
          <p:txBody>
            <a:bodyPr anchor="t" anchorCtr="0">
              <a:spAutoFit/>
            </a:bodyPr>
            <a:lstStyle/>
            <a:p>
              <a:pPr algn="ctr">
                <a:spcBef>
                  <a:spcPct val="50000"/>
                </a:spcBef>
              </a:pPr>
              <a:r>
                <a:rPr lang="zh-CN" altLang="en-US" sz="2400" dirty="0">
                  <a:latin typeface="Times New Roman" panose="02020603050405020304" pitchFamily="2" charset="0"/>
                  <a:ea typeface="宋体" panose="02010600030101010101" pitchFamily="2" charset="-122"/>
                </a:rPr>
                <a:t>零极点系统：分子不止常数项</a:t>
              </a:r>
            </a:p>
          </p:txBody>
        </p:sp>
      </p:grpSp>
      <p:sp>
        <p:nvSpPr>
          <p:cNvPr id="210965" name="文本框 3"/>
          <p:cNvSpPr txBox="1"/>
          <p:nvPr/>
        </p:nvSpPr>
        <p:spPr>
          <a:xfrm>
            <a:off x="6313488" y="4391025"/>
            <a:ext cx="1465262" cy="708025"/>
          </a:xfrm>
          <a:prstGeom prst="rect">
            <a:avLst/>
          </a:prstGeom>
          <a:noFill/>
          <a:ln w="9525">
            <a:noFill/>
          </a:ln>
        </p:spPr>
        <p:txBody>
          <a:bodyPr wrap="square" anchor="t" anchorCtr="0">
            <a:spAutoFit/>
          </a:bodyPr>
          <a:lstStyle/>
          <a:p>
            <a:r>
              <a:rPr lang="zh-CN" altLang="en-US" sz="2000" dirty="0">
                <a:latin typeface="Times New Roman" panose="02020603050405020304" pitchFamily="2" charset="0"/>
                <a:ea typeface="宋体" panose="02010600030101010101" pitchFamily="2" charset="-122"/>
              </a:rPr>
              <a:t>自回归系统，AR系统</a:t>
            </a:r>
          </a:p>
        </p:txBody>
      </p:sp>
      <p:sp>
        <p:nvSpPr>
          <p:cNvPr id="5" name="矩形标注 4"/>
          <p:cNvSpPr/>
          <p:nvPr/>
        </p:nvSpPr>
        <p:spPr>
          <a:xfrm>
            <a:off x="6313488" y="4391025"/>
            <a:ext cx="1430338" cy="754063"/>
          </a:xfrm>
          <a:prstGeom prst="wedgeRectCallout">
            <a:avLst>
              <a:gd name="adj1" fmla="val -54840"/>
              <a:gd name="adj2" fmla="val 92171"/>
            </a:avLst>
          </a:prstGeom>
          <a:noFill/>
          <a:ln>
            <a:solidFill>
              <a:srgbClr val="C00000"/>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endParaRPr lang="zh-CN" altLang="en-US" strike="noStrike" noProof="1"/>
          </a:p>
        </p:txBody>
      </p:sp>
      <p:sp>
        <p:nvSpPr>
          <p:cNvPr id="6" name="矩形标注 5"/>
          <p:cNvSpPr/>
          <p:nvPr/>
        </p:nvSpPr>
        <p:spPr>
          <a:xfrm>
            <a:off x="6799263" y="5522913"/>
            <a:ext cx="2139950" cy="754063"/>
          </a:xfrm>
          <a:prstGeom prst="wedgeRectCallout">
            <a:avLst>
              <a:gd name="adj1" fmla="val -78774"/>
              <a:gd name="adj2" fmla="val 29377"/>
            </a:avLst>
          </a:prstGeom>
          <a:noFill/>
          <a:ln>
            <a:solidFill>
              <a:srgbClr val="C00000"/>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endParaRPr lang="zh-CN" altLang="en-US" strike="noStrike" noProof="1"/>
          </a:p>
        </p:txBody>
      </p:sp>
      <p:sp>
        <p:nvSpPr>
          <p:cNvPr id="210968" name="文本框 6"/>
          <p:cNvSpPr txBox="1"/>
          <p:nvPr/>
        </p:nvSpPr>
        <p:spPr>
          <a:xfrm>
            <a:off x="6734175" y="5522913"/>
            <a:ext cx="2368550" cy="706437"/>
          </a:xfrm>
          <a:prstGeom prst="rect">
            <a:avLst/>
          </a:prstGeom>
          <a:noFill/>
          <a:ln w="9525">
            <a:noFill/>
          </a:ln>
        </p:spPr>
        <p:txBody>
          <a:bodyPr wrap="square" anchor="t" anchorCtr="0">
            <a:spAutoFit/>
          </a:bodyPr>
          <a:lstStyle/>
          <a:p>
            <a:r>
              <a:rPr lang="zh-CN" altLang="en-US" sz="2000" dirty="0">
                <a:latin typeface="Times New Roman" panose="02020603050405020304" pitchFamily="2" charset="0"/>
                <a:ea typeface="宋体" panose="02010600030101010101" pitchFamily="2" charset="-122"/>
              </a:rPr>
              <a:t>自回归滑动平均系统，ARMA系统</a:t>
            </a:r>
          </a:p>
        </p:txBody>
      </p:sp>
    </p:spTree>
  </p:cSld>
  <p:clrMapOvr>
    <a:masterClrMapping/>
  </p:clrMapOvr>
  <p:transition/>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1969" name="文本框 108548"/>
          <p:cNvSpPr txBox="1"/>
          <p:nvPr/>
        </p:nvSpPr>
        <p:spPr>
          <a:xfrm>
            <a:off x="868363" y="4840288"/>
            <a:ext cx="3079750" cy="460375"/>
          </a:xfrm>
          <a:prstGeom prst="rect">
            <a:avLst/>
          </a:prstGeom>
          <a:noFill/>
          <a:ln w="9525">
            <a:noFill/>
          </a:ln>
        </p:spPr>
        <p:txBody>
          <a:bodyPr wrap="square" anchor="t" anchorCtr="0">
            <a:spAutoFit/>
          </a:bodyPr>
          <a:lstStyle/>
          <a:p>
            <a:pPr>
              <a:spcBef>
                <a:spcPct val="50000"/>
              </a:spcBef>
            </a:pPr>
            <a:r>
              <a:rPr lang="zh-CN" altLang="en-US" sz="2400" dirty="0">
                <a:latin typeface="Times New Roman" panose="02020603050405020304" pitchFamily="2" charset="0"/>
                <a:ea typeface="宋体" panose="02010600030101010101" pitchFamily="2" charset="-122"/>
              </a:rPr>
              <a:t>IIR系统：至少有一个</a:t>
            </a:r>
          </a:p>
        </p:txBody>
      </p:sp>
      <p:sp>
        <p:nvSpPr>
          <p:cNvPr id="211970" name="文本框 108549"/>
          <p:cNvSpPr txBox="1"/>
          <p:nvPr/>
        </p:nvSpPr>
        <p:spPr>
          <a:xfrm>
            <a:off x="2195513" y="5532438"/>
            <a:ext cx="5099050" cy="460375"/>
          </a:xfrm>
          <a:prstGeom prst="rect">
            <a:avLst/>
          </a:prstGeom>
          <a:noFill/>
          <a:ln w="9525">
            <a:noFill/>
          </a:ln>
        </p:spPr>
        <p:txBody>
          <a:bodyPr wrap="square" anchor="t" anchorCtr="0">
            <a:spAutoFit/>
          </a:bodyPr>
          <a:lstStyle/>
          <a:p>
            <a:pPr>
              <a:spcBef>
                <a:spcPct val="50000"/>
              </a:spcBef>
            </a:pPr>
            <a:r>
              <a:rPr lang="zh-CN" altLang="en-US" sz="2400" dirty="0">
                <a:latin typeface="Times New Roman" panose="02020603050405020304" pitchFamily="2" charset="0"/>
                <a:ea typeface="宋体" panose="02010600030101010101" pitchFamily="2" charset="-122"/>
              </a:rPr>
              <a:t>有反馈环路，采用</a:t>
            </a:r>
            <a:r>
              <a:rPr lang="zh-CN" altLang="en-US" sz="2400">
                <a:solidFill>
                  <a:srgbClr val="C00000"/>
                </a:solidFill>
                <a:latin typeface="Times New Roman" panose="02020603050405020304" pitchFamily="2" charset="0"/>
                <a:ea typeface="宋体" panose="02010600030101010101" pitchFamily="2" charset="-122"/>
              </a:rPr>
              <a:t>递归型</a:t>
            </a:r>
            <a:r>
              <a:rPr lang="zh-CN" altLang="en-US" sz="2400" dirty="0">
                <a:latin typeface="Times New Roman" panose="02020603050405020304" pitchFamily="2" charset="0"/>
                <a:ea typeface="宋体" panose="02010600030101010101" pitchFamily="2" charset="-122"/>
              </a:rPr>
              <a:t>结构</a:t>
            </a:r>
          </a:p>
        </p:txBody>
      </p:sp>
      <p:sp>
        <p:nvSpPr>
          <p:cNvPr id="211971" name="文本框 108552"/>
          <p:cNvSpPr txBox="1"/>
          <p:nvPr/>
        </p:nvSpPr>
        <p:spPr>
          <a:xfrm>
            <a:off x="860425" y="2397125"/>
            <a:ext cx="3362325" cy="460375"/>
          </a:xfrm>
          <a:prstGeom prst="rect">
            <a:avLst/>
          </a:prstGeom>
          <a:noFill/>
          <a:ln w="9525">
            <a:noFill/>
          </a:ln>
        </p:spPr>
        <p:txBody>
          <a:bodyPr wrap="square" anchor="t" anchorCtr="0">
            <a:spAutoFit/>
          </a:bodyPr>
          <a:lstStyle/>
          <a:p>
            <a:pPr>
              <a:spcBef>
                <a:spcPct val="50000"/>
              </a:spcBef>
            </a:pPr>
            <a:r>
              <a:rPr lang="zh-CN" altLang="en-US" sz="2400" dirty="0">
                <a:latin typeface="Times New Roman" panose="02020603050405020304" pitchFamily="2" charset="0"/>
                <a:ea typeface="宋体" panose="02010600030101010101" pitchFamily="2" charset="-122"/>
              </a:rPr>
              <a:t>FIR系统：全部</a:t>
            </a:r>
          </a:p>
        </p:txBody>
      </p:sp>
      <p:sp>
        <p:nvSpPr>
          <p:cNvPr id="211972" name="文本框 108553"/>
          <p:cNvSpPr txBox="1"/>
          <p:nvPr/>
        </p:nvSpPr>
        <p:spPr>
          <a:xfrm>
            <a:off x="2274888" y="3127375"/>
            <a:ext cx="4938712" cy="460375"/>
          </a:xfrm>
          <a:prstGeom prst="rect">
            <a:avLst/>
          </a:prstGeom>
          <a:noFill/>
          <a:ln w="9525">
            <a:noFill/>
          </a:ln>
        </p:spPr>
        <p:txBody>
          <a:bodyPr wrap="square" anchor="t" anchorCtr="0">
            <a:spAutoFit/>
          </a:bodyPr>
          <a:lstStyle/>
          <a:p>
            <a:pPr>
              <a:spcBef>
                <a:spcPct val="50000"/>
              </a:spcBef>
            </a:pPr>
            <a:r>
              <a:rPr lang="zh-CN" altLang="en-US" sz="2400" dirty="0">
                <a:latin typeface="Times New Roman" panose="02020603050405020304" pitchFamily="2" charset="0"/>
                <a:ea typeface="宋体" panose="02010600030101010101" pitchFamily="2" charset="-122"/>
              </a:rPr>
              <a:t>无反馈环路，多采用</a:t>
            </a:r>
            <a:r>
              <a:rPr lang="zh-CN" altLang="en-US" sz="2400">
                <a:solidFill>
                  <a:srgbClr val="C00000"/>
                </a:solidFill>
                <a:latin typeface="Times New Roman" panose="02020603050405020304" pitchFamily="2" charset="0"/>
                <a:ea typeface="宋体" panose="02010600030101010101" pitchFamily="2" charset="-122"/>
              </a:rPr>
              <a:t>非递归型</a:t>
            </a:r>
            <a:r>
              <a:rPr lang="zh-CN" altLang="en-US" sz="2400" dirty="0">
                <a:latin typeface="Times New Roman" panose="02020603050405020304" pitchFamily="2" charset="0"/>
                <a:ea typeface="宋体" panose="02010600030101010101" pitchFamily="2" charset="-122"/>
              </a:rPr>
              <a:t>结构</a:t>
            </a:r>
          </a:p>
        </p:txBody>
      </p:sp>
      <p:graphicFrame>
        <p:nvGraphicFramePr>
          <p:cNvPr id="211973" name="对象 171013"/>
          <p:cNvGraphicFramePr>
            <a:graphicFrameLocks noChangeAspect="1"/>
          </p:cNvGraphicFramePr>
          <p:nvPr/>
        </p:nvGraphicFramePr>
        <p:xfrm>
          <a:off x="1333500" y="1044575"/>
          <a:ext cx="5730875" cy="1009650"/>
        </p:xfrm>
        <a:graphic>
          <a:graphicData uri="http://schemas.openxmlformats.org/presentationml/2006/ole">
            <mc:AlternateContent xmlns:mc="http://schemas.openxmlformats.org/markup-compatibility/2006">
              <mc:Choice xmlns:v="urn:schemas-microsoft-com:vml" Requires="v">
                <p:oleObj r:id="rId2" imgW="2451100" imgH="431800" progId="Equation.3">
                  <p:embed/>
                </p:oleObj>
              </mc:Choice>
              <mc:Fallback>
                <p:oleObj r:id="rId2" imgW="2451100" imgH="431800" progId="Equation.3">
                  <p:embed/>
                  <p:pic>
                    <p:nvPicPr>
                      <p:cNvPr id="0" name="图片 3723"/>
                      <p:cNvPicPr/>
                      <p:nvPr/>
                    </p:nvPicPr>
                    <p:blipFill>
                      <a:blip r:embed="rId3"/>
                      <a:stretch>
                        <a:fillRect/>
                      </a:stretch>
                    </p:blipFill>
                    <p:spPr>
                      <a:xfrm>
                        <a:off x="1333500" y="1044575"/>
                        <a:ext cx="5730875" cy="1009650"/>
                      </a:xfrm>
                      <a:prstGeom prst="rect">
                        <a:avLst/>
                      </a:prstGeom>
                      <a:noFill/>
                      <a:ln w="38100">
                        <a:noFill/>
                        <a:miter/>
                      </a:ln>
                    </p:spPr>
                  </p:pic>
                </p:oleObj>
              </mc:Fallback>
            </mc:AlternateContent>
          </a:graphicData>
        </a:graphic>
      </p:graphicFrame>
      <p:sp>
        <p:nvSpPr>
          <p:cNvPr id="211974" name="文本框 1"/>
          <p:cNvSpPr txBox="1"/>
          <p:nvPr/>
        </p:nvSpPr>
        <p:spPr>
          <a:xfrm>
            <a:off x="741363" y="373063"/>
            <a:ext cx="6227762" cy="522287"/>
          </a:xfrm>
          <a:prstGeom prst="rect">
            <a:avLst/>
          </a:prstGeom>
          <a:noFill/>
          <a:ln w="9525">
            <a:noFill/>
          </a:ln>
        </p:spPr>
        <p:txBody>
          <a:bodyPr wrap="none" anchor="t" anchorCtr="0">
            <a:spAutoFit/>
          </a:bodyPr>
          <a:lstStyle/>
          <a:p>
            <a:r>
              <a:rPr lang="zh-CN" altLang="en-US" sz="2800">
                <a:solidFill>
                  <a:srgbClr val="C00000"/>
                </a:solidFill>
                <a:latin typeface="Times New Roman" panose="02020603050405020304" pitchFamily="2" charset="0"/>
                <a:ea typeface="宋体" panose="02010600030101010101" pitchFamily="2" charset="-122"/>
                <a:sym typeface="Arial" panose="020B0604020202020204" pitchFamily="34" charset="0"/>
              </a:rPr>
              <a:t>从结构类型来看，其差分方程表达式：</a:t>
            </a:r>
            <a:endParaRPr lang="zh-CN" altLang="en-US" sz="2800">
              <a:solidFill>
                <a:srgbClr val="C00000"/>
              </a:solidFill>
              <a:latin typeface="Times New Roman" panose="02020603050405020304" pitchFamily="2" charset="0"/>
              <a:ea typeface="宋体" panose="02010600030101010101" pitchFamily="2" charset="-122"/>
            </a:endParaRPr>
          </a:p>
        </p:txBody>
      </p:sp>
      <p:graphicFrame>
        <p:nvGraphicFramePr>
          <p:cNvPr id="211975" name="对象 632838"/>
          <p:cNvGraphicFramePr/>
          <p:nvPr/>
        </p:nvGraphicFramePr>
        <p:xfrm>
          <a:off x="3048000" y="2397125"/>
          <a:ext cx="747713" cy="431800"/>
        </p:xfrm>
        <a:graphic>
          <a:graphicData uri="http://schemas.openxmlformats.org/presentationml/2006/ole">
            <mc:AlternateContent xmlns:mc="http://schemas.openxmlformats.org/markup-compatibility/2006">
              <mc:Choice xmlns:v="urn:schemas-microsoft-com:vml" Requires="v">
                <p:oleObj r:id="rId4" imgW="888365" imgH="431800" progId="Equation.DSMT4">
                  <p:embed/>
                </p:oleObj>
              </mc:Choice>
              <mc:Fallback>
                <p:oleObj r:id="rId4" imgW="888365" imgH="431800" progId="Equation.DSMT4">
                  <p:embed/>
                  <p:pic>
                    <p:nvPicPr>
                      <p:cNvPr id="0" name="图片 3728"/>
                      <p:cNvPicPr/>
                      <p:nvPr/>
                    </p:nvPicPr>
                    <p:blipFill>
                      <a:blip r:embed="rId5">
                        <a:lum bright="-100000"/>
                      </a:blip>
                      <a:stretch>
                        <a:fillRect/>
                      </a:stretch>
                    </p:blipFill>
                    <p:spPr>
                      <a:xfrm>
                        <a:off x="3048000" y="2397125"/>
                        <a:ext cx="747713" cy="431800"/>
                      </a:xfrm>
                      <a:prstGeom prst="rect">
                        <a:avLst/>
                      </a:prstGeom>
                      <a:noFill/>
                      <a:ln w="38100">
                        <a:noFill/>
                        <a:miter/>
                      </a:ln>
                    </p:spPr>
                  </p:pic>
                </p:oleObj>
              </mc:Fallback>
            </mc:AlternateContent>
          </a:graphicData>
        </a:graphic>
      </p:graphicFrame>
      <p:graphicFrame>
        <p:nvGraphicFramePr>
          <p:cNvPr id="211976" name="对象 632835"/>
          <p:cNvGraphicFramePr/>
          <p:nvPr/>
        </p:nvGraphicFramePr>
        <p:xfrm>
          <a:off x="3876675" y="4868863"/>
          <a:ext cx="889000" cy="431800"/>
        </p:xfrm>
        <a:graphic>
          <a:graphicData uri="http://schemas.openxmlformats.org/presentationml/2006/ole">
            <mc:AlternateContent xmlns:mc="http://schemas.openxmlformats.org/markup-compatibility/2006">
              <mc:Choice xmlns:v="urn:schemas-microsoft-com:vml" Requires="v">
                <p:oleObj r:id="rId6" imgW="888365" imgH="431800" progId="Equation.DSMT4">
                  <p:embed/>
                </p:oleObj>
              </mc:Choice>
              <mc:Fallback>
                <p:oleObj r:id="rId6" imgW="888365" imgH="431800" progId="Equation.DSMT4">
                  <p:embed/>
                  <p:pic>
                    <p:nvPicPr>
                      <p:cNvPr id="0" name="图片 3882"/>
                      <p:cNvPicPr/>
                      <p:nvPr/>
                    </p:nvPicPr>
                    <p:blipFill>
                      <a:blip r:embed="rId7">
                        <a:lum bright="-100000"/>
                      </a:blip>
                      <a:stretch>
                        <a:fillRect/>
                      </a:stretch>
                    </p:blipFill>
                    <p:spPr>
                      <a:xfrm>
                        <a:off x="3876675" y="4868863"/>
                        <a:ext cx="889000" cy="431800"/>
                      </a:xfrm>
                      <a:prstGeom prst="rect">
                        <a:avLst/>
                      </a:prstGeom>
                      <a:noFill/>
                      <a:ln w="38100">
                        <a:noFill/>
                        <a:miter/>
                      </a:ln>
                    </p:spPr>
                  </p:pic>
                </p:oleObj>
              </mc:Fallback>
            </mc:AlternateContent>
          </a:graphicData>
        </a:graphic>
      </p:graphicFrame>
      <p:graphicFrame>
        <p:nvGraphicFramePr>
          <p:cNvPr id="211977" name="对象 204806"/>
          <p:cNvGraphicFramePr>
            <a:graphicFrameLocks noChangeAspect="1"/>
          </p:cNvGraphicFramePr>
          <p:nvPr/>
        </p:nvGraphicFramePr>
        <p:xfrm>
          <a:off x="4065588" y="2073275"/>
          <a:ext cx="3806825" cy="1079500"/>
        </p:xfrm>
        <a:graphic>
          <a:graphicData uri="http://schemas.openxmlformats.org/presentationml/2006/ole">
            <mc:AlternateContent xmlns:mc="http://schemas.openxmlformats.org/markup-compatibility/2006">
              <mc:Choice xmlns:v="urn:schemas-microsoft-com:vml" Requires="v">
                <p:oleObj r:id="rId8" imgW="1524000" imgH="431800" progId="Equation.3">
                  <p:embed/>
                </p:oleObj>
              </mc:Choice>
              <mc:Fallback>
                <p:oleObj r:id="rId8" imgW="1524000" imgH="431800" progId="Equation.3">
                  <p:embed/>
                  <p:pic>
                    <p:nvPicPr>
                      <p:cNvPr id="0" name="图片 3877"/>
                      <p:cNvPicPr/>
                      <p:nvPr/>
                    </p:nvPicPr>
                    <p:blipFill>
                      <a:blip r:embed="rId9"/>
                      <a:stretch>
                        <a:fillRect/>
                      </a:stretch>
                    </p:blipFill>
                    <p:spPr>
                      <a:xfrm>
                        <a:off x="4065588" y="2073275"/>
                        <a:ext cx="3806825" cy="1079500"/>
                      </a:xfrm>
                      <a:prstGeom prst="rect">
                        <a:avLst/>
                      </a:prstGeom>
                      <a:noFill/>
                      <a:ln w="38100">
                        <a:noFill/>
                        <a:miter/>
                      </a:ln>
                    </p:spPr>
                  </p:pic>
                </p:oleObj>
              </mc:Fallback>
            </mc:AlternateContent>
          </a:graphicData>
        </a:graphic>
      </p:graphicFrame>
      <p:sp>
        <p:nvSpPr>
          <p:cNvPr id="211978" name="文本框 2"/>
          <p:cNvSpPr txBox="1"/>
          <p:nvPr/>
        </p:nvSpPr>
        <p:spPr>
          <a:xfrm>
            <a:off x="868363" y="3727450"/>
            <a:ext cx="7585075" cy="830263"/>
          </a:xfrm>
          <a:prstGeom prst="rect">
            <a:avLst/>
          </a:prstGeom>
          <a:noFill/>
          <a:ln w="9525">
            <a:noFill/>
          </a:ln>
        </p:spPr>
        <p:txBody>
          <a:bodyPr wrap="square" anchor="t" anchorCtr="0">
            <a:spAutoFit/>
          </a:bodyPr>
          <a:lstStyle/>
          <a:p>
            <a:pPr algn="just"/>
            <a:r>
              <a:rPr lang="zh-CN" altLang="en-US" sz="2400" dirty="0">
                <a:latin typeface="Times New Roman" panose="02020603050405020304" pitchFamily="2" charset="0"/>
                <a:ea typeface="宋体" panose="02010600030101010101" pitchFamily="2" charset="-122"/>
                <a:sym typeface="Arial" panose="020B0604020202020204" pitchFamily="34" charset="0"/>
              </a:rPr>
              <a:t>FIR系统由于h(n)为有限长，系统内部不存在对输出结果的反馈，因此，FIR系统总是稳定的。</a:t>
            </a:r>
            <a:endParaRPr lang="zh-CN" altLang="en-US" sz="2400" dirty="0">
              <a:latin typeface="Times New Roman" panose="02020603050405020304" pitchFamily="2" charset="0"/>
              <a:ea typeface="宋体" panose="02010600030101010101" pitchFamily="2" charset="-122"/>
            </a:endParaRPr>
          </a:p>
        </p:txBody>
      </p:sp>
      <p:sp>
        <p:nvSpPr>
          <p:cNvPr id="211979" name="文本框 3"/>
          <p:cNvSpPr txBox="1"/>
          <p:nvPr/>
        </p:nvSpPr>
        <p:spPr>
          <a:xfrm>
            <a:off x="917575" y="6115050"/>
            <a:ext cx="6448425" cy="460375"/>
          </a:xfrm>
          <a:prstGeom prst="rect">
            <a:avLst/>
          </a:prstGeom>
          <a:noFill/>
          <a:ln w="9525">
            <a:noFill/>
          </a:ln>
        </p:spPr>
        <p:txBody>
          <a:bodyPr wrap="none" anchor="t" anchorCtr="0">
            <a:spAutoFit/>
          </a:bodyPr>
          <a:lstStyle/>
          <a:p>
            <a:pPr algn="just"/>
            <a:r>
              <a:rPr lang="zh-CN" altLang="en-US" sz="2400" dirty="0">
                <a:latin typeface="Times New Roman" panose="02020603050405020304" pitchFamily="2" charset="0"/>
                <a:ea typeface="宋体" panose="02010600030101010101" pitchFamily="2" charset="-122"/>
                <a:sym typeface="Arial" panose="020B0604020202020204" pitchFamily="34" charset="0"/>
              </a:rPr>
              <a:t>IIR系统h(n)无限长，FIR系统存在稳定性问题。</a:t>
            </a:r>
            <a:endParaRPr lang="zh-CN" altLang="en-US" sz="2400" dirty="0">
              <a:latin typeface="Times New Roman" panose="02020603050405020304" pitchFamily="2" charset="0"/>
              <a:ea typeface="宋体" panose="02010600030101010101" pitchFamily="2" charset="-122"/>
            </a:endParaRPr>
          </a:p>
        </p:txBody>
      </p:sp>
    </p:spTree>
  </p:cSld>
  <p:clrMapOvr>
    <a:masterClrMapping/>
  </p:clrMapOvr>
  <p:transition/>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12993" name="对象 629762"/>
          <p:cNvGraphicFramePr/>
          <p:nvPr/>
        </p:nvGraphicFramePr>
        <p:xfrm>
          <a:off x="898525" y="477838"/>
          <a:ext cx="6384925" cy="1362075"/>
        </p:xfrm>
        <a:graphic>
          <a:graphicData uri="http://schemas.openxmlformats.org/presentationml/2006/ole">
            <mc:AlternateContent xmlns:mc="http://schemas.openxmlformats.org/markup-compatibility/2006">
              <mc:Choice xmlns:v="urn:schemas-microsoft-com:vml" Requires="v">
                <p:oleObj r:id="rId3" imgW="7200900" imgH="1536700" progId="Equation.DSMT4">
                  <p:embed/>
                </p:oleObj>
              </mc:Choice>
              <mc:Fallback>
                <p:oleObj r:id="rId3" imgW="7200900" imgH="1536700" progId="Equation.DSMT4">
                  <p:embed/>
                  <p:pic>
                    <p:nvPicPr>
                      <p:cNvPr id="0" name="图片 3883"/>
                      <p:cNvPicPr/>
                      <p:nvPr/>
                    </p:nvPicPr>
                    <p:blipFill>
                      <a:blip r:embed="rId4">
                        <a:lum bright="-100000"/>
                      </a:blip>
                      <a:stretch>
                        <a:fillRect/>
                      </a:stretch>
                    </p:blipFill>
                    <p:spPr>
                      <a:xfrm>
                        <a:off x="898525" y="477838"/>
                        <a:ext cx="6384925" cy="1362075"/>
                      </a:xfrm>
                      <a:prstGeom prst="rect">
                        <a:avLst/>
                      </a:prstGeom>
                      <a:noFill/>
                      <a:ln w="38100">
                        <a:noFill/>
                        <a:miter/>
                      </a:ln>
                    </p:spPr>
                  </p:pic>
                </p:oleObj>
              </mc:Fallback>
            </mc:AlternateContent>
          </a:graphicData>
        </a:graphic>
      </p:graphicFrame>
      <p:graphicFrame>
        <p:nvGraphicFramePr>
          <p:cNvPr id="212994" name="对象 629763"/>
          <p:cNvGraphicFramePr/>
          <p:nvPr/>
        </p:nvGraphicFramePr>
        <p:xfrm>
          <a:off x="1403350" y="2133600"/>
          <a:ext cx="4627563" cy="1270000"/>
        </p:xfrm>
        <a:graphic>
          <a:graphicData uri="http://schemas.openxmlformats.org/presentationml/2006/ole">
            <mc:AlternateContent xmlns:mc="http://schemas.openxmlformats.org/markup-compatibility/2006">
              <mc:Choice xmlns:v="urn:schemas-microsoft-com:vml" Requires="v">
                <p:oleObj r:id="rId5" imgW="5359400" imgH="1473200" progId="Equation.DSMT4">
                  <p:embed/>
                </p:oleObj>
              </mc:Choice>
              <mc:Fallback>
                <p:oleObj r:id="rId5" imgW="5359400" imgH="1473200" progId="Equation.DSMT4">
                  <p:embed/>
                  <p:pic>
                    <p:nvPicPr>
                      <p:cNvPr id="0" name="图片 3878"/>
                      <p:cNvPicPr/>
                      <p:nvPr/>
                    </p:nvPicPr>
                    <p:blipFill>
                      <a:blip r:embed="rId6">
                        <a:lum bright="-100000"/>
                      </a:blip>
                      <a:stretch>
                        <a:fillRect/>
                      </a:stretch>
                    </p:blipFill>
                    <p:spPr>
                      <a:xfrm>
                        <a:off x="1403350" y="2133600"/>
                        <a:ext cx="4627563" cy="1270000"/>
                      </a:xfrm>
                      <a:prstGeom prst="rect">
                        <a:avLst/>
                      </a:prstGeom>
                      <a:noFill/>
                      <a:ln w="38100">
                        <a:noFill/>
                        <a:miter/>
                      </a:ln>
                    </p:spPr>
                  </p:pic>
                </p:oleObj>
              </mc:Fallback>
            </mc:AlternateContent>
          </a:graphicData>
        </a:graphic>
      </p:graphicFrame>
      <p:graphicFrame>
        <p:nvGraphicFramePr>
          <p:cNvPr id="212995" name="对象 629764"/>
          <p:cNvGraphicFramePr/>
          <p:nvPr/>
        </p:nvGraphicFramePr>
        <p:xfrm>
          <a:off x="1547813" y="4005263"/>
          <a:ext cx="6078537" cy="825500"/>
        </p:xfrm>
        <a:graphic>
          <a:graphicData uri="http://schemas.openxmlformats.org/presentationml/2006/ole">
            <mc:AlternateContent xmlns:mc="http://schemas.openxmlformats.org/markup-compatibility/2006">
              <mc:Choice xmlns:v="urn:schemas-microsoft-com:vml" Requires="v">
                <p:oleObj r:id="rId7" imgW="6626225" imgH="901065" progId="Equation.DSMT4">
                  <p:embed/>
                </p:oleObj>
              </mc:Choice>
              <mc:Fallback>
                <p:oleObj r:id="rId7" imgW="6626225" imgH="901065" progId="Equation.DSMT4">
                  <p:embed/>
                  <p:pic>
                    <p:nvPicPr>
                      <p:cNvPr id="0" name="图片 3879"/>
                      <p:cNvPicPr/>
                      <p:nvPr/>
                    </p:nvPicPr>
                    <p:blipFill>
                      <a:blip r:embed="rId8">
                        <a:lum bright="-100000"/>
                      </a:blip>
                      <a:stretch>
                        <a:fillRect/>
                      </a:stretch>
                    </p:blipFill>
                    <p:spPr>
                      <a:xfrm>
                        <a:off x="1547813" y="4005263"/>
                        <a:ext cx="6078537" cy="825500"/>
                      </a:xfrm>
                      <a:prstGeom prst="rect">
                        <a:avLst/>
                      </a:prstGeom>
                      <a:noFill/>
                      <a:ln w="38100">
                        <a:noFill/>
                        <a:miter/>
                      </a:ln>
                    </p:spPr>
                  </p:pic>
                </p:oleObj>
              </mc:Fallback>
            </mc:AlternateContent>
          </a:graphicData>
        </a:graphic>
      </p:graphicFrame>
      <p:graphicFrame>
        <p:nvGraphicFramePr>
          <p:cNvPr id="212996" name="内容占位符 629761"/>
          <p:cNvGraphicFramePr>
            <a:graphicFrameLocks noGrp="1"/>
          </p:cNvGraphicFramePr>
          <p:nvPr/>
        </p:nvGraphicFramePr>
        <p:xfrm>
          <a:off x="2035175" y="3546475"/>
          <a:ext cx="2354263" cy="395288"/>
        </p:xfrm>
        <a:graphic>
          <a:graphicData uri="http://schemas.openxmlformats.org/presentationml/2006/ole">
            <mc:AlternateContent xmlns:mc="http://schemas.openxmlformats.org/markup-compatibility/2006">
              <mc:Choice xmlns:v="urn:schemas-microsoft-com:vml" Requires="v">
                <p:oleObj r:id="rId9" imgW="2222500" imgH="457200" progId="Equation.DSMT4">
                  <p:embed/>
                </p:oleObj>
              </mc:Choice>
              <mc:Fallback>
                <p:oleObj r:id="rId9" imgW="2222500" imgH="457200" progId="Equation.DSMT4">
                  <p:embed/>
                  <p:pic>
                    <p:nvPicPr>
                      <p:cNvPr id="0" name="图片 3884"/>
                      <p:cNvPicPr/>
                      <p:nvPr/>
                    </p:nvPicPr>
                    <p:blipFill>
                      <a:blip r:embed="rId10">
                        <a:lum bright="-100000"/>
                      </a:blip>
                      <a:stretch>
                        <a:fillRect/>
                      </a:stretch>
                    </p:blipFill>
                    <p:spPr>
                      <a:xfrm>
                        <a:off x="2035175" y="3546475"/>
                        <a:ext cx="2354263" cy="395288"/>
                      </a:xfrm>
                      <a:prstGeom prst="rect">
                        <a:avLst/>
                      </a:prstGeom>
                      <a:noFill/>
                      <a:ln w="38100">
                        <a:noFill/>
                        <a:miter/>
                      </a:ln>
                    </p:spPr>
                  </p:pic>
                </p:oleObj>
              </mc:Fallback>
            </mc:AlternateContent>
          </a:graphicData>
        </a:graphic>
      </p:graphicFrame>
      <p:graphicFrame>
        <p:nvGraphicFramePr>
          <p:cNvPr id="212997" name="内容占位符 629765"/>
          <p:cNvGraphicFramePr>
            <a:graphicFrameLocks noGrp="1"/>
          </p:cNvGraphicFramePr>
          <p:nvPr/>
        </p:nvGraphicFramePr>
        <p:xfrm>
          <a:off x="1354138" y="4976813"/>
          <a:ext cx="6048375" cy="1409700"/>
        </p:xfrm>
        <a:graphic>
          <a:graphicData uri="http://schemas.openxmlformats.org/presentationml/2006/ole">
            <mc:AlternateContent xmlns:mc="http://schemas.openxmlformats.org/markup-compatibility/2006">
              <mc:Choice xmlns:v="urn:schemas-microsoft-com:vml" Requires="v">
                <p:oleObj r:id="rId11" imgW="6540500" imgH="1524000" progId="Equation.DSMT4">
                  <p:embed/>
                </p:oleObj>
              </mc:Choice>
              <mc:Fallback>
                <p:oleObj r:id="rId11" imgW="6540500" imgH="1524000" progId="Equation.DSMT4">
                  <p:embed/>
                  <p:pic>
                    <p:nvPicPr>
                      <p:cNvPr id="0" name="图片 3880"/>
                      <p:cNvPicPr/>
                      <p:nvPr/>
                    </p:nvPicPr>
                    <p:blipFill>
                      <a:blip r:embed="rId12">
                        <a:lum bright="-100000"/>
                      </a:blip>
                      <a:stretch>
                        <a:fillRect/>
                      </a:stretch>
                    </p:blipFill>
                    <p:spPr>
                      <a:xfrm>
                        <a:off x="1354138" y="4976813"/>
                        <a:ext cx="6048375" cy="1409700"/>
                      </a:xfrm>
                      <a:prstGeom prst="rect">
                        <a:avLst/>
                      </a:prstGeom>
                      <a:noFill/>
                      <a:ln w="38100">
                        <a:noFill/>
                        <a:miter/>
                      </a:ln>
                    </p:spPr>
                  </p:pic>
                </p:oleObj>
              </mc:Fallback>
            </mc:AlternateContent>
          </a:graphicData>
        </a:graphic>
      </p:graphicFrame>
    </p:spTree>
  </p:cSld>
  <p:clrMapOvr>
    <a:masterClrMapping/>
  </p:clrMapOvr>
  <p:transition spd="med">
    <p:cover dir="d"/>
    <p:sndAc>
      <p:stSnd>
        <p:snd r:embed="rId2" name="chimes.wav"/>
      </p:stSnd>
    </p:sndAc>
  </p:transition>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4017" name="图片 630785" descr="2-20"/>
          <p:cNvPicPr>
            <a:picLocks noChangeAspect="1"/>
          </p:cNvPicPr>
          <p:nvPr/>
        </p:nvPicPr>
        <p:blipFill>
          <a:blip r:embed="rId3">
            <a:lum bright="-100000"/>
          </a:blip>
          <a:stretch>
            <a:fillRect/>
          </a:stretch>
        </p:blipFill>
        <p:spPr>
          <a:xfrm>
            <a:off x="1139825" y="623888"/>
            <a:ext cx="6672263" cy="5757862"/>
          </a:xfrm>
          <a:prstGeom prst="rect">
            <a:avLst/>
          </a:prstGeom>
          <a:noFill/>
          <a:ln w="9525">
            <a:noFill/>
          </a:ln>
        </p:spPr>
      </p:pic>
    </p:spTree>
  </p:cSld>
  <p:clrMapOvr>
    <a:masterClrMapping/>
  </p:clrMapOvr>
  <p:transition spd="med">
    <p:cover/>
    <p:sndAc>
      <p:stSnd>
        <p:snd r:embed="rId2" name="chimes.wav"/>
      </p:stSnd>
    </p:sndAc>
  </p:transition>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41" name="Rectangle 2"/>
          <p:cNvSpPr/>
          <p:nvPr/>
        </p:nvSpPr>
        <p:spPr>
          <a:xfrm>
            <a:off x="311150" y="188913"/>
            <a:ext cx="8401050" cy="1462087"/>
          </a:xfrm>
          <a:prstGeom prst="rect">
            <a:avLst/>
          </a:prstGeom>
          <a:noFill/>
          <a:ln w="9525">
            <a:noFill/>
          </a:ln>
        </p:spPr>
        <p:txBody>
          <a:bodyPr anchor="b" anchorCtr="0"/>
          <a:lstStyle/>
          <a:p>
            <a:r>
              <a:rPr lang="zh-CN" altLang="en-US" sz="3200" dirty="0">
                <a:solidFill>
                  <a:schemeClr val="tx2"/>
                </a:solidFill>
                <a:latin typeface="Times New Roman" panose="02020603050405020304" pitchFamily="2" charset="0"/>
                <a:ea typeface="宋体" panose="02010600030101010101" pitchFamily="2" charset="-122"/>
                <a:hlinkClick r:id="rId2" action="ppaction://hlinkfile"/>
              </a:rPr>
              <a:t>例</a:t>
            </a:r>
            <a:r>
              <a:rPr lang="en-US" altLang="zh-CN" sz="3200" dirty="0">
                <a:solidFill>
                  <a:schemeClr val="tx2"/>
                </a:solidFill>
                <a:latin typeface="Times New Roman" panose="02020603050405020304" pitchFamily="2" charset="0"/>
                <a:ea typeface="宋体" panose="02010600030101010101" pitchFamily="2" charset="-122"/>
              </a:rPr>
              <a:t>:</a:t>
            </a:r>
            <a:r>
              <a:rPr lang="zh-CN" altLang="en-US" sz="3200" dirty="0">
                <a:latin typeface="Times New Roman" panose="02020603050405020304" pitchFamily="2" charset="0"/>
                <a:ea typeface="宋体" panose="02010600030101010101" pitchFamily="2" charset="-122"/>
                <a:sym typeface="Arial" panose="020B0604020202020204" pitchFamily="34" charset="0"/>
              </a:rPr>
              <a:t>求一下一阶系统的频率响应特性</a:t>
            </a:r>
          </a:p>
          <a:p>
            <a:r>
              <a:rPr lang="zh-CN" altLang="en-US" sz="3200" dirty="0">
                <a:latin typeface="Times New Roman" panose="02020603050405020304" pitchFamily="2" charset="0"/>
                <a:ea typeface="宋体" panose="02010600030101010101" pitchFamily="2" charset="-122"/>
                <a:sym typeface="Arial" panose="020B0604020202020204" pitchFamily="34" charset="0"/>
              </a:rPr>
              <a:t>              y(n)-ay(n-1)=x(n)</a:t>
            </a:r>
          </a:p>
        </p:txBody>
      </p:sp>
      <p:sp>
        <p:nvSpPr>
          <p:cNvPr id="215042" name="Rectangle 4"/>
          <p:cNvSpPr/>
          <p:nvPr/>
        </p:nvSpPr>
        <p:spPr>
          <a:xfrm>
            <a:off x="0" y="3214688"/>
            <a:ext cx="9144000" cy="0"/>
          </a:xfrm>
          <a:prstGeom prst="rect">
            <a:avLst/>
          </a:prstGeom>
          <a:noFill/>
          <a:ln w="9525">
            <a:noFill/>
          </a:ln>
        </p:spPr>
        <p:txBody>
          <a:bodyPr wrap="none" lIns="90000" tIns="46800" rIns="90000" bIns="46800" anchor="ctr" anchorCtr="0">
            <a:spAutoFit/>
          </a:bodyPr>
          <a:lstStyle/>
          <a:p>
            <a:endParaRPr lang="zh-CN" altLang="en-US" dirty="0">
              <a:latin typeface="宋体" panose="02010600030101010101" pitchFamily="2" charset="-122"/>
              <a:ea typeface="宋体" panose="02010600030101010101" pitchFamily="2" charset="-122"/>
            </a:endParaRPr>
          </a:p>
        </p:txBody>
      </p:sp>
      <p:grpSp>
        <p:nvGrpSpPr>
          <p:cNvPr id="215043" name="Group 40"/>
          <p:cNvGrpSpPr/>
          <p:nvPr/>
        </p:nvGrpSpPr>
        <p:grpSpPr>
          <a:xfrm>
            <a:off x="69850" y="3629025"/>
            <a:ext cx="3962400" cy="2863850"/>
            <a:chOff x="0" y="0"/>
            <a:chExt cx="3073" cy="2208"/>
          </a:xfrm>
        </p:grpSpPr>
        <p:sp>
          <p:nvSpPr>
            <p:cNvPr id="215044" name="Oval 41"/>
            <p:cNvSpPr/>
            <p:nvPr/>
          </p:nvSpPr>
          <p:spPr>
            <a:xfrm>
              <a:off x="396" y="432"/>
              <a:ext cx="1477" cy="1392"/>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nchorCtr="0"/>
            <a:lstStyle/>
            <a:p>
              <a:pPr algn="ctr" fontAlgn="ctr"/>
              <a:endParaRPr lang="zh-CN" altLang="en-US" sz="2000" dirty="0">
                <a:latin typeface="宋体" panose="02010600030101010101" pitchFamily="2" charset="-122"/>
                <a:ea typeface="宋体" panose="02010600030101010101" pitchFamily="2" charset="-122"/>
              </a:endParaRPr>
            </a:p>
          </p:txBody>
        </p:sp>
        <p:sp>
          <p:nvSpPr>
            <p:cNvPr id="215045" name="Line 42"/>
            <p:cNvSpPr/>
            <p:nvPr/>
          </p:nvSpPr>
          <p:spPr>
            <a:xfrm>
              <a:off x="1105" y="0"/>
              <a:ext cx="0" cy="2208"/>
            </a:xfrm>
            <a:prstGeom prst="line">
              <a:avLst/>
            </a:prstGeom>
            <a:ln w="9525" cap="flat" cmpd="sng">
              <a:solidFill>
                <a:schemeClr val="tx1"/>
              </a:solidFill>
              <a:prstDash val="solid"/>
              <a:round/>
              <a:headEnd type="triangle" w="med" len="med"/>
              <a:tailEnd type="none" w="med" len="med"/>
            </a:ln>
          </p:spPr>
          <p:txBody>
            <a:bodyPr anchor="t" anchorCtr="0"/>
            <a:lstStyle/>
            <a:p>
              <a:endParaRPr lang="zh-CN" altLang="en-US">
                <a:latin typeface="Times New Roman" panose="02020603050405020304" pitchFamily="2" charset="0"/>
                <a:ea typeface="宋体" panose="02010600030101010101" pitchFamily="2" charset="-122"/>
              </a:endParaRPr>
            </a:p>
          </p:txBody>
        </p:sp>
        <p:sp>
          <p:nvSpPr>
            <p:cNvPr id="215046" name="Line 43"/>
            <p:cNvSpPr/>
            <p:nvPr/>
          </p:nvSpPr>
          <p:spPr>
            <a:xfrm>
              <a:off x="0" y="1152"/>
              <a:ext cx="2401" cy="1"/>
            </a:xfrm>
            <a:prstGeom prst="line">
              <a:avLst/>
            </a:prstGeom>
            <a:ln w="9525" cap="flat" cmpd="sng">
              <a:solidFill>
                <a:schemeClr val="tx1"/>
              </a:solidFill>
              <a:prstDash val="solid"/>
              <a:round/>
              <a:headEnd type="none" w="med" len="med"/>
              <a:tailEnd type="triangle" w="med" len="med"/>
            </a:ln>
          </p:spPr>
          <p:txBody>
            <a:bodyPr anchor="t" anchorCtr="0"/>
            <a:lstStyle/>
            <a:p>
              <a:endParaRPr lang="zh-CN" altLang="en-US">
                <a:latin typeface="Times New Roman" panose="02020603050405020304" pitchFamily="2" charset="0"/>
                <a:ea typeface="宋体" panose="02010600030101010101" pitchFamily="2" charset="-122"/>
              </a:endParaRPr>
            </a:p>
          </p:txBody>
        </p:sp>
        <p:sp>
          <p:nvSpPr>
            <p:cNvPr id="215047" name="Text Box 44"/>
            <p:cNvSpPr txBox="1"/>
            <p:nvPr/>
          </p:nvSpPr>
          <p:spPr>
            <a:xfrm>
              <a:off x="919" y="1104"/>
              <a:ext cx="158" cy="250"/>
            </a:xfrm>
            <a:prstGeom prst="rect">
              <a:avLst/>
            </a:prstGeom>
            <a:noFill/>
            <a:ln w="9525">
              <a:noFill/>
            </a:ln>
          </p:spPr>
          <p:txBody>
            <a:bodyPr anchor="t" anchorCtr="0">
              <a:spAutoFit/>
            </a:bodyPr>
            <a:lstStyle/>
            <a:p>
              <a:pPr algn="ctr" fontAlgn="ctr">
                <a:spcBef>
                  <a:spcPct val="50000"/>
                </a:spcBef>
              </a:pPr>
              <a:r>
                <a:rPr lang="en-US" altLang="zh-CN" sz="2000" dirty="0">
                  <a:latin typeface="宋体" panose="02010600030101010101" pitchFamily="2" charset="-122"/>
                  <a:ea typeface="宋体" panose="02010600030101010101" pitchFamily="2" charset="-122"/>
                </a:rPr>
                <a:t>0</a:t>
              </a:r>
            </a:p>
          </p:txBody>
        </p:sp>
        <p:sp>
          <p:nvSpPr>
            <p:cNvPr id="215048" name="Line 45"/>
            <p:cNvSpPr/>
            <p:nvPr/>
          </p:nvSpPr>
          <p:spPr>
            <a:xfrm>
              <a:off x="1686" y="576"/>
              <a:ext cx="139" cy="144"/>
            </a:xfrm>
            <a:prstGeom prst="line">
              <a:avLst/>
            </a:prstGeom>
            <a:ln w="9525" cap="flat" cmpd="sng">
              <a:solidFill>
                <a:schemeClr val="tx1"/>
              </a:solidFill>
              <a:prstDash val="solid"/>
              <a:round/>
              <a:headEnd type="triangle" w="med" len="med"/>
              <a:tailEnd type="none" w="med" len="med"/>
            </a:ln>
          </p:spPr>
          <p:txBody>
            <a:bodyPr anchor="t" anchorCtr="0"/>
            <a:lstStyle/>
            <a:p>
              <a:endParaRPr lang="zh-CN" altLang="en-US">
                <a:latin typeface="Times New Roman" panose="02020603050405020304" pitchFamily="2" charset="0"/>
                <a:ea typeface="宋体" panose="02010600030101010101" pitchFamily="2" charset="-122"/>
              </a:endParaRPr>
            </a:p>
          </p:txBody>
        </p:sp>
        <p:sp>
          <p:nvSpPr>
            <p:cNvPr id="215049" name="Text Box 46"/>
            <p:cNvSpPr txBox="1"/>
            <p:nvPr/>
          </p:nvSpPr>
          <p:spPr>
            <a:xfrm>
              <a:off x="972" y="1056"/>
              <a:ext cx="277" cy="250"/>
            </a:xfrm>
            <a:prstGeom prst="rect">
              <a:avLst/>
            </a:prstGeom>
            <a:noFill/>
            <a:ln w="9525">
              <a:noFill/>
            </a:ln>
          </p:spPr>
          <p:txBody>
            <a:bodyPr anchor="t" anchorCtr="0">
              <a:spAutoFit/>
            </a:bodyPr>
            <a:lstStyle/>
            <a:p>
              <a:pPr algn="ctr" fontAlgn="ctr">
                <a:spcBef>
                  <a:spcPct val="50000"/>
                </a:spcBef>
              </a:pPr>
              <a:r>
                <a:rPr lang="zh-CN" altLang="en-US" sz="2000" dirty="0">
                  <a:latin typeface="宋体" panose="02010600030101010101" pitchFamily="2" charset="-122"/>
                  <a:ea typeface="宋体" panose="02010600030101010101" pitchFamily="2" charset="-122"/>
                </a:rPr>
                <a:t>*</a:t>
              </a:r>
            </a:p>
          </p:txBody>
        </p:sp>
        <p:sp>
          <p:nvSpPr>
            <p:cNvPr id="215050" name="Text Box 47"/>
            <p:cNvSpPr txBox="1"/>
            <p:nvPr/>
          </p:nvSpPr>
          <p:spPr>
            <a:xfrm>
              <a:off x="1352" y="1008"/>
              <a:ext cx="185" cy="250"/>
            </a:xfrm>
            <a:prstGeom prst="rect">
              <a:avLst/>
            </a:prstGeom>
            <a:noFill/>
            <a:ln w="9525">
              <a:noFill/>
            </a:ln>
          </p:spPr>
          <p:txBody>
            <a:bodyPr anchor="t" anchorCtr="0">
              <a:spAutoFit/>
            </a:bodyPr>
            <a:lstStyle/>
            <a:p>
              <a:pPr algn="ctr" fontAlgn="ctr">
                <a:spcBef>
                  <a:spcPct val="50000"/>
                </a:spcBef>
              </a:pPr>
              <a:r>
                <a:rPr lang="en-US" altLang="zh-CN" sz="2000" dirty="0">
                  <a:latin typeface="宋体" panose="02010600030101010101" pitchFamily="2" charset="-122"/>
                  <a:ea typeface="宋体" panose="02010600030101010101" pitchFamily="2" charset="-122"/>
                </a:rPr>
                <a:t>x</a:t>
              </a:r>
            </a:p>
          </p:txBody>
        </p:sp>
        <p:sp>
          <p:nvSpPr>
            <p:cNvPr id="215051" name="Line 48"/>
            <p:cNvSpPr/>
            <p:nvPr/>
          </p:nvSpPr>
          <p:spPr>
            <a:xfrm flipV="1">
              <a:off x="1452" y="672"/>
              <a:ext cx="277" cy="432"/>
            </a:xfrm>
            <a:prstGeom prst="line">
              <a:avLst/>
            </a:prstGeom>
            <a:ln w="9525" cap="flat" cmpd="sng">
              <a:solidFill>
                <a:schemeClr val="tx1"/>
              </a:solidFill>
              <a:prstDash val="solid"/>
              <a:round/>
              <a:headEnd type="none" w="med" len="med"/>
              <a:tailEnd type="triangle" w="med" len="med"/>
            </a:ln>
          </p:spPr>
          <p:txBody>
            <a:bodyPr anchor="t" anchorCtr="0"/>
            <a:lstStyle/>
            <a:p>
              <a:endParaRPr lang="zh-CN" altLang="en-US">
                <a:latin typeface="Times New Roman" panose="02020603050405020304" pitchFamily="2" charset="0"/>
                <a:ea typeface="宋体" panose="02010600030101010101" pitchFamily="2" charset="-122"/>
              </a:endParaRPr>
            </a:p>
          </p:txBody>
        </p:sp>
        <p:sp>
          <p:nvSpPr>
            <p:cNvPr id="215052" name="Line 49"/>
            <p:cNvSpPr/>
            <p:nvPr/>
          </p:nvSpPr>
          <p:spPr>
            <a:xfrm flipV="1">
              <a:off x="1127" y="672"/>
              <a:ext cx="554" cy="480"/>
            </a:xfrm>
            <a:prstGeom prst="line">
              <a:avLst/>
            </a:prstGeom>
            <a:ln w="9525" cap="flat" cmpd="sng">
              <a:solidFill>
                <a:schemeClr val="tx1"/>
              </a:solidFill>
              <a:prstDash val="solid"/>
              <a:round/>
              <a:headEnd type="none" w="med" len="med"/>
              <a:tailEnd type="triangle" w="med" len="med"/>
            </a:ln>
          </p:spPr>
          <p:txBody>
            <a:bodyPr anchor="t" anchorCtr="0"/>
            <a:lstStyle/>
            <a:p>
              <a:endParaRPr lang="zh-CN" altLang="en-US">
                <a:latin typeface="Times New Roman" panose="02020603050405020304" pitchFamily="2" charset="0"/>
                <a:ea typeface="宋体" panose="02010600030101010101" pitchFamily="2" charset="-122"/>
              </a:endParaRPr>
            </a:p>
          </p:txBody>
        </p:sp>
        <p:sp>
          <p:nvSpPr>
            <p:cNvPr id="215053" name="Text Box 50"/>
            <p:cNvSpPr txBox="1"/>
            <p:nvPr/>
          </p:nvSpPr>
          <p:spPr>
            <a:xfrm>
              <a:off x="2519" y="1008"/>
              <a:ext cx="554" cy="284"/>
            </a:xfrm>
            <a:prstGeom prst="rect">
              <a:avLst/>
            </a:prstGeom>
            <a:noFill/>
            <a:ln w="9525">
              <a:noFill/>
            </a:ln>
          </p:spPr>
          <p:txBody>
            <a:bodyPr anchor="t" anchorCtr="0">
              <a:spAutoFit/>
            </a:bodyPr>
            <a:lstStyle/>
            <a:p>
              <a:pPr algn="ctr" fontAlgn="ctr">
                <a:spcBef>
                  <a:spcPct val="50000"/>
                </a:spcBef>
              </a:pPr>
              <a:r>
                <a:rPr lang="en-US" altLang="zh-CN" dirty="0">
                  <a:latin typeface="Times New Roman" panose="02020603050405020304" pitchFamily="2" charset="0"/>
                  <a:ea typeface="宋体" panose="02010600030101010101" pitchFamily="2" charset="-122"/>
                </a:rPr>
                <a:t>Re[z]</a:t>
              </a:r>
            </a:p>
          </p:txBody>
        </p:sp>
        <p:sp>
          <p:nvSpPr>
            <p:cNvPr id="215054" name="Text Box 51"/>
            <p:cNvSpPr txBox="1"/>
            <p:nvPr/>
          </p:nvSpPr>
          <p:spPr>
            <a:xfrm>
              <a:off x="1349" y="1219"/>
              <a:ext cx="218" cy="250"/>
            </a:xfrm>
            <a:prstGeom prst="rect">
              <a:avLst/>
            </a:prstGeom>
            <a:noFill/>
            <a:ln w="9525">
              <a:noFill/>
            </a:ln>
          </p:spPr>
          <p:txBody>
            <a:bodyPr anchor="t" anchorCtr="0">
              <a:spAutoFit/>
            </a:bodyPr>
            <a:lstStyle/>
            <a:p>
              <a:pPr algn="just" eaLnBrk="0" hangingPunct="0">
                <a:spcBef>
                  <a:spcPct val="50000"/>
                </a:spcBef>
              </a:pPr>
              <a:r>
                <a:rPr lang="en-US" altLang="zh-CN" sz="2000" i="1" dirty="0">
                  <a:solidFill>
                    <a:srgbClr val="000000"/>
                  </a:solidFill>
                  <a:latin typeface="宋体" panose="02010600030101010101" pitchFamily="2" charset="-122"/>
                  <a:ea typeface="宋体" panose="02010600030101010101" pitchFamily="2" charset="-122"/>
                </a:rPr>
                <a:t>a</a:t>
              </a:r>
            </a:p>
          </p:txBody>
        </p:sp>
      </p:grpSp>
      <p:sp>
        <p:nvSpPr>
          <p:cNvPr id="215055" name="Text Box 52"/>
          <p:cNvSpPr txBox="1"/>
          <p:nvPr/>
        </p:nvSpPr>
        <p:spPr>
          <a:xfrm>
            <a:off x="1100138" y="3143250"/>
            <a:ext cx="990600" cy="457200"/>
          </a:xfrm>
          <a:prstGeom prst="rect">
            <a:avLst/>
          </a:prstGeom>
          <a:noFill/>
          <a:ln w="9525">
            <a:noFill/>
          </a:ln>
        </p:spPr>
        <p:txBody>
          <a:bodyPr anchor="t" anchorCtr="0"/>
          <a:lstStyle/>
          <a:p>
            <a:pPr algn="ctr" fontAlgn="ctr">
              <a:spcBef>
                <a:spcPct val="50000"/>
              </a:spcBef>
              <a:buClr>
                <a:schemeClr val="folHlink"/>
              </a:buClr>
              <a:buSzPct val="60000"/>
              <a:buFont typeface="Wingdings" panose="05000000000000000000" pitchFamily="2" charset="2"/>
            </a:pPr>
            <a:r>
              <a:rPr lang="en-US" altLang="zh-CN" dirty="0">
                <a:latin typeface="Times New Roman" panose="02020603050405020304" pitchFamily="2" charset="0"/>
                <a:ea typeface="宋体" panose="02010600030101010101" pitchFamily="2" charset="-122"/>
                <a:sym typeface="Arial" panose="020B0604020202020204" pitchFamily="34" charset="0"/>
              </a:rPr>
              <a:t>Im[z]</a:t>
            </a:r>
          </a:p>
        </p:txBody>
      </p:sp>
      <p:graphicFrame>
        <p:nvGraphicFramePr>
          <p:cNvPr id="215056" name="对象 202769">
            <a:hlinkClick r:id="" action="ppaction://ole?verb=0"/>
          </p:cNvPr>
          <p:cNvGraphicFramePr>
            <a:graphicFrameLocks noChangeAspect="1"/>
          </p:cNvGraphicFramePr>
          <p:nvPr/>
        </p:nvGraphicFramePr>
        <p:xfrm>
          <a:off x="2090738" y="1652588"/>
          <a:ext cx="5218112" cy="1503362"/>
        </p:xfrm>
        <a:graphic>
          <a:graphicData uri="http://schemas.openxmlformats.org/presentationml/2006/ole">
            <mc:AlternateContent xmlns:mc="http://schemas.openxmlformats.org/markup-compatibility/2006">
              <mc:Choice xmlns:v="urn:schemas-microsoft-com:vml" Requires="v">
                <p:oleObj r:id="rId3" imgW="2514600" imgH="723900" progId="Equation.KSEE3">
                  <p:embed/>
                </p:oleObj>
              </mc:Choice>
              <mc:Fallback>
                <p:oleObj r:id="rId3" imgW="2514600" imgH="723900" progId="Equation.KSEE3">
                  <p:embed/>
                  <p:pic>
                    <p:nvPicPr>
                      <p:cNvPr id="0" name="图片 3881"/>
                      <p:cNvPicPr/>
                      <p:nvPr/>
                    </p:nvPicPr>
                    <p:blipFill>
                      <a:blip r:embed="rId4"/>
                      <a:stretch>
                        <a:fillRect/>
                      </a:stretch>
                    </p:blipFill>
                    <p:spPr>
                      <a:xfrm>
                        <a:off x="2090738" y="1652588"/>
                        <a:ext cx="5218112" cy="1503362"/>
                      </a:xfrm>
                      <a:prstGeom prst="rect">
                        <a:avLst/>
                      </a:prstGeom>
                      <a:noFill/>
                      <a:ln w="38100">
                        <a:noFill/>
                        <a:miter/>
                      </a:ln>
                    </p:spPr>
                  </p:pic>
                </p:oleObj>
              </mc:Fallback>
            </mc:AlternateContent>
          </a:graphicData>
        </a:graphic>
      </p:graphicFrame>
      <p:pic>
        <p:nvPicPr>
          <p:cNvPr id="215057" name="图片 202770"/>
          <p:cNvPicPr>
            <a:picLocks noChangeAspect="1"/>
          </p:cNvPicPr>
          <p:nvPr/>
        </p:nvPicPr>
        <p:blipFill>
          <a:blip r:embed="rId5"/>
          <a:stretch>
            <a:fillRect/>
          </a:stretch>
        </p:blipFill>
        <p:spPr>
          <a:xfrm>
            <a:off x="4914900" y="2471738"/>
            <a:ext cx="3024188" cy="2259012"/>
          </a:xfrm>
          <a:prstGeom prst="rect">
            <a:avLst/>
          </a:prstGeom>
          <a:noFill/>
          <a:ln w="9525">
            <a:noFill/>
          </a:ln>
        </p:spPr>
      </p:pic>
      <p:pic>
        <p:nvPicPr>
          <p:cNvPr id="215058" name="图片 202771"/>
          <p:cNvPicPr>
            <a:picLocks noChangeAspect="1"/>
          </p:cNvPicPr>
          <p:nvPr/>
        </p:nvPicPr>
        <p:blipFill>
          <a:blip r:embed="rId6"/>
          <a:stretch>
            <a:fillRect/>
          </a:stretch>
        </p:blipFill>
        <p:spPr>
          <a:xfrm>
            <a:off x="4933950" y="4441825"/>
            <a:ext cx="3024188" cy="2259013"/>
          </a:xfrm>
          <a:prstGeom prst="rect">
            <a:avLst/>
          </a:prstGeom>
          <a:noFill/>
          <a:ln w="9525">
            <a:noFill/>
          </a:ln>
        </p:spPr>
      </p:pic>
    </p:spTree>
  </p:cSld>
  <p:clrMapOvr>
    <a:masterClrMapping/>
  </p:clrMapOvr>
  <p:transition/>
</p:sld>
</file>

<file path=ppt/tags/tag1.xml><?xml version="1.0" encoding="utf-8"?>
<p:tagLst xmlns:a="http://schemas.openxmlformats.org/drawingml/2006/main" xmlns:r="http://schemas.openxmlformats.org/officeDocument/2006/relationships" xmlns:p="http://schemas.openxmlformats.org/presentationml/2006/main">
  <p:tag name="KSO_WPP_MARK_KEY" val="bba35e93-30ab-4d5c-9cff-b249e7de01c3"/>
  <p:tag name="COMMONDATA" val="eyJoZGlkIjoiYzI4MmQwN2I2ZmM1N2I5Zjc5MWU5MjcxOTZlZmM4YmYifQ=="/>
</p:tagLst>
</file>

<file path=ppt/theme/theme1.xml><?xml version="1.0" encoding="utf-8"?>
<a:theme xmlns:a="http://schemas.openxmlformats.org/drawingml/2006/main" name="绿叶">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9EDEE"/>
      </a:accent5>
      <a:accent6>
        <a:srgbClr val="2D2D89"/>
      </a:accent6>
      <a:hlink>
        <a:srgbClr val="009999"/>
      </a:hlink>
      <a:folHlink>
        <a:srgbClr val="99CC00"/>
      </a:folHlink>
    </a:clrScheme>
    <a:fontScheme name="">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raClrScheme>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9EDEE"/>
        </a:accent5>
        <a:accent6>
          <a:srgbClr val="2D2D89"/>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4"/>
        </a:accent5>
        <a:accent6>
          <a:srgbClr val="E5895B"/>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7B7E5"/>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
        <a:dk1>
          <a:srgbClr val="000000"/>
        </a:dk1>
        <a:lt1>
          <a:srgbClr val="DEF6F1"/>
        </a:lt1>
        <a:dk2>
          <a:srgbClr val="000000"/>
        </a:dk2>
        <a:lt2>
          <a:srgbClr val="969696"/>
        </a:lt2>
        <a:accent1>
          <a:srgbClr val="FFFFFF"/>
        </a:accent1>
        <a:accent2>
          <a:srgbClr val="8DC6FF"/>
        </a:accent2>
        <a:accent3>
          <a:srgbClr val="EBFAF7"/>
        </a:accent3>
        <a:accent4>
          <a:srgbClr val="000000"/>
        </a:accent4>
        <a:accent5>
          <a:srgbClr val="FFFFFF"/>
        </a:accent5>
        <a:accent6>
          <a:srgbClr val="7EB1E5"/>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7B7"/>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
        <a:dk1>
          <a:srgbClr val="FFFFFF"/>
        </a:dk1>
        <a:lt1>
          <a:srgbClr val="008080"/>
        </a:lt1>
        <a:dk2>
          <a:srgbClr val="FFFF99"/>
        </a:dk2>
        <a:lt2>
          <a:srgbClr val="005A58"/>
        </a:lt2>
        <a:accent1>
          <a:srgbClr val="006462"/>
        </a:accent1>
        <a:accent2>
          <a:srgbClr val="6D6FC7"/>
        </a:accent2>
        <a:accent3>
          <a:srgbClr val="AAC1C1"/>
        </a:accent3>
        <a:accent4>
          <a:srgbClr val="DCDCDC"/>
        </a:accent4>
        <a:accent5>
          <a:srgbClr val="AAB8B8"/>
        </a:accent5>
        <a:accent6>
          <a:srgbClr val="6163B2"/>
        </a:accent6>
        <a:hlink>
          <a:srgbClr val="00FFFF"/>
        </a:hlink>
        <a:folHlink>
          <a:srgbClr val="00FF00"/>
        </a:folHlink>
      </a:clrScheme>
      <a:clrMap bg1="lt1" tx1="dk1" bg2="lt2" tx2="dk2" accent1="accent1" accent2="accent2" accent3="accent3" accent4="accent4" accent5="accent5" accent6="accent6" hlink="hlink" folHlink="folHlink"/>
    </a:extraClrScheme>
    <a:extraClrScheme>
      <a:clrScheme name="">
        <a:dk1>
          <a:srgbClr val="FFFFFF"/>
        </a:dk1>
        <a:lt1>
          <a:srgbClr val="800000"/>
        </a:lt1>
        <a:dk2>
          <a:srgbClr val="DFD293"/>
        </a:dk2>
        <a:lt2>
          <a:srgbClr val="5C1F00"/>
        </a:lt2>
        <a:accent1>
          <a:srgbClr val="CC3300"/>
        </a:accent1>
        <a:accent2>
          <a:srgbClr val="BE7960"/>
        </a:accent2>
        <a:accent3>
          <a:srgbClr val="C1AAAA"/>
        </a:accent3>
        <a:accent4>
          <a:srgbClr val="DCDCDC"/>
        </a:accent4>
        <a:accent5>
          <a:srgbClr val="E2ADAA"/>
        </a:accent5>
        <a:accent6>
          <a:srgbClr val="AA6C55"/>
        </a:accent6>
        <a:hlink>
          <a:srgbClr val="FFFF99"/>
        </a:hlink>
        <a:folHlink>
          <a:srgbClr val="D3A219"/>
        </a:folHlink>
      </a:clrScheme>
      <a:clrMap bg1="lt1" tx1="dk1" bg2="lt2" tx2="dk2" accent1="accent1" accent2="accent2" accent3="accent3" accent4="accent4" accent5="accent5" accent6="accent6" hlink="hlink" folHlink="folHlink"/>
    </a:extraClrScheme>
    <a:extraClrScheme>
      <a:clrScheme name="">
        <a:dk1>
          <a:srgbClr val="FFFFFF"/>
        </a:dk1>
        <a:lt1>
          <a:srgbClr val="000099"/>
        </a:lt1>
        <a:dk2>
          <a:srgbClr val="CCFFFF"/>
        </a:dk2>
        <a:lt2>
          <a:srgbClr val="003366"/>
        </a:lt2>
        <a:accent1>
          <a:srgbClr val="3366CC"/>
        </a:accent1>
        <a:accent2>
          <a:srgbClr val="00B000"/>
        </a:accent2>
        <a:accent3>
          <a:srgbClr val="AAAACA"/>
        </a:accent3>
        <a:accent4>
          <a:srgbClr val="DCDCDC"/>
        </a:accent4>
        <a:accent5>
          <a:srgbClr val="ADB9E2"/>
        </a:accent5>
        <a:accent6>
          <a:srgbClr val="009D00"/>
        </a:accent6>
        <a:hlink>
          <a:srgbClr val="66CCFF"/>
        </a:hlink>
        <a:folHlink>
          <a:srgbClr val="FFE701"/>
        </a:folHlink>
      </a:clrScheme>
      <a:clrMap bg1="lt1" tx1="dk1" bg2="lt2" tx2="dk2" accent1="accent1" accent2="accent2" accent3="accent3" accent4="accent4" accent5="accent5" accent6="accent6" hlink="hlink" folHlink="folHlink"/>
    </a:extraClrScheme>
    <a:extraClrScheme>
      <a:clrScheme name="">
        <a:dk1>
          <a:srgbClr val="FFFFFF"/>
        </a:dk1>
        <a:lt1>
          <a:srgbClr val="000000"/>
        </a:lt1>
        <a:dk2>
          <a:srgbClr val="E3EBF1"/>
        </a:dk2>
        <a:lt2>
          <a:srgbClr val="336699"/>
        </a:lt2>
        <a:accent1>
          <a:srgbClr val="003399"/>
        </a:accent1>
        <a:accent2>
          <a:srgbClr val="468A4B"/>
        </a:accent2>
        <a:accent3>
          <a:srgbClr val="AAAAAA"/>
        </a:accent3>
        <a:accent4>
          <a:srgbClr val="DCDCDC"/>
        </a:accent4>
        <a:accent5>
          <a:srgbClr val="AAADCA"/>
        </a:accent5>
        <a:accent6>
          <a:srgbClr val="3E7B43"/>
        </a:accent6>
        <a:hlink>
          <a:srgbClr val="66CCFF"/>
        </a:hlink>
        <a:folHlink>
          <a:srgbClr val="F0E500"/>
        </a:folHlink>
      </a:clrScheme>
      <a:clrMap bg1="lt1" tx1="dk1" bg2="lt2" tx2="dk2" accent1="accent1" accent2="accent2" accent3="accent3" accent4="accent4" accent5="accent5" accent6="accent6" hlink="hlink" folHlink="folHlink"/>
    </a:extraClrScheme>
    <a:extraClrScheme>
      <a:clrScheme name="">
        <a:dk1>
          <a:srgbClr val="FFFFFF"/>
        </a:dk1>
        <a:lt1>
          <a:srgbClr val="686B5D"/>
        </a:lt1>
        <a:dk2>
          <a:srgbClr val="D1D1CB"/>
        </a:dk2>
        <a:lt2>
          <a:srgbClr val="777777"/>
        </a:lt2>
        <a:accent1>
          <a:srgbClr val="909082"/>
        </a:accent1>
        <a:accent2>
          <a:srgbClr val="809EA8"/>
        </a:accent2>
        <a:accent3>
          <a:srgbClr val="B9BAB6"/>
        </a:accent3>
        <a:accent4>
          <a:srgbClr val="DCDCDC"/>
        </a:accent4>
        <a:accent5>
          <a:srgbClr val="C7C7C1"/>
        </a:accent5>
        <a:accent6>
          <a:srgbClr val="728D96"/>
        </a:accent6>
        <a:hlink>
          <a:srgbClr val="FFCC66"/>
        </a:hlink>
        <a:folHlink>
          <a:srgbClr val="E9DCB9"/>
        </a:folHlink>
      </a:clrScheme>
      <a:clrMap bg1="lt1" tx1="dk1" bg2="lt2" tx2="dk2" accent1="accent1" accent2="accent2" accent3="accent3" accent4="accent4" accent5="accent5" accent6="accent6" hlink="hlink" folHlink="folHlink"/>
    </a:extraClrScheme>
    <a:extraClrScheme>
      <a:clrScheme name="">
        <a:dk1>
          <a:srgbClr val="FFFFFF"/>
        </a:dk1>
        <a:lt1>
          <a:srgbClr val="666699"/>
        </a:lt1>
        <a:dk2>
          <a:srgbClr val="FFFFFF"/>
        </a:dk2>
        <a:lt2>
          <a:srgbClr val="3E3E5C"/>
        </a:lt2>
        <a:accent1>
          <a:srgbClr val="60597B"/>
        </a:accent1>
        <a:accent2>
          <a:srgbClr val="6666FF"/>
        </a:accent2>
        <a:accent3>
          <a:srgbClr val="B9B9CA"/>
        </a:accent3>
        <a:accent4>
          <a:srgbClr val="DCDCDC"/>
        </a:accent4>
        <a:accent5>
          <a:srgbClr val="B7B5BF"/>
        </a:accent5>
        <a:accent6>
          <a:srgbClr val="5B5BE5"/>
        </a:accent6>
        <a:hlink>
          <a:srgbClr val="99CCFF"/>
        </a:hlink>
        <a:folHlink>
          <a:srgbClr val="FFFF99"/>
        </a:folHlink>
      </a:clrScheme>
      <a:clrMap bg1="lt1" tx1="dk1" bg2="lt2" tx2="dk2" accent1="accent1" accent2="accent2" accent3="accent3" accent4="accent4" accent5="accent5" accent6="accent6" hlink="hlink" folHlink="folHlink"/>
    </a:extraClrScheme>
    <a:extraClrScheme>
      <a:clrScheme name="">
        <a:dk1>
          <a:srgbClr val="FFFFFF"/>
        </a:dk1>
        <a:lt1>
          <a:srgbClr val="523E26"/>
        </a:lt1>
        <a:dk2>
          <a:srgbClr val="DFC08D"/>
        </a:dk2>
        <a:lt2>
          <a:srgbClr val="2D2015"/>
        </a:lt2>
        <a:accent1>
          <a:srgbClr val="8C7B70"/>
        </a:accent1>
        <a:accent2>
          <a:srgbClr val="8F5F2F"/>
        </a:accent2>
        <a:accent3>
          <a:srgbClr val="B3AFAB"/>
        </a:accent3>
        <a:accent4>
          <a:srgbClr val="DCDCDC"/>
        </a:accent4>
        <a:accent5>
          <a:srgbClr val="C5BFBC"/>
        </a:accent5>
        <a:accent6>
          <a:srgbClr val="805529"/>
        </a:accent6>
        <a:hlink>
          <a:srgbClr val="CCB400"/>
        </a:hlink>
        <a:folHlink>
          <a:srgbClr val="8C9EA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绿叶">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9EDEE"/>
      </a:accent5>
      <a:accent6>
        <a:srgbClr val="2D2D89"/>
      </a:accent6>
      <a:hlink>
        <a:srgbClr val="009999"/>
      </a:hlink>
      <a:folHlink>
        <a:srgbClr val="99CC00"/>
      </a:folHlink>
    </a:clrScheme>
    <a:fontScheme name="">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raClrScheme>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9EDEE"/>
        </a:accent5>
        <a:accent6>
          <a:srgbClr val="2D2D89"/>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4"/>
        </a:accent5>
        <a:accent6>
          <a:srgbClr val="E5895B"/>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7B7E5"/>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
        <a:dk1>
          <a:srgbClr val="000000"/>
        </a:dk1>
        <a:lt1>
          <a:srgbClr val="DEF6F1"/>
        </a:lt1>
        <a:dk2>
          <a:srgbClr val="000000"/>
        </a:dk2>
        <a:lt2>
          <a:srgbClr val="969696"/>
        </a:lt2>
        <a:accent1>
          <a:srgbClr val="FFFFFF"/>
        </a:accent1>
        <a:accent2>
          <a:srgbClr val="8DC6FF"/>
        </a:accent2>
        <a:accent3>
          <a:srgbClr val="EBFAF7"/>
        </a:accent3>
        <a:accent4>
          <a:srgbClr val="000000"/>
        </a:accent4>
        <a:accent5>
          <a:srgbClr val="FFFFFF"/>
        </a:accent5>
        <a:accent6>
          <a:srgbClr val="7EB1E5"/>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7B7"/>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
        <a:dk1>
          <a:srgbClr val="FFFFFF"/>
        </a:dk1>
        <a:lt1>
          <a:srgbClr val="008080"/>
        </a:lt1>
        <a:dk2>
          <a:srgbClr val="FFFF99"/>
        </a:dk2>
        <a:lt2>
          <a:srgbClr val="005A58"/>
        </a:lt2>
        <a:accent1>
          <a:srgbClr val="006462"/>
        </a:accent1>
        <a:accent2>
          <a:srgbClr val="6D6FC7"/>
        </a:accent2>
        <a:accent3>
          <a:srgbClr val="AAC1C1"/>
        </a:accent3>
        <a:accent4>
          <a:srgbClr val="DCDCDC"/>
        </a:accent4>
        <a:accent5>
          <a:srgbClr val="AAB8B8"/>
        </a:accent5>
        <a:accent6>
          <a:srgbClr val="6163B2"/>
        </a:accent6>
        <a:hlink>
          <a:srgbClr val="00FFFF"/>
        </a:hlink>
        <a:folHlink>
          <a:srgbClr val="00FF00"/>
        </a:folHlink>
      </a:clrScheme>
      <a:clrMap bg1="lt1" tx1="dk1" bg2="lt2" tx2="dk2" accent1="accent1" accent2="accent2" accent3="accent3" accent4="accent4" accent5="accent5" accent6="accent6" hlink="hlink" folHlink="folHlink"/>
    </a:extraClrScheme>
    <a:extraClrScheme>
      <a:clrScheme name="">
        <a:dk1>
          <a:srgbClr val="FFFFFF"/>
        </a:dk1>
        <a:lt1>
          <a:srgbClr val="800000"/>
        </a:lt1>
        <a:dk2>
          <a:srgbClr val="DFD293"/>
        </a:dk2>
        <a:lt2>
          <a:srgbClr val="5C1F00"/>
        </a:lt2>
        <a:accent1>
          <a:srgbClr val="CC3300"/>
        </a:accent1>
        <a:accent2>
          <a:srgbClr val="BE7960"/>
        </a:accent2>
        <a:accent3>
          <a:srgbClr val="C1AAAA"/>
        </a:accent3>
        <a:accent4>
          <a:srgbClr val="DCDCDC"/>
        </a:accent4>
        <a:accent5>
          <a:srgbClr val="E2ADAA"/>
        </a:accent5>
        <a:accent6>
          <a:srgbClr val="AA6C55"/>
        </a:accent6>
        <a:hlink>
          <a:srgbClr val="FFFF99"/>
        </a:hlink>
        <a:folHlink>
          <a:srgbClr val="D3A219"/>
        </a:folHlink>
      </a:clrScheme>
      <a:clrMap bg1="lt1" tx1="dk1" bg2="lt2" tx2="dk2" accent1="accent1" accent2="accent2" accent3="accent3" accent4="accent4" accent5="accent5" accent6="accent6" hlink="hlink" folHlink="folHlink"/>
    </a:extraClrScheme>
    <a:extraClrScheme>
      <a:clrScheme name="">
        <a:dk1>
          <a:srgbClr val="FFFFFF"/>
        </a:dk1>
        <a:lt1>
          <a:srgbClr val="000099"/>
        </a:lt1>
        <a:dk2>
          <a:srgbClr val="CCFFFF"/>
        </a:dk2>
        <a:lt2>
          <a:srgbClr val="003366"/>
        </a:lt2>
        <a:accent1>
          <a:srgbClr val="3366CC"/>
        </a:accent1>
        <a:accent2>
          <a:srgbClr val="00B000"/>
        </a:accent2>
        <a:accent3>
          <a:srgbClr val="AAAACA"/>
        </a:accent3>
        <a:accent4>
          <a:srgbClr val="DCDCDC"/>
        </a:accent4>
        <a:accent5>
          <a:srgbClr val="ADB9E2"/>
        </a:accent5>
        <a:accent6>
          <a:srgbClr val="009D00"/>
        </a:accent6>
        <a:hlink>
          <a:srgbClr val="66CCFF"/>
        </a:hlink>
        <a:folHlink>
          <a:srgbClr val="FFE701"/>
        </a:folHlink>
      </a:clrScheme>
      <a:clrMap bg1="lt1" tx1="dk1" bg2="lt2" tx2="dk2" accent1="accent1" accent2="accent2" accent3="accent3" accent4="accent4" accent5="accent5" accent6="accent6" hlink="hlink" folHlink="folHlink"/>
    </a:extraClrScheme>
    <a:extraClrScheme>
      <a:clrScheme name="">
        <a:dk1>
          <a:srgbClr val="FFFFFF"/>
        </a:dk1>
        <a:lt1>
          <a:srgbClr val="000000"/>
        </a:lt1>
        <a:dk2>
          <a:srgbClr val="E3EBF1"/>
        </a:dk2>
        <a:lt2>
          <a:srgbClr val="336699"/>
        </a:lt2>
        <a:accent1>
          <a:srgbClr val="003399"/>
        </a:accent1>
        <a:accent2>
          <a:srgbClr val="468A4B"/>
        </a:accent2>
        <a:accent3>
          <a:srgbClr val="AAAAAA"/>
        </a:accent3>
        <a:accent4>
          <a:srgbClr val="DCDCDC"/>
        </a:accent4>
        <a:accent5>
          <a:srgbClr val="AAADCA"/>
        </a:accent5>
        <a:accent6>
          <a:srgbClr val="3E7B43"/>
        </a:accent6>
        <a:hlink>
          <a:srgbClr val="66CCFF"/>
        </a:hlink>
        <a:folHlink>
          <a:srgbClr val="F0E500"/>
        </a:folHlink>
      </a:clrScheme>
      <a:clrMap bg1="lt1" tx1="dk1" bg2="lt2" tx2="dk2" accent1="accent1" accent2="accent2" accent3="accent3" accent4="accent4" accent5="accent5" accent6="accent6" hlink="hlink" folHlink="folHlink"/>
    </a:extraClrScheme>
    <a:extraClrScheme>
      <a:clrScheme name="">
        <a:dk1>
          <a:srgbClr val="FFFFFF"/>
        </a:dk1>
        <a:lt1>
          <a:srgbClr val="686B5D"/>
        </a:lt1>
        <a:dk2>
          <a:srgbClr val="D1D1CB"/>
        </a:dk2>
        <a:lt2>
          <a:srgbClr val="777777"/>
        </a:lt2>
        <a:accent1>
          <a:srgbClr val="909082"/>
        </a:accent1>
        <a:accent2>
          <a:srgbClr val="809EA8"/>
        </a:accent2>
        <a:accent3>
          <a:srgbClr val="B9BAB6"/>
        </a:accent3>
        <a:accent4>
          <a:srgbClr val="DCDCDC"/>
        </a:accent4>
        <a:accent5>
          <a:srgbClr val="C7C7C1"/>
        </a:accent5>
        <a:accent6>
          <a:srgbClr val="728D96"/>
        </a:accent6>
        <a:hlink>
          <a:srgbClr val="FFCC66"/>
        </a:hlink>
        <a:folHlink>
          <a:srgbClr val="E9DCB9"/>
        </a:folHlink>
      </a:clrScheme>
      <a:clrMap bg1="lt1" tx1="dk1" bg2="lt2" tx2="dk2" accent1="accent1" accent2="accent2" accent3="accent3" accent4="accent4" accent5="accent5" accent6="accent6" hlink="hlink" folHlink="folHlink"/>
    </a:extraClrScheme>
    <a:extraClrScheme>
      <a:clrScheme name="">
        <a:dk1>
          <a:srgbClr val="FFFFFF"/>
        </a:dk1>
        <a:lt1>
          <a:srgbClr val="666699"/>
        </a:lt1>
        <a:dk2>
          <a:srgbClr val="FFFFFF"/>
        </a:dk2>
        <a:lt2>
          <a:srgbClr val="3E3E5C"/>
        </a:lt2>
        <a:accent1>
          <a:srgbClr val="60597B"/>
        </a:accent1>
        <a:accent2>
          <a:srgbClr val="6666FF"/>
        </a:accent2>
        <a:accent3>
          <a:srgbClr val="B9B9CA"/>
        </a:accent3>
        <a:accent4>
          <a:srgbClr val="DCDCDC"/>
        </a:accent4>
        <a:accent5>
          <a:srgbClr val="B7B5BF"/>
        </a:accent5>
        <a:accent6>
          <a:srgbClr val="5B5BE5"/>
        </a:accent6>
        <a:hlink>
          <a:srgbClr val="99CCFF"/>
        </a:hlink>
        <a:folHlink>
          <a:srgbClr val="FFFF99"/>
        </a:folHlink>
      </a:clrScheme>
      <a:clrMap bg1="lt1" tx1="dk1" bg2="lt2" tx2="dk2" accent1="accent1" accent2="accent2" accent3="accent3" accent4="accent4" accent5="accent5" accent6="accent6" hlink="hlink" folHlink="folHlink"/>
    </a:extraClrScheme>
    <a:extraClrScheme>
      <a:clrScheme name="">
        <a:dk1>
          <a:srgbClr val="FFFFFF"/>
        </a:dk1>
        <a:lt1>
          <a:srgbClr val="523E26"/>
        </a:lt1>
        <a:dk2>
          <a:srgbClr val="DFC08D"/>
        </a:dk2>
        <a:lt2>
          <a:srgbClr val="2D2015"/>
        </a:lt2>
        <a:accent1>
          <a:srgbClr val="8C7B70"/>
        </a:accent1>
        <a:accent2>
          <a:srgbClr val="8F5F2F"/>
        </a:accent2>
        <a:accent3>
          <a:srgbClr val="B3AFAB"/>
        </a:accent3>
        <a:accent4>
          <a:srgbClr val="DCDCDC"/>
        </a:accent4>
        <a:accent5>
          <a:srgbClr val="C5BFBC"/>
        </a:accent5>
        <a:accent6>
          <a:srgbClr val="805529"/>
        </a:accent6>
        <a:hlink>
          <a:srgbClr val="CCB400"/>
        </a:hlink>
        <a:folHlink>
          <a:srgbClr val="8C9EA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_绿叶">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9EDEE"/>
      </a:accent5>
      <a:accent6>
        <a:srgbClr val="2D2D89"/>
      </a:accent6>
      <a:hlink>
        <a:srgbClr val="009999"/>
      </a:hlink>
      <a:folHlink>
        <a:srgbClr val="99CC00"/>
      </a:folHlink>
    </a:clrScheme>
    <a:fontScheme name="">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raClrScheme>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9EDEE"/>
        </a:accent5>
        <a:accent6>
          <a:srgbClr val="2D2D89"/>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4"/>
        </a:accent5>
        <a:accent6>
          <a:srgbClr val="E5895B"/>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7B7E5"/>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
        <a:dk1>
          <a:srgbClr val="000000"/>
        </a:dk1>
        <a:lt1>
          <a:srgbClr val="DEF6F1"/>
        </a:lt1>
        <a:dk2>
          <a:srgbClr val="000000"/>
        </a:dk2>
        <a:lt2>
          <a:srgbClr val="969696"/>
        </a:lt2>
        <a:accent1>
          <a:srgbClr val="FFFFFF"/>
        </a:accent1>
        <a:accent2>
          <a:srgbClr val="8DC6FF"/>
        </a:accent2>
        <a:accent3>
          <a:srgbClr val="EBFAF7"/>
        </a:accent3>
        <a:accent4>
          <a:srgbClr val="000000"/>
        </a:accent4>
        <a:accent5>
          <a:srgbClr val="FFFFFF"/>
        </a:accent5>
        <a:accent6>
          <a:srgbClr val="7EB1E5"/>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7B7"/>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
        <a:dk1>
          <a:srgbClr val="FFFFFF"/>
        </a:dk1>
        <a:lt1>
          <a:srgbClr val="008080"/>
        </a:lt1>
        <a:dk2>
          <a:srgbClr val="FFFF99"/>
        </a:dk2>
        <a:lt2>
          <a:srgbClr val="005A58"/>
        </a:lt2>
        <a:accent1>
          <a:srgbClr val="006462"/>
        </a:accent1>
        <a:accent2>
          <a:srgbClr val="6D6FC7"/>
        </a:accent2>
        <a:accent3>
          <a:srgbClr val="AAC1C1"/>
        </a:accent3>
        <a:accent4>
          <a:srgbClr val="DCDCDC"/>
        </a:accent4>
        <a:accent5>
          <a:srgbClr val="AAB8B8"/>
        </a:accent5>
        <a:accent6>
          <a:srgbClr val="6163B2"/>
        </a:accent6>
        <a:hlink>
          <a:srgbClr val="00FFFF"/>
        </a:hlink>
        <a:folHlink>
          <a:srgbClr val="00FF00"/>
        </a:folHlink>
      </a:clrScheme>
      <a:clrMap bg1="lt1" tx1="dk1" bg2="lt2" tx2="dk2" accent1="accent1" accent2="accent2" accent3="accent3" accent4="accent4" accent5="accent5" accent6="accent6" hlink="hlink" folHlink="folHlink"/>
    </a:extraClrScheme>
    <a:extraClrScheme>
      <a:clrScheme name="">
        <a:dk1>
          <a:srgbClr val="FFFFFF"/>
        </a:dk1>
        <a:lt1>
          <a:srgbClr val="800000"/>
        </a:lt1>
        <a:dk2>
          <a:srgbClr val="DFD293"/>
        </a:dk2>
        <a:lt2>
          <a:srgbClr val="5C1F00"/>
        </a:lt2>
        <a:accent1>
          <a:srgbClr val="CC3300"/>
        </a:accent1>
        <a:accent2>
          <a:srgbClr val="BE7960"/>
        </a:accent2>
        <a:accent3>
          <a:srgbClr val="C1AAAA"/>
        </a:accent3>
        <a:accent4>
          <a:srgbClr val="DCDCDC"/>
        </a:accent4>
        <a:accent5>
          <a:srgbClr val="E2ADAA"/>
        </a:accent5>
        <a:accent6>
          <a:srgbClr val="AA6C55"/>
        </a:accent6>
        <a:hlink>
          <a:srgbClr val="FFFF99"/>
        </a:hlink>
        <a:folHlink>
          <a:srgbClr val="D3A219"/>
        </a:folHlink>
      </a:clrScheme>
      <a:clrMap bg1="lt1" tx1="dk1" bg2="lt2" tx2="dk2" accent1="accent1" accent2="accent2" accent3="accent3" accent4="accent4" accent5="accent5" accent6="accent6" hlink="hlink" folHlink="folHlink"/>
    </a:extraClrScheme>
    <a:extraClrScheme>
      <a:clrScheme name="">
        <a:dk1>
          <a:srgbClr val="FFFFFF"/>
        </a:dk1>
        <a:lt1>
          <a:srgbClr val="000099"/>
        </a:lt1>
        <a:dk2>
          <a:srgbClr val="CCFFFF"/>
        </a:dk2>
        <a:lt2>
          <a:srgbClr val="003366"/>
        </a:lt2>
        <a:accent1>
          <a:srgbClr val="3366CC"/>
        </a:accent1>
        <a:accent2>
          <a:srgbClr val="00B000"/>
        </a:accent2>
        <a:accent3>
          <a:srgbClr val="AAAACA"/>
        </a:accent3>
        <a:accent4>
          <a:srgbClr val="DCDCDC"/>
        </a:accent4>
        <a:accent5>
          <a:srgbClr val="ADB9E2"/>
        </a:accent5>
        <a:accent6>
          <a:srgbClr val="009D00"/>
        </a:accent6>
        <a:hlink>
          <a:srgbClr val="66CCFF"/>
        </a:hlink>
        <a:folHlink>
          <a:srgbClr val="FFE701"/>
        </a:folHlink>
      </a:clrScheme>
      <a:clrMap bg1="lt1" tx1="dk1" bg2="lt2" tx2="dk2" accent1="accent1" accent2="accent2" accent3="accent3" accent4="accent4" accent5="accent5" accent6="accent6" hlink="hlink" folHlink="folHlink"/>
    </a:extraClrScheme>
    <a:extraClrScheme>
      <a:clrScheme name="">
        <a:dk1>
          <a:srgbClr val="FFFFFF"/>
        </a:dk1>
        <a:lt1>
          <a:srgbClr val="000000"/>
        </a:lt1>
        <a:dk2>
          <a:srgbClr val="E3EBF1"/>
        </a:dk2>
        <a:lt2>
          <a:srgbClr val="336699"/>
        </a:lt2>
        <a:accent1>
          <a:srgbClr val="003399"/>
        </a:accent1>
        <a:accent2>
          <a:srgbClr val="468A4B"/>
        </a:accent2>
        <a:accent3>
          <a:srgbClr val="AAAAAA"/>
        </a:accent3>
        <a:accent4>
          <a:srgbClr val="DCDCDC"/>
        </a:accent4>
        <a:accent5>
          <a:srgbClr val="AAADCA"/>
        </a:accent5>
        <a:accent6>
          <a:srgbClr val="3E7B43"/>
        </a:accent6>
        <a:hlink>
          <a:srgbClr val="66CCFF"/>
        </a:hlink>
        <a:folHlink>
          <a:srgbClr val="F0E500"/>
        </a:folHlink>
      </a:clrScheme>
      <a:clrMap bg1="lt1" tx1="dk1" bg2="lt2" tx2="dk2" accent1="accent1" accent2="accent2" accent3="accent3" accent4="accent4" accent5="accent5" accent6="accent6" hlink="hlink" folHlink="folHlink"/>
    </a:extraClrScheme>
    <a:extraClrScheme>
      <a:clrScheme name="">
        <a:dk1>
          <a:srgbClr val="FFFFFF"/>
        </a:dk1>
        <a:lt1>
          <a:srgbClr val="686B5D"/>
        </a:lt1>
        <a:dk2>
          <a:srgbClr val="D1D1CB"/>
        </a:dk2>
        <a:lt2>
          <a:srgbClr val="777777"/>
        </a:lt2>
        <a:accent1>
          <a:srgbClr val="909082"/>
        </a:accent1>
        <a:accent2>
          <a:srgbClr val="809EA8"/>
        </a:accent2>
        <a:accent3>
          <a:srgbClr val="B9BAB6"/>
        </a:accent3>
        <a:accent4>
          <a:srgbClr val="DCDCDC"/>
        </a:accent4>
        <a:accent5>
          <a:srgbClr val="C7C7C1"/>
        </a:accent5>
        <a:accent6>
          <a:srgbClr val="728D96"/>
        </a:accent6>
        <a:hlink>
          <a:srgbClr val="FFCC66"/>
        </a:hlink>
        <a:folHlink>
          <a:srgbClr val="E9DCB9"/>
        </a:folHlink>
      </a:clrScheme>
      <a:clrMap bg1="lt1" tx1="dk1" bg2="lt2" tx2="dk2" accent1="accent1" accent2="accent2" accent3="accent3" accent4="accent4" accent5="accent5" accent6="accent6" hlink="hlink" folHlink="folHlink"/>
    </a:extraClrScheme>
    <a:extraClrScheme>
      <a:clrScheme name="">
        <a:dk1>
          <a:srgbClr val="FFFFFF"/>
        </a:dk1>
        <a:lt1>
          <a:srgbClr val="666699"/>
        </a:lt1>
        <a:dk2>
          <a:srgbClr val="FFFFFF"/>
        </a:dk2>
        <a:lt2>
          <a:srgbClr val="3E3E5C"/>
        </a:lt2>
        <a:accent1>
          <a:srgbClr val="60597B"/>
        </a:accent1>
        <a:accent2>
          <a:srgbClr val="6666FF"/>
        </a:accent2>
        <a:accent3>
          <a:srgbClr val="B9B9CA"/>
        </a:accent3>
        <a:accent4>
          <a:srgbClr val="DCDCDC"/>
        </a:accent4>
        <a:accent5>
          <a:srgbClr val="B7B5BF"/>
        </a:accent5>
        <a:accent6>
          <a:srgbClr val="5B5BE5"/>
        </a:accent6>
        <a:hlink>
          <a:srgbClr val="99CCFF"/>
        </a:hlink>
        <a:folHlink>
          <a:srgbClr val="FFFF99"/>
        </a:folHlink>
      </a:clrScheme>
      <a:clrMap bg1="lt1" tx1="dk1" bg2="lt2" tx2="dk2" accent1="accent1" accent2="accent2" accent3="accent3" accent4="accent4" accent5="accent5" accent6="accent6" hlink="hlink" folHlink="folHlink"/>
    </a:extraClrScheme>
    <a:extraClrScheme>
      <a:clrScheme name="">
        <a:dk1>
          <a:srgbClr val="FFFFFF"/>
        </a:dk1>
        <a:lt1>
          <a:srgbClr val="523E26"/>
        </a:lt1>
        <a:dk2>
          <a:srgbClr val="DFC08D"/>
        </a:dk2>
        <a:lt2>
          <a:srgbClr val="2D2015"/>
        </a:lt2>
        <a:accent1>
          <a:srgbClr val="8C7B70"/>
        </a:accent1>
        <a:accent2>
          <a:srgbClr val="8F5F2F"/>
        </a:accent2>
        <a:accent3>
          <a:srgbClr val="B3AFAB"/>
        </a:accent3>
        <a:accent4>
          <a:srgbClr val="DCDCDC"/>
        </a:accent4>
        <a:accent5>
          <a:srgbClr val="C5BFBC"/>
        </a:accent5>
        <a:accent6>
          <a:srgbClr val="805529"/>
        </a:accent6>
        <a:hlink>
          <a:srgbClr val="CCB400"/>
        </a:hlink>
        <a:folHlink>
          <a:srgbClr val="8C9EA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9EDEE"/>
      </a:accent5>
      <a:accent6>
        <a:srgbClr val="2D2D89"/>
      </a:accent6>
      <a:hlink>
        <a:srgbClr val="009999"/>
      </a:hlink>
      <a:folHlink>
        <a:srgbClr val="99CC00"/>
      </a:folHlink>
    </a:clrScheme>
    <a:fontScheme name="Cambria-Calibri">
      <a:majorFont>
        <a:latin typeface="Cambria"/>
        <a:ea typeface=""/>
        <a:cs typeface=""/>
        <a:font script="Jpan" typeface="ＭＳ 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明朝"/>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D:\Program Files\Microsoft Office\Templates\Presentation Designs\Fireball.pot</Template>
  <TotalTime>1439</TotalTime>
  <Words>8657</Words>
  <Application>Microsoft Office PowerPoint</Application>
  <PresentationFormat>全屏显示(4:3)</PresentationFormat>
  <Paragraphs>892</Paragraphs>
  <Slides>172</Slides>
  <Notes>32</Notes>
  <HiddenSlides>0</HiddenSlides>
  <MMClips>0</MMClips>
  <ScaleCrop>false</ScaleCrop>
  <HeadingPairs>
    <vt:vector size="8" baseType="variant">
      <vt:variant>
        <vt:lpstr>已用的字体</vt:lpstr>
      </vt:variant>
      <vt:variant>
        <vt:i4>9</vt:i4>
      </vt:variant>
      <vt:variant>
        <vt:lpstr>主题</vt:lpstr>
      </vt:variant>
      <vt:variant>
        <vt:i4>3</vt:i4>
      </vt:variant>
      <vt:variant>
        <vt:lpstr>嵌入 OLE 服务器</vt:lpstr>
      </vt:variant>
      <vt:variant>
        <vt:i4>4</vt:i4>
      </vt:variant>
      <vt:variant>
        <vt:lpstr>幻灯片标题</vt:lpstr>
      </vt:variant>
      <vt:variant>
        <vt:i4>172</vt:i4>
      </vt:variant>
    </vt:vector>
  </HeadingPairs>
  <TitlesOfParts>
    <vt:vector size="188" baseType="lpstr">
      <vt:lpstr>黑体</vt:lpstr>
      <vt:lpstr>宋体</vt:lpstr>
      <vt:lpstr>微软雅黑</vt:lpstr>
      <vt:lpstr>Arial</vt:lpstr>
      <vt:lpstr>Cambria Math</vt:lpstr>
      <vt:lpstr>Symbol</vt:lpstr>
      <vt:lpstr>Tahoma</vt:lpstr>
      <vt:lpstr>Times New Roman</vt:lpstr>
      <vt:lpstr>Wingdings</vt:lpstr>
      <vt:lpstr>绿叶</vt:lpstr>
      <vt:lpstr>1_绿叶</vt:lpstr>
      <vt:lpstr>2_绿叶</vt:lpstr>
      <vt:lpstr>Equation.3</vt:lpstr>
      <vt:lpstr>Equation.KSEE3</vt:lpstr>
      <vt:lpstr>Equation.DSMT4</vt:lpstr>
      <vt:lpstr>VISIO 5 Drawing</vt:lpstr>
      <vt:lpstr>第二章   z变换和DTFT</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因果序列</vt:lpstr>
      <vt:lpstr>3. 左边序列（无始有终的序列）       —收敛区域是一个半径为Rx+的圆的内部 </vt:lpstr>
      <vt:lpstr>4.双边序列</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Z变换的基本性质（续） </vt:lpstr>
      <vt:lpstr>Z变换的基本性质（续）</vt:lpstr>
      <vt:lpstr>PowerPoint 演示文稿</vt:lpstr>
      <vt:lpstr>PowerPoint 演示文稿</vt:lpstr>
      <vt:lpstr>PowerPoint 演示文稿</vt:lpstr>
      <vt:lpstr>PowerPoint 演示文稿</vt:lpstr>
      <vt:lpstr>FT与DTFT的关系</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下面举例说明DTFT性质得使用。 计算下列积分I的值。</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2.3.5  周期性序列的DTFT</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2.4 离散LSI系统的频率表征</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2.4.4 系统函数与差分方程</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远离单位圆的极点使系统输出较快稳定</vt:lpstr>
      <vt:lpstr>接近单位圆的极点使系统稳定输出的时间变长</vt:lpstr>
      <vt:lpstr>2.4.6 IIR系统和FIR系统</vt:lpstr>
      <vt:lpstr>PowerPoint 演示文稿</vt:lpstr>
      <vt:lpstr>PowerPoint 演示文稿</vt:lpstr>
      <vt:lpstr>PowerPoint 演示文稿</vt:lpstr>
      <vt:lpstr>PowerPoint 演示文稿</vt:lpstr>
      <vt:lpstr>PowerPoint 演示文稿</vt:lpstr>
    </vt:vector>
  </TitlesOfParts>
  <Company>icie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第二章  z变换</dc:title>
  <dc:creator>lyb</dc:creator>
  <cp:lastModifiedBy>宇佩 马</cp:lastModifiedBy>
  <cp:revision>945</cp:revision>
  <dcterms:created xsi:type="dcterms:W3CDTF">2002-04-27T03:05:30Z</dcterms:created>
  <dcterms:modified xsi:type="dcterms:W3CDTF">2026-04-09T14:32:40Z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2052-12.1.0.24034</vt:lpwstr>
  </property>
  <property fmtid="{D5CDD505-2E9C-101B-9397-08002B2CF9AE}" pid="3" name="ICV">
    <vt:lpwstr>6958B36A59A1462AA01C05C40F4BC58D_13</vt:lpwstr>
  </property>
</Properties>
</file>