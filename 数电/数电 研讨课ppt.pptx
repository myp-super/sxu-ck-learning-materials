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9"/>
  </p:notesMasterIdLst>
  <p:sldIdLst>
    <p:sldId id="256" r:id="rId2"/>
    <p:sldId id="265" r:id="rId3"/>
    <p:sldId id="323" r:id="rId4"/>
    <p:sldId id="324" r:id="rId5"/>
    <p:sldId id="325" r:id="rId6"/>
    <p:sldId id="262" r:id="rId7"/>
    <p:sldId id="300" r:id="rId8"/>
    <p:sldId id="289" r:id="rId9"/>
    <p:sldId id="266" r:id="rId10"/>
    <p:sldId id="317" r:id="rId11"/>
    <p:sldId id="321" r:id="rId12"/>
    <p:sldId id="273" r:id="rId13"/>
    <p:sldId id="264" r:id="rId14"/>
    <p:sldId id="307" r:id="rId15"/>
    <p:sldId id="290" r:id="rId16"/>
    <p:sldId id="270" r:id="rId17"/>
    <p:sldId id="288" r:id="rId18"/>
  </p:sldIdLst>
  <p:sldSz cx="12193588" cy="6858000"/>
  <p:notesSz cx="6858000" cy="9144000"/>
  <p:custDataLst>
    <p:tags r:id="rId2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657" userDrawn="1">
          <p15:clr>
            <a:srgbClr val="A4A3A4"/>
          </p15:clr>
        </p15:guide>
        <p15:guide id="3" pos="5746" userDrawn="1">
          <p15:clr>
            <a:srgbClr val="A4A3A4"/>
          </p15:clr>
        </p15:guide>
        <p15:guide id="4" pos="5133" userDrawn="1">
          <p15:clr>
            <a:srgbClr val="A4A3A4"/>
          </p15:clr>
        </p15:guide>
        <p15:guide id="5" orient="horz" pos="29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0C01"/>
    <a:srgbClr val="3E1813"/>
    <a:srgbClr val="2B0703"/>
    <a:srgbClr val="E13402"/>
    <a:srgbClr val="FFE40D"/>
    <a:srgbClr val="36FFAF"/>
    <a:srgbClr val="5AF3FD"/>
    <a:srgbClr val="3F81F6"/>
    <a:srgbClr val="FB3268"/>
    <a:srgbClr val="6453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9C3D51-FB80-4186-829B-F57745EE09EB}" v="52" dt="2025-03-28T11:20:28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0" autoAdjust="0"/>
    <p:restoredTop sz="96192" autoAdjust="0"/>
  </p:normalViewPr>
  <p:slideViewPr>
    <p:cSldViewPr snapToGrid="0">
      <p:cViewPr varScale="1">
        <p:scale>
          <a:sx n="99" d="100"/>
          <a:sy n="99" d="100"/>
        </p:scale>
        <p:origin x="68" y="220"/>
      </p:cViewPr>
      <p:guideLst>
        <p:guide pos="4657"/>
        <p:guide pos="5746"/>
        <p:guide pos="5133"/>
        <p:guide orient="horz" pos="299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C24A63-610F-4E17-8335-C9ADCA69E8E6}" type="datetimeFigureOut">
              <a:rPr lang="zh-CN" altLang="en-US" smtClean="0"/>
              <a:t>2025/6/1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0FBDA-FB18-454B-B32E-E7D82B8FA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568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0FBDA-FB18-454B-B32E-E7D82B8FAF5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56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9433800-8F1A-4F78-9F49-56D347D54E9B}"/>
              </a:ext>
            </a:extLst>
          </p:cNvPr>
          <p:cNvGrpSpPr/>
          <p:nvPr userDrawn="1"/>
        </p:nvGrpSpPr>
        <p:grpSpPr>
          <a:xfrm>
            <a:off x="10783135" y="5124929"/>
            <a:ext cx="1618415" cy="1621003"/>
            <a:chOff x="12281735" y="-31271"/>
            <a:chExt cx="1618415" cy="1621003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0F274EF-BFB5-4571-A3CC-D71D0D5BF243}"/>
                </a:ext>
              </a:extLst>
            </p:cNvPr>
            <p:cNvSpPr txBox="1"/>
            <p:nvPr userDrawn="1"/>
          </p:nvSpPr>
          <p:spPr>
            <a:xfrm>
              <a:off x="12603957" y="-31271"/>
              <a:ext cx="1296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tx1"/>
                  </a:solidFill>
                </a:rPr>
                <a:t>100, 83, 213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8B8BDF6-DB50-4E07-8E64-D270B44E5147}"/>
                </a:ext>
              </a:extLst>
            </p:cNvPr>
            <p:cNvSpPr txBox="1"/>
            <p:nvPr userDrawn="1"/>
          </p:nvSpPr>
          <p:spPr>
            <a:xfrm>
              <a:off x="12603957" y="243685"/>
              <a:ext cx="1296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tx1"/>
                  </a:solidFill>
                </a:rPr>
                <a:t>63, 129, 246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D8DD3B6-20E2-4DC8-9A3E-606AEF4D36A2}"/>
                </a:ext>
              </a:extLst>
            </p:cNvPr>
            <p:cNvSpPr txBox="1"/>
            <p:nvPr userDrawn="1"/>
          </p:nvSpPr>
          <p:spPr>
            <a:xfrm>
              <a:off x="12603957" y="518641"/>
              <a:ext cx="1296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0" dirty="0">
                  <a:solidFill>
                    <a:schemeClr val="tx1"/>
                  </a:solidFill>
                </a:rPr>
                <a:t>90, 243, 253</a:t>
              </a:r>
              <a:endParaRPr lang="zh-CN" altLang="en-US" sz="1000" b="0" dirty="0">
                <a:solidFill>
                  <a:schemeClr val="tx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FE2E8E9-0FC4-47C5-B00C-45136630A9A0}"/>
                </a:ext>
              </a:extLst>
            </p:cNvPr>
            <p:cNvSpPr txBox="1"/>
            <p:nvPr userDrawn="1"/>
          </p:nvSpPr>
          <p:spPr>
            <a:xfrm>
              <a:off x="12603957" y="793597"/>
              <a:ext cx="1296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tx1"/>
                  </a:solidFill>
                </a:rPr>
                <a:t>54, 255, 175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C7063E7-79C7-443F-98E2-FF2BF9D641BB}"/>
                </a:ext>
              </a:extLst>
            </p:cNvPr>
            <p:cNvSpPr txBox="1"/>
            <p:nvPr userDrawn="1"/>
          </p:nvSpPr>
          <p:spPr>
            <a:xfrm>
              <a:off x="12603957" y="1068553"/>
              <a:ext cx="1296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tx1"/>
                  </a:solidFill>
                </a:rPr>
                <a:t>251, 50, 104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9F1B2D9-A753-4AFA-AA0F-F5B026A18962}"/>
                </a:ext>
              </a:extLst>
            </p:cNvPr>
            <p:cNvSpPr txBox="1"/>
            <p:nvPr userDrawn="1"/>
          </p:nvSpPr>
          <p:spPr>
            <a:xfrm>
              <a:off x="12603957" y="1343511"/>
              <a:ext cx="1296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tx1"/>
                  </a:solidFill>
                </a:rPr>
                <a:t>255, 228, 13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FA46104-8451-4B74-94CC-D21D68710A69}"/>
                </a:ext>
              </a:extLst>
            </p:cNvPr>
            <p:cNvSpPr/>
            <p:nvPr userDrawn="1"/>
          </p:nvSpPr>
          <p:spPr>
            <a:xfrm>
              <a:off x="12281735" y="0"/>
              <a:ext cx="303172" cy="183680"/>
            </a:xfrm>
            <a:prstGeom prst="rect">
              <a:avLst/>
            </a:prstGeom>
            <a:solidFill>
              <a:srgbClr val="6453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B021418-2995-447E-A98E-0FCEAAAF9720}"/>
                </a:ext>
              </a:extLst>
            </p:cNvPr>
            <p:cNvSpPr/>
            <p:nvPr userDrawn="1"/>
          </p:nvSpPr>
          <p:spPr>
            <a:xfrm>
              <a:off x="12281735" y="274956"/>
              <a:ext cx="303172" cy="183680"/>
            </a:xfrm>
            <a:prstGeom prst="rect">
              <a:avLst/>
            </a:prstGeom>
            <a:solidFill>
              <a:srgbClr val="3F81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70DF134-DCCE-4EA2-AB9F-869B2CB0E92E}"/>
                </a:ext>
              </a:extLst>
            </p:cNvPr>
            <p:cNvSpPr/>
            <p:nvPr userDrawn="1"/>
          </p:nvSpPr>
          <p:spPr>
            <a:xfrm>
              <a:off x="12281735" y="549912"/>
              <a:ext cx="303172" cy="183680"/>
            </a:xfrm>
            <a:prstGeom prst="rect">
              <a:avLst/>
            </a:prstGeom>
            <a:solidFill>
              <a:srgbClr val="5AF3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D2382EB-B5AB-454C-A891-066C88937A6D}"/>
                </a:ext>
              </a:extLst>
            </p:cNvPr>
            <p:cNvSpPr/>
            <p:nvPr userDrawn="1"/>
          </p:nvSpPr>
          <p:spPr>
            <a:xfrm>
              <a:off x="12281735" y="824868"/>
              <a:ext cx="303172" cy="183680"/>
            </a:xfrm>
            <a:prstGeom prst="rect">
              <a:avLst/>
            </a:prstGeom>
            <a:solidFill>
              <a:srgbClr val="36FFA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2F0F41A-5C92-47B1-A731-4A877D17F590}"/>
                </a:ext>
              </a:extLst>
            </p:cNvPr>
            <p:cNvSpPr/>
            <p:nvPr userDrawn="1"/>
          </p:nvSpPr>
          <p:spPr>
            <a:xfrm>
              <a:off x="12281735" y="1099824"/>
              <a:ext cx="303172" cy="183680"/>
            </a:xfrm>
            <a:prstGeom prst="rect">
              <a:avLst/>
            </a:prstGeom>
            <a:solidFill>
              <a:srgbClr val="FB3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4E34945-90BB-43DD-BE6E-93996451D228}"/>
                </a:ext>
              </a:extLst>
            </p:cNvPr>
            <p:cNvSpPr/>
            <p:nvPr userDrawn="1"/>
          </p:nvSpPr>
          <p:spPr>
            <a:xfrm>
              <a:off x="12281735" y="1374782"/>
              <a:ext cx="303172" cy="183680"/>
            </a:xfrm>
            <a:prstGeom prst="rect">
              <a:avLst/>
            </a:prstGeom>
            <a:solidFill>
              <a:srgbClr val="FFE4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>
                <a:solidFill>
                  <a:schemeClr val="tx1"/>
                </a:solidFill>
              </a:endParaRPr>
            </a:p>
          </p:txBody>
        </p:sp>
      </p:grpSp>
      <p:pic>
        <p:nvPicPr>
          <p:cNvPr id="3" name="图片 2" descr="灰色的蜂窝&#10;&#10;中度可信度描述已自动生成">
            <a:extLst>
              <a:ext uri="{FF2B5EF4-FFF2-40B4-BE49-F238E27FC236}">
                <a16:creationId xmlns:a16="http://schemas.microsoft.com/office/drawing/2014/main" id="{049A0411-3258-42F4-9E0A-64F960BA7A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1" t="2947" r="2941" b="2947"/>
          <a:stretch>
            <a:fillRect/>
          </a:stretch>
        </p:blipFill>
        <p:spPr>
          <a:xfrm>
            <a:off x="0" y="0"/>
            <a:ext cx="12193588" cy="6858000"/>
          </a:xfrm>
          <a:custGeom>
            <a:avLst/>
            <a:gdLst>
              <a:gd name="connsiteX0" fmla="*/ 0 w 12193588"/>
              <a:gd name="connsiteY0" fmla="*/ 0 h 6858000"/>
              <a:gd name="connsiteX1" fmla="*/ 12193588 w 12193588"/>
              <a:gd name="connsiteY1" fmla="*/ 0 h 6858000"/>
              <a:gd name="connsiteX2" fmla="*/ 12193588 w 12193588"/>
              <a:gd name="connsiteY2" fmla="*/ 6858000 h 6858000"/>
              <a:gd name="connsiteX3" fmla="*/ 0 w 12193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8" h="6858000">
                <a:moveTo>
                  <a:pt x="0" y="0"/>
                </a:moveTo>
                <a:lnTo>
                  <a:pt x="12193588" y="0"/>
                </a:lnTo>
                <a:lnTo>
                  <a:pt x="1219358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E2C091F-ABCC-4C28-8D7E-19468E7452BA}"/>
              </a:ext>
            </a:extLst>
          </p:cNvPr>
          <p:cNvSpPr/>
          <p:nvPr userDrawn="1"/>
        </p:nvSpPr>
        <p:spPr>
          <a:xfrm>
            <a:off x="1" y="0"/>
            <a:ext cx="12193588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0271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灰色的蜂窝&#10;&#10;中度可信度描述已自动生成">
            <a:extLst>
              <a:ext uri="{FF2B5EF4-FFF2-40B4-BE49-F238E27FC236}">
                <a16:creationId xmlns:a16="http://schemas.microsoft.com/office/drawing/2014/main" id="{A321398D-F5D4-4711-A06E-CF19FEF961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1" t="2947" r="2941" b="2947"/>
          <a:stretch>
            <a:fillRect/>
          </a:stretch>
        </p:blipFill>
        <p:spPr>
          <a:xfrm>
            <a:off x="0" y="0"/>
            <a:ext cx="12193588" cy="6858000"/>
          </a:xfrm>
          <a:custGeom>
            <a:avLst/>
            <a:gdLst>
              <a:gd name="connsiteX0" fmla="*/ 0 w 12193588"/>
              <a:gd name="connsiteY0" fmla="*/ 0 h 6858000"/>
              <a:gd name="connsiteX1" fmla="*/ 12193588 w 12193588"/>
              <a:gd name="connsiteY1" fmla="*/ 0 h 6858000"/>
              <a:gd name="connsiteX2" fmla="*/ 12193588 w 12193588"/>
              <a:gd name="connsiteY2" fmla="*/ 6858000 h 6858000"/>
              <a:gd name="connsiteX3" fmla="*/ 0 w 12193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8" h="6858000">
                <a:moveTo>
                  <a:pt x="0" y="0"/>
                </a:moveTo>
                <a:lnTo>
                  <a:pt x="12193588" y="0"/>
                </a:lnTo>
                <a:lnTo>
                  <a:pt x="1219358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EE6AC8B-8B71-4AB0-B92E-FB79BD6A228E}"/>
              </a:ext>
            </a:extLst>
          </p:cNvPr>
          <p:cNvSpPr/>
          <p:nvPr userDrawn="1"/>
        </p:nvSpPr>
        <p:spPr>
          <a:xfrm>
            <a:off x="0" y="0"/>
            <a:ext cx="12193588" cy="6858000"/>
          </a:xfrm>
          <a:prstGeom prst="rect">
            <a:avLst/>
          </a:prstGeom>
          <a:gradFill flip="none" rotWithShape="1">
            <a:gsLst>
              <a:gs pos="59000">
                <a:srgbClr val="030E22">
                  <a:alpha val="70000"/>
                </a:srgbClr>
              </a:gs>
              <a:gs pos="0">
                <a:schemeClr val="bg1"/>
              </a:gs>
              <a:gs pos="100000">
                <a:schemeClr val="bg1">
                  <a:alpha val="2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A3DBF5D-B175-46F1-B270-084EF5D15743}"/>
              </a:ext>
            </a:extLst>
          </p:cNvPr>
          <p:cNvSpPr/>
          <p:nvPr userDrawn="1"/>
        </p:nvSpPr>
        <p:spPr>
          <a:xfrm>
            <a:off x="662751" y="4895818"/>
            <a:ext cx="888205" cy="7079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40000">
                <a:schemeClr val="accent1"/>
              </a:gs>
              <a:gs pos="100000">
                <a:srgbClr val="E5556C"/>
              </a:gs>
              <a:gs pos="0">
                <a:srgbClr val="466EE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82A8FB9F-7528-4226-B0D5-1317E31FC6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2751" y="1906367"/>
            <a:ext cx="9119878" cy="69606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3600" b="1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3554F200-EC74-4C47-A526-06A7802B42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2751" y="2793291"/>
            <a:ext cx="9119878" cy="835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zh-CN" altLang="en-US" sz="4400" b="1" dirty="0" smtClean="0">
                <a:gradFill>
                  <a:gsLst>
                    <a:gs pos="52204">
                      <a:schemeClr val="accent1"/>
                    </a:gs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1"/>
                </a:gradFill>
                <a:latin typeface="+mj-ea"/>
                <a:ea typeface="+mj-ea"/>
              </a:defRPr>
            </a:lvl1pPr>
          </a:lstStyle>
          <a:p>
            <a:pPr marL="0" lvl="0" defTabSz="457200"/>
            <a:r>
              <a:rPr lang="zh-CN" altLang="en-US" dirty="0"/>
              <a:t>单击此处编辑母版文本样式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72F58D4F-17FA-41D4-BE43-6329D243A7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2751" y="3791336"/>
            <a:ext cx="9119878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zh-CN" altLang="en-US" sz="3200" b="0" dirty="0" smtClean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marL="0" lvl="0" defTabSz="45720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53869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灰色的蜂窝&#10;&#10;中度可信度描述已自动生成">
            <a:extLst>
              <a:ext uri="{FF2B5EF4-FFF2-40B4-BE49-F238E27FC236}">
                <a16:creationId xmlns:a16="http://schemas.microsoft.com/office/drawing/2014/main" id="{A77E9124-0AFB-492F-A30E-92997E23DE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1" t="2947" r="2941" b="2947"/>
          <a:stretch>
            <a:fillRect/>
          </a:stretch>
        </p:blipFill>
        <p:spPr>
          <a:xfrm>
            <a:off x="0" y="0"/>
            <a:ext cx="12193588" cy="6858000"/>
          </a:xfrm>
          <a:custGeom>
            <a:avLst/>
            <a:gdLst>
              <a:gd name="connsiteX0" fmla="*/ 0 w 12193588"/>
              <a:gd name="connsiteY0" fmla="*/ 0 h 6858000"/>
              <a:gd name="connsiteX1" fmla="*/ 12193588 w 12193588"/>
              <a:gd name="connsiteY1" fmla="*/ 0 h 6858000"/>
              <a:gd name="connsiteX2" fmla="*/ 12193588 w 12193588"/>
              <a:gd name="connsiteY2" fmla="*/ 6858000 h 6858000"/>
              <a:gd name="connsiteX3" fmla="*/ 0 w 12193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8" h="6858000">
                <a:moveTo>
                  <a:pt x="0" y="0"/>
                </a:moveTo>
                <a:lnTo>
                  <a:pt x="12193588" y="0"/>
                </a:lnTo>
                <a:lnTo>
                  <a:pt x="1219358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480319E-AB10-4E5A-9DB1-EF1417BAD6D1}"/>
              </a:ext>
            </a:extLst>
          </p:cNvPr>
          <p:cNvSpPr/>
          <p:nvPr userDrawn="1"/>
        </p:nvSpPr>
        <p:spPr>
          <a:xfrm>
            <a:off x="1" y="0"/>
            <a:ext cx="12193588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DC699373-2E26-4C5D-A815-50BFEA2C70EF}"/>
              </a:ext>
            </a:extLst>
          </p:cNvPr>
          <p:cNvGrpSpPr/>
          <p:nvPr userDrawn="1"/>
        </p:nvGrpSpPr>
        <p:grpSpPr>
          <a:xfrm>
            <a:off x="3526314" y="18627"/>
            <a:ext cx="5140960" cy="2087589"/>
            <a:chOff x="2510047" y="-119362"/>
            <a:chExt cx="4143221" cy="2231136"/>
          </a:xfrm>
        </p:grpSpPr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3756FEF0-1026-4793-AA82-2D67AE7F8558}"/>
                </a:ext>
              </a:extLst>
            </p:cNvPr>
            <p:cNvGrpSpPr/>
            <p:nvPr/>
          </p:nvGrpSpPr>
          <p:grpSpPr>
            <a:xfrm>
              <a:off x="3652515" y="-119362"/>
              <a:ext cx="3000753" cy="2231136"/>
              <a:chOff x="3456431" y="864535"/>
              <a:chExt cx="3000753" cy="2231136"/>
            </a:xfrm>
          </p:grpSpPr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9B421C19-B78C-4B18-8637-9A702DB587B7}"/>
                  </a:ext>
                </a:extLst>
              </p:cNvPr>
              <p:cNvSpPr/>
              <p:nvPr/>
            </p:nvSpPr>
            <p:spPr>
              <a:xfrm>
                <a:off x="3456431" y="864535"/>
                <a:ext cx="2231136" cy="2231136"/>
              </a:xfrm>
              <a:prstGeom prst="ellipse">
                <a:avLst/>
              </a:prstGeom>
              <a:noFill/>
              <a:ln w="12700">
                <a:gradFill>
                  <a:gsLst>
                    <a:gs pos="99000">
                      <a:schemeClr val="accent1">
                        <a:lumMod val="70000"/>
                        <a:lumOff val="30000"/>
                      </a:schemeClr>
                    </a:gs>
                    <a:gs pos="95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99F03758-139A-4064-8DA2-A09E488A2DBF}"/>
                  </a:ext>
                </a:extLst>
              </p:cNvPr>
              <p:cNvSpPr/>
              <p:nvPr/>
            </p:nvSpPr>
            <p:spPr>
              <a:xfrm>
                <a:off x="3552107" y="960211"/>
                <a:ext cx="2039784" cy="2039784"/>
              </a:xfrm>
              <a:prstGeom prst="ellipse">
                <a:avLst/>
              </a:prstGeom>
              <a:noFill/>
              <a:ln w="9525">
                <a:gradFill>
                  <a:gsLst>
                    <a:gs pos="100000">
                      <a:schemeClr val="accent1">
                        <a:lumMod val="60000"/>
                        <a:lumOff val="40000"/>
                      </a:schemeClr>
                    </a:gs>
                    <a:gs pos="96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任意多边形: 形状 91">
                <a:extLst>
                  <a:ext uri="{FF2B5EF4-FFF2-40B4-BE49-F238E27FC236}">
                    <a16:creationId xmlns:a16="http://schemas.microsoft.com/office/drawing/2014/main" id="{F5E1BC34-3857-4497-B029-D3933D788DE5}"/>
                  </a:ext>
                </a:extLst>
              </p:cNvPr>
              <p:cNvSpPr/>
              <p:nvPr/>
            </p:nvSpPr>
            <p:spPr>
              <a:xfrm flipH="1">
                <a:off x="5727557" y="1770362"/>
                <a:ext cx="729627" cy="419482"/>
              </a:xfrm>
              <a:custGeom>
                <a:avLst/>
                <a:gdLst>
                  <a:gd name="connsiteX0" fmla="*/ 0 w 1781175"/>
                  <a:gd name="connsiteY0" fmla="*/ 488950 h 695325"/>
                  <a:gd name="connsiteX1" fmla="*/ 663575 w 1781175"/>
                  <a:gd name="connsiteY1" fmla="*/ 488950 h 695325"/>
                  <a:gd name="connsiteX2" fmla="*/ 815975 w 1781175"/>
                  <a:gd name="connsiteY2" fmla="*/ 0 h 695325"/>
                  <a:gd name="connsiteX3" fmla="*/ 965200 w 1781175"/>
                  <a:gd name="connsiteY3" fmla="*/ 695325 h 695325"/>
                  <a:gd name="connsiteX4" fmla="*/ 1057275 w 1781175"/>
                  <a:gd name="connsiteY4" fmla="*/ 298450 h 695325"/>
                  <a:gd name="connsiteX5" fmla="*/ 1781175 w 1781175"/>
                  <a:gd name="connsiteY5" fmla="*/ 298450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81175" h="695325">
                    <a:moveTo>
                      <a:pt x="0" y="488950"/>
                    </a:moveTo>
                    <a:lnTo>
                      <a:pt x="663575" y="488950"/>
                    </a:lnTo>
                    <a:lnTo>
                      <a:pt x="815975" y="0"/>
                    </a:lnTo>
                    <a:lnTo>
                      <a:pt x="965200" y="695325"/>
                    </a:lnTo>
                    <a:lnTo>
                      <a:pt x="1057275" y="298450"/>
                    </a:lnTo>
                    <a:lnTo>
                      <a:pt x="1781175" y="298450"/>
                    </a:lnTo>
                  </a:path>
                </a:pathLst>
              </a:custGeom>
              <a:noFill/>
              <a:ln w="6350">
                <a:gradFill flip="none" rotWithShape="1">
                  <a:gsLst>
                    <a:gs pos="54000">
                      <a:schemeClr val="accent1">
                        <a:lumMod val="60000"/>
                        <a:lumOff val="40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>
                  <a:defRPr/>
                </a:pPr>
                <a:endParaRPr lang="zh-CN" altLang="en-US" sz="2400">
                  <a:solidFill>
                    <a:prstClr val="white"/>
                  </a:solidFill>
                  <a:latin typeface="Arial"/>
                  <a:ea typeface="微软雅黑 Light"/>
                </a:endParaRPr>
              </a:p>
            </p:txBody>
          </p:sp>
        </p:grp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4E940B83-2B48-40D8-903B-71EB03D11EEC}"/>
                </a:ext>
              </a:extLst>
            </p:cNvPr>
            <p:cNvGrpSpPr/>
            <p:nvPr/>
          </p:nvGrpSpPr>
          <p:grpSpPr>
            <a:xfrm flipH="1">
              <a:off x="2510047" y="-119362"/>
              <a:ext cx="3000753" cy="2231136"/>
              <a:chOff x="3456431" y="864535"/>
              <a:chExt cx="3000753" cy="2231136"/>
            </a:xfrm>
          </p:grpSpPr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A425B972-D873-49ED-A799-5E7C59B1FEAB}"/>
                  </a:ext>
                </a:extLst>
              </p:cNvPr>
              <p:cNvSpPr/>
              <p:nvPr/>
            </p:nvSpPr>
            <p:spPr>
              <a:xfrm>
                <a:off x="3456431" y="864535"/>
                <a:ext cx="2231136" cy="2231136"/>
              </a:xfrm>
              <a:prstGeom prst="ellipse">
                <a:avLst/>
              </a:prstGeom>
              <a:noFill/>
              <a:ln w="12700">
                <a:gradFill>
                  <a:gsLst>
                    <a:gs pos="99000">
                      <a:schemeClr val="accent1">
                        <a:lumMod val="60000"/>
                        <a:lumOff val="40000"/>
                      </a:schemeClr>
                    </a:gs>
                    <a:gs pos="95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6F760A05-FEFC-4E56-AB82-AF1CAC9002D5}"/>
                  </a:ext>
                </a:extLst>
              </p:cNvPr>
              <p:cNvSpPr/>
              <p:nvPr/>
            </p:nvSpPr>
            <p:spPr>
              <a:xfrm>
                <a:off x="3552107" y="960211"/>
                <a:ext cx="2039784" cy="2039784"/>
              </a:xfrm>
              <a:prstGeom prst="ellipse">
                <a:avLst/>
              </a:prstGeom>
              <a:noFill/>
              <a:ln w="9525">
                <a:gradFill>
                  <a:gsLst>
                    <a:gs pos="100000">
                      <a:schemeClr val="accent1">
                        <a:lumMod val="60000"/>
                        <a:lumOff val="40000"/>
                      </a:schemeClr>
                    </a:gs>
                    <a:gs pos="96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任意多边形: 形状 88">
                <a:extLst>
                  <a:ext uri="{FF2B5EF4-FFF2-40B4-BE49-F238E27FC236}">
                    <a16:creationId xmlns:a16="http://schemas.microsoft.com/office/drawing/2014/main" id="{E62A851E-EFC1-41F8-8C72-8255F2B35A5F}"/>
                  </a:ext>
                </a:extLst>
              </p:cNvPr>
              <p:cNvSpPr/>
              <p:nvPr/>
            </p:nvSpPr>
            <p:spPr>
              <a:xfrm flipH="1">
                <a:off x="5727557" y="1770362"/>
                <a:ext cx="729627" cy="419482"/>
              </a:xfrm>
              <a:custGeom>
                <a:avLst/>
                <a:gdLst>
                  <a:gd name="connsiteX0" fmla="*/ 0 w 1781175"/>
                  <a:gd name="connsiteY0" fmla="*/ 488950 h 695325"/>
                  <a:gd name="connsiteX1" fmla="*/ 663575 w 1781175"/>
                  <a:gd name="connsiteY1" fmla="*/ 488950 h 695325"/>
                  <a:gd name="connsiteX2" fmla="*/ 815975 w 1781175"/>
                  <a:gd name="connsiteY2" fmla="*/ 0 h 695325"/>
                  <a:gd name="connsiteX3" fmla="*/ 965200 w 1781175"/>
                  <a:gd name="connsiteY3" fmla="*/ 695325 h 695325"/>
                  <a:gd name="connsiteX4" fmla="*/ 1057275 w 1781175"/>
                  <a:gd name="connsiteY4" fmla="*/ 298450 h 695325"/>
                  <a:gd name="connsiteX5" fmla="*/ 1781175 w 1781175"/>
                  <a:gd name="connsiteY5" fmla="*/ 298450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81175" h="695325">
                    <a:moveTo>
                      <a:pt x="0" y="488950"/>
                    </a:moveTo>
                    <a:lnTo>
                      <a:pt x="663575" y="488950"/>
                    </a:lnTo>
                    <a:lnTo>
                      <a:pt x="815975" y="0"/>
                    </a:lnTo>
                    <a:lnTo>
                      <a:pt x="965200" y="695325"/>
                    </a:lnTo>
                    <a:lnTo>
                      <a:pt x="1057275" y="298450"/>
                    </a:lnTo>
                    <a:lnTo>
                      <a:pt x="1781175" y="298450"/>
                    </a:lnTo>
                  </a:path>
                </a:pathLst>
              </a:custGeom>
              <a:noFill/>
              <a:ln w="6350">
                <a:gradFill flip="none" rotWithShape="1">
                  <a:gsLst>
                    <a:gs pos="54000">
                      <a:schemeClr val="accent1">
                        <a:lumMod val="60000"/>
                        <a:lumOff val="40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>
                  <a:defRPr/>
                </a:pPr>
                <a:endParaRPr lang="zh-CN" altLang="en-US" sz="2400">
                  <a:solidFill>
                    <a:prstClr val="white"/>
                  </a:solidFill>
                  <a:latin typeface="Arial"/>
                  <a:ea typeface="微软雅黑 Light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2DCB5B3-5694-4086-8D1B-D95495313D75}"/>
              </a:ext>
            </a:extLst>
          </p:cNvPr>
          <p:cNvGrpSpPr/>
          <p:nvPr userDrawn="1"/>
        </p:nvGrpSpPr>
        <p:grpSpPr>
          <a:xfrm>
            <a:off x="8133751" y="2443049"/>
            <a:ext cx="3025198" cy="1338630"/>
            <a:chOff x="8133751" y="2531949"/>
            <a:chExt cx="3025198" cy="1338630"/>
          </a:xfrm>
        </p:grpSpPr>
        <p:sp>
          <p:nvSpPr>
            <p:cNvPr id="110" name="矩形: 剪去对角 109">
              <a:extLst>
                <a:ext uri="{FF2B5EF4-FFF2-40B4-BE49-F238E27FC236}">
                  <a16:creationId xmlns:a16="http://schemas.microsoft.com/office/drawing/2014/main" id="{EAC046D2-28CA-4345-8E9C-E20EBC25DFF9}"/>
                </a:ext>
              </a:extLst>
            </p:cNvPr>
            <p:cNvSpPr/>
            <p:nvPr/>
          </p:nvSpPr>
          <p:spPr>
            <a:xfrm>
              <a:off x="8136210" y="2531949"/>
              <a:ext cx="3022293" cy="1338630"/>
            </a:xfrm>
            <a:prstGeom prst="snip2DiagRect">
              <a:avLst>
                <a:gd name="adj1" fmla="val 0"/>
                <a:gd name="adj2" fmla="val 15377"/>
              </a:avLst>
            </a:prstGeom>
            <a:gradFill flip="none" rotWithShape="1">
              <a:gsLst>
                <a:gs pos="43000">
                  <a:schemeClr val="accent1">
                    <a:alpha val="10000"/>
                  </a:schemeClr>
                </a:gs>
                <a:gs pos="0">
                  <a:schemeClr val="accent1">
                    <a:alpha val="2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直角三角形 110">
              <a:extLst>
                <a:ext uri="{FF2B5EF4-FFF2-40B4-BE49-F238E27FC236}">
                  <a16:creationId xmlns:a16="http://schemas.microsoft.com/office/drawing/2014/main" id="{B6080FAB-3421-47BB-8F80-8D5730948152}"/>
                </a:ext>
              </a:extLst>
            </p:cNvPr>
            <p:cNvSpPr/>
            <p:nvPr/>
          </p:nvSpPr>
          <p:spPr>
            <a:xfrm>
              <a:off x="8133751" y="3780090"/>
              <a:ext cx="89447" cy="89447"/>
            </a:xfrm>
            <a:prstGeom prst="rtTriangl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直角三角形 111">
              <a:extLst>
                <a:ext uri="{FF2B5EF4-FFF2-40B4-BE49-F238E27FC236}">
                  <a16:creationId xmlns:a16="http://schemas.microsoft.com/office/drawing/2014/main" id="{BDA90D7E-8C36-4EA5-ACC3-EAC3224CC8DE}"/>
                </a:ext>
              </a:extLst>
            </p:cNvPr>
            <p:cNvSpPr/>
            <p:nvPr/>
          </p:nvSpPr>
          <p:spPr>
            <a:xfrm rot="10800000">
              <a:off x="11069502" y="2542178"/>
              <a:ext cx="89447" cy="89447"/>
            </a:xfrm>
            <a:prstGeom prst="rtTriangl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C33293A4-A8FE-400B-93B7-7308F26BC0B2}"/>
              </a:ext>
            </a:extLst>
          </p:cNvPr>
          <p:cNvGrpSpPr/>
          <p:nvPr userDrawn="1"/>
        </p:nvGrpSpPr>
        <p:grpSpPr>
          <a:xfrm>
            <a:off x="1034651" y="2443052"/>
            <a:ext cx="3025198" cy="1338631"/>
            <a:chOff x="1034651" y="2531952"/>
            <a:chExt cx="3025198" cy="1338631"/>
          </a:xfrm>
        </p:grpSpPr>
        <p:sp>
          <p:nvSpPr>
            <p:cNvPr id="114" name="矩形: 剪去对角 113">
              <a:extLst>
                <a:ext uri="{FF2B5EF4-FFF2-40B4-BE49-F238E27FC236}">
                  <a16:creationId xmlns:a16="http://schemas.microsoft.com/office/drawing/2014/main" id="{3519F4A8-40AA-46A3-A038-3CC0C69BB415}"/>
                </a:ext>
              </a:extLst>
            </p:cNvPr>
            <p:cNvSpPr/>
            <p:nvPr/>
          </p:nvSpPr>
          <p:spPr>
            <a:xfrm>
              <a:off x="1037119" y="2531952"/>
              <a:ext cx="3022298" cy="1338631"/>
            </a:xfrm>
            <a:prstGeom prst="snip2DiagRect">
              <a:avLst>
                <a:gd name="adj1" fmla="val 0"/>
                <a:gd name="adj2" fmla="val 15377"/>
              </a:avLst>
            </a:prstGeom>
            <a:gradFill flip="none" rotWithShape="1">
              <a:gsLst>
                <a:gs pos="43000">
                  <a:schemeClr val="accent1">
                    <a:alpha val="10000"/>
                  </a:schemeClr>
                </a:gs>
                <a:gs pos="0">
                  <a:schemeClr val="accent1">
                    <a:alpha val="2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直角三角形 114">
              <a:extLst>
                <a:ext uri="{FF2B5EF4-FFF2-40B4-BE49-F238E27FC236}">
                  <a16:creationId xmlns:a16="http://schemas.microsoft.com/office/drawing/2014/main" id="{A35D7299-F5F9-4CF8-94B6-38233958E403}"/>
                </a:ext>
              </a:extLst>
            </p:cNvPr>
            <p:cNvSpPr/>
            <p:nvPr/>
          </p:nvSpPr>
          <p:spPr>
            <a:xfrm>
              <a:off x="1034651" y="3780090"/>
              <a:ext cx="89447" cy="89447"/>
            </a:xfrm>
            <a:prstGeom prst="rtTriangl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直角三角形 115">
              <a:extLst>
                <a:ext uri="{FF2B5EF4-FFF2-40B4-BE49-F238E27FC236}">
                  <a16:creationId xmlns:a16="http://schemas.microsoft.com/office/drawing/2014/main" id="{BD91122C-D84D-4C5E-AB69-F4B21BA04522}"/>
                </a:ext>
              </a:extLst>
            </p:cNvPr>
            <p:cNvSpPr/>
            <p:nvPr/>
          </p:nvSpPr>
          <p:spPr>
            <a:xfrm rot="10800000">
              <a:off x="3970402" y="2542178"/>
              <a:ext cx="89447" cy="89447"/>
            </a:xfrm>
            <a:prstGeom prst="rtTriangl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8" name="文本占位符 117">
            <a:extLst>
              <a:ext uri="{FF2B5EF4-FFF2-40B4-BE49-F238E27FC236}">
                <a16:creationId xmlns:a16="http://schemas.microsoft.com/office/drawing/2014/main" id="{8C7689C0-76B6-4DD1-901F-C70A52E3428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975459" y="523564"/>
            <a:ext cx="2242671" cy="1015337"/>
          </a:xfrm>
          <a:prstGeom prst="rect">
            <a:avLst/>
          </a:prstGeom>
        </p:spPr>
        <p:txBody>
          <a:bodyPr lIns="0" tIns="0" rIns="0" bIns="0" anchor="ctr"/>
          <a:lstStyle>
            <a:lvl1pPr>
              <a:spcBef>
                <a:spcPts val="0"/>
              </a:spcBef>
              <a:defRPr lang="zh-CN" altLang="en-US" sz="5400" b="1" spc="0" baseline="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</a:defRPr>
            </a:lvl1pPr>
          </a:lstStyle>
          <a:p>
            <a:pPr marL="0" lvl="0" indent="0" algn="ctr">
              <a:lnSpc>
                <a:spcPct val="120000"/>
              </a:lnSpc>
              <a:buNone/>
            </a:pPr>
            <a:r>
              <a:rPr lang="zh-CN" altLang="en-US" dirty="0"/>
              <a:t>文本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DE6BBE5-0C00-4E9C-9226-47F17B24DE7A}"/>
              </a:ext>
            </a:extLst>
          </p:cNvPr>
          <p:cNvGrpSpPr/>
          <p:nvPr userDrawn="1"/>
        </p:nvGrpSpPr>
        <p:grpSpPr>
          <a:xfrm>
            <a:off x="4584201" y="2443049"/>
            <a:ext cx="3025198" cy="1338630"/>
            <a:chOff x="4584201" y="2531949"/>
            <a:chExt cx="3025198" cy="1338630"/>
          </a:xfrm>
        </p:grpSpPr>
        <p:sp>
          <p:nvSpPr>
            <p:cNvPr id="106" name="矩形: 剪去对角 105">
              <a:extLst>
                <a:ext uri="{FF2B5EF4-FFF2-40B4-BE49-F238E27FC236}">
                  <a16:creationId xmlns:a16="http://schemas.microsoft.com/office/drawing/2014/main" id="{2E3C5DD5-456A-4681-A8E0-908A191D3822}"/>
                </a:ext>
              </a:extLst>
            </p:cNvPr>
            <p:cNvSpPr/>
            <p:nvPr/>
          </p:nvSpPr>
          <p:spPr>
            <a:xfrm>
              <a:off x="4586660" y="2531949"/>
              <a:ext cx="3022293" cy="1338630"/>
            </a:xfrm>
            <a:prstGeom prst="snip2DiagRect">
              <a:avLst>
                <a:gd name="adj1" fmla="val 0"/>
                <a:gd name="adj2" fmla="val 15377"/>
              </a:avLst>
            </a:prstGeom>
            <a:gradFill flip="none" rotWithShape="1">
              <a:gsLst>
                <a:gs pos="43000">
                  <a:schemeClr val="accent1">
                    <a:alpha val="10000"/>
                  </a:schemeClr>
                </a:gs>
                <a:gs pos="0">
                  <a:schemeClr val="accent1">
                    <a:alpha val="2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直角三角形 106">
              <a:extLst>
                <a:ext uri="{FF2B5EF4-FFF2-40B4-BE49-F238E27FC236}">
                  <a16:creationId xmlns:a16="http://schemas.microsoft.com/office/drawing/2014/main" id="{B91B4AE6-EEF6-49E1-9C53-56D2173D8BF7}"/>
                </a:ext>
              </a:extLst>
            </p:cNvPr>
            <p:cNvSpPr/>
            <p:nvPr/>
          </p:nvSpPr>
          <p:spPr>
            <a:xfrm>
              <a:off x="4584201" y="3780090"/>
              <a:ext cx="89447" cy="89447"/>
            </a:xfrm>
            <a:prstGeom prst="rtTriangl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直角三角形 107">
              <a:extLst>
                <a:ext uri="{FF2B5EF4-FFF2-40B4-BE49-F238E27FC236}">
                  <a16:creationId xmlns:a16="http://schemas.microsoft.com/office/drawing/2014/main" id="{6FDA2C1C-85B9-4070-A98A-E15DD534CE82}"/>
                </a:ext>
              </a:extLst>
            </p:cNvPr>
            <p:cNvSpPr/>
            <p:nvPr/>
          </p:nvSpPr>
          <p:spPr>
            <a:xfrm rot="10800000">
              <a:off x="7519952" y="2542178"/>
              <a:ext cx="89447" cy="89447"/>
            </a:xfrm>
            <a:prstGeom prst="rtTriangl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F784A80-EC27-42D3-8099-2F364DED2CF8}"/>
              </a:ext>
            </a:extLst>
          </p:cNvPr>
          <p:cNvGrpSpPr/>
          <p:nvPr userDrawn="1"/>
        </p:nvGrpSpPr>
        <p:grpSpPr>
          <a:xfrm>
            <a:off x="4583768" y="4259497"/>
            <a:ext cx="3025198" cy="1338630"/>
            <a:chOff x="4583768" y="4348397"/>
            <a:chExt cx="3025198" cy="1338630"/>
          </a:xfrm>
        </p:grpSpPr>
        <p:sp>
          <p:nvSpPr>
            <p:cNvPr id="120" name="矩形: 剪去对角 119">
              <a:extLst>
                <a:ext uri="{FF2B5EF4-FFF2-40B4-BE49-F238E27FC236}">
                  <a16:creationId xmlns:a16="http://schemas.microsoft.com/office/drawing/2014/main" id="{14EBD48E-366A-4B86-A688-ADEC4945ACB1}"/>
                </a:ext>
              </a:extLst>
            </p:cNvPr>
            <p:cNvSpPr/>
            <p:nvPr/>
          </p:nvSpPr>
          <p:spPr>
            <a:xfrm>
              <a:off x="4586227" y="4348397"/>
              <a:ext cx="3022293" cy="1338630"/>
            </a:xfrm>
            <a:prstGeom prst="snip2DiagRect">
              <a:avLst>
                <a:gd name="adj1" fmla="val 0"/>
                <a:gd name="adj2" fmla="val 15377"/>
              </a:avLst>
            </a:prstGeom>
            <a:gradFill flip="none" rotWithShape="1">
              <a:gsLst>
                <a:gs pos="43000">
                  <a:schemeClr val="accent1">
                    <a:alpha val="10000"/>
                  </a:schemeClr>
                </a:gs>
                <a:gs pos="0">
                  <a:schemeClr val="accent1">
                    <a:alpha val="2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直角三角形 120">
              <a:extLst>
                <a:ext uri="{FF2B5EF4-FFF2-40B4-BE49-F238E27FC236}">
                  <a16:creationId xmlns:a16="http://schemas.microsoft.com/office/drawing/2014/main" id="{AD79F33C-F2DF-4A18-9E51-A83C1508AEDC}"/>
                </a:ext>
              </a:extLst>
            </p:cNvPr>
            <p:cNvSpPr/>
            <p:nvPr/>
          </p:nvSpPr>
          <p:spPr>
            <a:xfrm>
              <a:off x="4583768" y="5596538"/>
              <a:ext cx="89447" cy="89447"/>
            </a:xfrm>
            <a:prstGeom prst="rtTriangl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直角三角形 121">
              <a:extLst>
                <a:ext uri="{FF2B5EF4-FFF2-40B4-BE49-F238E27FC236}">
                  <a16:creationId xmlns:a16="http://schemas.microsoft.com/office/drawing/2014/main" id="{699134AE-1AC7-432E-83F4-706B2CDC8E85}"/>
                </a:ext>
              </a:extLst>
            </p:cNvPr>
            <p:cNvSpPr/>
            <p:nvPr/>
          </p:nvSpPr>
          <p:spPr>
            <a:xfrm rot="10800000">
              <a:off x="7519519" y="4358626"/>
              <a:ext cx="89447" cy="89447"/>
            </a:xfrm>
            <a:prstGeom prst="rtTriangl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9665215-E909-43BC-8328-9B3C805E1CFC}"/>
              </a:ext>
            </a:extLst>
          </p:cNvPr>
          <p:cNvGrpSpPr/>
          <p:nvPr userDrawn="1"/>
        </p:nvGrpSpPr>
        <p:grpSpPr>
          <a:xfrm>
            <a:off x="1034218" y="4259497"/>
            <a:ext cx="3025198" cy="1338630"/>
            <a:chOff x="1034218" y="4348397"/>
            <a:chExt cx="3025198" cy="1338630"/>
          </a:xfrm>
        </p:grpSpPr>
        <p:sp>
          <p:nvSpPr>
            <p:cNvPr id="124" name="矩形: 剪去对角 123">
              <a:extLst>
                <a:ext uri="{FF2B5EF4-FFF2-40B4-BE49-F238E27FC236}">
                  <a16:creationId xmlns:a16="http://schemas.microsoft.com/office/drawing/2014/main" id="{BEB384E0-448B-427C-8BAD-BD5C53788243}"/>
                </a:ext>
              </a:extLst>
            </p:cNvPr>
            <p:cNvSpPr/>
            <p:nvPr userDrawn="1"/>
          </p:nvSpPr>
          <p:spPr>
            <a:xfrm>
              <a:off x="1036677" y="4348397"/>
              <a:ext cx="3022293" cy="1338630"/>
            </a:xfrm>
            <a:prstGeom prst="snip2DiagRect">
              <a:avLst>
                <a:gd name="adj1" fmla="val 0"/>
                <a:gd name="adj2" fmla="val 15377"/>
              </a:avLst>
            </a:prstGeom>
            <a:gradFill flip="none" rotWithShape="1">
              <a:gsLst>
                <a:gs pos="43000">
                  <a:schemeClr val="accent1">
                    <a:alpha val="10000"/>
                  </a:schemeClr>
                </a:gs>
                <a:gs pos="0">
                  <a:schemeClr val="accent1">
                    <a:alpha val="2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直角三角形 124">
              <a:extLst>
                <a:ext uri="{FF2B5EF4-FFF2-40B4-BE49-F238E27FC236}">
                  <a16:creationId xmlns:a16="http://schemas.microsoft.com/office/drawing/2014/main" id="{279D7E77-F69B-434E-8E8D-1EDD1D5EBBA6}"/>
                </a:ext>
              </a:extLst>
            </p:cNvPr>
            <p:cNvSpPr/>
            <p:nvPr userDrawn="1"/>
          </p:nvSpPr>
          <p:spPr>
            <a:xfrm>
              <a:off x="1034218" y="5596538"/>
              <a:ext cx="89447" cy="89447"/>
            </a:xfrm>
            <a:prstGeom prst="rtTriangl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直角三角形 125">
              <a:extLst>
                <a:ext uri="{FF2B5EF4-FFF2-40B4-BE49-F238E27FC236}">
                  <a16:creationId xmlns:a16="http://schemas.microsoft.com/office/drawing/2014/main" id="{535BAABC-8521-42DE-95D8-5E0EC39D7F3E}"/>
                </a:ext>
              </a:extLst>
            </p:cNvPr>
            <p:cNvSpPr/>
            <p:nvPr userDrawn="1"/>
          </p:nvSpPr>
          <p:spPr>
            <a:xfrm rot="10800000">
              <a:off x="3969969" y="4358626"/>
              <a:ext cx="89447" cy="89447"/>
            </a:xfrm>
            <a:prstGeom prst="rtTriangl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6" name="文本占位符 135">
            <a:extLst>
              <a:ext uri="{FF2B5EF4-FFF2-40B4-BE49-F238E27FC236}">
                <a16:creationId xmlns:a16="http://schemas.microsoft.com/office/drawing/2014/main" id="{A1A45E62-1EB1-4832-B7D6-EF0F247E5CC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930899" y="2809581"/>
            <a:ext cx="1833129" cy="6055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138" name="文本占位符 137">
            <a:extLst>
              <a:ext uri="{FF2B5EF4-FFF2-40B4-BE49-F238E27FC236}">
                <a16:creationId xmlns:a16="http://schemas.microsoft.com/office/drawing/2014/main" id="{0D1D5759-03DC-42A0-824A-6B3DDC1872F2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5476181" y="2809581"/>
            <a:ext cx="1833129" cy="605563"/>
          </a:xfrm>
          <a:prstGeom prst="rect">
            <a:avLst/>
          </a:prstGeom>
        </p:spPr>
        <p:txBody>
          <a:bodyPr lIns="0" tIns="0" rIns="0" bIns="0"/>
          <a:lstStyle>
            <a:lvl1pPr>
              <a:defRPr lang="zh-CN" altLang="en-US" sz="1800" dirty="0"/>
            </a:lvl1pPr>
          </a:lstStyle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/>
              <a:t>单击此处编辑文本</a:t>
            </a:r>
          </a:p>
        </p:txBody>
      </p:sp>
      <p:sp>
        <p:nvSpPr>
          <p:cNvPr id="139" name="文本占位符 138">
            <a:extLst>
              <a:ext uri="{FF2B5EF4-FFF2-40B4-BE49-F238E27FC236}">
                <a16:creationId xmlns:a16="http://schemas.microsoft.com/office/drawing/2014/main" id="{82037ED6-57DC-4D23-AD02-88CC1923D91F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9021464" y="2809581"/>
            <a:ext cx="1833129" cy="605563"/>
          </a:xfrm>
          <a:prstGeom prst="rect">
            <a:avLst/>
          </a:prstGeom>
        </p:spPr>
        <p:txBody>
          <a:bodyPr lIns="0" tIns="0" rIns="0" bIns="0"/>
          <a:lstStyle>
            <a:lvl1pPr>
              <a:defRPr lang="zh-CN" altLang="en-US" sz="1800" dirty="0"/>
            </a:lvl1pPr>
          </a:lstStyle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/>
              <a:t>单击此处编辑文本</a:t>
            </a:r>
          </a:p>
        </p:txBody>
      </p:sp>
      <p:sp>
        <p:nvSpPr>
          <p:cNvPr id="146" name="文本占位符 145">
            <a:extLst>
              <a:ext uri="{FF2B5EF4-FFF2-40B4-BE49-F238E27FC236}">
                <a16:creationId xmlns:a16="http://schemas.microsoft.com/office/drawing/2014/main" id="{6B6BDD9A-1D19-403F-A3F0-364B527B7CEC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1930899" y="4626029"/>
            <a:ext cx="1833129" cy="605563"/>
          </a:xfrm>
          <a:prstGeom prst="rect">
            <a:avLst/>
          </a:prstGeom>
        </p:spPr>
        <p:txBody>
          <a:bodyPr lIns="0" tIns="0" rIns="0" bIns="0"/>
          <a:lstStyle>
            <a:lvl1pPr>
              <a:defRPr lang="zh-CN" altLang="en-US" sz="1800" dirty="0"/>
            </a:lvl1pPr>
          </a:lstStyle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/>
              <a:t>单击此处编辑文本</a:t>
            </a:r>
          </a:p>
        </p:txBody>
      </p:sp>
      <p:sp>
        <p:nvSpPr>
          <p:cNvPr id="147" name="文本占位符 146">
            <a:extLst>
              <a:ext uri="{FF2B5EF4-FFF2-40B4-BE49-F238E27FC236}">
                <a16:creationId xmlns:a16="http://schemas.microsoft.com/office/drawing/2014/main" id="{8429EB43-D5A5-418E-B41F-A1EBE83F7781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5476181" y="4626029"/>
            <a:ext cx="1833129" cy="605563"/>
          </a:xfrm>
          <a:prstGeom prst="rect">
            <a:avLst/>
          </a:prstGeom>
        </p:spPr>
        <p:txBody>
          <a:bodyPr lIns="0" tIns="0" rIns="0" bIns="0"/>
          <a:lstStyle>
            <a:lvl1pPr>
              <a:defRPr lang="zh-CN" altLang="en-US" sz="1800" dirty="0"/>
            </a:lvl1pPr>
          </a:lstStyle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/>
              <a:t>单击此处编辑文本</a:t>
            </a:r>
          </a:p>
        </p:txBody>
      </p:sp>
    </p:spTree>
    <p:extLst>
      <p:ext uri="{BB962C8B-B14F-4D97-AF65-F5344CB8AC3E}">
        <p14:creationId xmlns:p14="http://schemas.microsoft.com/office/powerpoint/2010/main" val="3940509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 descr="灰色的蜂窝&#10;&#10;中度可信度描述已自动生成">
            <a:extLst>
              <a:ext uri="{FF2B5EF4-FFF2-40B4-BE49-F238E27FC236}">
                <a16:creationId xmlns:a16="http://schemas.microsoft.com/office/drawing/2014/main" id="{947266A9-B059-439C-92FD-959599151A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1" t="2947" r="2941" b="2947"/>
          <a:stretch>
            <a:fillRect/>
          </a:stretch>
        </p:blipFill>
        <p:spPr>
          <a:xfrm>
            <a:off x="0" y="0"/>
            <a:ext cx="12193588" cy="6858000"/>
          </a:xfrm>
          <a:custGeom>
            <a:avLst/>
            <a:gdLst>
              <a:gd name="connsiteX0" fmla="*/ 0 w 12193588"/>
              <a:gd name="connsiteY0" fmla="*/ 0 h 6858000"/>
              <a:gd name="connsiteX1" fmla="*/ 12193588 w 12193588"/>
              <a:gd name="connsiteY1" fmla="*/ 0 h 6858000"/>
              <a:gd name="connsiteX2" fmla="*/ 12193588 w 12193588"/>
              <a:gd name="connsiteY2" fmla="*/ 6858000 h 6858000"/>
              <a:gd name="connsiteX3" fmla="*/ 0 w 12193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8" h="6858000">
                <a:moveTo>
                  <a:pt x="0" y="0"/>
                </a:moveTo>
                <a:lnTo>
                  <a:pt x="12193588" y="0"/>
                </a:lnTo>
                <a:lnTo>
                  <a:pt x="1219358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63A33B1-B3E8-4308-A1E2-6AA63D8A0E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0"/>
            <a:ext cx="12193588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16" name="组合 415">
            <a:extLst>
              <a:ext uri="{FF2B5EF4-FFF2-40B4-BE49-F238E27FC236}">
                <a16:creationId xmlns:a16="http://schemas.microsoft.com/office/drawing/2014/main" id="{92064FE3-7007-4424-AF18-DADF88F5443E}"/>
              </a:ext>
            </a:extLst>
          </p:cNvPr>
          <p:cNvGrpSpPr/>
          <p:nvPr userDrawn="1"/>
        </p:nvGrpSpPr>
        <p:grpSpPr>
          <a:xfrm>
            <a:off x="288018" y="2584247"/>
            <a:ext cx="6072446" cy="3946727"/>
            <a:chOff x="3720820" y="2665767"/>
            <a:chExt cx="4750360" cy="3087451"/>
          </a:xfrm>
        </p:grpSpPr>
        <p:sp>
          <p:nvSpPr>
            <p:cNvPr id="417" name="椭圆 416">
              <a:extLst>
                <a:ext uri="{FF2B5EF4-FFF2-40B4-BE49-F238E27FC236}">
                  <a16:creationId xmlns:a16="http://schemas.microsoft.com/office/drawing/2014/main" id="{746F1763-CEA6-4C4B-9AF4-0C1DAB9E5730}"/>
                </a:ext>
              </a:extLst>
            </p:cNvPr>
            <p:cNvSpPr/>
            <p:nvPr/>
          </p:nvSpPr>
          <p:spPr>
            <a:xfrm>
              <a:off x="4388069" y="4378799"/>
              <a:ext cx="3415862" cy="973482"/>
            </a:xfrm>
            <a:prstGeom prst="ellipse">
              <a:avLst/>
            </a:prstGeom>
            <a:noFill/>
            <a:ln w="19050">
              <a:gradFill>
                <a:gsLst>
                  <a:gs pos="9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  <a:effectLst>
              <a:outerShdw blurRad="50800" algn="ctr" rotWithShape="0">
                <a:schemeClr val="accent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8" name="椭圆 417">
              <a:extLst>
                <a:ext uri="{FF2B5EF4-FFF2-40B4-BE49-F238E27FC236}">
                  <a16:creationId xmlns:a16="http://schemas.microsoft.com/office/drawing/2014/main" id="{093B4947-9798-496D-8F6C-1B6F1EBB4E1C}"/>
                </a:ext>
              </a:extLst>
            </p:cNvPr>
            <p:cNvSpPr/>
            <p:nvPr/>
          </p:nvSpPr>
          <p:spPr>
            <a:xfrm>
              <a:off x="3720820" y="4084796"/>
              <a:ext cx="4750360" cy="1668422"/>
            </a:xfrm>
            <a:prstGeom prst="ellipse">
              <a:avLst/>
            </a:prstGeom>
            <a:gradFill>
              <a:gsLst>
                <a:gs pos="71000">
                  <a:schemeClr val="accent1">
                    <a:alpha val="0"/>
                  </a:schemeClr>
                </a:gs>
                <a:gs pos="100000">
                  <a:schemeClr val="accent1">
                    <a:alpha val="10000"/>
                  </a:schemeClr>
                </a:gs>
              </a:gsLst>
              <a:lin ang="5400000" scaled="1"/>
            </a:gradFill>
            <a:ln w="6350">
              <a:gradFill>
                <a:gsLst>
                  <a:gs pos="13000">
                    <a:schemeClr val="accent1">
                      <a:alpha val="0"/>
                    </a:schemeClr>
                  </a:gs>
                  <a:gs pos="100000">
                    <a:schemeClr val="accent1">
                      <a:alpha val="40000"/>
                    </a:schemeClr>
                  </a:gs>
                </a:gsLst>
                <a:lin ang="5400000" scaled="1"/>
              </a:gradFill>
            </a:ln>
            <a:effectLst>
              <a:outerShdw blurRad="50800" algn="ctr" rotWithShape="0">
                <a:schemeClr val="accent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9" name="任意多边形: 形状 418">
              <a:extLst>
                <a:ext uri="{FF2B5EF4-FFF2-40B4-BE49-F238E27FC236}">
                  <a16:creationId xmlns:a16="http://schemas.microsoft.com/office/drawing/2014/main" id="{07F67E96-5F39-4C12-A7DA-6054156F4942}"/>
                </a:ext>
              </a:extLst>
            </p:cNvPr>
            <p:cNvSpPr/>
            <p:nvPr/>
          </p:nvSpPr>
          <p:spPr>
            <a:xfrm>
              <a:off x="4388069" y="2845999"/>
              <a:ext cx="3415862" cy="2506281"/>
            </a:xfrm>
            <a:custGeom>
              <a:avLst/>
              <a:gdLst>
                <a:gd name="connsiteX0" fmla="*/ 0 w 3415862"/>
                <a:gd name="connsiteY0" fmla="*/ 0 h 2678886"/>
                <a:gd name="connsiteX1" fmla="*/ 3415862 w 3415862"/>
                <a:gd name="connsiteY1" fmla="*/ 0 h 2678886"/>
                <a:gd name="connsiteX2" fmla="*/ 3415862 w 3415862"/>
                <a:gd name="connsiteY2" fmla="*/ 2158624 h 2678886"/>
                <a:gd name="connsiteX3" fmla="*/ 1707931 w 3415862"/>
                <a:gd name="connsiteY3" fmla="*/ 2678886 h 2678886"/>
                <a:gd name="connsiteX4" fmla="*/ 0 w 3415862"/>
                <a:gd name="connsiteY4" fmla="*/ 2158624 h 2678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5862" h="2678886">
                  <a:moveTo>
                    <a:pt x="0" y="0"/>
                  </a:moveTo>
                  <a:lnTo>
                    <a:pt x="3415862" y="0"/>
                  </a:lnTo>
                  <a:lnTo>
                    <a:pt x="3415862" y="2158624"/>
                  </a:lnTo>
                  <a:cubicBezTo>
                    <a:pt x="3415862" y="2445957"/>
                    <a:pt x="2651195" y="2678886"/>
                    <a:pt x="1707931" y="2678886"/>
                  </a:cubicBezTo>
                  <a:cubicBezTo>
                    <a:pt x="764667" y="2678886"/>
                    <a:pt x="0" y="2445957"/>
                    <a:pt x="0" y="2158624"/>
                  </a:cubicBezTo>
                  <a:close/>
                </a:path>
              </a:pathLst>
            </a:custGeom>
            <a:gradFill>
              <a:gsLst>
                <a:gs pos="8000">
                  <a:schemeClr val="accent1">
                    <a:alpha val="0"/>
                  </a:schemeClr>
                </a:gs>
                <a:gs pos="100000">
                  <a:schemeClr val="accent1">
                    <a:alpha val="3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0" name="直接连接符 419">
              <a:extLst>
                <a:ext uri="{FF2B5EF4-FFF2-40B4-BE49-F238E27FC236}">
                  <a16:creationId xmlns:a16="http://schemas.microsoft.com/office/drawing/2014/main" id="{5D96F250-9D6B-4765-8C09-99C5E12EAC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95976" y="4827038"/>
              <a:ext cx="0" cy="347365"/>
            </a:xfrm>
            <a:prstGeom prst="line">
              <a:avLst/>
            </a:prstGeom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直接连接符 420">
              <a:extLst>
                <a:ext uri="{FF2B5EF4-FFF2-40B4-BE49-F238E27FC236}">
                  <a16:creationId xmlns:a16="http://schemas.microsoft.com/office/drawing/2014/main" id="{D0E53D4B-F943-48BF-9E06-0F464E0315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71211" y="5058137"/>
              <a:ext cx="0" cy="132306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5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直接连接符 421">
              <a:extLst>
                <a:ext uri="{FF2B5EF4-FFF2-40B4-BE49-F238E27FC236}">
                  <a16:creationId xmlns:a16="http://schemas.microsoft.com/office/drawing/2014/main" id="{C2AEE6FF-08D7-44EB-8377-141FC770E8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8836" y="4924468"/>
              <a:ext cx="0" cy="25350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3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3" name="椭圆 422">
              <a:extLst>
                <a:ext uri="{FF2B5EF4-FFF2-40B4-BE49-F238E27FC236}">
                  <a16:creationId xmlns:a16="http://schemas.microsoft.com/office/drawing/2014/main" id="{79ACE2C2-AD11-4555-A93A-3427524D11E1}"/>
                </a:ext>
              </a:extLst>
            </p:cNvPr>
            <p:cNvSpPr/>
            <p:nvPr/>
          </p:nvSpPr>
          <p:spPr>
            <a:xfrm>
              <a:off x="4696180" y="4234734"/>
              <a:ext cx="2769160" cy="736495"/>
            </a:xfrm>
            <a:prstGeom prst="ellipse">
              <a:avLst/>
            </a:prstGeom>
            <a:noFill/>
            <a:ln w="6350">
              <a:gradFill>
                <a:gsLst>
                  <a:gs pos="36000">
                    <a:schemeClr val="accent1">
                      <a:alpha val="0"/>
                    </a:schemeClr>
                  </a:gs>
                  <a:gs pos="100000">
                    <a:schemeClr val="accent1">
                      <a:alpha val="1500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4" name="直接连接符 423">
              <a:extLst>
                <a:ext uri="{FF2B5EF4-FFF2-40B4-BE49-F238E27FC236}">
                  <a16:creationId xmlns:a16="http://schemas.microsoft.com/office/drawing/2014/main" id="{C8531072-1B8D-49E4-A785-43321A19F7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0771" y="4817533"/>
              <a:ext cx="0" cy="25350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3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接连接符 424">
              <a:extLst>
                <a:ext uri="{FF2B5EF4-FFF2-40B4-BE49-F238E27FC236}">
                  <a16:creationId xmlns:a16="http://schemas.microsoft.com/office/drawing/2014/main" id="{5D1839A8-6DED-44A7-A43D-051D0B738F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81726" y="4771194"/>
              <a:ext cx="0" cy="282016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3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直接连接符 425">
              <a:extLst>
                <a:ext uri="{FF2B5EF4-FFF2-40B4-BE49-F238E27FC236}">
                  <a16:creationId xmlns:a16="http://schemas.microsoft.com/office/drawing/2014/main" id="{C593E2E8-54B6-4D4C-805A-FDD02BB939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2681" y="4846049"/>
              <a:ext cx="0" cy="180427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5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直接连接符 426">
              <a:extLst>
                <a:ext uri="{FF2B5EF4-FFF2-40B4-BE49-F238E27FC236}">
                  <a16:creationId xmlns:a16="http://schemas.microsoft.com/office/drawing/2014/main" id="{FBFF3D88-9CA5-4856-BE89-C64C0225D6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3636" y="4719508"/>
              <a:ext cx="0" cy="289146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3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8" name="组合 427">
              <a:extLst>
                <a:ext uri="{FF2B5EF4-FFF2-40B4-BE49-F238E27FC236}">
                  <a16:creationId xmlns:a16="http://schemas.microsoft.com/office/drawing/2014/main" id="{551576F4-EB1B-41A3-9A5F-D0B47F798439}"/>
                </a:ext>
              </a:extLst>
            </p:cNvPr>
            <p:cNvGrpSpPr/>
            <p:nvPr/>
          </p:nvGrpSpPr>
          <p:grpSpPr>
            <a:xfrm>
              <a:off x="6779198" y="5005910"/>
              <a:ext cx="47774" cy="299244"/>
              <a:chOff x="6774031" y="5572125"/>
              <a:chExt cx="47625" cy="388433"/>
            </a:xfrm>
          </p:grpSpPr>
          <p:cxnSp>
            <p:nvCxnSpPr>
              <p:cNvPr id="437" name="直接连接符 436">
                <a:extLst>
                  <a:ext uri="{FF2B5EF4-FFF2-40B4-BE49-F238E27FC236}">
                    <a16:creationId xmlns:a16="http://schemas.microsoft.com/office/drawing/2014/main" id="{CBC00528-5992-41B5-8EB5-316723C41C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98796" y="5572125"/>
                <a:ext cx="0" cy="371288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8" name="直接连接符 437">
                <a:extLst>
                  <a:ext uri="{FF2B5EF4-FFF2-40B4-BE49-F238E27FC236}">
                    <a16:creationId xmlns:a16="http://schemas.microsoft.com/office/drawing/2014/main" id="{FD1D52FA-8E45-4DE4-96D7-EAB55BB97B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74031" y="5819140"/>
                <a:ext cx="0" cy="141418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alpha val="5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直接连接符 438">
                <a:extLst>
                  <a:ext uri="{FF2B5EF4-FFF2-40B4-BE49-F238E27FC236}">
                    <a16:creationId xmlns:a16="http://schemas.microsoft.com/office/drawing/2014/main" id="{3B54EACE-3DCF-41F6-B75D-FCAFDD0628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21656" y="5676265"/>
                <a:ext cx="0" cy="270958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alpha val="3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9" name="组合 428">
              <a:extLst>
                <a:ext uri="{FF2B5EF4-FFF2-40B4-BE49-F238E27FC236}">
                  <a16:creationId xmlns:a16="http://schemas.microsoft.com/office/drawing/2014/main" id="{C4229004-E479-4F09-A6B1-BA6C1C6284F1}"/>
                </a:ext>
              </a:extLst>
            </p:cNvPr>
            <p:cNvGrpSpPr/>
            <p:nvPr/>
          </p:nvGrpSpPr>
          <p:grpSpPr>
            <a:xfrm flipH="1">
              <a:off x="4575908" y="4812366"/>
              <a:ext cx="47774" cy="293895"/>
              <a:chOff x="6774031" y="5572126"/>
              <a:chExt cx="47625" cy="381489"/>
            </a:xfrm>
          </p:grpSpPr>
          <p:cxnSp>
            <p:nvCxnSpPr>
              <p:cNvPr id="434" name="直接连接符 433">
                <a:extLst>
                  <a:ext uri="{FF2B5EF4-FFF2-40B4-BE49-F238E27FC236}">
                    <a16:creationId xmlns:a16="http://schemas.microsoft.com/office/drawing/2014/main" id="{66A97D22-D5EE-4D5A-A728-1FC2856905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798796" y="5572126"/>
                <a:ext cx="0" cy="36760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5" name="直接连接符 434">
                <a:extLst>
                  <a:ext uri="{FF2B5EF4-FFF2-40B4-BE49-F238E27FC236}">
                    <a16:creationId xmlns:a16="http://schemas.microsoft.com/office/drawing/2014/main" id="{AAD02DF2-B22E-41A1-8363-A9628F41D5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774031" y="5819140"/>
                <a:ext cx="0" cy="13447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alpha val="5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6" name="直接连接符 435">
                <a:extLst>
                  <a:ext uri="{FF2B5EF4-FFF2-40B4-BE49-F238E27FC236}">
                    <a16:creationId xmlns:a16="http://schemas.microsoft.com/office/drawing/2014/main" id="{81B3D491-7230-49C1-881F-62366640D7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21656" y="5676267"/>
                <a:ext cx="0" cy="251897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alpha val="3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0" name="直接连接符 429">
              <a:extLst>
                <a:ext uri="{FF2B5EF4-FFF2-40B4-BE49-F238E27FC236}">
                  <a16:creationId xmlns:a16="http://schemas.microsoft.com/office/drawing/2014/main" id="{98207C44-D265-4939-9B44-CDB567ED6D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8880" y="5064078"/>
              <a:ext cx="0" cy="150304"/>
            </a:xfrm>
            <a:prstGeom prst="line">
              <a:avLst/>
            </a:prstGeom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直接连接符 430">
              <a:extLst>
                <a:ext uri="{FF2B5EF4-FFF2-40B4-BE49-F238E27FC236}">
                  <a16:creationId xmlns:a16="http://schemas.microsoft.com/office/drawing/2014/main" id="{E2E9E12B-48E2-40D3-A694-FB89BA74F9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67522" y="5100093"/>
              <a:ext cx="0" cy="103598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5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直接连接符 431">
              <a:extLst>
                <a:ext uri="{FF2B5EF4-FFF2-40B4-BE49-F238E27FC236}">
                  <a16:creationId xmlns:a16="http://schemas.microsoft.com/office/drawing/2014/main" id="{DB254E58-87A5-47E6-AC01-93CB746D5B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5948" y="4840702"/>
              <a:ext cx="0" cy="36477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3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3" name="任意多边形: 形状 432">
              <a:extLst>
                <a:ext uri="{FF2B5EF4-FFF2-40B4-BE49-F238E27FC236}">
                  <a16:creationId xmlns:a16="http://schemas.microsoft.com/office/drawing/2014/main" id="{0AC5AC60-F0E3-42AC-BE9A-03646BD05A16}"/>
                </a:ext>
              </a:extLst>
            </p:cNvPr>
            <p:cNvSpPr/>
            <p:nvPr/>
          </p:nvSpPr>
          <p:spPr>
            <a:xfrm>
              <a:off x="4142428" y="2665767"/>
              <a:ext cx="3907144" cy="2866745"/>
            </a:xfrm>
            <a:custGeom>
              <a:avLst/>
              <a:gdLst>
                <a:gd name="connsiteX0" fmla="*/ 0 w 3415862"/>
                <a:gd name="connsiteY0" fmla="*/ 0 h 2678886"/>
                <a:gd name="connsiteX1" fmla="*/ 3415862 w 3415862"/>
                <a:gd name="connsiteY1" fmla="*/ 0 h 2678886"/>
                <a:gd name="connsiteX2" fmla="*/ 3415862 w 3415862"/>
                <a:gd name="connsiteY2" fmla="*/ 2158624 h 2678886"/>
                <a:gd name="connsiteX3" fmla="*/ 1707931 w 3415862"/>
                <a:gd name="connsiteY3" fmla="*/ 2678886 h 2678886"/>
                <a:gd name="connsiteX4" fmla="*/ 0 w 3415862"/>
                <a:gd name="connsiteY4" fmla="*/ 2158624 h 2678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5862" h="2678886">
                  <a:moveTo>
                    <a:pt x="0" y="0"/>
                  </a:moveTo>
                  <a:lnTo>
                    <a:pt x="3415862" y="0"/>
                  </a:lnTo>
                  <a:lnTo>
                    <a:pt x="3415862" y="2158624"/>
                  </a:lnTo>
                  <a:cubicBezTo>
                    <a:pt x="3415862" y="2445957"/>
                    <a:pt x="2651195" y="2678886"/>
                    <a:pt x="1707931" y="2678886"/>
                  </a:cubicBezTo>
                  <a:cubicBezTo>
                    <a:pt x="764667" y="2678886"/>
                    <a:pt x="0" y="2445957"/>
                    <a:pt x="0" y="2158624"/>
                  </a:cubicBezTo>
                  <a:close/>
                </a:path>
              </a:pathLst>
            </a:custGeom>
            <a:gradFill>
              <a:gsLst>
                <a:gs pos="23000">
                  <a:schemeClr val="accent1">
                    <a:alpha val="0"/>
                  </a:schemeClr>
                </a:gs>
                <a:gs pos="100000">
                  <a:schemeClr val="accent1">
                    <a:alpha val="2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5" name="文本占位符 34">
            <a:extLst>
              <a:ext uri="{FF2B5EF4-FFF2-40B4-BE49-F238E27FC236}">
                <a16:creationId xmlns:a16="http://schemas.microsoft.com/office/drawing/2014/main" id="{9A1867C3-9C1E-4E4F-97D8-8D3711890F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18109" y="3367198"/>
            <a:ext cx="2132122" cy="51663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6" name="文本占位符 35">
            <a:extLst>
              <a:ext uri="{FF2B5EF4-FFF2-40B4-BE49-F238E27FC236}">
                <a16:creationId xmlns:a16="http://schemas.microsoft.com/office/drawing/2014/main" id="{FD176F30-1A56-470F-89B5-5B4E105E62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62589" y="3367198"/>
            <a:ext cx="2132122" cy="51663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7" name="文本占位符 36">
            <a:extLst>
              <a:ext uri="{FF2B5EF4-FFF2-40B4-BE49-F238E27FC236}">
                <a16:creationId xmlns:a16="http://schemas.microsoft.com/office/drawing/2014/main" id="{AD390854-43C9-435D-9657-1140E07B96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18109" y="4091583"/>
            <a:ext cx="2132122" cy="51663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8" name="文本占位符 37">
            <a:extLst>
              <a:ext uri="{FF2B5EF4-FFF2-40B4-BE49-F238E27FC236}">
                <a16:creationId xmlns:a16="http://schemas.microsoft.com/office/drawing/2014/main" id="{F049990E-E770-4B1B-AD7F-E0CF22E850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62589" y="4091583"/>
            <a:ext cx="2132122" cy="51663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9" name="文本占位符 38">
            <a:extLst>
              <a:ext uri="{FF2B5EF4-FFF2-40B4-BE49-F238E27FC236}">
                <a16:creationId xmlns:a16="http://schemas.microsoft.com/office/drawing/2014/main" id="{FF440194-E331-4081-8338-4B63761C92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18109" y="4837226"/>
            <a:ext cx="2132122" cy="51663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0" name="文本占位符 39">
            <a:extLst>
              <a:ext uri="{FF2B5EF4-FFF2-40B4-BE49-F238E27FC236}">
                <a16:creationId xmlns:a16="http://schemas.microsoft.com/office/drawing/2014/main" id="{49B0B0FD-EF97-4593-9FB9-1F191C1316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962589" y="4837226"/>
            <a:ext cx="2132122" cy="51663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1" name="文本占位符 40">
            <a:extLst>
              <a:ext uri="{FF2B5EF4-FFF2-40B4-BE49-F238E27FC236}">
                <a16:creationId xmlns:a16="http://schemas.microsoft.com/office/drawing/2014/main" id="{11E27E62-1423-4C8F-98F4-3E35F07BA4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18109" y="2106692"/>
            <a:ext cx="4476601" cy="10827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3800" b="1">
                <a:gradFill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</a:gra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</a:t>
            </a:r>
          </a:p>
        </p:txBody>
      </p:sp>
    </p:spTree>
    <p:extLst>
      <p:ext uri="{BB962C8B-B14F-4D97-AF65-F5344CB8AC3E}">
        <p14:creationId xmlns:p14="http://schemas.microsoft.com/office/powerpoint/2010/main" val="338656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58" descr="灰色的蜂窝&#10;&#10;中度可信度描述已自动生成">
            <a:extLst>
              <a:ext uri="{FF2B5EF4-FFF2-40B4-BE49-F238E27FC236}">
                <a16:creationId xmlns:a16="http://schemas.microsoft.com/office/drawing/2014/main" id="{F987893D-6970-4217-8942-A2C390305A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1" t="2947" r="2941" b="2947"/>
          <a:stretch>
            <a:fillRect/>
          </a:stretch>
        </p:blipFill>
        <p:spPr>
          <a:xfrm>
            <a:off x="0" y="0"/>
            <a:ext cx="12193588" cy="6858000"/>
          </a:xfrm>
          <a:custGeom>
            <a:avLst/>
            <a:gdLst>
              <a:gd name="connsiteX0" fmla="*/ 0 w 12193588"/>
              <a:gd name="connsiteY0" fmla="*/ 0 h 6858000"/>
              <a:gd name="connsiteX1" fmla="*/ 12193588 w 12193588"/>
              <a:gd name="connsiteY1" fmla="*/ 0 h 6858000"/>
              <a:gd name="connsiteX2" fmla="*/ 12193588 w 12193588"/>
              <a:gd name="connsiteY2" fmla="*/ 6858000 h 6858000"/>
              <a:gd name="connsiteX3" fmla="*/ 0 w 12193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8" h="6858000">
                <a:moveTo>
                  <a:pt x="0" y="0"/>
                </a:moveTo>
                <a:lnTo>
                  <a:pt x="12193588" y="0"/>
                </a:lnTo>
                <a:lnTo>
                  <a:pt x="1219358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63A33B1-B3E8-4308-A1E2-6AA63D8A0E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0"/>
            <a:ext cx="12193588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F8498E8-92C3-4080-902E-8EE773A720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8438" y="2106692"/>
            <a:ext cx="4476601" cy="10827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3800" b="1">
                <a:gradFill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</a:gra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</a:t>
            </a:r>
          </a:p>
        </p:txBody>
      </p:sp>
      <p:sp>
        <p:nvSpPr>
          <p:cNvPr id="442" name="文本占位符 441">
            <a:extLst>
              <a:ext uri="{FF2B5EF4-FFF2-40B4-BE49-F238E27FC236}">
                <a16:creationId xmlns:a16="http://schemas.microsoft.com/office/drawing/2014/main" id="{BC1D4BC7-A5ED-4BE1-BF88-7877F76702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438" y="3367198"/>
            <a:ext cx="2132122" cy="51663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43" name="文本占位符 442">
            <a:extLst>
              <a:ext uri="{FF2B5EF4-FFF2-40B4-BE49-F238E27FC236}">
                <a16:creationId xmlns:a16="http://schemas.microsoft.com/office/drawing/2014/main" id="{D5993747-247D-4F13-AABE-3319B58D88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2918" y="3367198"/>
            <a:ext cx="2132122" cy="51663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44" name="文本占位符 443">
            <a:extLst>
              <a:ext uri="{FF2B5EF4-FFF2-40B4-BE49-F238E27FC236}">
                <a16:creationId xmlns:a16="http://schemas.microsoft.com/office/drawing/2014/main" id="{A4FA8357-99AE-49B6-B1FA-71F4C1C5EA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98438" y="4091583"/>
            <a:ext cx="2132122" cy="51663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45" name="文本占位符 444">
            <a:extLst>
              <a:ext uri="{FF2B5EF4-FFF2-40B4-BE49-F238E27FC236}">
                <a16:creationId xmlns:a16="http://schemas.microsoft.com/office/drawing/2014/main" id="{D0A7CC33-9BF0-48F2-ACDC-5623B550BC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42918" y="4091583"/>
            <a:ext cx="2132122" cy="51663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4C6E2DB-49E3-4ACB-9841-C8D6D0A39B7F}"/>
              </a:ext>
            </a:extLst>
          </p:cNvPr>
          <p:cNvGrpSpPr/>
          <p:nvPr userDrawn="1"/>
        </p:nvGrpSpPr>
        <p:grpSpPr>
          <a:xfrm>
            <a:off x="5845704" y="3753445"/>
            <a:ext cx="6244654" cy="2857772"/>
            <a:chOff x="2422967" y="2118769"/>
            <a:chExt cx="7346066" cy="3361817"/>
          </a:xfrm>
        </p:grpSpPr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092B664F-0C1E-4B30-A0EF-CBFF641D91C5}"/>
                </a:ext>
              </a:extLst>
            </p:cNvPr>
            <p:cNvSpPr/>
            <p:nvPr/>
          </p:nvSpPr>
          <p:spPr>
            <a:xfrm>
              <a:off x="3167270" y="2295180"/>
              <a:ext cx="5857460" cy="2845750"/>
            </a:xfrm>
            <a:custGeom>
              <a:avLst/>
              <a:gdLst>
                <a:gd name="connsiteX0" fmla="*/ 0 w 5857460"/>
                <a:gd name="connsiteY0" fmla="*/ 0 h 2845750"/>
                <a:gd name="connsiteX1" fmla="*/ 5857460 w 5857460"/>
                <a:gd name="connsiteY1" fmla="*/ 0 h 2845750"/>
                <a:gd name="connsiteX2" fmla="*/ 5857460 w 5857460"/>
                <a:gd name="connsiteY2" fmla="*/ 1895364 h 2845750"/>
                <a:gd name="connsiteX3" fmla="*/ 5857460 w 5857460"/>
                <a:gd name="connsiteY3" fmla="*/ 1900772 h 2845750"/>
                <a:gd name="connsiteX4" fmla="*/ 5840795 w 5857460"/>
                <a:gd name="connsiteY4" fmla="*/ 1900772 h 2845750"/>
                <a:gd name="connsiteX5" fmla="*/ 2928730 w 5857460"/>
                <a:gd name="connsiteY5" fmla="*/ 2845750 h 2845750"/>
                <a:gd name="connsiteX6" fmla="*/ 16666 w 5857460"/>
                <a:gd name="connsiteY6" fmla="*/ 1900772 h 2845750"/>
                <a:gd name="connsiteX7" fmla="*/ 0 w 5857460"/>
                <a:gd name="connsiteY7" fmla="*/ 1900772 h 2845750"/>
                <a:gd name="connsiteX8" fmla="*/ 0 w 5857460"/>
                <a:gd name="connsiteY8" fmla="*/ 1895364 h 284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57460" h="2845750">
                  <a:moveTo>
                    <a:pt x="0" y="0"/>
                  </a:moveTo>
                  <a:lnTo>
                    <a:pt x="5857460" y="0"/>
                  </a:lnTo>
                  <a:lnTo>
                    <a:pt x="5857460" y="1895364"/>
                  </a:lnTo>
                  <a:lnTo>
                    <a:pt x="5857460" y="1900772"/>
                  </a:lnTo>
                  <a:lnTo>
                    <a:pt x="5840795" y="1900772"/>
                  </a:lnTo>
                  <a:lnTo>
                    <a:pt x="2928730" y="2845750"/>
                  </a:lnTo>
                  <a:lnTo>
                    <a:pt x="16666" y="1900772"/>
                  </a:lnTo>
                  <a:lnTo>
                    <a:pt x="0" y="1900772"/>
                  </a:lnTo>
                  <a:lnTo>
                    <a:pt x="0" y="1895364"/>
                  </a:lnTo>
                  <a:close/>
                </a:path>
              </a:pathLst>
            </a:custGeom>
            <a:gradFill>
              <a:gsLst>
                <a:gs pos="8000">
                  <a:schemeClr val="accent1">
                    <a:alpha val="0"/>
                  </a:schemeClr>
                </a:gs>
                <a:gs pos="100000">
                  <a:schemeClr val="accent1">
                    <a:alpha val="3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菱形 34">
              <a:extLst>
                <a:ext uri="{FF2B5EF4-FFF2-40B4-BE49-F238E27FC236}">
                  <a16:creationId xmlns:a16="http://schemas.microsoft.com/office/drawing/2014/main" id="{2391DEEF-BD95-4D7D-ABC0-047DA5687B0F}"/>
                </a:ext>
              </a:extLst>
            </p:cNvPr>
            <p:cNvSpPr/>
            <p:nvPr/>
          </p:nvSpPr>
          <p:spPr>
            <a:xfrm>
              <a:off x="2422967" y="2900501"/>
              <a:ext cx="7346066" cy="2580085"/>
            </a:xfrm>
            <a:prstGeom prst="diamond">
              <a:avLst/>
            </a:prstGeom>
            <a:gradFill>
              <a:gsLst>
                <a:gs pos="46000">
                  <a:schemeClr val="accent1">
                    <a:alpha val="0"/>
                  </a:schemeClr>
                </a:gs>
                <a:gs pos="100000">
                  <a:schemeClr val="accent1">
                    <a:alpha val="10000"/>
                  </a:schemeClr>
                </a:gs>
              </a:gsLst>
              <a:lin ang="5400000" scaled="1"/>
            </a:gradFill>
            <a:ln w="6350">
              <a:gradFill>
                <a:gsLst>
                  <a:gs pos="13000">
                    <a:schemeClr val="accent1">
                      <a:alpha val="0"/>
                    </a:schemeClr>
                  </a:gs>
                  <a:gs pos="100000">
                    <a:schemeClr val="accent1">
                      <a:alpha val="40000"/>
                    </a:schemeClr>
                  </a:gs>
                </a:gsLst>
                <a:lin ang="5400000" scaled="1"/>
              </a:gradFill>
            </a:ln>
            <a:effectLst>
              <a:outerShdw blurRad="50800" algn="ctr" rotWithShape="0">
                <a:schemeClr val="accent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菱形 35">
              <a:extLst>
                <a:ext uri="{FF2B5EF4-FFF2-40B4-BE49-F238E27FC236}">
                  <a16:creationId xmlns:a16="http://schemas.microsoft.com/office/drawing/2014/main" id="{3BA95CB9-00A5-4869-B917-1B3E285B0496}"/>
                </a:ext>
              </a:extLst>
            </p:cNvPr>
            <p:cNvSpPr/>
            <p:nvPr/>
          </p:nvSpPr>
          <p:spPr>
            <a:xfrm>
              <a:off x="3167270" y="3240158"/>
              <a:ext cx="5857460" cy="1900772"/>
            </a:xfrm>
            <a:prstGeom prst="diamond">
              <a:avLst/>
            </a:prstGeom>
            <a:noFill/>
            <a:ln w="19050">
              <a:gradFill>
                <a:gsLst>
                  <a:gs pos="9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  <a:effectLst>
              <a:outerShdw blurRad="50800" algn="ctr" rotWithShape="0">
                <a:schemeClr val="accent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D6CFA8F-BD21-4AAB-BAF6-489B52BCE0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7573" y="3974660"/>
              <a:ext cx="0" cy="537173"/>
            </a:xfrm>
            <a:prstGeom prst="line">
              <a:avLst/>
            </a:prstGeom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8BEC4609-AF38-49CE-9698-9867FFE893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91816" y="4311717"/>
              <a:ext cx="0" cy="204601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5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482A3A9C-AB58-4E7C-BE8B-D325DE1177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5464" y="4105008"/>
              <a:ext cx="0" cy="392018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3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菱形 39">
              <a:extLst>
                <a:ext uri="{FF2B5EF4-FFF2-40B4-BE49-F238E27FC236}">
                  <a16:creationId xmlns:a16="http://schemas.microsoft.com/office/drawing/2014/main" id="{56C49082-F5B8-4130-A29E-68513BE37839}"/>
                </a:ext>
              </a:extLst>
            </p:cNvPr>
            <p:cNvSpPr/>
            <p:nvPr/>
          </p:nvSpPr>
          <p:spPr>
            <a:xfrm>
              <a:off x="4122421" y="3528060"/>
              <a:ext cx="3947160" cy="1200441"/>
            </a:xfrm>
            <a:prstGeom prst="diamond">
              <a:avLst/>
            </a:prstGeom>
            <a:noFill/>
            <a:ln w="6350">
              <a:gradFill>
                <a:gsLst>
                  <a:gs pos="36000">
                    <a:schemeClr val="accent1">
                      <a:alpha val="0"/>
                    </a:schemeClr>
                  </a:gs>
                  <a:gs pos="100000">
                    <a:schemeClr val="accent1">
                      <a:alpha val="1500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1C8A0E0-C7AA-4976-AB49-4AFCEE7BBC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9438" y="3998062"/>
              <a:ext cx="0" cy="392018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3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BBCA6806-51EE-4E2D-8DEC-03AF2ABDDA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1843" y="3926402"/>
              <a:ext cx="0" cy="436116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3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03A276C4-E541-4867-9A29-3422142D03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4248" y="4077719"/>
              <a:ext cx="0" cy="279016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5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3D150D57-63DA-4612-82D9-9876A57658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6654" y="3904893"/>
              <a:ext cx="0" cy="447142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3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FB9FDD5A-094D-4812-B574-B1BCE7E88583}"/>
                </a:ext>
              </a:extLst>
            </p:cNvPr>
            <p:cNvGrpSpPr/>
            <p:nvPr/>
          </p:nvGrpSpPr>
          <p:grpSpPr>
            <a:xfrm>
              <a:off x="7152513" y="4340172"/>
              <a:ext cx="73879" cy="462758"/>
              <a:chOff x="6774031" y="5572125"/>
              <a:chExt cx="47625" cy="388433"/>
            </a:xfrm>
          </p:grpSpPr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9E501DBE-70AB-4133-98B3-310957C45B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98796" y="5572125"/>
                <a:ext cx="0" cy="371288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3263C1F7-CF33-4A7B-BA56-D8ECA6FB91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74031" y="5819140"/>
                <a:ext cx="0" cy="141418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alpha val="5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02D24A7C-84DC-4AAC-B00C-B6C82E2841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21656" y="5659209"/>
                <a:ext cx="0" cy="270958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alpha val="3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CA56ABF1-4C57-49C8-B308-1304342DD9F5}"/>
                </a:ext>
              </a:extLst>
            </p:cNvPr>
            <p:cNvGrpSpPr/>
            <p:nvPr/>
          </p:nvGrpSpPr>
          <p:grpSpPr>
            <a:xfrm flipH="1">
              <a:off x="3848165" y="3976101"/>
              <a:ext cx="73879" cy="454486"/>
              <a:chOff x="6774031" y="5572126"/>
              <a:chExt cx="47625" cy="381489"/>
            </a:xfrm>
          </p:grpSpPr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29978347-F82E-4DE3-B389-603851738B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798796" y="5572126"/>
                <a:ext cx="0" cy="36760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B3D19291-BB06-4F71-B872-A0176ED6AD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774031" y="5819140"/>
                <a:ext cx="0" cy="13447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alpha val="5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73E6A76B-978A-42E9-8FA2-D0330D1CFA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21656" y="5676267"/>
                <a:ext cx="0" cy="251897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alpha val="3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F84DC95B-5CB7-4089-B5F8-0CAED61D46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8075" y="4365354"/>
              <a:ext cx="0" cy="232434"/>
            </a:xfrm>
            <a:prstGeom prst="line">
              <a:avLst/>
            </a:prstGeom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D44E9D1F-EBA9-47E1-8028-0F1689BD0D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8653" y="4421049"/>
              <a:ext cx="0" cy="160206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5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63794F0C-D91F-4CC3-9E32-AE0AC7A335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2612" y="4019921"/>
              <a:ext cx="0" cy="564089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3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38859B7E-FC6F-45BE-A546-D610BDA85104}"/>
                </a:ext>
              </a:extLst>
            </p:cNvPr>
            <p:cNvSpPr/>
            <p:nvPr/>
          </p:nvSpPr>
          <p:spPr>
            <a:xfrm>
              <a:off x="2956560" y="2118769"/>
              <a:ext cx="6278880" cy="3184751"/>
            </a:xfrm>
            <a:custGeom>
              <a:avLst/>
              <a:gdLst>
                <a:gd name="connsiteX0" fmla="*/ 0 w 5857460"/>
                <a:gd name="connsiteY0" fmla="*/ 0 h 2845750"/>
                <a:gd name="connsiteX1" fmla="*/ 5857460 w 5857460"/>
                <a:gd name="connsiteY1" fmla="*/ 0 h 2845750"/>
                <a:gd name="connsiteX2" fmla="*/ 5857460 w 5857460"/>
                <a:gd name="connsiteY2" fmla="*/ 1895364 h 2845750"/>
                <a:gd name="connsiteX3" fmla="*/ 5857460 w 5857460"/>
                <a:gd name="connsiteY3" fmla="*/ 1900772 h 2845750"/>
                <a:gd name="connsiteX4" fmla="*/ 5840795 w 5857460"/>
                <a:gd name="connsiteY4" fmla="*/ 1900772 h 2845750"/>
                <a:gd name="connsiteX5" fmla="*/ 2928730 w 5857460"/>
                <a:gd name="connsiteY5" fmla="*/ 2845750 h 2845750"/>
                <a:gd name="connsiteX6" fmla="*/ 16666 w 5857460"/>
                <a:gd name="connsiteY6" fmla="*/ 1900772 h 2845750"/>
                <a:gd name="connsiteX7" fmla="*/ 0 w 5857460"/>
                <a:gd name="connsiteY7" fmla="*/ 1900772 h 2845750"/>
                <a:gd name="connsiteX8" fmla="*/ 0 w 5857460"/>
                <a:gd name="connsiteY8" fmla="*/ 1895364 h 284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57460" h="2845750">
                  <a:moveTo>
                    <a:pt x="0" y="0"/>
                  </a:moveTo>
                  <a:lnTo>
                    <a:pt x="5857460" y="0"/>
                  </a:lnTo>
                  <a:lnTo>
                    <a:pt x="5857460" y="1895364"/>
                  </a:lnTo>
                  <a:lnTo>
                    <a:pt x="5857460" y="1900772"/>
                  </a:lnTo>
                  <a:lnTo>
                    <a:pt x="5840795" y="1900772"/>
                  </a:lnTo>
                  <a:lnTo>
                    <a:pt x="2928730" y="2845750"/>
                  </a:lnTo>
                  <a:lnTo>
                    <a:pt x="16666" y="1900772"/>
                  </a:lnTo>
                  <a:lnTo>
                    <a:pt x="0" y="1900772"/>
                  </a:lnTo>
                  <a:lnTo>
                    <a:pt x="0" y="1895364"/>
                  </a:lnTo>
                  <a:close/>
                </a:path>
              </a:pathLst>
            </a:custGeom>
            <a:gradFill>
              <a:gsLst>
                <a:gs pos="44000">
                  <a:schemeClr val="accent1">
                    <a:alpha val="0"/>
                  </a:schemeClr>
                </a:gs>
                <a:gs pos="100000">
                  <a:schemeClr val="accent1">
                    <a:alpha val="18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7" name="文本占位符 56">
            <a:extLst>
              <a:ext uri="{FF2B5EF4-FFF2-40B4-BE49-F238E27FC236}">
                <a16:creationId xmlns:a16="http://schemas.microsoft.com/office/drawing/2014/main" id="{7EC03688-7A7D-440B-AEA6-1B896269FE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98438" y="4837226"/>
            <a:ext cx="2132122" cy="51663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8" name="文本占位符 57">
            <a:extLst>
              <a:ext uri="{FF2B5EF4-FFF2-40B4-BE49-F238E27FC236}">
                <a16:creationId xmlns:a16="http://schemas.microsoft.com/office/drawing/2014/main" id="{88F73F04-28FF-4B81-9A0D-F2F1E77593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42918" y="4837226"/>
            <a:ext cx="2132122" cy="51663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52730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灰色的蜂窝&#10;&#10;中度可信度描述已自动生成">
            <a:extLst>
              <a:ext uri="{FF2B5EF4-FFF2-40B4-BE49-F238E27FC236}">
                <a16:creationId xmlns:a16="http://schemas.microsoft.com/office/drawing/2014/main" id="{C3D5215B-B99B-41C5-82DA-24BD8C7AAF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1" t="2947" r="2941" b="2947"/>
          <a:stretch>
            <a:fillRect/>
          </a:stretch>
        </p:blipFill>
        <p:spPr>
          <a:xfrm>
            <a:off x="0" y="0"/>
            <a:ext cx="12193588" cy="6858000"/>
          </a:xfrm>
          <a:custGeom>
            <a:avLst/>
            <a:gdLst>
              <a:gd name="connsiteX0" fmla="*/ 0 w 12193588"/>
              <a:gd name="connsiteY0" fmla="*/ 0 h 6858000"/>
              <a:gd name="connsiteX1" fmla="*/ 12193588 w 12193588"/>
              <a:gd name="connsiteY1" fmla="*/ 0 h 6858000"/>
              <a:gd name="connsiteX2" fmla="*/ 12193588 w 12193588"/>
              <a:gd name="connsiteY2" fmla="*/ 6858000 h 6858000"/>
              <a:gd name="connsiteX3" fmla="*/ 0 w 12193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8" h="6858000">
                <a:moveTo>
                  <a:pt x="0" y="0"/>
                </a:moveTo>
                <a:lnTo>
                  <a:pt x="12193588" y="0"/>
                </a:lnTo>
                <a:lnTo>
                  <a:pt x="1219358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B3DA3CA6-F066-4DF5-928D-E9B0A2E0512B}"/>
              </a:ext>
            </a:extLst>
          </p:cNvPr>
          <p:cNvSpPr/>
          <p:nvPr userDrawn="1"/>
        </p:nvSpPr>
        <p:spPr>
          <a:xfrm>
            <a:off x="1" y="0"/>
            <a:ext cx="12193588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C0B42A-399C-4E52-8292-CE171D568B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2975" y="320065"/>
            <a:ext cx="7086600" cy="5408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zh-CN" altLang="en-US" sz="3200" b="1" spc="200" baseline="0" dirty="0" smtClean="0">
                <a:gradFill flip="none" rotWithShape="1">
                  <a:gsLst>
                    <a:gs pos="50000">
                      <a:schemeClr val="accent1"/>
                    </a:gs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</a:lstStyle>
          <a:p>
            <a:pPr marL="0" lvl="0" defTabSz="457200"/>
            <a:r>
              <a:rPr lang="zh-CN" altLang="en-US" dirty="0"/>
              <a:t>单击此处编辑母版文本样式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CCDF543-F363-43B5-9457-069CC0B879E6}"/>
              </a:ext>
            </a:extLst>
          </p:cNvPr>
          <p:cNvSpPr/>
          <p:nvPr userDrawn="1"/>
        </p:nvSpPr>
        <p:spPr>
          <a:xfrm>
            <a:off x="669318" y="480508"/>
            <a:ext cx="417390" cy="219968"/>
          </a:xfrm>
          <a:custGeom>
            <a:avLst/>
            <a:gdLst>
              <a:gd name="connsiteX0" fmla="*/ 169032 w 284661"/>
              <a:gd name="connsiteY0" fmla="*/ 0 h 150019"/>
              <a:gd name="connsiteX1" fmla="*/ 218339 w 284661"/>
              <a:gd name="connsiteY1" fmla="*/ 0 h 150019"/>
              <a:gd name="connsiteX2" fmla="*/ 284661 w 284661"/>
              <a:gd name="connsiteY2" fmla="*/ 75010 h 150019"/>
              <a:gd name="connsiteX3" fmla="*/ 218339 w 284661"/>
              <a:gd name="connsiteY3" fmla="*/ 150019 h 150019"/>
              <a:gd name="connsiteX4" fmla="*/ 169032 w 284661"/>
              <a:gd name="connsiteY4" fmla="*/ 150019 h 150019"/>
              <a:gd name="connsiteX5" fmla="*/ 235354 w 284661"/>
              <a:gd name="connsiteY5" fmla="*/ 75010 h 150019"/>
              <a:gd name="connsiteX6" fmla="*/ 84516 w 284661"/>
              <a:gd name="connsiteY6" fmla="*/ 0 h 150019"/>
              <a:gd name="connsiteX7" fmla="*/ 133823 w 284661"/>
              <a:gd name="connsiteY7" fmla="*/ 0 h 150019"/>
              <a:gd name="connsiteX8" fmla="*/ 200145 w 284661"/>
              <a:gd name="connsiteY8" fmla="*/ 75010 h 150019"/>
              <a:gd name="connsiteX9" fmla="*/ 133823 w 284661"/>
              <a:gd name="connsiteY9" fmla="*/ 150019 h 150019"/>
              <a:gd name="connsiteX10" fmla="*/ 84516 w 284661"/>
              <a:gd name="connsiteY10" fmla="*/ 150019 h 150019"/>
              <a:gd name="connsiteX11" fmla="*/ 150838 w 284661"/>
              <a:gd name="connsiteY11" fmla="*/ 75010 h 150019"/>
              <a:gd name="connsiteX12" fmla="*/ 0 w 284661"/>
              <a:gd name="connsiteY12" fmla="*/ 0 h 150019"/>
              <a:gd name="connsiteX13" fmla="*/ 49307 w 284661"/>
              <a:gd name="connsiteY13" fmla="*/ 0 h 150019"/>
              <a:gd name="connsiteX14" fmla="*/ 115629 w 284661"/>
              <a:gd name="connsiteY14" fmla="*/ 75010 h 150019"/>
              <a:gd name="connsiteX15" fmla="*/ 49307 w 284661"/>
              <a:gd name="connsiteY15" fmla="*/ 150019 h 150019"/>
              <a:gd name="connsiteX16" fmla="*/ 0 w 284661"/>
              <a:gd name="connsiteY16" fmla="*/ 150019 h 150019"/>
              <a:gd name="connsiteX17" fmla="*/ 66322 w 284661"/>
              <a:gd name="connsiteY17" fmla="*/ 75010 h 15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4661" h="150019">
                <a:moveTo>
                  <a:pt x="169032" y="0"/>
                </a:moveTo>
                <a:lnTo>
                  <a:pt x="218339" y="0"/>
                </a:lnTo>
                <a:lnTo>
                  <a:pt x="284661" y="75010"/>
                </a:lnTo>
                <a:lnTo>
                  <a:pt x="218339" y="150019"/>
                </a:lnTo>
                <a:lnTo>
                  <a:pt x="169032" y="150019"/>
                </a:lnTo>
                <a:lnTo>
                  <a:pt x="235354" y="75010"/>
                </a:lnTo>
                <a:close/>
                <a:moveTo>
                  <a:pt x="84516" y="0"/>
                </a:moveTo>
                <a:lnTo>
                  <a:pt x="133823" y="0"/>
                </a:lnTo>
                <a:lnTo>
                  <a:pt x="200145" y="75010"/>
                </a:lnTo>
                <a:lnTo>
                  <a:pt x="133823" y="150019"/>
                </a:lnTo>
                <a:lnTo>
                  <a:pt x="84516" y="150019"/>
                </a:lnTo>
                <a:lnTo>
                  <a:pt x="150838" y="75010"/>
                </a:lnTo>
                <a:close/>
                <a:moveTo>
                  <a:pt x="0" y="0"/>
                </a:moveTo>
                <a:lnTo>
                  <a:pt x="49307" y="0"/>
                </a:lnTo>
                <a:lnTo>
                  <a:pt x="115629" y="75010"/>
                </a:lnTo>
                <a:lnTo>
                  <a:pt x="49307" y="150019"/>
                </a:lnTo>
                <a:lnTo>
                  <a:pt x="0" y="150019"/>
                </a:lnTo>
                <a:lnTo>
                  <a:pt x="66322" y="75010"/>
                </a:lnTo>
                <a:close/>
              </a:path>
            </a:pathLst>
          </a:custGeom>
          <a:gradFill>
            <a:gsLst>
              <a:gs pos="74000">
                <a:srgbClr val="608CE3"/>
              </a:gs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975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灰色的蜂窝&#10;&#10;中度可信度描述已自动生成">
            <a:extLst>
              <a:ext uri="{FF2B5EF4-FFF2-40B4-BE49-F238E27FC236}">
                <a16:creationId xmlns:a16="http://schemas.microsoft.com/office/drawing/2014/main" id="{A8206334-0AB3-483F-80C0-0659CBDDEF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1" t="2947" r="2941" b="2947"/>
          <a:stretch>
            <a:fillRect/>
          </a:stretch>
        </p:blipFill>
        <p:spPr>
          <a:xfrm>
            <a:off x="0" y="0"/>
            <a:ext cx="12193588" cy="6858000"/>
          </a:xfrm>
          <a:custGeom>
            <a:avLst/>
            <a:gdLst>
              <a:gd name="connsiteX0" fmla="*/ 0 w 12193588"/>
              <a:gd name="connsiteY0" fmla="*/ 0 h 6858000"/>
              <a:gd name="connsiteX1" fmla="*/ 12193588 w 12193588"/>
              <a:gd name="connsiteY1" fmla="*/ 0 h 6858000"/>
              <a:gd name="connsiteX2" fmla="*/ 12193588 w 12193588"/>
              <a:gd name="connsiteY2" fmla="*/ 6858000 h 6858000"/>
              <a:gd name="connsiteX3" fmla="*/ 0 w 12193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8" h="6858000">
                <a:moveTo>
                  <a:pt x="0" y="0"/>
                </a:moveTo>
                <a:lnTo>
                  <a:pt x="12193588" y="0"/>
                </a:lnTo>
                <a:lnTo>
                  <a:pt x="1219358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7B751151-5CA9-431F-A06A-54E72BC32725}"/>
              </a:ext>
            </a:extLst>
          </p:cNvPr>
          <p:cNvSpPr/>
          <p:nvPr userDrawn="1"/>
        </p:nvSpPr>
        <p:spPr>
          <a:xfrm>
            <a:off x="1" y="0"/>
            <a:ext cx="12193588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A5EDA08-6866-4DE9-B43E-D309E8FF16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2975" y="320065"/>
            <a:ext cx="7086600" cy="5408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zh-CN" altLang="en-US" sz="3200" b="1" spc="200" baseline="0" dirty="0" smtClean="0">
                <a:gradFill flip="none" rotWithShape="1">
                  <a:gsLst>
                    <a:gs pos="50000">
                      <a:schemeClr val="accent1"/>
                    </a:gs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</a:lstStyle>
          <a:p>
            <a:pPr marL="0" lvl="0" defTabSz="457200"/>
            <a:r>
              <a:rPr lang="zh-CN" altLang="en-US" dirty="0"/>
              <a:t>单击此处编辑母版文本样式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4522BCF0-5EDA-432B-AD91-0FE0C27A51B7}"/>
              </a:ext>
            </a:extLst>
          </p:cNvPr>
          <p:cNvSpPr/>
          <p:nvPr userDrawn="1"/>
        </p:nvSpPr>
        <p:spPr>
          <a:xfrm>
            <a:off x="669318" y="480508"/>
            <a:ext cx="417390" cy="219968"/>
          </a:xfrm>
          <a:custGeom>
            <a:avLst/>
            <a:gdLst>
              <a:gd name="connsiteX0" fmla="*/ 169032 w 284661"/>
              <a:gd name="connsiteY0" fmla="*/ 0 h 150019"/>
              <a:gd name="connsiteX1" fmla="*/ 218339 w 284661"/>
              <a:gd name="connsiteY1" fmla="*/ 0 h 150019"/>
              <a:gd name="connsiteX2" fmla="*/ 284661 w 284661"/>
              <a:gd name="connsiteY2" fmla="*/ 75010 h 150019"/>
              <a:gd name="connsiteX3" fmla="*/ 218339 w 284661"/>
              <a:gd name="connsiteY3" fmla="*/ 150019 h 150019"/>
              <a:gd name="connsiteX4" fmla="*/ 169032 w 284661"/>
              <a:gd name="connsiteY4" fmla="*/ 150019 h 150019"/>
              <a:gd name="connsiteX5" fmla="*/ 235354 w 284661"/>
              <a:gd name="connsiteY5" fmla="*/ 75010 h 150019"/>
              <a:gd name="connsiteX6" fmla="*/ 84516 w 284661"/>
              <a:gd name="connsiteY6" fmla="*/ 0 h 150019"/>
              <a:gd name="connsiteX7" fmla="*/ 133823 w 284661"/>
              <a:gd name="connsiteY7" fmla="*/ 0 h 150019"/>
              <a:gd name="connsiteX8" fmla="*/ 200145 w 284661"/>
              <a:gd name="connsiteY8" fmla="*/ 75010 h 150019"/>
              <a:gd name="connsiteX9" fmla="*/ 133823 w 284661"/>
              <a:gd name="connsiteY9" fmla="*/ 150019 h 150019"/>
              <a:gd name="connsiteX10" fmla="*/ 84516 w 284661"/>
              <a:gd name="connsiteY10" fmla="*/ 150019 h 150019"/>
              <a:gd name="connsiteX11" fmla="*/ 150838 w 284661"/>
              <a:gd name="connsiteY11" fmla="*/ 75010 h 150019"/>
              <a:gd name="connsiteX12" fmla="*/ 0 w 284661"/>
              <a:gd name="connsiteY12" fmla="*/ 0 h 150019"/>
              <a:gd name="connsiteX13" fmla="*/ 49307 w 284661"/>
              <a:gd name="connsiteY13" fmla="*/ 0 h 150019"/>
              <a:gd name="connsiteX14" fmla="*/ 115629 w 284661"/>
              <a:gd name="connsiteY14" fmla="*/ 75010 h 150019"/>
              <a:gd name="connsiteX15" fmla="*/ 49307 w 284661"/>
              <a:gd name="connsiteY15" fmla="*/ 150019 h 150019"/>
              <a:gd name="connsiteX16" fmla="*/ 0 w 284661"/>
              <a:gd name="connsiteY16" fmla="*/ 150019 h 150019"/>
              <a:gd name="connsiteX17" fmla="*/ 66322 w 284661"/>
              <a:gd name="connsiteY17" fmla="*/ 75010 h 15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4661" h="150019">
                <a:moveTo>
                  <a:pt x="169032" y="0"/>
                </a:moveTo>
                <a:lnTo>
                  <a:pt x="218339" y="0"/>
                </a:lnTo>
                <a:lnTo>
                  <a:pt x="284661" y="75010"/>
                </a:lnTo>
                <a:lnTo>
                  <a:pt x="218339" y="150019"/>
                </a:lnTo>
                <a:lnTo>
                  <a:pt x="169032" y="150019"/>
                </a:lnTo>
                <a:lnTo>
                  <a:pt x="235354" y="75010"/>
                </a:lnTo>
                <a:close/>
                <a:moveTo>
                  <a:pt x="84516" y="0"/>
                </a:moveTo>
                <a:lnTo>
                  <a:pt x="133823" y="0"/>
                </a:lnTo>
                <a:lnTo>
                  <a:pt x="200145" y="75010"/>
                </a:lnTo>
                <a:lnTo>
                  <a:pt x="133823" y="150019"/>
                </a:lnTo>
                <a:lnTo>
                  <a:pt x="84516" y="150019"/>
                </a:lnTo>
                <a:lnTo>
                  <a:pt x="150838" y="75010"/>
                </a:lnTo>
                <a:close/>
                <a:moveTo>
                  <a:pt x="0" y="0"/>
                </a:moveTo>
                <a:lnTo>
                  <a:pt x="49307" y="0"/>
                </a:lnTo>
                <a:lnTo>
                  <a:pt x="115629" y="75010"/>
                </a:lnTo>
                <a:lnTo>
                  <a:pt x="49307" y="150019"/>
                </a:lnTo>
                <a:lnTo>
                  <a:pt x="0" y="150019"/>
                </a:lnTo>
                <a:lnTo>
                  <a:pt x="66322" y="75010"/>
                </a:lnTo>
                <a:close/>
              </a:path>
            </a:pathLst>
          </a:custGeom>
          <a:gradFill>
            <a:gsLst>
              <a:gs pos="74000">
                <a:srgbClr val="608CE3"/>
              </a:gs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3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图片 67" descr="灰色的蜂窝&#10;&#10;中度可信度描述已自动生成">
            <a:extLst>
              <a:ext uri="{FF2B5EF4-FFF2-40B4-BE49-F238E27FC236}">
                <a16:creationId xmlns:a16="http://schemas.microsoft.com/office/drawing/2014/main" id="{EC5E4C78-F8F8-491D-8240-9905729BB8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1" t="2947" r="2941" b="2947"/>
          <a:stretch>
            <a:fillRect/>
          </a:stretch>
        </p:blipFill>
        <p:spPr>
          <a:xfrm>
            <a:off x="0" y="0"/>
            <a:ext cx="12193588" cy="6858000"/>
          </a:xfrm>
          <a:custGeom>
            <a:avLst/>
            <a:gdLst>
              <a:gd name="connsiteX0" fmla="*/ 0 w 12193588"/>
              <a:gd name="connsiteY0" fmla="*/ 0 h 6858000"/>
              <a:gd name="connsiteX1" fmla="*/ 12193588 w 12193588"/>
              <a:gd name="connsiteY1" fmla="*/ 0 h 6858000"/>
              <a:gd name="connsiteX2" fmla="*/ 12193588 w 12193588"/>
              <a:gd name="connsiteY2" fmla="*/ 6858000 h 6858000"/>
              <a:gd name="connsiteX3" fmla="*/ 0 w 12193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8" h="6858000">
                <a:moveTo>
                  <a:pt x="0" y="0"/>
                </a:moveTo>
                <a:lnTo>
                  <a:pt x="12193588" y="0"/>
                </a:lnTo>
                <a:lnTo>
                  <a:pt x="1219358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7B751151-5CA9-431F-A06A-54E72BC32725}"/>
              </a:ext>
            </a:extLst>
          </p:cNvPr>
          <p:cNvSpPr/>
          <p:nvPr userDrawn="1"/>
        </p:nvSpPr>
        <p:spPr>
          <a:xfrm>
            <a:off x="1" y="0"/>
            <a:ext cx="12193588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D4141A5C-F566-468C-951F-0C0C2FD0BC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2975" y="320065"/>
            <a:ext cx="7086600" cy="5408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zh-CN" altLang="en-US" sz="3200" b="1" spc="200" baseline="0" dirty="0" smtClean="0">
                <a:gradFill flip="none" rotWithShape="1">
                  <a:gsLst>
                    <a:gs pos="50000">
                      <a:schemeClr val="accent1"/>
                    </a:gs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</a:lstStyle>
          <a:p>
            <a:pPr marL="0" lvl="0" defTabSz="457200"/>
            <a:r>
              <a:rPr lang="zh-CN" altLang="en-US" dirty="0"/>
              <a:t>单击此处编辑母版文本样式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B38F136-11CD-4C8F-82BA-8A5E6C9BE998}"/>
              </a:ext>
            </a:extLst>
          </p:cNvPr>
          <p:cNvGrpSpPr/>
          <p:nvPr userDrawn="1"/>
        </p:nvGrpSpPr>
        <p:grpSpPr>
          <a:xfrm>
            <a:off x="669925" y="1567992"/>
            <a:ext cx="2532286" cy="4115716"/>
            <a:chOff x="1678550" y="1203502"/>
            <a:chExt cx="2532286" cy="4115716"/>
          </a:xfrm>
        </p:grpSpPr>
        <p:sp>
          <p:nvSpPr>
            <p:cNvPr id="5" name="矩形: 剪去对角 4">
              <a:extLst>
                <a:ext uri="{FF2B5EF4-FFF2-40B4-BE49-F238E27FC236}">
                  <a16:creationId xmlns:a16="http://schemas.microsoft.com/office/drawing/2014/main" id="{2B808249-0466-4E54-B27F-3B8B116C90EE}"/>
                </a:ext>
              </a:extLst>
            </p:cNvPr>
            <p:cNvSpPr/>
            <p:nvPr/>
          </p:nvSpPr>
          <p:spPr>
            <a:xfrm>
              <a:off x="1737986" y="1256742"/>
              <a:ext cx="2413414" cy="4003040"/>
            </a:xfrm>
            <a:prstGeom prst="snip2DiagRect">
              <a:avLst>
                <a:gd name="adj1" fmla="val 3789"/>
                <a:gd name="adj2" fmla="val 3195"/>
              </a:avLst>
            </a:prstGeom>
            <a:gradFill flip="none" rotWithShape="1">
              <a:gsLst>
                <a:gs pos="43000">
                  <a:schemeClr val="accent1">
                    <a:alpha val="26000"/>
                  </a:schemeClr>
                </a:gs>
                <a:gs pos="0">
                  <a:schemeClr val="accent1">
                    <a:alpha val="52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accent1"/>
              </a:solidFill>
            </a:ln>
            <a:effectLst>
              <a:outerShdw blurRad="1778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梯形 5">
              <a:extLst>
                <a:ext uri="{FF2B5EF4-FFF2-40B4-BE49-F238E27FC236}">
                  <a16:creationId xmlns:a16="http://schemas.microsoft.com/office/drawing/2014/main" id="{F5493F40-6249-473D-AFDF-313DF1416AFD}"/>
                </a:ext>
              </a:extLst>
            </p:cNvPr>
            <p:cNvSpPr/>
            <p:nvPr/>
          </p:nvSpPr>
          <p:spPr>
            <a:xfrm rot="16200000">
              <a:off x="3973673" y="1415627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梯形 6">
              <a:extLst>
                <a:ext uri="{FF2B5EF4-FFF2-40B4-BE49-F238E27FC236}">
                  <a16:creationId xmlns:a16="http://schemas.microsoft.com/office/drawing/2014/main" id="{D761608C-9E6B-415B-9895-F2D6F1EA573E}"/>
                </a:ext>
              </a:extLst>
            </p:cNvPr>
            <p:cNvSpPr/>
            <p:nvPr/>
          </p:nvSpPr>
          <p:spPr>
            <a:xfrm rot="10800000">
              <a:off x="3866993" y="1312910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梯形 7">
              <a:extLst>
                <a:ext uri="{FF2B5EF4-FFF2-40B4-BE49-F238E27FC236}">
                  <a16:creationId xmlns:a16="http://schemas.microsoft.com/office/drawing/2014/main" id="{69A643C2-DFC1-4F07-A61B-6C61FDE1F90F}"/>
                </a:ext>
              </a:extLst>
            </p:cNvPr>
            <p:cNvSpPr/>
            <p:nvPr/>
          </p:nvSpPr>
          <p:spPr>
            <a:xfrm rot="5400000" flipH="1">
              <a:off x="1718711" y="1415627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梯形 8">
              <a:extLst>
                <a:ext uri="{FF2B5EF4-FFF2-40B4-BE49-F238E27FC236}">
                  <a16:creationId xmlns:a16="http://schemas.microsoft.com/office/drawing/2014/main" id="{31CA1E45-6196-4EC5-AD16-E978E9D659A2}"/>
                </a:ext>
              </a:extLst>
            </p:cNvPr>
            <p:cNvSpPr/>
            <p:nvPr/>
          </p:nvSpPr>
          <p:spPr>
            <a:xfrm rot="10800000" flipH="1">
              <a:off x="1825391" y="1312910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梯形 9">
              <a:extLst>
                <a:ext uri="{FF2B5EF4-FFF2-40B4-BE49-F238E27FC236}">
                  <a16:creationId xmlns:a16="http://schemas.microsoft.com/office/drawing/2014/main" id="{36F65BE0-0705-4E75-BF8A-2B334B453A3B}"/>
                </a:ext>
              </a:extLst>
            </p:cNvPr>
            <p:cNvSpPr/>
            <p:nvPr/>
          </p:nvSpPr>
          <p:spPr>
            <a:xfrm rot="5400000" flipV="1">
              <a:off x="3973673" y="5055179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梯形 10">
              <a:extLst>
                <a:ext uri="{FF2B5EF4-FFF2-40B4-BE49-F238E27FC236}">
                  <a16:creationId xmlns:a16="http://schemas.microsoft.com/office/drawing/2014/main" id="{2498EB83-4C71-48AD-AC9D-89ACC598C5E3}"/>
                </a:ext>
              </a:extLst>
            </p:cNvPr>
            <p:cNvSpPr/>
            <p:nvPr/>
          </p:nvSpPr>
          <p:spPr>
            <a:xfrm rot="10800000" flipV="1">
              <a:off x="3866993" y="5157896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梯形 11">
              <a:extLst>
                <a:ext uri="{FF2B5EF4-FFF2-40B4-BE49-F238E27FC236}">
                  <a16:creationId xmlns:a16="http://schemas.microsoft.com/office/drawing/2014/main" id="{7DDDBE1C-B080-41E2-BE5F-7852259C07D1}"/>
                </a:ext>
              </a:extLst>
            </p:cNvPr>
            <p:cNvSpPr/>
            <p:nvPr/>
          </p:nvSpPr>
          <p:spPr>
            <a:xfrm rot="16200000" flipH="1" flipV="1">
              <a:off x="1718711" y="5055179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梯形 12">
              <a:extLst>
                <a:ext uri="{FF2B5EF4-FFF2-40B4-BE49-F238E27FC236}">
                  <a16:creationId xmlns:a16="http://schemas.microsoft.com/office/drawing/2014/main" id="{C01A83CE-E078-4B6D-8A32-D06BBAB3B0E1}"/>
                </a:ext>
              </a:extLst>
            </p:cNvPr>
            <p:cNvSpPr/>
            <p:nvPr/>
          </p:nvSpPr>
          <p:spPr>
            <a:xfrm rot="10800000" flipH="1" flipV="1">
              <a:off x="1825391" y="5157896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菱形 13">
              <a:extLst>
                <a:ext uri="{FF2B5EF4-FFF2-40B4-BE49-F238E27FC236}">
                  <a16:creationId xmlns:a16="http://schemas.microsoft.com/office/drawing/2014/main" id="{3EAF08E5-C802-45DD-9162-874638823777}"/>
                </a:ext>
              </a:extLst>
            </p:cNvPr>
            <p:cNvSpPr/>
            <p:nvPr/>
          </p:nvSpPr>
          <p:spPr>
            <a:xfrm>
              <a:off x="4151400" y="5259782"/>
              <a:ext cx="59436" cy="59436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菱形 14">
              <a:extLst>
                <a:ext uri="{FF2B5EF4-FFF2-40B4-BE49-F238E27FC236}">
                  <a16:creationId xmlns:a16="http://schemas.microsoft.com/office/drawing/2014/main" id="{50F2757D-8E65-453C-A0EA-14AF1D079673}"/>
                </a:ext>
              </a:extLst>
            </p:cNvPr>
            <p:cNvSpPr/>
            <p:nvPr/>
          </p:nvSpPr>
          <p:spPr>
            <a:xfrm>
              <a:off x="1678550" y="5259782"/>
              <a:ext cx="59436" cy="59436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菱形 15">
              <a:extLst>
                <a:ext uri="{FF2B5EF4-FFF2-40B4-BE49-F238E27FC236}">
                  <a16:creationId xmlns:a16="http://schemas.microsoft.com/office/drawing/2014/main" id="{E09B5404-F747-4FBC-9653-40422F470DC2}"/>
                </a:ext>
              </a:extLst>
            </p:cNvPr>
            <p:cNvSpPr/>
            <p:nvPr/>
          </p:nvSpPr>
          <p:spPr>
            <a:xfrm>
              <a:off x="4151400" y="1203502"/>
              <a:ext cx="59436" cy="59436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菱形 16">
              <a:extLst>
                <a:ext uri="{FF2B5EF4-FFF2-40B4-BE49-F238E27FC236}">
                  <a16:creationId xmlns:a16="http://schemas.microsoft.com/office/drawing/2014/main" id="{B423770A-7175-4562-BF6A-5AF485CBADB3}"/>
                </a:ext>
              </a:extLst>
            </p:cNvPr>
            <p:cNvSpPr/>
            <p:nvPr/>
          </p:nvSpPr>
          <p:spPr>
            <a:xfrm>
              <a:off x="1678550" y="1203502"/>
              <a:ext cx="59436" cy="59436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3519E8C-748A-432D-8A32-1142CFB3B758}"/>
              </a:ext>
            </a:extLst>
          </p:cNvPr>
          <p:cNvGrpSpPr/>
          <p:nvPr userDrawn="1"/>
        </p:nvGrpSpPr>
        <p:grpSpPr>
          <a:xfrm>
            <a:off x="3442155" y="1567992"/>
            <a:ext cx="2532286" cy="4115716"/>
            <a:chOff x="1678550" y="1203502"/>
            <a:chExt cx="2532286" cy="4115716"/>
          </a:xfrm>
        </p:grpSpPr>
        <p:sp>
          <p:nvSpPr>
            <p:cNvPr id="19" name="矩形: 剪去对角 18">
              <a:extLst>
                <a:ext uri="{FF2B5EF4-FFF2-40B4-BE49-F238E27FC236}">
                  <a16:creationId xmlns:a16="http://schemas.microsoft.com/office/drawing/2014/main" id="{AFCAA031-8ED0-47A4-9F34-C52445C2032D}"/>
                </a:ext>
              </a:extLst>
            </p:cNvPr>
            <p:cNvSpPr/>
            <p:nvPr/>
          </p:nvSpPr>
          <p:spPr>
            <a:xfrm>
              <a:off x="1737986" y="1256742"/>
              <a:ext cx="2413414" cy="4003040"/>
            </a:xfrm>
            <a:prstGeom prst="snip2DiagRect">
              <a:avLst>
                <a:gd name="adj1" fmla="val 3789"/>
                <a:gd name="adj2" fmla="val 3195"/>
              </a:avLst>
            </a:prstGeom>
            <a:gradFill flip="none" rotWithShape="1">
              <a:gsLst>
                <a:gs pos="43000">
                  <a:schemeClr val="accent1">
                    <a:alpha val="26000"/>
                  </a:schemeClr>
                </a:gs>
                <a:gs pos="0">
                  <a:schemeClr val="accent1">
                    <a:alpha val="52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accent1"/>
              </a:solidFill>
            </a:ln>
            <a:effectLst>
              <a:outerShdw blurRad="1778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梯形 19">
              <a:extLst>
                <a:ext uri="{FF2B5EF4-FFF2-40B4-BE49-F238E27FC236}">
                  <a16:creationId xmlns:a16="http://schemas.microsoft.com/office/drawing/2014/main" id="{C353F2DA-AF2C-4F41-A9F3-885E7409A14D}"/>
                </a:ext>
              </a:extLst>
            </p:cNvPr>
            <p:cNvSpPr/>
            <p:nvPr/>
          </p:nvSpPr>
          <p:spPr>
            <a:xfrm rot="16200000">
              <a:off x="3973673" y="1415627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梯形 20">
              <a:extLst>
                <a:ext uri="{FF2B5EF4-FFF2-40B4-BE49-F238E27FC236}">
                  <a16:creationId xmlns:a16="http://schemas.microsoft.com/office/drawing/2014/main" id="{3059F464-0C15-4ED5-973A-73FCCFE7EB4B}"/>
                </a:ext>
              </a:extLst>
            </p:cNvPr>
            <p:cNvSpPr/>
            <p:nvPr/>
          </p:nvSpPr>
          <p:spPr>
            <a:xfrm rot="10800000">
              <a:off x="3866993" y="1312910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梯形 23">
              <a:extLst>
                <a:ext uri="{FF2B5EF4-FFF2-40B4-BE49-F238E27FC236}">
                  <a16:creationId xmlns:a16="http://schemas.microsoft.com/office/drawing/2014/main" id="{A4FBD948-5FF5-41AA-A7C7-B9060CFAFD78}"/>
                </a:ext>
              </a:extLst>
            </p:cNvPr>
            <p:cNvSpPr/>
            <p:nvPr/>
          </p:nvSpPr>
          <p:spPr>
            <a:xfrm rot="5400000" flipH="1">
              <a:off x="1718711" y="1415627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梯形 24">
              <a:extLst>
                <a:ext uri="{FF2B5EF4-FFF2-40B4-BE49-F238E27FC236}">
                  <a16:creationId xmlns:a16="http://schemas.microsoft.com/office/drawing/2014/main" id="{ABF4BF26-B974-423E-86F4-0FD6A13CD4E7}"/>
                </a:ext>
              </a:extLst>
            </p:cNvPr>
            <p:cNvSpPr/>
            <p:nvPr/>
          </p:nvSpPr>
          <p:spPr>
            <a:xfrm rot="10800000" flipH="1">
              <a:off x="1825391" y="1312910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梯形 25">
              <a:extLst>
                <a:ext uri="{FF2B5EF4-FFF2-40B4-BE49-F238E27FC236}">
                  <a16:creationId xmlns:a16="http://schemas.microsoft.com/office/drawing/2014/main" id="{F7B7A961-4908-40D1-A6D1-37A359FD6763}"/>
                </a:ext>
              </a:extLst>
            </p:cNvPr>
            <p:cNvSpPr/>
            <p:nvPr/>
          </p:nvSpPr>
          <p:spPr>
            <a:xfrm rot="5400000" flipV="1">
              <a:off x="3973673" y="5055179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梯形 26">
              <a:extLst>
                <a:ext uri="{FF2B5EF4-FFF2-40B4-BE49-F238E27FC236}">
                  <a16:creationId xmlns:a16="http://schemas.microsoft.com/office/drawing/2014/main" id="{895641C1-6676-4975-A6FD-82B7FCBA6E4C}"/>
                </a:ext>
              </a:extLst>
            </p:cNvPr>
            <p:cNvSpPr/>
            <p:nvPr/>
          </p:nvSpPr>
          <p:spPr>
            <a:xfrm rot="10800000" flipV="1">
              <a:off x="3866993" y="5157896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梯形 27">
              <a:extLst>
                <a:ext uri="{FF2B5EF4-FFF2-40B4-BE49-F238E27FC236}">
                  <a16:creationId xmlns:a16="http://schemas.microsoft.com/office/drawing/2014/main" id="{A6363725-A6B2-45A1-A655-22848A2BD7A9}"/>
                </a:ext>
              </a:extLst>
            </p:cNvPr>
            <p:cNvSpPr/>
            <p:nvPr/>
          </p:nvSpPr>
          <p:spPr>
            <a:xfrm rot="16200000" flipH="1" flipV="1">
              <a:off x="1718711" y="5055179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梯形 28">
              <a:extLst>
                <a:ext uri="{FF2B5EF4-FFF2-40B4-BE49-F238E27FC236}">
                  <a16:creationId xmlns:a16="http://schemas.microsoft.com/office/drawing/2014/main" id="{99248B3F-46D9-4A2D-B70F-C041B3FAE169}"/>
                </a:ext>
              </a:extLst>
            </p:cNvPr>
            <p:cNvSpPr/>
            <p:nvPr/>
          </p:nvSpPr>
          <p:spPr>
            <a:xfrm rot="10800000" flipH="1" flipV="1">
              <a:off x="1825391" y="5157896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菱形 29">
              <a:extLst>
                <a:ext uri="{FF2B5EF4-FFF2-40B4-BE49-F238E27FC236}">
                  <a16:creationId xmlns:a16="http://schemas.microsoft.com/office/drawing/2014/main" id="{1A88172B-1D76-417A-82CB-5EE3C84B48C3}"/>
                </a:ext>
              </a:extLst>
            </p:cNvPr>
            <p:cNvSpPr/>
            <p:nvPr/>
          </p:nvSpPr>
          <p:spPr>
            <a:xfrm>
              <a:off x="4151400" y="5259782"/>
              <a:ext cx="59436" cy="59436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菱形 30">
              <a:extLst>
                <a:ext uri="{FF2B5EF4-FFF2-40B4-BE49-F238E27FC236}">
                  <a16:creationId xmlns:a16="http://schemas.microsoft.com/office/drawing/2014/main" id="{970F2833-2C0E-44E7-8B79-4E163D5B4CE7}"/>
                </a:ext>
              </a:extLst>
            </p:cNvPr>
            <p:cNvSpPr/>
            <p:nvPr/>
          </p:nvSpPr>
          <p:spPr>
            <a:xfrm>
              <a:off x="1678550" y="5259782"/>
              <a:ext cx="59436" cy="59436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菱形 31">
              <a:extLst>
                <a:ext uri="{FF2B5EF4-FFF2-40B4-BE49-F238E27FC236}">
                  <a16:creationId xmlns:a16="http://schemas.microsoft.com/office/drawing/2014/main" id="{107CF93C-D796-4656-B7B1-0EA812C3F1B0}"/>
                </a:ext>
              </a:extLst>
            </p:cNvPr>
            <p:cNvSpPr/>
            <p:nvPr/>
          </p:nvSpPr>
          <p:spPr>
            <a:xfrm>
              <a:off x="4151400" y="1203502"/>
              <a:ext cx="59436" cy="59436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菱形 32">
              <a:extLst>
                <a:ext uri="{FF2B5EF4-FFF2-40B4-BE49-F238E27FC236}">
                  <a16:creationId xmlns:a16="http://schemas.microsoft.com/office/drawing/2014/main" id="{80C654FF-59F3-4EA6-A8E7-EAAA06647DC0}"/>
                </a:ext>
              </a:extLst>
            </p:cNvPr>
            <p:cNvSpPr/>
            <p:nvPr/>
          </p:nvSpPr>
          <p:spPr>
            <a:xfrm>
              <a:off x="1678550" y="1203502"/>
              <a:ext cx="59436" cy="59436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2F911892-BFAA-462D-A938-1D4AF97FB265}"/>
              </a:ext>
            </a:extLst>
          </p:cNvPr>
          <p:cNvGrpSpPr/>
          <p:nvPr userDrawn="1"/>
        </p:nvGrpSpPr>
        <p:grpSpPr>
          <a:xfrm>
            <a:off x="6214385" y="1567992"/>
            <a:ext cx="2532286" cy="4115716"/>
            <a:chOff x="1678550" y="1203502"/>
            <a:chExt cx="2532286" cy="4115716"/>
          </a:xfrm>
        </p:grpSpPr>
        <p:sp>
          <p:nvSpPr>
            <p:cNvPr id="35" name="矩形: 剪去对角 34">
              <a:extLst>
                <a:ext uri="{FF2B5EF4-FFF2-40B4-BE49-F238E27FC236}">
                  <a16:creationId xmlns:a16="http://schemas.microsoft.com/office/drawing/2014/main" id="{60847AFE-5270-45B4-AC86-8E0531845958}"/>
                </a:ext>
              </a:extLst>
            </p:cNvPr>
            <p:cNvSpPr/>
            <p:nvPr/>
          </p:nvSpPr>
          <p:spPr>
            <a:xfrm>
              <a:off x="1737986" y="1256742"/>
              <a:ext cx="2413414" cy="4003040"/>
            </a:xfrm>
            <a:prstGeom prst="snip2DiagRect">
              <a:avLst>
                <a:gd name="adj1" fmla="val 3789"/>
                <a:gd name="adj2" fmla="val 3195"/>
              </a:avLst>
            </a:prstGeom>
            <a:gradFill flip="none" rotWithShape="1">
              <a:gsLst>
                <a:gs pos="43000">
                  <a:schemeClr val="accent1">
                    <a:alpha val="26000"/>
                  </a:schemeClr>
                </a:gs>
                <a:gs pos="0">
                  <a:schemeClr val="accent1">
                    <a:alpha val="52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accent1"/>
              </a:solidFill>
            </a:ln>
            <a:effectLst>
              <a:outerShdw blurRad="1778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梯形 35">
              <a:extLst>
                <a:ext uri="{FF2B5EF4-FFF2-40B4-BE49-F238E27FC236}">
                  <a16:creationId xmlns:a16="http://schemas.microsoft.com/office/drawing/2014/main" id="{EF555F9D-B123-477E-B380-67DEB300CDD9}"/>
                </a:ext>
              </a:extLst>
            </p:cNvPr>
            <p:cNvSpPr/>
            <p:nvPr/>
          </p:nvSpPr>
          <p:spPr>
            <a:xfrm rot="16200000">
              <a:off x="3973673" y="1415627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梯形 36">
              <a:extLst>
                <a:ext uri="{FF2B5EF4-FFF2-40B4-BE49-F238E27FC236}">
                  <a16:creationId xmlns:a16="http://schemas.microsoft.com/office/drawing/2014/main" id="{8B113D17-4DD1-44A4-AD84-167A989FF491}"/>
                </a:ext>
              </a:extLst>
            </p:cNvPr>
            <p:cNvSpPr/>
            <p:nvPr/>
          </p:nvSpPr>
          <p:spPr>
            <a:xfrm rot="10800000">
              <a:off x="3866993" y="1312910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梯形 37">
              <a:extLst>
                <a:ext uri="{FF2B5EF4-FFF2-40B4-BE49-F238E27FC236}">
                  <a16:creationId xmlns:a16="http://schemas.microsoft.com/office/drawing/2014/main" id="{24FBB904-977B-4CBA-A1F6-2E9AEFEB6FA1}"/>
                </a:ext>
              </a:extLst>
            </p:cNvPr>
            <p:cNvSpPr/>
            <p:nvPr/>
          </p:nvSpPr>
          <p:spPr>
            <a:xfrm rot="5400000" flipH="1">
              <a:off x="1718711" y="1415627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梯形 38">
              <a:extLst>
                <a:ext uri="{FF2B5EF4-FFF2-40B4-BE49-F238E27FC236}">
                  <a16:creationId xmlns:a16="http://schemas.microsoft.com/office/drawing/2014/main" id="{C14B4395-5F27-4CE3-A6AF-CC416AA8E150}"/>
                </a:ext>
              </a:extLst>
            </p:cNvPr>
            <p:cNvSpPr/>
            <p:nvPr/>
          </p:nvSpPr>
          <p:spPr>
            <a:xfrm rot="10800000" flipH="1">
              <a:off x="1825391" y="1312910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梯形 39">
              <a:extLst>
                <a:ext uri="{FF2B5EF4-FFF2-40B4-BE49-F238E27FC236}">
                  <a16:creationId xmlns:a16="http://schemas.microsoft.com/office/drawing/2014/main" id="{94BA464C-2B99-44A6-94D4-0889611D9EF3}"/>
                </a:ext>
              </a:extLst>
            </p:cNvPr>
            <p:cNvSpPr/>
            <p:nvPr/>
          </p:nvSpPr>
          <p:spPr>
            <a:xfrm rot="5400000" flipV="1">
              <a:off x="3973673" y="5055179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梯形 40">
              <a:extLst>
                <a:ext uri="{FF2B5EF4-FFF2-40B4-BE49-F238E27FC236}">
                  <a16:creationId xmlns:a16="http://schemas.microsoft.com/office/drawing/2014/main" id="{97D39996-0D8B-46BF-863B-196040C538B0}"/>
                </a:ext>
              </a:extLst>
            </p:cNvPr>
            <p:cNvSpPr/>
            <p:nvPr/>
          </p:nvSpPr>
          <p:spPr>
            <a:xfrm rot="10800000" flipV="1">
              <a:off x="3866993" y="5157896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梯形 41">
              <a:extLst>
                <a:ext uri="{FF2B5EF4-FFF2-40B4-BE49-F238E27FC236}">
                  <a16:creationId xmlns:a16="http://schemas.microsoft.com/office/drawing/2014/main" id="{65F2E6BB-116B-40C6-9CBE-DFB0162CF310}"/>
                </a:ext>
              </a:extLst>
            </p:cNvPr>
            <p:cNvSpPr/>
            <p:nvPr/>
          </p:nvSpPr>
          <p:spPr>
            <a:xfrm rot="16200000" flipH="1" flipV="1">
              <a:off x="1718711" y="5055179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梯形 42">
              <a:extLst>
                <a:ext uri="{FF2B5EF4-FFF2-40B4-BE49-F238E27FC236}">
                  <a16:creationId xmlns:a16="http://schemas.microsoft.com/office/drawing/2014/main" id="{D1A15D25-C5DF-4CB9-91A6-C02A42914A06}"/>
                </a:ext>
              </a:extLst>
            </p:cNvPr>
            <p:cNvSpPr/>
            <p:nvPr/>
          </p:nvSpPr>
          <p:spPr>
            <a:xfrm rot="10800000" flipH="1" flipV="1">
              <a:off x="1825391" y="5157896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菱形 43">
              <a:extLst>
                <a:ext uri="{FF2B5EF4-FFF2-40B4-BE49-F238E27FC236}">
                  <a16:creationId xmlns:a16="http://schemas.microsoft.com/office/drawing/2014/main" id="{5849E424-F0C0-45F1-8722-25622247DBBC}"/>
                </a:ext>
              </a:extLst>
            </p:cNvPr>
            <p:cNvSpPr/>
            <p:nvPr/>
          </p:nvSpPr>
          <p:spPr>
            <a:xfrm>
              <a:off x="4151400" y="5259782"/>
              <a:ext cx="59436" cy="59436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菱形 44">
              <a:extLst>
                <a:ext uri="{FF2B5EF4-FFF2-40B4-BE49-F238E27FC236}">
                  <a16:creationId xmlns:a16="http://schemas.microsoft.com/office/drawing/2014/main" id="{729C1F8C-B4CF-49E4-8353-DB92E9CC17F6}"/>
                </a:ext>
              </a:extLst>
            </p:cNvPr>
            <p:cNvSpPr/>
            <p:nvPr/>
          </p:nvSpPr>
          <p:spPr>
            <a:xfrm>
              <a:off x="1678550" y="5259782"/>
              <a:ext cx="59436" cy="59436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菱形 45">
              <a:extLst>
                <a:ext uri="{FF2B5EF4-FFF2-40B4-BE49-F238E27FC236}">
                  <a16:creationId xmlns:a16="http://schemas.microsoft.com/office/drawing/2014/main" id="{67292ABB-FCDB-47F3-BD4E-C0EAD0B445A3}"/>
                </a:ext>
              </a:extLst>
            </p:cNvPr>
            <p:cNvSpPr/>
            <p:nvPr/>
          </p:nvSpPr>
          <p:spPr>
            <a:xfrm>
              <a:off x="4151400" y="1203502"/>
              <a:ext cx="59436" cy="59436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菱形 46">
              <a:extLst>
                <a:ext uri="{FF2B5EF4-FFF2-40B4-BE49-F238E27FC236}">
                  <a16:creationId xmlns:a16="http://schemas.microsoft.com/office/drawing/2014/main" id="{6F32063A-7BC9-48C5-A8C7-A15513019B91}"/>
                </a:ext>
              </a:extLst>
            </p:cNvPr>
            <p:cNvSpPr/>
            <p:nvPr/>
          </p:nvSpPr>
          <p:spPr>
            <a:xfrm>
              <a:off x="1678550" y="1203502"/>
              <a:ext cx="59436" cy="59436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55F78740-4E88-4B30-992C-5C0D3BD825EF}"/>
              </a:ext>
            </a:extLst>
          </p:cNvPr>
          <p:cNvGrpSpPr/>
          <p:nvPr userDrawn="1"/>
        </p:nvGrpSpPr>
        <p:grpSpPr>
          <a:xfrm>
            <a:off x="8986614" y="1567992"/>
            <a:ext cx="2532286" cy="4115716"/>
            <a:chOff x="1678550" y="1203502"/>
            <a:chExt cx="2532286" cy="4115716"/>
          </a:xfrm>
        </p:grpSpPr>
        <p:sp>
          <p:nvSpPr>
            <p:cNvPr id="49" name="矩形: 剪去对角 48">
              <a:extLst>
                <a:ext uri="{FF2B5EF4-FFF2-40B4-BE49-F238E27FC236}">
                  <a16:creationId xmlns:a16="http://schemas.microsoft.com/office/drawing/2014/main" id="{C2C33C7C-F3E0-4560-906C-13D047765494}"/>
                </a:ext>
              </a:extLst>
            </p:cNvPr>
            <p:cNvSpPr/>
            <p:nvPr/>
          </p:nvSpPr>
          <p:spPr>
            <a:xfrm>
              <a:off x="1737986" y="1256742"/>
              <a:ext cx="2413414" cy="4003040"/>
            </a:xfrm>
            <a:prstGeom prst="snip2DiagRect">
              <a:avLst>
                <a:gd name="adj1" fmla="val 3789"/>
                <a:gd name="adj2" fmla="val 3195"/>
              </a:avLst>
            </a:prstGeom>
            <a:gradFill flip="none" rotWithShape="1">
              <a:gsLst>
                <a:gs pos="43000">
                  <a:schemeClr val="accent1">
                    <a:alpha val="26000"/>
                  </a:schemeClr>
                </a:gs>
                <a:gs pos="0">
                  <a:schemeClr val="accent1">
                    <a:alpha val="52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accent1"/>
              </a:solidFill>
            </a:ln>
            <a:effectLst>
              <a:outerShdw blurRad="1778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梯形 49">
              <a:extLst>
                <a:ext uri="{FF2B5EF4-FFF2-40B4-BE49-F238E27FC236}">
                  <a16:creationId xmlns:a16="http://schemas.microsoft.com/office/drawing/2014/main" id="{44049991-60B2-4D2C-A8AE-C31592E83A07}"/>
                </a:ext>
              </a:extLst>
            </p:cNvPr>
            <p:cNvSpPr/>
            <p:nvPr/>
          </p:nvSpPr>
          <p:spPr>
            <a:xfrm rot="16200000">
              <a:off x="3973673" y="1415627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梯形 50">
              <a:extLst>
                <a:ext uri="{FF2B5EF4-FFF2-40B4-BE49-F238E27FC236}">
                  <a16:creationId xmlns:a16="http://schemas.microsoft.com/office/drawing/2014/main" id="{56FDB0C4-877B-427F-88C0-2E27A387B465}"/>
                </a:ext>
              </a:extLst>
            </p:cNvPr>
            <p:cNvSpPr/>
            <p:nvPr/>
          </p:nvSpPr>
          <p:spPr>
            <a:xfrm rot="10800000">
              <a:off x="3866993" y="1312910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梯形 51">
              <a:extLst>
                <a:ext uri="{FF2B5EF4-FFF2-40B4-BE49-F238E27FC236}">
                  <a16:creationId xmlns:a16="http://schemas.microsoft.com/office/drawing/2014/main" id="{5EBAD02C-4CD9-45B9-BD49-FC725FBF76E6}"/>
                </a:ext>
              </a:extLst>
            </p:cNvPr>
            <p:cNvSpPr/>
            <p:nvPr/>
          </p:nvSpPr>
          <p:spPr>
            <a:xfrm rot="5400000" flipH="1">
              <a:off x="1718711" y="1415627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梯形 52">
              <a:extLst>
                <a:ext uri="{FF2B5EF4-FFF2-40B4-BE49-F238E27FC236}">
                  <a16:creationId xmlns:a16="http://schemas.microsoft.com/office/drawing/2014/main" id="{3B40B91D-811D-441C-BF0D-5DFCB2A67D91}"/>
                </a:ext>
              </a:extLst>
            </p:cNvPr>
            <p:cNvSpPr/>
            <p:nvPr/>
          </p:nvSpPr>
          <p:spPr>
            <a:xfrm rot="10800000" flipH="1">
              <a:off x="1825391" y="1312910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梯形 53">
              <a:extLst>
                <a:ext uri="{FF2B5EF4-FFF2-40B4-BE49-F238E27FC236}">
                  <a16:creationId xmlns:a16="http://schemas.microsoft.com/office/drawing/2014/main" id="{4AC82179-1AB3-483F-BFCC-5A0085B270A4}"/>
                </a:ext>
              </a:extLst>
            </p:cNvPr>
            <p:cNvSpPr/>
            <p:nvPr/>
          </p:nvSpPr>
          <p:spPr>
            <a:xfrm rot="5400000" flipV="1">
              <a:off x="3973673" y="5055179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梯形 54">
              <a:extLst>
                <a:ext uri="{FF2B5EF4-FFF2-40B4-BE49-F238E27FC236}">
                  <a16:creationId xmlns:a16="http://schemas.microsoft.com/office/drawing/2014/main" id="{01155EAA-8465-43F8-9C76-CE451045AE13}"/>
                </a:ext>
              </a:extLst>
            </p:cNvPr>
            <p:cNvSpPr/>
            <p:nvPr/>
          </p:nvSpPr>
          <p:spPr>
            <a:xfrm rot="10800000" flipV="1">
              <a:off x="3866993" y="5157896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梯形 55">
              <a:extLst>
                <a:ext uri="{FF2B5EF4-FFF2-40B4-BE49-F238E27FC236}">
                  <a16:creationId xmlns:a16="http://schemas.microsoft.com/office/drawing/2014/main" id="{7E9263A7-398F-4A73-8C25-905DF23C28FA}"/>
                </a:ext>
              </a:extLst>
            </p:cNvPr>
            <p:cNvSpPr/>
            <p:nvPr/>
          </p:nvSpPr>
          <p:spPr>
            <a:xfrm rot="16200000" flipH="1" flipV="1">
              <a:off x="1718711" y="5055179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梯形 56">
              <a:extLst>
                <a:ext uri="{FF2B5EF4-FFF2-40B4-BE49-F238E27FC236}">
                  <a16:creationId xmlns:a16="http://schemas.microsoft.com/office/drawing/2014/main" id="{48D15770-E7CC-4F2B-9212-98160D07E57C}"/>
                </a:ext>
              </a:extLst>
            </p:cNvPr>
            <p:cNvSpPr/>
            <p:nvPr/>
          </p:nvSpPr>
          <p:spPr>
            <a:xfrm rot="10800000" flipH="1" flipV="1">
              <a:off x="1825391" y="5157896"/>
              <a:ext cx="197003" cy="45719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菱形 57">
              <a:extLst>
                <a:ext uri="{FF2B5EF4-FFF2-40B4-BE49-F238E27FC236}">
                  <a16:creationId xmlns:a16="http://schemas.microsoft.com/office/drawing/2014/main" id="{0E7BEEDF-E1BF-4FF1-8FDA-45B1D3935151}"/>
                </a:ext>
              </a:extLst>
            </p:cNvPr>
            <p:cNvSpPr/>
            <p:nvPr/>
          </p:nvSpPr>
          <p:spPr>
            <a:xfrm>
              <a:off x="4151400" y="5259782"/>
              <a:ext cx="59436" cy="59436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菱形 58">
              <a:extLst>
                <a:ext uri="{FF2B5EF4-FFF2-40B4-BE49-F238E27FC236}">
                  <a16:creationId xmlns:a16="http://schemas.microsoft.com/office/drawing/2014/main" id="{B93640DE-A385-46D9-9D73-D0C0E3653655}"/>
                </a:ext>
              </a:extLst>
            </p:cNvPr>
            <p:cNvSpPr/>
            <p:nvPr/>
          </p:nvSpPr>
          <p:spPr>
            <a:xfrm>
              <a:off x="1678550" y="5259782"/>
              <a:ext cx="59436" cy="59436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菱形 59">
              <a:extLst>
                <a:ext uri="{FF2B5EF4-FFF2-40B4-BE49-F238E27FC236}">
                  <a16:creationId xmlns:a16="http://schemas.microsoft.com/office/drawing/2014/main" id="{6D42A178-03C2-43E2-9B4E-7A367E0C7C79}"/>
                </a:ext>
              </a:extLst>
            </p:cNvPr>
            <p:cNvSpPr/>
            <p:nvPr/>
          </p:nvSpPr>
          <p:spPr>
            <a:xfrm>
              <a:off x="4151400" y="1203502"/>
              <a:ext cx="59436" cy="59436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菱形 60">
              <a:extLst>
                <a:ext uri="{FF2B5EF4-FFF2-40B4-BE49-F238E27FC236}">
                  <a16:creationId xmlns:a16="http://schemas.microsoft.com/office/drawing/2014/main" id="{817FF9D2-A565-49CD-8F16-20EC0D40E6C8}"/>
                </a:ext>
              </a:extLst>
            </p:cNvPr>
            <p:cNvSpPr/>
            <p:nvPr/>
          </p:nvSpPr>
          <p:spPr>
            <a:xfrm>
              <a:off x="1678550" y="1203502"/>
              <a:ext cx="59436" cy="59436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0483DB2-BEE2-4C7A-BB0D-85D285DCBB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1962" y="3784600"/>
            <a:ext cx="2208213" cy="1558925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zh-CN" altLang="en-US"/>
          </a:p>
        </p:txBody>
      </p:sp>
      <p:sp>
        <p:nvSpPr>
          <p:cNvPr id="62" name="图片占位符 61">
            <a:extLst>
              <a:ext uri="{FF2B5EF4-FFF2-40B4-BE49-F238E27FC236}">
                <a16:creationId xmlns:a16="http://schemas.microsoft.com/office/drawing/2014/main" id="{1E79C253-C035-4A17-B239-41DB920E19A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04192" y="3784600"/>
            <a:ext cx="2208213" cy="1558925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zh-CN" altLang="en-US"/>
          </a:p>
        </p:txBody>
      </p:sp>
      <p:sp>
        <p:nvSpPr>
          <p:cNvPr id="63" name="图片占位符 62">
            <a:extLst>
              <a:ext uri="{FF2B5EF4-FFF2-40B4-BE49-F238E27FC236}">
                <a16:creationId xmlns:a16="http://schemas.microsoft.com/office/drawing/2014/main" id="{4E4AF0F6-3B99-4AF8-AD8C-06640C0C21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76422" y="3784600"/>
            <a:ext cx="2208213" cy="1558925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zh-CN" altLang="en-US"/>
          </a:p>
        </p:txBody>
      </p:sp>
      <p:sp>
        <p:nvSpPr>
          <p:cNvPr id="64" name="图片占位符 63">
            <a:extLst>
              <a:ext uri="{FF2B5EF4-FFF2-40B4-BE49-F238E27FC236}">
                <a16:creationId xmlns:a16="http://schemas.microsoft.com/office/drawing/2014/main" id="{574D99FA-B6E8-4B83-A64E-71209FA3290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8651" y="3784600"/>
            <a:ext cx="2208213" cy="1558925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zh-CN" altLang="en-US"/>
          </a:p>
        </p:txBody>
      </p:sp>
      <p:sp>
        <p:nvSpPr>
          <p:cNvPr id="66" name="文本占位符 65">
            <a:extLst>
              <a:ext uri="{FF2B5EF4-FFF2-40B4-BE49-F238E27FC236}">
                <a16:creationId xmlns:a16="http://schemas.microsoft.com/office/drawing/2014/main" id="{E1E9D654-E04C-48D6-A682-D1F6C4D753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9944" y="1901825"/>
            <a:ext cx="2152249" cy="16922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2" name="文本占位符 81">
            <a:extLst>
              <a:ext uri="{FF2B5EF4-FFF2-40B4-BE49-F238E27FC236}">
                <a16:creationId xmlns:a16="http://schemas.microsoft.com/office/drawing/2014/main" id="{9CFD30BA-2931-472E-8947-EAE2094972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632174" y="1901825"/>
            <a:ext cx="2152249" cy="1692275"/>
          </a:xfrm>
          <a:prstGeom prst="rect">
            <a:avLst/>
          </a:prstGeom>
        </p:spPr>
        <p:txBody>
          <a:bodyPr/>
          <a:lstStyle>
            <a:lvl1pPr>
              <a:defRPr lang="zh-CN" altLang="en-US" sz="1600" dirty="0"/>
            </a:lvl1pPr>
          </a:lstStyle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83" name="文本占位符 82">
            <a:extLst>
              <a:ext uri="{FF2B5EF4-FFF2-40B4-BE49-F238E27FC236}">
                <a16:creationId xmlns:a16="http://schemas.microsoft.com/office/drawing/2014/main" id="{3C23F338-C57E-4039-9742-FCADCF059CC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04404" y="1901825"/>
            <a:ext cx="2152249" cy="1692275"/>
          </a:xfrm>
          <a:prstGeom prst="rect">
            <a:avLst/>
          </a:prstGeom>
        </p:spPr>
        <p:txBody>
          <a:bodyPr/>
          <a:lstStyle>
            <a:lvl1pPr>
              <a:defRPr lang="zh-CN" altLang="en-US" sz="1600" dirty="0"/>
            </a:lvl1pPr>
          </a:lstStyle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84" name="文本占位符 83">
            <a:extLst>
              <a:ext uri="{FF2B5EF4-FFF2-40B4-BE49-F238E27FC236}">
                <a16:creationId xmlns:a16="http://schemas.microsoft.com/office/drawing/2014/main" id="{50DA43E7-E893-4633-9303-76202A0EFDE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76633" y="1901825"/>
            <a:ext cx="2152249" cy="1692275"/>
          </a:xfrm>
          <a:prstGeom prst="rect">
            <a:avLst/>
          </a:prstGeom>
        </p:spPr>
        <p:txBody>
          <a:bodyPr/>
          <a:lstStyle>
            <a:lvl1pPr>
              <a:defRPr lang="zh-CN" altLang="en-US" sz="1600" dirty="0"/>
            </a:lvl1pPr>
          </a:lstStyle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C50A1961-307C-4653-BEA0-A7FBA8959E51}"/>
              </a:ext>
            </a:extLst>
          </p:cNvPr>
          <p:cNvSpPr/>
          <p:nvPr userDrawn="1"/>
        </p:nvSpPr>
        <p:spPr>
          <a:xfrm>
            <a:off x="669318" y="480508"/>
            <a:ext cx="417390" cy="219968"/>
          </a:xfrm>
          <a:custGeom>
            <a:avLst/>
            <a:gdLst>
              <a:gd name="connsiteX0" fmla="*/ 169032 w 284661"/>
              <a:gd name="connsiteY0" fmla="*/ 0 h 150019"/>
              <a:gd name="connsiteX1" fmla="*/ 218339 w 284661"/>
              <a:gd name="connsiteY1" fmla="*/ 0 h 150019"/>
              <a:gd name="connsiteX2" fmla="*/ 284661 w 284661"/>
              <a:gd name="connsiteY2" fmla="*/ 75010 h 150019"/>
              <a:gd name="connsiteX3" fmla="*/ 218339 w 284661"/>
              <a:gd name="connsiteY3" fmla="*/ 150019 h 150019"/>
              <a:gd name="connsiteX4" fmla="*/ 169032 w 284661"/>
              <a:gd name="connsiteY4" fmla="*/ 150019 h 150019"/>
              <a:gd name="connsiteX5" fmla="*/ 235354 w 284661"/>
              <a:gd name="connsiteY5" fmla="*/ 75010 h 150019"/>
              <a:gd name="connsiteX6" fmla="*/ 84516 w 284661"/>
              <a:gd name="connsiteY6" fmla="*/ 0 h 150019"/>
              <a:gd name="connsiteX7" fmla="*/ 133823 w 284661"/>
              <a:gd name="connsiteY7" fmla="*/ 0 h 150019"/>
              <a:gd name="connsiteX8" fmla="*/ 200145 w 284661"/>
              <a:gd name="connsiteY8" fmla="*/ 75010 h 150019"/>
              <a:gd name="connsiteX9" fmla="*/ 133823 w 284661"/>
              <a:gd name="connsiteY9" fmla="*/ 150019 h 150019"/>
              <a:gd name="connsiteX10" fmla="*/ 84516 w 284661"/>
              <a:gd name="connsiteY10" fmla="*/ 150019 h 150019"/>
              <a:gd name="connsiteX11" fmla="*/ 150838 w 284661"/>
              <a:gd name="connsiteY11" fmla="*/ 75010 h 150019"/>
              <a:gd name="connsiteX12" fmla="*/ 0 w 284661"/>
              <a:gd name="connsiteY12" fmla="*/ 0 h 150019"/>
              <a:gd name="connsiteX13" fmla="*/ 49307 w 284661"/>
              <a:gd name="connsiteY13" fmla="*/ 0 h 150019"/>
              <a:gd name="connsiteX14" fmla="*/ 115629 w 284661"/>
              <a:gd name="connsiteY14" fmla="*/ 75010 h 150019"/>
              <a:gd name="connsiteX15" fmla="*/ 49307 w 284661"/>
              <a:gd name="connsiteY15" fmla="*/ 150019 h 150019"/>
              <a:gd name="connsiteX16" fmla="*/ 0 w 284661"/>
              <a:gd name="connsiteY16" fmla="*/ 150019 h 150019"/>
              <a:gd name="connsiteX17" fmla="*/ 66322 w 284661"/>
              <a:gd name="connsiteY17" fmla="*/ 75010 h 15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4661" h="150019">
                <a:moveTo>
                  <a:pt x="169032" y="0"/>
                </a:moveTo>
                <a:lnTo>
                  <a:pt x="218339" y="0"/>
                </a:lnTo>
                <a:lnTo>
                  <a:pt x="284661" y="75010"/>
                </a:lnTo>
                <a:lnTo>
                  <a:pt x="218339" y="150019"/>
                </a:lnTo>
                <a:lnTo>
                  <a:pt x="169032" y="150019"/>
                </a:lnTo>
                <a:lnTo>
                  <a:pt x="235354" y="75010"/>
                </a:lnTo>
                <a:close/>
                <a:moveTo>
                  <a:pt x="84516" y="0"/>
                </a:moveTo>
                <a:lnTo>
                  <a:pt x="133823" y="0"/>
                </a:lnTo>
                <a:lnTo>
                  <a:pt x="200145" y="75010"/>
                </a:lnTo>
                <a:lnTo>
                  <a:pt x="133823" y="150019"/>
                </a:lnTo>
                <a:lnTo>
                  <a:pt x="84516" y="150019"/>
                </a:lnTo>
                <a:lnTo>
                  <a:pt x="150838" y="75010"/>
                </a:lnTo>
                <a:close/>
                <a:moveTo>
                  <a:pt x="0" y="0"/>
                </a:moveTo>
                <a:lnTo>
                  <a:pt x="49307" y="0"/>
                </a:lnTo>
                <a:lnTo>
                  <a:pt x="115629" y="75010"/>
                </a:lnTo>
                <a:lnTo>
                  <a:pt x="49307" y="150019"/>
                </a:lnTo>
                <a:lnTo>
                  <a:pt x="0" y="150019"/>
                </a:lnTo>
                <a:lnTo>
                  <a:pt x="66322" y="75010"/>
                </a:lnTo>
                <a:close/>
              </a:path>
            </a:pathLst>
          </a:custGeom>
          <a:gradFill>
            <a:gsLst>
              <a:gs pos="74000">
                <a:srgbClr val="608CE3"/>
              </a:gs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1411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容页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图片 73" descr="灰色的蜂窝&#10;&#10;中度可信度描述已自动生成">
            <a:extLst>
              <a:ext uri="{FF2B5EF4-FFF2-40B4-BE49-F238E27FC236}">
                <a16:creationId xmlns:a16="http://schemas.microsoft.com/office/drawing/2014/main" id="{946BDBD2-7BC6-448E-ABC6-FD4AFB9642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1" t="2947" r="2941" b="2947"/>
          <a:stretch>
            <a:fillRect/>
          </a:stretch>
        </p:blipFill>
        <p:spPr>
          <a:xfrm>
            <a:off x="0" y="0"/>
            <a:ext cx="12193588" cy="6858000"/>
          </a:xfrm>
          <a:custGeom>
            <a:avLst/>
            <a:gdLst>
              <a:gd name="connsiteX0" fmla="*/ 0 w 12193588"/>
              <a:gd name="connsiteY0" fmla="*/ 0 h 6858000"/>
              <a:gd name="connsiteX1" fmla="*/ 12193588 w 12193588"/>
              <a:gd name="connsiteY1" fmla="*/ 0 h 6858000"/>
              <a:gd name="connsiteX2" fmla="*/ 12193588 w 12193588"/>
              <a:gd name="connsiteY2" fmla="*/ 6858000 h 6858000"/>
              <a:gd name="connsiteX3" fmla="*/ 0 w 12193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8" h="6858000">
                <a:moveTo>
                  <a:pt x="0" y="0"/>
                </a:moveTo>
                <a:lnTo>
                  <a:pt x="12193588" y="0"/>
                </a:lnTo>
                <a:lnTo>
                  <a:pt x="1219358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7B751151-5CA9-431F-A06A-54E72BC32725}"/>
              </a:ext>
            </a:extLst>
          </p:cNvPr>
          <p:cNvSpPr/>
          <p:nvPr userDrawn="1"/>
        </p:nvSpPr>
        <p:spPr>
          <a:xfrm>
            <a:off x="1" y="0"/>
            <a:ext cx="12193588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D31002B-91C5-4B05-8FD6-6D8F33A62511}"/>
              </a:ext>
            </a:extLst>
          </p:cNvPr>
          <p:cNvGrpSpPr/>
          <p:nvPr userDrawn="1"/>
        </p:nvGrpSpPr>
        <p:grpSpPr>
          <a:xfrm>
            <a:off x="6564104" y="1700878"/>
            <a:ext cx="1529080" cy="1529080"/>
            <a:chOff x="7500134" y="1218270"/>
            <a:chExt cx="1529080" cy="1529080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412452A0-2710-4A90-865B-C17E392ECF56}"/>
                </a:ext>
              </a:extLst>
            </p:cNvPr>
            <p:cNvSpPr/>
            <p:nvPr/>
          </p:nvSpPr>
          <p:spPr>
            <a:xfrm>
              <a:off x="7500134" y="1218270"/>
              <a:ext cx="1529080" cy="1529080"/>
            </a:xfrm>
            <a:prstGeom prst="ellipse">
              <a:avLst/>
            </a:prstGeom>
            <a:gradFill flip="none" rotWithShape="1">
              <a:gsLst>
                <a:gs pos="53000">
                  <a:schemeClr val="accent1">
                    <a:alpha val="0"/>
                  </a:schemeClr>
                </a:gs>
                <a:gs pos="100000">
                  <a:schemeClr val="accent1">
                    <a:alpha val="3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1"/>
              </a:solidFill>
            </a:ln>
            <a:effectLst>
              <a:outerShdw blurRad="254000" algn="ctr" rotWithShape="0">
                <a:schemeClr val="accent1">
                  <a:alpha val="6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空心弧 5">
              <a:extLst>
                <a:ext uri="{FF2B5EF4-FFF2-40B4-BE49-F238E27FC236}">
                  <a16:creationId xmlns:a16="http://schemas.microsoft.com/office/drawing/2014/main" id="{19D37A46-18E6-4E39-AFE4-D5A30579BD87}"/>
                </a:ext>
              </a:extLst>
            </p:cNvPr>
            <p:cNvSpPr/>
            <p:nvPr/>
          </p:nvSpPr>
          <p:spPr>
            <a:xfrm rot="21437482">
              <a:off x="7598708" y="1316844"/>
              <a:ext cx="1331932" cy="1331932"/>
            </a:xfrm>
            <a:prstGeom prst="blockArc">
              <a:avLst>
                <a:gd name="adj1" fmla="val 17354572"/>
                <a:gd name="adj2" fmla="val 19424016"/>
                <a:gd name="adj3" fmla="val 5512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空心弧 6">
              <a:extLst>
                <a:ext uri="{FF2B5EF4-FFF2-40B4-BE49-F238E27FC236}">
                  <a16:creationId xmlns:a16="http://schemas.microsoft.com/office/drawing/2014/main" id="{32C97E4F-B5B5-409C-BB5B-870E77A5FDC3}"/>
                </a:ext>
              </a:extLst>
            </p:cNvPr>
            <p:cNvSpPr/>
            <p:nvPr/>
          </p:nvSpPr>
          <p:spPr>
            <a:xfrm rot="2283870">
              <a:off x="7598708" y="1316844"/>
              <a:ext cx="1331932" cy="1331932"/>
            </a:xfrm>
            <a:prstGeom prst="blockArc">
              <a:avLst>
                <a:gd name="adj1" fmla="val 17354572"/>
                <a:gd name="adj2" fmla="val 19424016"/>
                <a:gd name="adj3" fmla="val 5512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空心弧 7">
              <a:extLst>
                <a:ext uri="{FF2B5EF4-FFF2-40B4-BE49-F238E27FC236}">
                  <a16:creationId xmlns:a16="http://schemas.microsoft.com/office/drawing/2014/main" id="{7133C9F6-2C9F-4362-A603-4C870362F076}"/>
                </a:ext>
              </a:extLst>
            </p:cNvPr>
            <p:cNvSpPr/>
            <p:nvPr/>
          </p:nvSpPr>
          <p:spPr>
            <a:xfrm rot="4649435">
              <a:off x="7598708" y="1316844"/>
              <a:ext cx="1331932" cy="1331932"/>
            </a:xfrm>
            <a:prstGeom prst="blockArc">
              <a:avLst>
                <a:gd name="adj1" fmla="val 17354572"/>
                <a:gd name="adj2" fmla="val 19424016"/>
                <a:gd name="adj3" fmla="val 5512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空心弧 8">
              <a:extLst>
                <a:ext uri="{FF2B5EF4-FFF2-40B4-BE49-F238E27FC236}">
                  <a16:creationId xmlns:a16="http://schemas.microsoft.com/office/drawing/2014/main" id="{BA10515D-99C5-4A20-BAD5-CD7A9E4A2A7C}"/>
                </a:ext>
              </a:extLst>
            </p:cNvPr>
            <p:cNvSpPr/>
            <p:nvPr/>
          </p:nvSpPr>
          <p:spPr>
            <a:xfrm rot="7023963">
              <a:off x="7598708" y="1316844"/>
              <a:ext cx="1331932" cy="1331932"/>
            </a:xfrm>
            <a:prstGeom prst="blockArc">
              <a:avLst>
                <a:gd name="adj1" fmla="val 17354572"/>
                <a:gd name="adj2" fmla="val 19424016"/>
                <a:gd name="adj3" fmla="val 5512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空心弧 9">
              <a:extLst>
                <a:ext uri="{FF2B5EF4-FFF2-40B4-BE49-F238E27FC236}">
                  <a16:creationId xmlns:a16="http://schemas.microsoft.com/office/drawing/2014/main" id="{0FECDDB8-F73B-4847-A7D4-A9F90252C309}"/>
                </a:ext>
              </a:extLst>
            </p:cNvPr>
            <p:cNvSpPr/>
            <p:nvPr/>
          </p:nvSpPr>
          <p:spPr>
            <a:xfrm rot="9380992">
              <a:off x="7598708" y="1316844"/>
              <a:ext cx="1331932" cy="1331932"/>
            </a:xfrm>
            <a:prstGeom prst="blockArc">
              <a:avLst>
                <a:gd name="adj1" fmla="val 17354572"/>
                <a:gd name="adj2" fmla="val 19424016"/>
                <a:gd name="adj3" fmla="val 5512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空心弧 10">
              <a:extLst>
                <a:ext uri="{FF2B5EF4-FFF2-40B4-BE49-F238E27FC236}">
                  <a16:creationId xmlns:a16="http://schemas.microsoft.com/office/drawing/2014/main" id="{64A3DDCA-ECEA-4A1C-8BD0-D8F40309F958}"/>
                </a:ext>
              </a:extLst>
            </p:cNvPr>
            <p:cNvSpPr/>
            <p:nvPr/>
          </p:nvSpPr>
          <p:spPr>
            <a:xfrm rot="11784087">
              <a:off x="7598708" y="1316844"/>
              <a:ext cx="1331932" cy="1331932"/>
            </a:xfrm>
            <a:prstGeom prst="blockArc">
              <a:avLst>
                <a:gd name="adj1" fmla="val 17354572"/>
                <a:gd name="adj2" fmla="val 19424016"/>
                <a:gd name="adj3" fmla="val 5512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空心弧 11">
              <a:extLst>
                <a:ext uri="{FF2B5EF4-FFF2-40B4-BE49-F238E27FC236}">
                  <a16:creationId xmlns:a16="http://schemas.microsoft.com/office/drawing/2014/main" id="{AF771724-1D83-4920-94FF-08A430989C25}"/>
                </a:ext>
              </a:extLst>
            </p:cNvPr>
            <p:cNvSpPr/>
            <p:nvPr/>
          </p:nvSpPr>
          <p:spPr>
            <a:xfrm rot="14164192">
              <a:off x="7598708" y="1316844"/>
              <a:ext cx="1331932" cy="1331932"/>
            </a:xfrm>
            <a:prstGeom prst="blockArc">
              <a:avLst>
                <a:gd name="adj1" fmla="val 17354572"/>
                <a:gd name="adj2" fmla="val 19424016"/>
                <a:gd name="adj3" fmla="val 5512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空心弧 12">
              <a:extLst>
                <a:ext uri="{FF2B5EF4-FFF2-40B4-BE49-F238E27FC236}">
                  <a16:creationId xmlns:a16="http://schemas.microsoft.com/office/drawing/2014/main" id="{9E51C172-3C03-43A1-9C92-3E3B97486736}"/>
                </a:ext>
              </a:extLst>
            </p:cNvPr>
            <p:cNvSpPr/>
            <p:nvPr/>
          </p:nvSpPr>
          <p:spPr>
            <a:xfrm rot="16565317">
              <a:off x="7598708" y="1316844"/>
              <a:ext cx="1331932" cy="1331932"/>
            </a:xfrm>
            <a:prstGeom prst="blockArc">
              <a:avLst>
                <a:gd name="adj1" fmla="val 17354572"/>
                <a:gd name="adj2" fmla="val 19424016"/>
                <a:gd name="adj3" fmla="val 5512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空心弧 13">
              <a:extLst>
                <a:ext uri="{FF2B5EF4-FFF2-40B4-BE49-F238E27FC236}">
                  <a16:creationId xmlns:a16="http://schemas.microsoft.com/office/drawing/2014/main" id="{99C020D1-3DD0-48A3-8AC8-A1F679C5FBEA}"/>
                </a:ext>
              </a:extLst>
            </p:cNvPr>
            <p:cNvSpPr/>
            <p:nvPr/>
          </p:nvSpPr>
          <p:spPr>
            <a:xfrm rot="19027249">
              <a:off x="7598708" y="1316844"/>
              <a:ext cx="1331932" cy="1331932"/>
            </a:xfrm>
            <a:prstGeom prst="blockArc">
              <a:avLst>
                <a:gd name="adj1" fmla="val 17354572"/>
                <a:gd name="adj2" fmla="val 19424016"/>
                <a:gd name="adj3" fmla="val 5512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3B12B637-4415-4DA1-81C9-E30140159E50}"/>
                </a:ext>
              </a:extLst>
            </p:cNvPr>
            <p:cNvSpPr/>
            <p:nvPr/>
          </p:nvSpPr>
          <p:spPr>
            <a:xfrm>
              <a:off x="7751108" y="1469244"/>
              <a:ext cx="1027132" cy="1027132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effectLst>
              <a:outerShdw blurRad="254000" algn="ctr" rotWithShape="0">
                <a:schemeClr val="accent1">
                  <a:alpha val="6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D6A4551C-8FBE-41AF-B4E5-981AF5CCDCE9}"/>
                </a:ext>
              </a:extLst>
            </p:cNvPr>
            <p:cNvGrpSpPr/>
            <p:nvPr/>
          </p:nvGrpSpPr>
          <p:grpSpPr>
            <a:xfrm>
              <a:off x="7843964" y="1562100"/>
              <a:ext cx="841420" cy="841420"/>
              <a:chOff x="7751108" y="1469244"/>
              <a:chExt cx="1027132" cy="1027132"/>
            </a:xfrm>
          </p:grpSpPr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0B343F78-BAB6-4125-8B2F-A1496A4C5F3A}"/>
                  </a:ext>
                </a:extLst>
              </p:cNvPr>
              <p:cNvGrpSpPr/>
              <p:nvPr/>
            </p:nvGrpSpPr>
            <p:grpSpPr>
              <a:xfrm>
                <a:off x="8226150" y="1469244"/>
                <a:ext cx="77048" cy="1027132"/>
                <a:chOff x="8226150" y="1469244"/>
                <a:chExt cx="77048" cy="1027132"/>
              </a:xfrm>
            </p:grpSpPr>
            <p:sp>
              <p:nvSpPr>
                <p:cNvPr id="21" name="等腰三角形 20">
                  <a:extLst>
                    <a:ext uri="{FF2B5EF4-FFF2-40B4-BE49-F238E27FC236}">
                      <a16:creationId xmlns:a16="http://schemas.microsoft.com/office/drawing/2014/main" id="{C6695168-7CA5-4706-9CDC-6AA7EFB01CC2}"/>
                    </a:ext>
                  </a:extLst>
                </p:cNvPr>
                <p:cNvSpPr/>
                <p:nvPr/>
              </p:nvSpPr>
              <p:spPr>
                <a:xfrm rot="10800000">
                  <a:off x="8226150" y="1469244"/>
                  <a:ext cx="77048" cy="66421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algn="ctr" rotWithShape="0">
                    <a:schemeClr val="accent1">
                      <a:alpha val="6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等腰三角形 23">
                  <a:extLst>
                    <a:ext uri="{FF2B5EF4-FFF2-40B4-BE49-F238E27FC236}">
                      <a16:creationId xmlns:a16="http://schemas.microsoft.com/office/drawing/2014/main" id="{32916AB6-29B0-4C40-AFBA-20658F884C10}"/>
                    </a:ext>
                  </a:extLst>
                </p:cNvPr>
                <p:cNvSpPr/>
                <p:nvPr/>
              </p:nvSpPr>
              <p:spPr>
                <a:xfrm rot="10800000" flipV="1">
                  <a:off x="8226150" y="2429955"/>
                  <a:ext cx="77048" cy="66421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algn="ctr" rotWithShape="0">
                    <a:schemeClr val="accent1">
                      <a:alpha val="6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643B5B52-9FA0-44BA-A15F-D78A7CA846B6}"/>
                  </a:ext>
                </a:extLst>
              </p:cNvPr>
              <p:cNvGrpSpPr/>
              <p:nvPr/>
            </p:nvGrpSpPr>
            <p:grpSpPr>
              <a:xfrm rot="5400000">
                <a:off x="8226150" y="1469244"/>
                <a:ext cx="77048" cy="1027132"/>
                <a:chOff x="8226150" y="1469244"/>
                <a:chExt cx="77048" cy="1027132"/>
              </a:xfrm>
            </p:grpSpPr>
            <p:sp>
              <p:nvSpPr>
                <p:cNvPr id="19" name="等腰三角形 18">
                  <a:extLst>
                    <a:ext uri="{FF2B5EF4-FFF2-40B4-BE49-F238E27FC236}">
                      <a16:creationId xmlns:a16="http://schemas.microsoft.com/office/drawing/2014/main" id="{FC3A603E-70AA-433A-86D8-50266C856159}"/>
                    </a:ext>
                  </a:extLst>
                </p:cNvPr>
                <p:cNvSpPr/>
                <p:nvPr/>
              </p:nvSpPr>
              <p:spPr>
                <a:xfrm rot="10800000">
                  <a:off x="8226150" y="1469244"/>
                  <a:ext cx="77048" cy="66421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algn="ctr" rotWithShape="0">
                    <a:schemeClr val="accent1">
                      <a:alpha val="6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等腰三角形 19">
                  <a:extLst>
                    <a:ext uri="{FF2B5EF4-FFF2-40B4-BE49-F238E27FC236}">
                      <a16:creationId xmlns:a16="http://schemas.microsoft.com/office/drawing/2014/main" id="{FD31DCD4-8395-4F12-991A-B9CE9F39C257}"/>
                    </a:ext>
                  </a:extLst>
                </p:cNvPr>
                <p:cNvSpPr/>
                <p:nvPr/>
              </p:nvSpPr>
              <p:spPr>
                <a:xfrm rot="10800000" flipV="1">
                  <a:off x="8226150" y="2429955"/>
                  <a:ext cx="77048" cy="66421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algn="ctr" rotWithShape="0">
                    <a:schemeClr val="accent1">
                      <a:alpha val="6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763BD179-A451-4534-8C56-7E1EA5920134}"/>
              </a:ext>
            </a:extLst>
          </p:cNvPr>
          <p:cNvGrpSpPr/>
          <p:nvPr userDrawn="1"/>
        </p:nvGrpSpPr>
        <p:grpSpPr>
          <a:xfrm>
            <a:off x="1375492" y="1704602"/>
            <a:ext cx="1521632" cy="1521632"/>
            <a:chOff x="5427546" y="3354198"/>
            <a:chExt cx="1331932" cy="1331932"/>
          </a:xfrm>
        </p:grpSpPr>
        <p:sp>
          <p:nvSpPr>
            <p:cNvPr id="26" name="空心弧 25">
              <a:extLst>
                <a:ext uri="{FF2B5EF4-FFF2-40B4-BE49-F238E27FC236}">
                  <a16:creationId xmlns:a16="http://schemas.microsoft.com/office/drawing/2014/main" id="{A7A87482-007B-47E4-870A-12BDEA62A1B3}"/>
                </a:ext>
              </a:extLst>
            </p:cNvPr>
            <p:cNvSpPr/>
            <p:nvPr/>
          </p:nvSpPr>
          <p:spPr>
            <a:xfrm>
              <a:off x="5427546" y="3354198"/>
              <a:ext cx="1331932" cy="1331932"/>
            </a:xfrm>
            <a:prstGeom prst="blockArc">
              <a:avLst>
                <a:gd name="adj1" fmla="val 18257164"/>
                <a:gd name="adj2" fmla="val 3319074"/>
                <a:gd name="adj3" fmla="val 5612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8A85D3ED-9140-4445-BBAB-784F178B1ADD}"/>
                </a:ext>
              </a:extLst>
            </p:cNvPr>
            <p:cNvSpPr/>
            <p:nvPr/>
          </p:nvSpPr>
          <p:spPr>
            <a:xfrm>
              <a:off x="5579946" y="3506598"/>
              <a:ext cx="1027132" cy="1027132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effectLst>
              <a:outerShdw blurRad="254000" algn="ctr" rotWithShape="0">
                <a:schemeClr val="accent1">
                  <a:alpha val="6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F6F5484C-3599-4619-B11F-2A1E432D06AC}"/>
                </a:ext>
              </a:extLst>
            </p:cNvPr>
            <p:cNvGrpSpPr/>
            <p:nvPr/>
          </p:nvGrpSpPr>
          <p:grpSpPr>
            <a:xfrm>
              <a:off x="5584877" y="3511529"/>
              <a:ext cx="1017270" cy="1017270"/>
              <a:chOff x="7751108" y="1469244"/>
              <a:chExt cx="1027132" cy="1027132"/>
            </a:xfrm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8F09E83C-013F-4F95-88B7-069697C5E93A}"/>
                  </a:ext>
                </a:extLst>
              </p:cNvPr>
              <p:cNvGrpSpPr/>
              <p:nvPr/>
            </p:nvGrpSpPr>
            <p:grpSpPr>
              <a:xfrm>
                <a:off x="8226150" y="1469244"/>
                <a:ext cx="77048" cy="1027132"/>
                <a:chOff x="8226150" y="1469244"/>
                <a:chExt cx="77048" cy="1027132"/>
              </a:xfrm>
            </p:grpSpPr>
            <p:sp>
              <p:nvSpPr>
                <p:cNvPr id="41" name="等腰三角形 40">
                  <a:extLst>
                    <a:ext uri="{FF2B5EF4-FFF2-40B4-BE49-F238E27FC236}">
                      <a16:creationId xmlns:a16="http://schemas.microsoft.com/office/drawing/2014/main" id="{34451BA1-A34F-462D-9FDF-009BD8B6FB44}"/>
                    </a:ext>
                  </a:extLst>
                </p:cNvPr>
                <p:cNvSpPr/>
                <p:nvPr/>
              </p:nvSpPr>
              <p:spPr>
                <a:xfrm rot="10800000">
                  <a:off x="8226150" y="1469244"/>
                  <a:ext cx="77048" cy="66421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algn="ctr" rotWithShape="0">
                    <a:schemeClr val="accent1">
                      <a:alpha val="6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" name="等腰三角形 41">
                  <a:extLst>
                    <a:ext uri="{FF2B5EF4-FFF2-40B4-BE49-F238E27FC236}">
                      <a16:creationId xmlns:a16="http://schemas.microsoft.com/office/drawing/2014/main" id="{9400F1C2-B35C-4A91-B15A-DAA02EAF58B8}"/>
                    </a:ext>
                  </a:extLst>
                </p:cNvPr>
                <p:cNvSpPr/>
                <p:nvPr/>
              </p:nvSpPr>
              <p:spPr>
                <a:xfrm rot="10800000" flipV="1">
                  <a:off x="8226150" y="2429955"/>
                  <a:ext cx="77048" cy="66421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algn="ctr" rotWithShape="0">
                    <a:schemeClr val="accent1">
                      <a:alpha val="6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BCA7B3E5-E859-4D5A-90BA-669252A94D74}"/>
                  </a:ext>
                </a:extLst>
              </p:cNvPr>
              <p:cNvGrpSpPr/>
              <p:nvPr/>
            </p:nvGrpSpPr>
            <p:grpSpPr>
              <a:xfrm rot="5400000">
                <a:off x="8226150" y="1469244"/>
                <a:ext cx="77048" cy="1027132"/>
                <a:chOff x="8226150" y="1469244"/>
                <a:chExt cx="77048" cy="1027132"/>
              </a:xfrm>
            </p:grpSpPr>
            <p:sp>
              <p:nvSpPr>
                <p:cNvPr id="39" name="等腰三角形 38">
                  <a:extLst>
                    <a:ext uri="{FF2B5EF4-FFF2-40B4-BE49-F238E27FC236}">
                      <a16:creationId xmlns:a16="http://schemas.microsoft.com/office/drawing/2014/main" id="{33748312-6C64-40E0-8738-7801887B6F6A}"/>
                    </a:ext>
                  </a:extLst>
                </p:cNvPr>
                <p:cNvSpPr/>
                <p:nvPr/>
              </p:nvSpPr>
              <p:spPr>
                <a:xfrm rot="10800000">
                  <a:off x="8226150" y="1469244"/>
                  <a:ext cx="77048" cy="66421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algn="ctr" rotWithShape="0">
                    <a:schemeClr val="accent1">
                      <a:alpha val="6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等腰三角形 39">
                  <a:extLst>
                    <a:ext uri="{FF2B5EF4-FFF2-40B4-BE49-F238E27FC236}">
                      <a16:creationId xmlns:a16="http://schemas.microsoft.com/office/drawing/2014/main" id="{92AC14FF-1852-4809-80F5-8AFB87F3F111}"/>
                    </a:ext>
                  </a:extLst>
                </p:cNvPr>
                <p:cNvSpPr/>
                <p:nvPr/>
              </p:nvSpPr>
              <p:spPr>
                <a:xfrm rot="10800000" flipV="1">
                  <a:off x="8226150" y="2429955"/>
                  <a:ext cx="77048" cy="66421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algn="ctr" rotWithShape="0">
                    <a:schemeClr val="accent1">
                      <a:alpha val="6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29" name="空心弧 28">
              <a:extLst>
                <a:ext uri="{FF2B5EF4-FFF2-40B4-BE49-F238E27FC236}">
                  <a16:creationId xmlns:a16="http://schemas.microsoft.com/office/drawing/2014/main" id="{3C6A0CA2-34B0-4D63-8DFD-E74BE1DB3F29}"/>
                </a:ext>
              </a:extLst>
            </p:cNvPr>
            <p:cNvSpPr/>
            <p:nvPr/>
          </p:nvSpPr>
          <p:spPr>
            <a:xfrm flipH="1">
              <a:off x="5427546" y="3354198"/>
              <a:ext cx="1331932" cy="1331932"/>
            </a:xfrm>
            <a:prstGeom prst="blockArc">
              <a:avLst>
                <a:gd name="adj1" fmla="val 18257164"/>
                <a:gd name="adj2" fmla="val 3319074"/>
                <a:gd name="adj3" fmla="val 5612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弧形 29">
              <a:extLst>
                <a:ext uri="{FF2B5EF4-FFF2-40B4-BE49-F238E27FC236}">
                  <a16:creationId xmlns:a16="http://schemas.microsoft.com/office/drawing/2014/main" id="{B189FE4F-BDBB-41E9-BBA2-91F3B916B529}"/>
                </a:ext>
              </a:extLst>
            </p:cNvPr>
            <p:cNvSpPr/>
            <p:nvPr/>
          </p:nvSpPr>
          <p:spPr>
            <a:xfrm>
              <a:off x="5464862" y="3391514"/>
              <a:ext cx="1257300" cy="1257300"/>
            </a:xfrm>
            <a:prstGeom prst="arc">
              <a:avLst>
                <a:gd name="adj1" fmla="val 14255596"/>
                <a:gd name="adj2" fmla="val 18088074"/>
              </a:avLst>
            </a:prstGeom>
            <a:noFill/>
            <a:ln>
              <a:solidFill>
                <a:schemeClr val="accent1"/>
              </a:solidFill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弧形 30">
              <a:extLst>
                <a:ext uri="{FF2B5EF4-FFF2-40B4-BE49-F238E27FC236}">
                  <a16:creationId xmlns:a16="http://schemas.microsoft.com/office/drawing/2014/main" id="{80D0CF34-676C-449B-8226-9D8A7C76AEF7}"/>
                </a:ext>
              </a:extLst>
            </p:cNvPr>
            <p:cNvSpPr/>
            <p:nvPr/>
          </p:nvSpPr>
          <p:spPr>
            <a:xfrm flipV="1">
              <a:off x="5464862" y="3391514"/>
              <a:ext cx="1257300" cy="1257300"/>
            </a:xfrm>
            <a:prstGeom prst="arc">
              <a:avLst>
                <a:gd name="adj1" fmla="val 14255596"/>
                <a:gd name="adj2" fmla="val 18088074"/>
              </a:avLst>
            </a:prstGeom>
            <a:noFill/>
            <a:ln>
              <a:solidFill>
                <a:schemeClr val="accent1"/>
              </a:solidFill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8684AE38-4571-4B40-ADB8-5617041CCCB9}"/>
                </a:ext>
              </a:extLst>
            </p:cNvPr>
            <p:cNvGrpSpPr/>
            <p:nvPr/>
          </p:nvGrpSpPr>
          <p:grpSpPr>
            <a:xfrm>
              <a:off x="5511904" y="3438556"/>
              <a:ext cx="1163216" cy="1163216"/>
              <a:chOff x="5632816" y="1484210"/>
              <a:chExt cx="1302000" cy="1302000"/>
            </a:xfrm>
          </p:grpSpPr>
          <p:sp>
            <p:nvSpPr>
              <p:cNvPr id="33" name="菱形 32">
                <a:extLst>
                  <a:ext uri="{FF2B5EF4-FFF2-40B4-BE49-F238E27FC236}">
                    <a16:creationId xmlns:a16="http://schemas.microsoft.com/office/drawing/2014/main" id="{7206D74D-98F7-4E53-A24A-6D1124A7D0C8}"/>
                  </a:ext>
                </a:extLst>
              </p:cNvPr>
              <p:cNvSpPr/>
              <p:nvPr/>
            </p:nvSpPr>
            <p:spPr>
              <a:xfrm>
                <a:off x="6866080" y="1484210"/>
                <a:ext cx="68736" cy="68736"/>
              </a:xfrm>
              <a:prstGeom prst="diamond">
                <a:avLst/>
              </a:prstGeom>
              <a:solidFill>
                <a:schemeClr val="accent1">
                  <a:alpha val="5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菱形 33">
                <a:extLst>
                  <a:ext uri="{FF2B5EF4-FFF2-40B4-BE49-F238E27FC236}">
                    <a16:creationId xmlns:a16="http://schemas.microsoft.com/office/drawing/2014/main" id="{94B154E3-2865-4B5E-9008-FF429721DA7E}"/>
                  </a:ext>
                </a:extLst>
              </p:cNvPr>
              <p:cNvSpPr/>
              <p:nvPr/>
            </p:nvSpPr>
            <p:spPr>
              <a:xfrm>
                <a:off x="5632816" y="1484210"/>
                <a:ext cx="68736" cy="68736"/>
              </a:xfrm>
              <a:prstGeom prst="diamond">
                <a:avLst/>
              </a:prstGeom>
              <a:solidFill>
                <a:schemeClr val="accent1">
                  <a:alpha val="5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菱形 34">
                <a:extLst>
                  <a:ext uri="{FF2B5EF4-FFF2-40B4-BE49-F238E27FC236}">
                    <a16:creationId xmlns:a16="http://schemas.microsoft.com/office/drawing/2014/main" id="{AA426339-476D-495F-845D-4C8D7965AA8C}"/>
                  </a:ext>
                </a:extLst>
              </p:cNvPr>
              <p:cNvSpPr/>
              <p:nvPr/>
            </p:nvSpPr>
            <p:spPr>
              <a:xfrm>
                <a:off x="6866080" y="2717474"/>
                <a:ext cx="68736" cy="68736"/>
              </a:xfrm>
              <a:prstGeom prst="diamond">
                <a:avLst/>
              </a:prstGeom>
              <a:solidFill>
                <a:schemeClr val="accent1">
                  <a:alpha val="5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菱形 35">
                <a:extLst>
                  <a:ext uri="{FF2B5EF4-FFF2-40B4-BE49-F238E27FC236}">
                    <a16:creationId xmlns:a16="http://schemas.microsoft.com/office/drawing/2014/main" id="{7330A68C-9AF4-4BBF-A914-2D9B7BC005F4}"/>
                  </a:ext>
                </a:extLst>
              </p:cNvPr>
              <p:cNvSpPr/>
              <p:nvPr/>
            </p:nvSpPr>
            <p:spPr>
              <a:xfrm>
                <a:off x="5632816" y="2717474"/>
                <a:ext cx="68736" cy="68736"/>
              </a:xfrm>
              <a:prstGeom prst="diamond">
                <a:avLst/>
              </a:prstGeom>
              <a:solidFill>
                <a:schemeClr val="accent1">
                  <a:alpha val="5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111973C3-F1E8-4848-BD51-A8A39C7E7E84}"/>
              </a:ext>
            </a:extLst>
          </p:cNvPr>
          <p:cNvGrpSpPr/>
          <p:nvPr userDrawn="1"/>
        </p:nvGrpSpPr>
        <p:grpSpPr>
          <a:xfrm>
            <a:off x="3959639" y="1694444"/>
            <a:ext cx="1541950" cy="1541948"/>
            <a:chOff x="3197690" y="3521467"/>
            <a:chExt cx="1541950" cy="1541948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AEA6B99E-5D87-4E92-BE65-B47BA00B897E}"/>
                </a:ext>
              </a:extLst>
            </p:cNvPr>
            <p:cNvSpPr/>
            <p:nvPr/>
          </p:nvSpPr>
          <p:spPr>
            <a:xfrm>
              <a:off x="3197690" y="3521467"/>
              <a:ext cx="1541950" cy="154194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effectLst>
              <a:outerShdw blurRad="254000" algn="ctr" rotWithShape="0">
                <a:schemeClr val="accent1">
                  <a:alpha val="6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空心弧 44">
              <a:extLst>
                <a:ext uri="{FF2B5EF4-FFF2-40B4-BE49-F238E27FC236}">
                  <a16:creationId xmlns:a16="http://schemas.microsoft.com/office/drawing/2014/main" id="{68DB1D3E-0B01-4012-AD0B-D124CC51CF07}"/>
                </a:ext>
              </a:extLst>
            </p:cNvPr>
            <p:cNvSpPr/>
            <p:nvPr/>
          </p:nvSpPr>
          <p:spPr>
            <a:xfrm>
              <a:off x="3267792" y="3591568"/>
              <a:ext cx="1401744" cy="1401744"/>
            </a:xfrm>
            <a:prstGeom prst="blockArc">
              <a:avLst>
                <a:gd name="adj1" fmla="val 16463071"/>
                <a:gd name="adj2" fmla="val 21335652"/>
                <a:gd name="adj3" fmla="val 3515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1ED59559-70A4-484F-A7B9-9B00740EE16D}"/>
                </a:ext>
              </a:extLst>
            </p:cNvPr>
            <p:cNvSpPr/>
            <p:nvPr/>
          </p:nvSpPr>
          <p:spPr>
            <a:xfrm>
              <a:off x="3381954" y="3705730"/>
              <a:ext cx="1173421" cy="1173421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effectLst>
              <a:outerShdw blurRad="254000" algn="ctr" rotWithShape="0">
                <a:schemeClr val="accent1">
                  <a:alpha val="6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0C4E8D64-7C5D-49BE-A03F-91F2807246DE}"/>
                </a:ext>
              </a:extLst>
            </p:cNvPr>
            <p:cNvGrpSpPr/>
            <p:nvPr/>
          </p:nvGrpSpPr>
          <p:grpSpPr>
            <a:xfrm>
              <a:off x="3580593" y="3904369"/>
              <a:ext cx="776142" cy="776142"/>
              <a:chOff x="7751108" y="1469244"/>
              <a:chExt cx="1027132" cy="1027132"/>
            </a:xfrm>
          </p:grpSpPr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DC229C47-E22E-4854-AF9F-39E727FDB18F}"/>
                  </a:ext>
                </a:extLst>
              </p:cNvPr>
              <p:cNvGrpSpPr/>
              <p:nvPr/>
            </p:nvGrpSpPr>
            <p:grpSpPr>
              <a:xfrm>
                <a:off x="8226150" y="1469244"/>
                <a:ext cx="77048" cy="1027132"/>
                <a:chOff x="8226150" y="1469244"/>
                <a:chExt cx="77048" cy="1027132"/>
              </a:xfrm>
            </p:grpSpPr>
            <p:sp>
              <p:nvSpPr>
                <p:cNvPr id="55" name="等腰三角形 54">
                  <a:extLst>
                    <a:ext uri="{FF2B5EF4-FFF2-40B4-BE49-F238E27FC236}">
                      <a16:creationId xmlns:a16="http://schemas.microsoft.com/office/drawing/2014/main" id="{33E11D73-8A8B-439E-9979-326E736BFE70}"/>
                    </a:ext>
                  </a:extLst>
                </p:cNvPr>
                <p:cNvSpPr/>
                <p:nvPr/>
              </p:nvSpPr>
              <p:spPr>
                <a:xfrm rot="10800000">
                  <a:off x="8226150" y="1469244"/>
                  <a:ext cx="77048" cy="66421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algn="ctr" rotWithShape="0">
                    <a:schemeClr val="accent1">
                      <a:alpha val="6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等腰三角形 55">
                  <a:extLst>
                    <a:ext uri="{FF2B5EF4-FFF2-40B4-BE49-F238E27FC236}">
                      <a16:creationId xmlns:a16="http://schemas.microsoft.com/office/drawing/2014/main" id="{7A122B05-04E9-4DFD-A4B1-F84C390AD15F}"/>
                    </a:ext>
                  </a:extLst>
                </p:cNvPr>
                <p:cNvSpPr/>
                <p:nvPr/>
              </p:nvSpPr>
              <p:spPr>
                <a:xfrm rot="10800000" flipV="1">
                  <a:off x="8226150" y="2429955"/>
                  <a:ext cx="77048" cy="66421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algn="ctr" rotWithShape="0">
                    <a:schemeClr val="accent1">
                      <a:alpha val="6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B139253-87E1-4FA5-8B1E-12A5C2AF5331}"/>
                  </a:ext>
                </a:extLst>
              </p:cNvPr>
              <p:cNvGrpSpPr/>
              <p:nvPr/>
            </p:nvGrpSpPr>
            <p:grpSpPr>
              <a:xfrm rot="5400000">
                <a:off x="8226150" y="1469244"/>
                <a:ext cx="77048" cy="1027132"/>
                <a:chOff x="8226150" y="1469244"/>
                <a:chExt cx="77048" cy="1027132"/>
              </a:xfrm>
            </p:grpSpPr>
            <p:sp>
              <p:nvSpPr>
                <p:cNvPr id="53" name="等腰三角形 52">
                  <a:extLst>
                    <a:ext uri="{FF2B5EF4-FFF2-40B4-BE49-F238E27FC236}">
                      <a16:creationId xmlns:a16="http://schemas.microsoft.com/office/drawing/2014/main" id="{2A0D0FC8-E2C0-4077-9861-3D977BFCBD5F}"/>
                    </a:ext>
                  </a:extLst>
                </p:cNvPr>
                <p:cNvSpPr/>
                <p:nvPr/>
              </p:nvSpPr>
              <p:spPr>
                <a:xfrm rot="10800000">
                  <a:off x="8226150" y="1469244"/>
                  <a:ext cx="77048" cy="66421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algn="ctr" rotWithShape="0">
                    <a:schemeClr val="accent1">
                      <a:alpha val="6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4" name="等腰三角形 53">
                  <a:extLst>
                    <a:ext uri="{FF2B5EF4-FFF2-40B4-BE49-F238E27FC236}">
                      <a16:creationId xmlns:a16="http://schemas.microsoft.com/office/drawing/2014/main" id="{00D11C3A-CA84-413A-B88F-05ED0FD4BCEE}"/>
                    </a:ext>
                  </a:extLst>
                </p:cNvPr>
                <p:cNvSpPr/>
                <p:nvPr/>
              </p:nvSpPr>
              <p:spPr>
                <a:xfrm rot="10800000" flipV="1">
                  <a:off x="8226150" y="2429955"/>
                  <a:ext cx="77048" cy="66421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algn="ctr" rotWithShape="0">
                    <a:schemeClr val="accent1">
                      <a:alpha val="6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48" name="空心弧 47">
              <a:extLst>
                <a:ext uri="{FF2B5EF4-FFF2-40B4-BE49-F238E27FC236}">
                  <a16:creationId xmlns:a16="http://schemas.microsoft.com/office/drawing/2014/main" id="{2E659441-E585-4FCF-B0BC-8BC19722EE4E}"/>
                </a:ext>
              </a:extLst>
            </p:cNvPr>
            <p:cNvSpPr/>
            <p:nvPr/>
          </p:nvSpPr>
          <p:spPr>
            <a:xfrm flipH="1">
              <a:off x="3267792" y="3591568"/>
              <a:ext cx="1401744" cy="1401744"/>
            </a:xfrm>
            <a:prstGeom prst="blockArc">
              <a:avLst>
                <a:gd name="adj1" fmla="val 16463071"/>
                <a:gd name="adj2" fmla="val 21335652"/>
                <a:gd name="adj3" fmla="val 3515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空心弧 48">
              <a:extLst>
                <a:ext uri="{FF2B5EF4-FFF2-40B4-BE49-F238E27FC236}">
                  <a16:creationId xmlns:a16="http://schemas.microsoft.com/office/drawing/2014/main" id="{9AB39F9B-BEF0-4B5A-955B-3D5D63F3678D}"/>
                </a:ext>
              </a:extLst>
            </p:cNvPr>
            <p:cNvSpPr/>
            <p:nvPr/>
          </p:nvSpPr>
          <p:spPr>
            <a:xfrm flipH="1" flipV="1">
              <a:off x="3267792" y="3591568"/>
              <a:ext cx="1401744" cy="1401744"/>
            </a:xfrm>
            <a:prstGeom prst="blockArc">
              <a:avLst>
                <a:gd name="adj1" fmla="val 16463071"/>
                <a:gd name="adj2" fmla="val 21335652"/>
                <a:gd name="adj3" fmla="val 3515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空心弧 49">
              <a:extLst>
                <a:ext uri="{FF2B5EF4-FFF2-40B4-BE49-F238E27FC236}">
                  <a16:creationId xmlns:a16="http://schemas.microsoft.com/office/drawing/2014/main" id="{8A524097-30A0-44EC-ABE6-0A90C187E138}"/>
                </a:ext>
              </a:extLst>
            </p:cNvPr>
            <p:cNvSpPr/>
            <p:nvPr/>
          </p:nvSpPr>
          <p:spPr>
            <a:xfrm flipV="1">
              <a:off x="3267792" y="3591568"/>
              <a:ext cx="1401744" cy="1401744"/>
            </a:xfrm>
            <a:prstGeom prst="blockArc">
              <a:avLst>
                <a:gd name="adj1" fmla="val 16463071"/>
                <a:gd name="adj2" fmla="val 21335652"/>
                <a:gd name="adj3" fmla="val 3515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1" name="文本占位符 70">
            <a:extLst>
              <a:ext uri="{FF2B5EF4-FFF2-40B4-BE49-F238E27FC236}">
                <a16:creationId xmlns:a16="http://schemas.microsoft.com/office/drawing/2014/main" id="{095D7392-F835-4114-B6AB-9C3A4A3B7D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3246" y="3810275"/>
            <a:ext cx="2273300" cy="2209800"/>
          </a:xfrm>
          <a:prstGeom prst="rect">
            <a:avLst/>
          </a:prstGeom>
        </p:spPr>
        <p:txBody>
          <a:bodyPr/>
          <a:lstStyle>
            <a:lvl1pPr algn="l">
              <a:defRPr lang="zh-CN" altLang="en-US" sz="1600" dirty="0"/>
            </a:lvl1pPr>
          </a:lstStyle>
          <a:p>
            <a:pPr marL="0" lv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72" name="文本占位符 71">
            <a:extLst>
              <a:ext uri="{FF2B5EF4-FFF2-40B4-BE49-F238E27FC236}">
                <a16:creationId xmlns:a16="http://schemas.microsoft.com/office/drawing/2014/main" id="{F194091F-899F-4A25-9A2D-5B19A36922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23513" y="3810275"/>
            <a:ext cx="2273300" cy="2209800"/>
          </a:xfrm>
          <a:prstGeom prst="rect">
            <a:avLst/>
          </a:prstGeom>
        </p:spPr>
        <p:txBody>
          <a:bodyPr/>
          <a:lstStyle>
            <a:lvl1pPr>
              <a:defRPr lang="zh-CN" altLang="en-US" sz="1600" dirty="0"/>
            </a:lvl1pPr>
          </a:lstStyle>
          <a:p>
            <a:pPr marL="0" lv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73" name="文本占位符 72">
            <a:extLst>
              <a:ext uri="{FF2B5EF4-FFF2-40B4-BE49-F238E27FC236}">
                <a16:creationId xmlns:a16="http://schemas.microsoft.com/office/drawing/2014/main" id="{D3774522-1787-4D2B-BB4A-C572077D72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3780" y="3810275"/>
            <a:ext cx="2273300" cy="2209800"/>
          </a:xfrm>
          <a:prstGeom prst="rect">
            <a:avLst/>
          </a:prstGeom>
        </p:spPr>
        <p:txBody>
          <a:bodyPr/>
          <a:lstStyle>
            <a:lvl1pPr>
              <a:defRPr lang="zh-CN" altLang="en-US" sz="1600" dirty="0"/>
            </a:lvl1pPr>
          </a:lstStyle>
          <a:p>
            <a:pPr marL="0" lv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76" name="文本占位符 75">
            <a:extLst>
              <a:ext uri="{FF2B5EF4-FFF2-40B4-BE49-F238E27FC236}">
                <a16:creationId xmlns:a16="http://schemas.microsoft.com/office/drawing/2014/main" id="{FE4F2FFE-55D5-4019-A9A7-5120DA1DCE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84048" y="3810275"/>
            <a:ext cx="2273300" cy="2209800"/>
          </a:xfrm>
          <a:prstGeom prst="rect">
            <a:avLst/>
          </a:prstGeom>
        </p:spPr>
        <p:txBody>
          <a:bodyPr/>
          <a:lstStyle>
            <a:lvl1pPr>
              <a:defRPr lang="zh-CN" altLang="en-US" sz="1600" dirty="0"/>
            </a:lvl1pPr>
          </a:lstStyle>
          <a:p>
            <a:pPr marL="0" lv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/>
              <a:t>单击此处编辑母版文本样式</a:t>
            </a: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6EEB3ABD-270A-46F4-94D4-5009C594D874}"/>
              </a:ext>
            </a:extLst>
          </p:cNvPr>
          <p:cNvGrpSpPr/>
          <p:nvPr userDrawn="1"/>
        </p:nvGrpSpPr>
        <p:grpSpPr>
          <a:xfrm>
            <a:off x="9155698" y="1700418"/>
            <a:ext cx="1530000" cy="1530000"/>
            <a:chOff x="5430544" y="3591568"/>
            <a:chExt cx="1401744" cy="1401744"/>
          </a:xfrm>
        </p:grpSpPr>
        <p:sp>
          <p:nvSpPr>
            <p:cNvPr id="78" name="空心弧 77">
              <a:extLst>
                <a:ext uri="{FF2B5EF4-FFF2-40B4-BE49-F238E27FC236}">
                  <a16:creationId xmlns:a16="http://schemas.microsoft.com/office/drawing/2014/main" id="{9F60821C-0586-461D-83D9-5D7DE4E8F859}"/>
                </a:ext>
              </a:extLst>
            </p:cNvPr>
            <p:cNvSpPr/>
            <p:nvPr/>
          </p:nvSpPr>
          <p:spPr>
            <a:xfrm>
              <a:off x="5430544" y="3591568"/>
              <a:ext cx="1401744" cy="1401744"/>
            </a:xfrm>
            <a:prstGeom prst="blockArc">
              <a:avLst>
                <a:gd name="adj1" fmla="val 16463071"/>
                <a:gd name="adj2" fmla="val 21335652"/>
                <a:gd name="adj3" fmla="val 3515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89953E19-868D-4F36-9FF3-54757254C2CC}"/>
                </a:ext>
              </a:extLst>
            </p:cNvPr>
            <p:cNvSpPr/>
            <p:nvPr/>
          </p:nvSpPr>
          <p:spPr>
            <a:xfrm>
              <a:off x="5544706" y="3705730"/>
              <a:ext cx="1173421" cy="1173421"/>
            </a:xfrm>
            <a:prstGeom prst="ellipse">
              <a:avLst/>
            </a:prstGeom>
            <a:noFill/>
            <a:ln w="6350" cmpd="sng">
              <a:solidFill>
                <a:schemeClr val="accent1"/>
              </a:solidFill>
              <a:prstDash val="dash"/>
            </a:ln>
            <a:effectLst>
              <a:outerShdw blurRad="254000" algn="ctr" rotWithShape="0">
                <a:schemeClr val="accent1">
                  <a:alpha val="6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空心弧 79">
              <a:extLst>
                <a:ext uri="{FF2B5EF4-FFF2-40B4-BE49-F238E27FC236}">
                  <a16:creationId xmlns:a16="http://schemas.microsoft.com/office/drawing/2014/main" id="{65DF5614-BA44-4CE5-9A51-BDF7BF046375}"/>
                </a:ext>
              </a:extLst>
            </p:cNvPr>
            <p:cNvSpPr/>
            <p:nvPr/>
          </p:nvSpPr>
          <p:spPr>
            <a:xfrm flipH="1">
              <a:off x="5430544" y="3591568"/>
              <a:ext cx="1401744" cy="1401744"/>
            </a:xfrm>
            <a:prstGeom prst="blockArc">
              <a:avLst>
                <a:gd name="adj1" fmla="val 16463071"/>
                <a:gd name="adj2" fmla="val 21335652"/>
                <a:gd name="adj3" fmla="val 3515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空心弧 80">
              <a:extLst>
                <a:ext uri="{FF2B5EF4-FFF2-40B4-BE49-F238E27FC236}">
                  <a16:creationId xmlns:a16="http://schemas.microsoft.com/office/drawing/2014/main" id="{0F16D74A-1A80-40A5-874B-2359BF4FF0BC}"/>
                </a:ext>
              </a:extLst>
            </p:cNvPr>
            <p:cNvSpPr/>
            <p:nvPr/>
          </p:nvSpPr>
          <p:spPr>
            <a:xfrm flipH="1" flipV="1">
              <a:off x="5430544" y="3591568"/>
              <a:ext cx="1401744" cy="1401744"/>
            </a:xfrm>
            <a:prstGeom prst="blockArc">
              <a:avLst>
                <a:gd name="adj1" fmla="val 16463071"/>
                <a:gd name="adj2" fmla="val 21335652"/>
                <a:gd name="adj3" fmla="val 3515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空心弧 81">
              <a:extLst>
                <a:ext uri="{FF2B5EF4-FFF2-40B4-BE49-F238E27FC236}">
                  <a16:creationId xmlns:a16="http://schemas.microsoft.com/office/drawing/2014/main" id="{A2FC826B-D950-4B8B-A0B1-0F558B687B0E}"/>
                </a:ext>
              </a:extLst>
            </p:cNvPr>
            <p:cNvSpPr/>
            <p:nvPr/>
          </p:nvSpPr>
          <p:spPr>
            <a:xfrm flipV="1">
              <a:off x="5430544" y="3591568"/>
              <a:ext cx="1401744" cy="1401744"/>
            </a:xfrm>
            <a:prstGeom prst="blockArc">
              <a:avLst>
                <a:gd name="adj1" fmla="val 16463071"/>
                <a:gd name="adj2" fmla="val 21335652"/>
                <a:gd name="adj3" fmla="val 3515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algn="ctr" rotWithShape="0">
                <a:schemeClr val="accent1">
                  <a:alpha val="6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2088C489-8501-498D-AE3E-813EB306FA2D}"/>
                </a:ext>
              </a:extLst>
            </p:cNvPr>
            <p:cNvGrpSpPr/>
            <p:nvPr/>
          </p:nvGrpSpPr>
          <p:grpSpPr>
            <a:xfrm rot="2700000">
              <a:off x="5616042" y="3777066"/>
              <a:ext cx="1030749" cy="1030749"/>
              <a:chOff x="5867572" y="3777066"/>
              <a:chExt cx="1030749" cy="1030749"/>
            </a:xfrm>
          </p:grpSpPr>
          <p:grpSp>
            <p:nvGrpSpPr>
              <p:cNvPr id="85" name="组合 84">
                <a:extLst>
                  <a:ext uri="{FF2B5EF4-FFF2-40B4-BE49-F238E27FC236}">
                    <a16:creationId xmlns:a16="http://schemas.microsoft.com/office/drawing/2014/main" id="{084BB049-ACFB-46E4-A029-B418AC0C7543}"/>
                  </a:ext>
                </a:extLst>
              </p:cNvPr>
              <p:cNvGrpSpPr/>
              <p:nvPr/>
            </p:nvGrpSpPr>
            <p:grpSpPr>
              <a:xfrm>
                <a:off x="5867572" y="4283441"/>
                <a:ext cx="1030749" cy="18000"/>
                <a:chOff x="5905989" y="4283441"/>
                <a:chExt cx="1030749" cy="18000"/>
              </a:xfrm>
            </p:grpSpPr>
            <p:sp>
              <p:nvSpPr>
                <p:cNvPr id="89" name="矩形: 圆角 88">
                  <a:extLst>
                    <a:ext uri="{FF2B5EF4-FFF2-40B4-BE49-F238E27FC236}">
                      <a16:creationId xmlns:a16="http://schemas.microsoft.com/office/drawing/2014/main" id="{A08AEE2B-EA5A-4A8D-805A-C2E5C453D7CA}"/>
                    </a:ext>
                  </a:extLst>
                </p:cNvPr>
                <p:cNvSpPr/>
                <p:nvPr/>
              </p:nvSpPr>
              <p:spPr>
                <a:xfrm rot="16200000" flipH="1" flipV="1">
                  <a:off x="5986989" y="4202441"/>
                  <a:ext cx="18000" cy="18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algn="ctr" rotWithShape="0">
                    <a:schemeClr val="accent1">
                      <a:alpha val="6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0" name="矩形: 圆角 89">
                  <a:extLst>
                    <a:ext uri="{FF2B5EF4-FFF2-40B4-BE49-F238E27FC236}">
                      <a16:creationId xmlns:a16="http://schemas.microsoft.com/office/drawing/2014/main" id="{6BC802CE-0FFE-4B79-8DD1-81AFFB95D23C}"/>
                    </a:ext>
                  </a:extLst>
                </p:cNvPr>
                <p:cNvSpPr/>
                <p:nvPr/>
              </p:nvSpPr>
              <p:spPr>
                <a:xfrm rot="16200000" flipH="1" flipV="1">
                  <a:off x="6837738" y="4202441"/>
                  <a:ext cx="18000" cy="18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algn="ctr" rotWithShape="0">
                    <a:schemeClr val="accent1">
                      <a:alpha val="6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86" name="组合 85">
                <a:extLst>
                  <a:ext uri="{FF2B5EF4-FFF2-40B4-BE49-F238E27FC236}">
                    <a16:creationId xmlns:a16="http://schemas.microsoft.com/office/drawing/2014/main" id="{A2061550-7ED7-4734-BAFC-7B1BB76C9665}"/>
                  </a:ext>
                </a:extLst>
              </p:cNvPr>
              <p:cNvGrpSpPr/>
              <p:nvPr/>
            </p:nvGrpSpPr>
            <p:grpSpPr>
              <a:xfrm rot="5400000">
                <a:off x="5867572" y="4283441"/>
                <a:ext cx="1030749" cy="18000"/>
                <a:chOff x="5905989" y="4283441"/>
                <a:chExt cx="1030749" cy="18000"/>
              </a:xfrm>
            </p:grpSpPr>
            <p:sp>
              <p:nvSpPr>
                <p:cNvPr id="87" name="矩形: 圆角 86">
                  <a:extLst>
                    <a:ext uri="{FF2B5EF4-FFF2-40B4-BE49-F238E27FC236}">
                      <a16:creationId xmlns:a16="http://schemas.microsoft.com/office/drawing/2014/main" id="{BFC994D6-9C8E-4CD5-A97B-C840D37EDAA3}"/>
                    </a:ext>
                  </a:extLst>
                </p:cNvPr>
                <p:cNvSpPr/>
                <p:nvPr/>
              </p:nvSpPr>
              <p:spPr>
                <a:xfrm rot="16200000" flipH="1" flipV="1">
                  <a:off x="5986989" y="4202441"/>
                  <a:ext cx="18000" cy="18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algn="ctr" rotWithShape="0">
                    <a:schemeClr val="accent1">
                      <a:alpha val="6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8" name="矩形: 圆角 87">
                  <a:extLst>
                    <a:ext uri="{FF2B5EF4-FFF2-40B4-BE49-F238E27FC236}">
                      <a16:creationId xmlns:a16="http://schemas.microsoft.com/office/drawing/2014/main" id="{5305ECEB-4E33-4B8F-91E2-598681AD5CDF}"/>
                    </a:ext>
                  </a:extLst>
                </p:cNvPr>
                <p:cNvSpPr/>
                <p:nvPr/>
              </p:nvSpPr>
              <p:spPr>
                <a:xfrm rot="16200000" flipH="1" flipV="1">
                  <a:off x="6837738" y="4202441"/>
                  <a:ext cx="18000" cy="18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254000" algn="ctr" rotWithShape="0">
                    <a:schemeClr val="accent1">
                      <a:alpha val="6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BE2E917E-AEBF-4AC5-AE0B-831030048642}"/>
                </a:ext>
              </a:extLst>
            </p:cNvPr>
            <p:cNvSpPr/>
            <p:nvPr/>
          </p:nvSpPr>
          <p:spPr>
            <a:xfrm>
              <a:off x="5862034" y="4023058"/>
              <a:ext cx="538766" cy="538766"/>
            </a:xfrm>
            <a:prstGeom prst="ellipse">
              <a:avLst/>
            </a:prstGeom>
            <a:noFill/>
            <a:ln w="6350" cmpd="sng">
              <a:solidFill>
                <a:schemeClr val="accent1"/>
              </a:solidFill>
              <a:prstDash val="solid"/>
            </a:ln>
            <a:effectLst>
              <a:outerShdw blurRad="254000" algn="ctr" rotWithShape="0">
                <a:schemeClr val="accent1">
                  <a:alpha val="6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1" name="文本占位符 90">
            <a:extLst>
              <a:ext uri="{FF2B5EF4-FFF2-40B4-BE49-F238E27FC236}">
                <a16:creationId xmlns:a16="http://schemas.microsoft.com/office/drawing/2014/main" id="{80043054-4554-4FEB-9D6B-890762CB0C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2975" y="320065"/>
            <a:ext cx="7086600" cy="5408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zh-CN" altLang="en-US" sz="3200" b="1" spc="200" baseline="0" dirty="0" smtClean="0">
                <a:gradFill flip="none" rotWithShape="1">
                  <a:gsLst>
                    <a:gs pos="50000">
                      <a:schemeClr val="accent1"/>
                    </a:gs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</a:lstStyle>
          <a:p>
            <a:pPr marL="0" lvl="0" defTabSz="457200"/>
            <a:r>
              <a:rPr lang="zh-CN" altLang="en-US" dirty="0"/>
              <a:t>单击此处编辑母版文本样式</a:t>
            </a:r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AA8CBADC-6CB0-4AE6-95BF-FD960CE6A04E}"/>
              </a:ext>
            </a:extLst>
          </p:cNvPr>
          <p:cNvSpPr/>
          <p:nvPr userDrawn="1"/>
        </p:nvSpPr>
        <p:spPr>
          <a:xfrm>
            <a:off x="669318" y="480508"/>
            <a:ext cx="417390" cy="219968"/>
          </a:xfrm>
          <a:custGeom>
            <a:avLst/>
            <a:gdLst>
              <a:gd name="connsiteX0" fmla="*/ 169032 w 284661"/>
              <a:gd name="connsiteY0" fmla="*/ 0 h 150019"/>
              <a:gd name="connsiteX1" fmla="*/ 218339 w 284661"/>
              <a:gd name="connsiteY1" fmla="*/ 0 h 150019"/>
              <a:gd name="connsiteX2" fmla="*/ 284661 w 284661"/>
              <a:gd name="connsiteY2" fmla="*/ 75010 h 150019"/>
              <a:gd name="connsiteX3" fmla="*/ 218339 w 284661"/>
              <a:gd name="connsiteY3" fmla="*/ 150019 h 150019"/>
              <a:gd name="connsiteX4" fmla="*/ 169032 w 284661"/>
              <a:gd name="connsiteY4" fmla="*/ 150019 h 150019"/>
              <a:gd name="connsiteX5" fmla="*/ 235354 w 284661"/>
              <a:gd name="connsiteY5" fmla="*/ 75010 h 150019"/>
              <a:gd name="connsiteX6" fmla="*/ 84516 w 284661"/>
              <a:gd name="connsiteY6" fmla="*/ 0 h 150019"/>
              <a:gd name="connsiteX7" fmla="*/ 133823 w 284661"/>
              <a:gd name="connsiteY7" fmla="*/ 0 h 150019"/>
              <a:gd name="connsiteX8" fmla="*/ 200145 w 284661"/>
              <a:gd name="connsiteY8" fmla="*/ 75010 h 150019"/>
              <a:gd name="connsiteX9" fmla="*/ 133823 w 284661"/>
              <a:gd name="connsiteY9" fmla="*/ 150019 h 150019"/>
              <a:gd name="connsiteX10" fmla="*/ 84516 w 284661"/>
              <a:gd name="connsiteY10" fmla="*/ 150019 h 150019"/>
              <a:gd name="connsiteX11" fmla="*/ 150838 w 284661"/>
              <a:gd name="connsiteY11" fmla="*/ 75010 h 150019"/>
              <a:gd name="connsiteX12" fmla="*/ 0 w 284661"/>
              <a:gd name="connsiteY12" fmla="*/ 0 h 150019"/>
              <a:gd name="connsiteX13" fmla="*/ 49307 w 284661"/>
              <a:gd name="connsiteY13" fmla="*/ 0 h 150019"/>
              <a:gd name="connsiteX14" fmla="*/ 115629 w 284661"/>
              <a:gd name="connsiteY14" fmla="*/ 75010 h 150019"/>
              <a:gd name="connsiteX15" fmla="*/ 49307 w 284661"/>
              <a:gd name="connsiteY15" fmla="*/ 150019 h 150019"/>
              <a:gd name="connsiteX16" fmla="*/ 0 w 284661"/>
              <a:gd name="connsiteY16" fmla="*/ 150019 h 150019"/>
              <a:gd name="connsiteX17" fmla="*/ 66322 w 284661"/>
              <a:gd name="connsiteY17" fmla="*/ 75010 h 15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4661" h="150019">
                <a:moveTo>
                  <a:pt x="169032" y="0"/>
                </a:moveTo>
                <a:lnTo>
                  <a:pt x="218339" y="0"/>
                </a:lnTo>
                <a:lnTo>
                  <a:pt x="284661" y="75010"/>
                </a:lnTo>
                <a:lnTo>
                  <a:pt x="218339" y="150019"/>
                </a:lnTo>
                <a:lnTo>
                  <a:pt x="169032" y="150019"/>
                </a:lnTo>
                <a:lnTo>
                  <a:pt x="235354" y="75010"/>
                </a:lnTo>
                <a:close/>
                <a:moveTo>
                  <a:pt x="84516" y="0"/>
                </a:moveTo>
                <a:lnTo>
                  <a:pt x="133823" y="0"/>
                </a:lnTo>
                <a:lnTo>
                  <a:pt x="200145" y="75010"/>
                </a:lnTo>
                <a:lnTo>
                  <a:pt x="133823" y="150019"/>
                </a:lnTo>
                <a:lnTo>
                  <a:pt x="84516" y="150019"/>
                </a:lnTo>
                <a:lnTo>
                  <a:pt x="150838" y="75010"/>
                </a:lnTo>
                <a:close/>
                <a:moveTo>
                  <a:pt x="0" y="0"/>
                </a:moveTo>
                <a:lnTo>
                  <a:pt x="49307" y="0"/>
                </a:lnTo>
                <a:lnTo>
                  <a:pt x="115629" y="75010"/>
                </a:lnTo>
                <a:lnTo>
                  <a:pt x="49307" y="150019"/>
                </a:lnTo>
                <a:lnTo>
                  <a:pt x="0" y="150019"/>
                </a:lnTo>
                <a:lnTo>
                  <a:pt x="66322" y="75010"/>
                </a:lnTo>
                <a:close/>
              </a:path>
            </a:pathLst>
          </a:custGeom>
          <a:gradFill>
            <a:gsLst>
              <a:gs pos="74000">
                <a:srgbClr val="608CE3"/>
              </a:gs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029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内容页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3" descr="灰色的蜂窝&#10;&#10;中度可信度描述已自动生成">
            <a:extLst>
              <a:ext uri="{FF2B5EF4-FFF2-40B4-BE49-F238E27FC236}">
                <a16:creationId xmlns:a16="http://schemas.microsoft.com/office/drawing/2014/main" id="{EF4A890B-2F30-47BF-B506-9F77B4DFF2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1" t="2947" r="2941" b="2947"/>
          <a:stretch>
            <a:fillRect/>
          </a:stretch>
        </p:blipFill>
        <p:spPr>
          <a:xfrm>
            <a:off x="0" y="0"/>
            <a:ext cx="12193588" cy="6858000"/>
          </a:xfrm>
          <a:custGeom>
            <a:avLst/>
            <a:gdLst>
              <a:gd name="connsiteX0" fmla="*/ 0 w 12193588"/>
              <a:gd name="connsiteY0" fmla="*/ 0 h 6858000"/>
              <a:gd name="connsiteX1" fmla="*/ 12193588 w 12193588"/>
              <a:gd name="connsiteY1" fmla="*/ 0 h 6858000"/>
              <a:gd name="connsiteX2" fmla="*/ 12193588 w 12193588"/>
              <a:gd name="connsiteY2" fmla="*/ 6858000 h 6858000"/>
              <a:gd name="connsiteX3" fmla="*/ 0 w 12193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8" h="6858000">
                <a:moveTo>
                  <a:pt x="0" y="0"/>
                </a:moveTo>
                <a:lnTo>
                  <a:pt x="12193588" y="0"/>
                </a:lnTo>
                <a:lnTo>
                  <a:pt x="1219358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7B751151-5CA9-431F-A06A-54E72BC32725}"/>
              </a:ext>
            </a:extLst>
          </p:cNvPr>
          <p:cNvSpPr/>
          <p:nvPr userDrawn="1"/>
        </p:nvSpPr>
        <p:spPr>
          <a:xfrm>
            <a:off x="1" y="0"/>
            <a:ext cx="12193588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E991FB80-2E29-41AB-AC2A-B61EF359CCB2}"/>
              </a:ext>
            </a:extLst>
          </p:cNvPr>
          <p:cNvGrpSpPr/>
          <p:nvPr userDrawn="1"/>
        </p:nvGrpSpPr>
        <p:grpSpPr>
          <a:xfrm>
            <a:off x="1160844" y="1736791"/>
            <a:ext cx="2194560" cy="2194560"/>
            <a:chOff x="1511583" y="2138870"/>
            <a:chExt cx="2194560" cy="2194560"/>
          </a:xfrm>
        </p:grpSpPr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E1F7BE14-410E-4879-8369-CEA15BA6AD16}"/>
                </a:ext>
              </a:extLst>
            </p:cNvPr>
            <p:cNvSpPr/>
            <p:nvPr/>
          </p:nvSpPr>
          <p:spPr>
            <a:xfrm>
              <a:off x="1657232" y="2284519"/>
              <a:ext cx="1903262" cy="1903262"/>
            </a:xfrm>
            <a:prstGeom prst="ellipse">
              <a:avLst/>
            </a:prstGeom>
            <a:gradFill flip="none" rotWithShape="1">
              <a:gsLst>
                <a:gs pos="54000">
                  <a:schemeClr val="accent2">
                    <a:alpha val="0"/>
                  </a:schemeClr>
                </a:gs>
                <a:gs pos="100000">
                  <a:schemeClr val="accent2">
                    <a:alpha val="74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弧形 90">
              <a:extLst>
                <a:ext uri="{FF2B5EF4-FFF2-40B4-BE49-F238E27FC236}">
                  <a16:creationId xmlns:a16="http://schemas.microsoft.com/office/drawing/2014/main" id="{AAFE0A4E-A184-40E3-B242-5E1A8F97F804}"/>
                </a:ext>
              </a:extLst>
            </p:cNvPr>
            <p:cNvSpPr/>
            <p:nvPr/>
          </p:nvSpPr>
          <p:spPr>
            <a:xfrm>
              <a:off x="1511583" y="2138870"/>
              <a:ext cx="2194560" cy="2194560"/>
            </a:xfrm>
            <a:prstGeom prst="arc">
              <a:avLst>
                <a:gd name="adj1" fmla="val 13183324"/>
                <a:gd name="adj2" fmla="val 19179742"/>
              </a:avLst>
            </a:prstGeom>
            <a:noFill/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弧形 91">
              <a:extLst>
                <a:ext uri="{FF2B5EF4-FFF2-40B4-BE49-F238E27FC236}">
                  <a16:creationId xmlns:a16="http://schemas.microsoft.com/office/drawing/2014/main" id="{17C54717-823E-4E7A-A0DD-ABFB18B0CABD}"/>
                </a:ext>
              </a:extLst>
            </p:cNvPr>
            <p:cNvSpPr/>
            <p:nvPr/>
          </p:nvSpPr>
          <p:spPr>
            <a:xfrm>
              <a:off x="1511583" y="2138870"/>
              <a:ext cx="2194560" cy="2194560"/>
            </a:xfrm>
            <a:prstGeom prst="arc">
              <a:avLst>
                <a:gd name="adj1" fmla="val 19555689"/>
                <a:gd name="adj2" fmla="val 2098353"/>
              </a:avLst>
            </a:prstGeom>
            <a:noFill/>
            <a:ln w="6350" cap="flat" cmpd="sng" algn="ctr">
              <a:solidFill>
                <a:schemeClr val="accent1"/>
              </a:solidFill>
              <a:prstDash val="dash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3" name="弧形 92">
              <a:extLst>
                <a:ext uri="{FF2B5EF4-FFF2-40B4-BE49-F238E27FC236}">
                  <a16:creationId xmlns:a16="http://schemas.microsoft.com/office/drawing/2014/main" id="{41CE2DA5-C35B-4792-B728-452399FA46A9}"/>
                </a:ext>
              </a:extLst>
            </p:cNvPr>
            <p:cNvSpPr/>
            <p:nvPr/>
          </p:nvSpPr>
          <p:spPr>
            <a:xfrm flipV="1">
              <a:off x="1511583" y="2138870"/>
              <a:ext cx="2194560" cy="2194560"/>
            </a:xfrm>
            <a:prstGeom prst="arc">
              <a:avLst>
                <a:gd name="adj1" fmla="val 13212858"/>
                <a:gd name="adj2" fmla="val 19206546"/>
              </a:avLst>
            </a:prstGeom>
            <a:noFill/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4" name="弧形 93">
              <a:extLst>
                <a:ext uri="{FF2B5EF4-FFF2-40B4-BE49-F238E27FC236}">
                  <a16:creationId xmlns:a16="http://schemas.microsoft.com/office/drawing/2014/main" id="{65241D58-9589-4612-A4C4-CC3A55802990}"/>
                </a:ext>
              </a:extLst>
            </p:cNvPr>
            <p:cNvSpPr/>
            <p:nvPr/>
          </p:nvSpPr>
          <p:spPr>
            <a:xfrm flipH="1">
              <a:off x="1511583" y="2138870"/>
              <a:ext cx="2194560" cy="2194560"/>
            </a:xfrm>
            <a:prstGeom prst="arc">
              <a:avLst>
                <a:gd name="adj1" fmla="val 19568616"/>
                <a:gd name="adj2" fmla="val 2079210"/>
              </a:avLst>
            </a:prstGeom>
            <a:noFill/>
            <a:ln w="6350" cap="flat" cmpd="sng" algn="ctr">
              <a:solidFill>
                <a:schemeClr val="accent1"/>
              </a:solidFill>
              <a:prstDash val="dash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0CD6CA26-D6A9-4F80-89F1-EF8F455E82F5}"/>
                </a:ext>
              </a:extLst>
            </p:cNvPr>
            <p:cNvSpPr/>
            <p:nvPr/>
          </p:nvSpPr>
          <p:spPr>
            <a:xfrm>
              <a:off x="3455719" y="2550731"/>
              <a:ext cx="54864" cy="54864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864938F0-4D02-4289-BD50-E332C438CB40}"/>
                </a:ext>
              </a:extLst>
            </p:cNvPr>
            <p:cNvSpPr/>
            <p:nvPr/>
          </p:nvSpPr>
          <p:spPr>
            <a:xfrm>
              <a:off x="1708199" y="2550731"/>
              <a:ext cx="54864" cy="54864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D9285182-0A84-4D48-B970-28B9FC95FA7A}"/>
                </a:ext>
              </a:extLst>
            </p:cNvPr>
            <p:cNvSpPr/>
            <p:nvPr/>
          </p:nvSpPr>
          <p:spPr>
            <a:xfrm>
              <a:off x="3455719" y="3876611"/>
              <a:ext cx="54864" cy="54864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03B0ACF6-0A95-4088-BFA3-C09C9F7DD85B}"/>
                </a:ext>
              </a:extLst>
            </p:cNvPr>
            <p:cNvSpPr/>
            <p:nvPr/>
          </p:nvSpPr>
          <p:spPr>
            <a:xfrm>
              <a:off x="1708199" y="3876611"/>
              <a:ext cx="54864" cy="54864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8CAA4B26-32DA-4CCD-88B4-AAF732423D02}"/>
              </a:ext>
            </a:extLst>
          </p:cNvPr>
          <p:cNvGrpSpPr/>
          <p:nvPr userDrawn="1"/>
        </p:nvGrpSpPr>
        <p:grpSpPr>
          <a:xfrm>
            <a:off x="8646794" y="1602996"/>
            <a:ext cx="2462150" cy="2462150"/>
            <a:chOff x="4521200" y="1661350"/>
            <a:chExt cx="3149600" cy="3149600"/>
          </a:xfrm>
        </p:grpSpPr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54CF21FD-34BA-4BD5-9561-E535481E8E04}"/>
                </a:ext>
              </a:extLst>
            </p:cNvPr>
            <p:cNvSpPr/>
            <p:nvPr/>
          </p:nvSpPr>
          <p:spPr>
            <a:xfrm>
              <a:off x="4673600" y="1813750"/>
              <a:ext cx="2844800" cy="2844800"/>
            </a:xfrm>
            <a:prstGeom prst="ellipse">
              <a:avLst/>
            </a:prstGeom>
            <a:gradFill flip="none" rotWithShape="1">
              <a:gsLst>
                <a:gs pos="64000">
                  <a:schemeClr val="accent2">
                    <a:alpha val="0"/>
                  </a:schemeClr>
                </a:gs>
                <a:gs pos="100000">
                  <a:schemeClr val="accent2">
                    <a:alpha val="74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A139E19C-4ECD-40A6-8FA0-C3E1BCB210BC}"/>
                </a:ext>
              </a:extLst>
            </p:cNvPr>
            <p:cNvSpPr/>
            <p:nvPr/>
          </p:nvSpPr>
          <p:spPr>
            <a:xfrm>
              <a:off x="5144369" y="2284519"/>
              <a:ext cx="1903262" cy="1903262"/>
            </a:xfrm>
            <a:prstGeom prst="ellipse">
              <a:avLst/>
            </a:prstGeom>
            <a:gradFill flip="none" rotWithShape="1">
              <a:gsLst>
                <a:gs pos="54000">
                  <a:schemeClr val="accent2">
                    <a:alpha val="0"/>
                  </a:schemeClr>
                </a:gs>
                <a:gs pos="100000">
                  <a:schemeClr val="accent2">
                    <a:alpha val="74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2" name="弧形 101">
              <a:extLst>
                <a:ext uri="{FF2B5EF4-FFF2-40B4-BE49-F238E27FC236}">
                  <a16:creationId xmlns:a16="http://schemas.microsoft.com/office/drawing/2014/main" id="{53EA0D4B-C5C7-451C-8E03-32AC00132853}"/>
                </a:ext>
              </a:extLst>
            </p:cNvPr>
            <p:cNvSpPr/>
            <p:nvPr/>
          </p:nvSpPr>
          <p:spPr>
            <a:xfrm>
              <a:off x="4998720" y="2138870"/>
              <a:ext cx="2194560" cy="2194560"/>
            </a:xfrm>
            <a:prstGeom prst="arc">
              <a:avLst>
                <a:gd name="adj1" fmla="val 13183324"/>
                <a:gd name="adj2" fmla="val 19179742"/>
              </a:avLst>
            </a:prstGeom>
            <a:noFill/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3" name="弧形 102">
              <a:extLst>
                <a:ext uri="{FF2B5EF4-FFF2-40B4-BE49-F238E27FC236}">
                  <a16:creationId xmlns:a16="http://schemas.microsoft.com/office/drawing/2014/main" id="{BF6313FE-4FE7-47AC-B6FC-78776E9BDCCA}"/>
                </a:ext>
              </a:extLst>
            </p:cNvPr>
            <p:cNvSpPr/>
            <p:nvPr/>
          </p:nvSpPr>
          <p:spPr>
            <a:xfrm>
              <a:off x="4998720" y="2138870"/>
              <a:ext cx="2194560" cy="2194560"/>
            </a:xfrm>
            <a:prstGeom prst="arc">
              <a:avLst>
                <a:gd name="adj1" fmla="val 19555689"/>
                <a:gd name="adj2" fmla="val 2098353"/>
              </a:avLst>
            </a:prstGeom>
            <a:noFill/>
            <a:ln w="6350" cap="flat" cmpd="sng" algn="ctr">
              <a:solidFill>
                <a:schemeClr val="accent1"/>
              </a:solidFill>
              <a:prstDash val="dash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4" name="弧形 103">
              <a:extLst>
                <a:ext uri="{FF2B5EF4-FFF2-40B4-BE49-F238E27FC236}">
                  <a16:creationId xmlns:a16="http://schemas.microsoft.com/office/drawing/2014/main" id="{A7C11D04-8C15-43DE-8692-380A670D21B8}"/>
                </a:ext>
              </a:extLst>
            </p:cNvPr>
            <p:cNvSpPr/>
            <p:nvPr/>
          </p:nvSpPr>
          <p:spPr>
            <a:xfrm flipV="1">
              <a:off x="4998720" y="2138870"/>
              <a:ext cx="2194560" cy="2194560"/>
            </a:xfrm>
            <a:prstGeom prst="arc">
              <a:avLst>
                <a:gd name="adj1" fmla="val 13212858"/>
                <a:gd name="adj2" fmla="val 19206546"/>
              </a:avLst>
            </a:prstGeom>
            <a:noFill/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5" name="弧形 104">
              <a:extLst>
                <a:ext uri="{FF2B5EF4-FFF2-40B4-BE49-F238E27FC236}">
                  <a16:creationId xmlns:a16="http://schemas.microsoft.com/office/drawing/2014/main" id="{8AB7C086-34D6-4D0B-B581-302688969FF9}"/>
                </a:ext>
              </a:extLst>
            </p:cNvPr>
            <p:cNvSpPr/>
            <p:nvPr/>
          </p:nvSpPr>
          <p:spPr>
            <a:xfrm flipH="1">
              <a:off x="4998720" y="2138870"/>
              <a:ext cx="2194560" cy="2194560"/>
            </a:xfrm>
            <a:prstGeom prst="arc">
              <a:avLst>
                <a:gd name="adj1" fmla="val 19568616"/>
                <a:gd name="adj2" fmla="val 2079210"/>
              </a:avLst>
            </a:prstGeom>
            <a:noFill/>
            <a:ln w="6350" cap="flat" cmpd="sng" algn="ctr">
              <a:solidFill>
                <a:schemeClr val="accent1"/>
              </a:solidFill>
              <a:prstDash val="dash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6FAF1E85-D59A-4884-BC69-3D2C3697B60A}"/>
                </a:ext>
              </a:extLst>
            </p:cNvPr>
            <p:cNvSpPr/>
            <p:nvPr/>
          </p:nvSpPr>
          <p:spPr>
            <a:xfrm>
              <a:off x="6942856" y="2550731"/>
              <a:ext cx="54864" cy="54864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07C09BAE-6675-439D-B32C-D47A9E8EFDC6}"/>
                </a:ext>
              </a:extLst>
            </p:cNvPr>
            <p:cNvSpPr/>
            <p:nvPr/>
          </p:nvSpPr>
          <p:spPr>
            <a:xfrm>
              <a:off x="5195336" y="2550731"/>
              <a:ext cx="54864" cy="54864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01377E77-CFB7-4C72-AC40-2FC5DE9C243F}"/>
                </a:ext>
              </a:extLst>
            </p:cNvPr>
            <p:cNvSpPr/>
            <p:nvPr/>
          </p:nvSpPr>
          <p:spPr>
            <a:xfrm>
              <a:off x="6942856" y="3876611"/>
              <a:ext cx="54864" cy="54864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1A0017A7-6886-4463-9FA2-6DC8833B1AE3}"/>
                </a:ext>
              </a:extLst>
            </p:cNvPr>
            <p:cNvSpPr/>
            <p:nvPr/>
          </p:nvSpPr>
          <p:spPr>
            <a:xfrm>
              <a:off x="5195336" y="3876611"/>
              <a:ext cx="54864" cy="54864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A3E345DF-3408-4046-AB99-EEFBC1BBADEE}"/>
                </a:ext>
              </a:extLst>
            </p:cNvPr>
            <p:cNvSpPr/>
            <p:nvPr/>
          </p:nvSpPr>
          <p:spPr>
            <a:xfrm>
              <a:off x="4521200" y="1661350"/>
              <a:ext cx="3149600" cy="3149600"/>
            </a:xfrm>
            <a:prstGeom prst="ellipse">
              <a:avLst/>
            </a:prstGeom>
            <a:noFill/>
            <a:ln w="6350" cap="flat" cmpd="sng" algn="ctr">
              <a:gradFill>
                <a:gsLst>
                  <a:gs pos="0">
                    <a:schemeClr val="accent1"/>
                  </a:gs>
                  <a:gs pos="85000">
                    <a:srgbClr val="1CADE4">
                      <a:alpha val="0"/>
                    </a:srgbClr>
                  </a:gs>
                  <a:gs pos="15000">
                    <a:srgbClr val="1CADE4">
                      <a:alpha val="0"/>
                    </a:srgbClr>
                  </a:gs>
                  <a:gs pos="100000">
                    <a:schemeClr val="accent1"/>
                  </a:gs>
                </a:gsLst>
                <a:lin ang="0" scaled="0"/>
              </a:gradFill>
              <a:prstDash val="dash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8A3ADFC-AE23-4974-B43D-9924F7D63F0C}"/>
              </a:ext>
            </a:extLst>
          </p:cNvPr>
          <p:cNvGrpSpPr/>
          <p:nvPr userDrawn="1"/>
        </p:nvGrpSpPr>
        <p:grpSpPr>
          <a:xfrm>
            <a:off x="3963194" y="700476"/>
            <a:ext cx="4267200" cy="4267190"/>
            <a:chOff x="2702560" y="35568"/>
            <a:chExt cx="6786880" cy="6786864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D327FA41-2218-4268-A04D-438341A30CB6}"/>
                </a:ext>
              </a:extLst>
            </p:cNvPr>
            <p:cNvSpPr/>
            <p:nvPr/>
          </p:nvSpPr>
          <p:spPr>
            <a:xfrm>
              <a:off x="3840480" y="1173480"/>
              <a:ext cx="4511040" cy="4511040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alpha val="30000"/>
                  </a:schemeClr>
                </a:gs>
                <a:gs pos="44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181AE85A-F032-415D-95CD-18C0D579E276}"/>
                </a:ext>
              </a:extLst>
            </p:cNvPr>
            <p:cNvSpPr/>
            <p:nvPr/>
          </p:nvSpPr>
          <p:spPr>
            <a:xfrm>
              <a:off x="4514650" y="1847654"/>
              <a:ext cx="3162700" cy="3162692"/>
            </a:xfrm>
            <a:prstGeom prst="ellipse">
              <a:avLst/>
            </a:prstGeom>
            <a:noFill/>
            <a:ln w="6350" cap="flat" cmpd="sng" algn="ctr">
              <a:solidFill>
                <a:schemeClr val="accent1">
                  <a:alpha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7468ED04-5FD7-48EC-90B4-D1C310ED0C5E}"/>
                </a:ext>
              </a:extLst>
            </p:cNvPr>
            <p:cNvSpPr/>
            <p:nvPr/>
          </p:nvSpPr>
          <p:spPr>
            <a:xfrm>
              <a:off x="3453353" y="786359"/>
              <a:ext cx="5285294" cy="5285282"/>
            </a:xfrm>
            <a:prstGeom prst="ellipse">
              <a:avLst/>
            </a:prstGeom>
            <a:noFill/>
            <a:ln w="6350" cap="flat" cmpd="sng" algn="ctr">
              <a:solidFill>
                <a:schemeClr val="accent1">
                  <a:alpha val="3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5" name="组合 114">
              <a:extLst>
                <a:ext uri="{FF2B5EF4-FFF2-40B4-BE49-F238E27FC236}">
                  <a16:creationId xmlns:a16="http://schemas.microsoft.com/office/drawing/2014/main" id="{70FAC3C1-19DA-48E1-B40E-5C4B46BDF48F}"/>
                </a:ext>
              </a:extLst>
            </p:cNvPr>
            <p:cNvGrpSpPr/>
            <p:nvPr/>
          </p:nvGrpSpPr>
          <p:grpSpPr>
            <a:xfrm>
              <a:off x="4998720" y="2331720"/>
              <a:ext cx="2194560" cy="2194560"/>
              <a:chOff x="1780139" y="2331720"/>
              <a:chExt cx="2194560" cy="2194560"/>
            </a:xfrm>
          </p:grpSpPr>
          <p:sp>
            <p:nvSpPr>
              <p:cNvPr id="117" name="椭圆 116">
                <a:extLst>
                  <a:ext uri="{FF2B5EF4-FFF2-40B4-BE49-F238E27FC236}">
                    <a16:creationId xmlns:a16="http://schemas.microsoft.com/office/drawing/2014/main" id="{4CD762CC-06FC-4F32-8918-EA96A01BDFFB}"/>
                  </a:ext>
                </a:extLst>
              </p:cNvPr>
              <p:cNvSpPr/>
              <p:nvPr/>
            </p:nvSpPr>
            <p:spPr>
              <a:xfrm>
                <a:off x="1925788" y="2477369"/>
                <a:ext cx="1903262" cy="190326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alpha val="73000"/>
                    </a:schemeClr>
                  </a:gs>
                  <a:gs pos="44000">
                    <a:schemeClr val="accent2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63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弧形 117">
                <a:extLst>
                  <a:ext uri="{FF2B5EF4-FFF2-40B4-BE49-F238E27FC236}">
                    <a16:creationId xmlns:a16="http://schemas.microsoft.com/office/drawing/2014/main" id="{01FC4ACA-4F8B-41F9-89FC-861DBC458C74}"/>
                  </a:ext>
                </a:extLst>
              </p:cNvPr>
              <p:cNvSpPr/>
              <p:nvPr/>
            </p:nvSpPr>
            <p:spPr>
              <a:xfrm>
                <a:off x="1780139" y="2331720"/>
                <a:ext cx="2194560" cy="2194560"/>
              </a:xfrm>
              <a:prstGeom prst="arc">
                <a:avLst>
                  <a:gd name="adj1" fmla="val 13183324"/>
                  <a:gd name="adj2" fmla="val 19179742"/>
                </a:avLst>
              </a:prstGeom>
              <a:noFill/>
              <a:ln w="63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9" name="弧形 118">
                <a:extLst>
                  <a:ext uri="{FF2B5EF4-FFF2-40B4-BE49-F238E27FC236}">
                    <a16:creationId xmlns:a16="http://schemas.microsoft.com/office/drawing/2014/main" id="{B78B832A-DE50-490D-B2D7-2BD67626E84E}"/>
                  </a:ext>
                </a:extLst>
              </p:cNvPr>
              <p:cNvSpPr/>
              <p:nvPr/>
            </p:nvSpPr>
            <p:spPr>
              <a:xfrm>
                <a:off x="1780139" y="2331720"/>
                <a:ext cx="2194560" cy="2194560"/>
              </a:xfrm>
              <a:prstGeom prst="arc">
                <a:avLst>
                  <a:gd name="adj1" fmla="val 19555689"/>
                  <a:gd name="adj2" fmla="val 2098353"/>
                </a:avLst>
              </a:prstGeom>
              <a:noFill/>
              <a:ln w="6350" cap="flat" cmpd="sng" algn="ctr">
                <a:solidFill>
                  <a:schemeClr val="accent1"/>
                </a:solidFill>
                <a:prstDash val="dash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弧形 119">
                <a:extLst>
                  <a:ext uri="{FF2B5EF4-FFF2-40B4-BE49-F238E27FC236}">
                    <a16:creationId xmlns:a16="http://schemas.microsoft.com/office/drawing/2014/main" id="{E03542CF-1093-45FB-96FE-6C1CBF7569A8}"/>
                  </a:ext>
                </a:extLst>
              </p:cNvPr>
              <p:cNvSpPr/>
              <p:nvPr/>
            </p:nvSpPr>
            <p:spPr>
              <a:xfrm flipV="1">
                <a:off x="1780139" y="2331720"/>
                <a:ext cx="2194560" cy="2194560"/>
              </a:xfrm>
              <a:prstGeom prst="arc">
                <a:avLst>
                  <a:gd name="adj1" fmla="val 13212858"/>
                  <a:gd name="adj2" fmla="val 19206546"/>
                </a:avLst>
              </a:prstGeom>
              <a:noFill/>
              <a:ln w="63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1" name="弧形 120">
                <a:extLst>
                  <a:ext uri="{FF2B5EF4-FFF2-40B4-BE49-F238E27FC236}">
                    <a16:creationId xmlns:a16="http://schemas.microsoft.com/office/drawing/2014/main" id="{30112AF9-53F0-4861-A827-B42D27F84177}"/>
                  </a:ext>
                </a:extLst>
              </p:cNvPr>
              <p:cNvSpPr/>
              <p:nvPr/>
            </p:nvSpPr>
            <p:spPr>
              <a:xfrm flipH="1">
                <a:off x="1780139" y="2331720"/>
                <a:ext cx="2194560" cy="2194560"/>
              </a:xfrm>
              <a:prstGeom prst="arc">
                <a:avLst>
                  <a:gd name="adj1" fmla="val 19568616"/>
                  <a:gd name="adj2" fmla="val 2079210"/>
                </a:avLst>
              </a:prstGeom>
              <a:noFill/>
              <a:ln w="6350" cap="flat" cmpd="sng" algn="ctr">
                <a:solidFill>
                  <a:schemeClr val="accent1"/>
                </a:solidFill>
                <a:prstDash val="dash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椭圆 121">
                <a:extLst>
                  <a:ext uri="{FF2B5EF4-FFF2-40B4-BE49-F238E27FC236}">
                    <a16:creationId xmlns:a16="http://schemas.microsoft.com/office/drawing/2014/main" id="{E34112CE-3B93-46E0-BB50-37404B72B121}"/>
                  </a:ext>
                </a:extLst>
              </p:cNvPr>
              <p:cNvSpPr/>
              <p:nvPr/>
            </p:nvSpPr>
            <p:spPr>
              <a:xfrm>
                <a:off x="3724275" y="2743581"/>
                <a:ext cx="54864" cy="54864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54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椭圆 122">
                <a:extLst>
                  <a:ext uri="{FF2B5EF4-FFF2-40B4-BE49-F238E27FC236}">
                    <a16:creationId xmlns:a16="http://schemas.microsoft.com/office/drawing/2014/main" id="{8869D4C3-BAF8-4B41-8119-C265A45BBB1A}"/>
                  </a:ext>
                </a:extLst>
              </p:cNvPr>
              <p:cNvSpPr/>
              <p:nvPr/>
            </p:nvSpPr>
            <p:spPr>
              <a:xfrm>
                <a:off x="1976755" y="2743581"/>
                <a:ext cx="54864" cy="54864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54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椭圆 123">
                <a:extLst>
                  <a:ext uri="{FF2B5EF4-FFF2-40B4-BE49-F238E27FC236}">
                    <a16:creationId xmlns:a16="http://schemas.microsoft.com/office/drawing/2014/main" id="{99957368-0EDD-4AAD-AF6E-FD293974A298}"/>
                  </a:ext>
                </a:extLst>
              </p:cNvPr>
              <p:cNvSpPr/>
              <p:nvPr/>
            </p:nvSpPr>
            <p:spPr>
              <a:xfrm>
                <a:off x="3724275" y="4069461"/>
                <a:ext cx="54864" cy="54864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54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椭圆 124">
                <a:extLst>
                  <a:ext uri="{FF2B5EF4-FFF2-40B4-BE49-F238E27FC236}">
                    <a16:creationId xmlns:a16="http://schemas.microsoft.com/office/drawing/2014/main" id="{F88DC02A-1AA3-4B30-8481-5B4F028B2ADB}"/>
                  </a:ext>
                </a:extLst>
              </p:cNvPr>
              <p:cNvSpPr/>
              <p:nvPr/>
            </p:nvSpPr>
            <p:spPr>
              <a:xfrm>
                <a:off x="1976755" y="4069461"/>
                <a:ext cx="54864" cy="54864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54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D9D749C8-1372-4292-80DF-57447DE9F09D}"/>
                </a:ext>
              </a:extLst>
            </p:cNvPr>
            <p:cNvSpPr/>
            <p:nvPr/>
          </p:nvSpPr>
          <p:spPr>
            <a:xfrm>
              <a:off x="2702560" y="35568"/>
              <a:ext cx="6786880" cy="6786864"/>
            </a:xfrm>
            <a:prstGeom prst="ellipse">
              <a:avLst/>
            </a:prstGeom>
            <a:noFill/>
            <a:ln w="12700" cap="flat" cmpd="sng" algn="ctr">
              <a:solidFill>
                <a:schemeClr val="accent1">
                  <a:alpha val="15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24FE3F-8432-4CAE-8532-E7D28A90CA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95015" y="2338169"/>
            <a:ext cx="1726218" cy="99180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zh-CN" altLang="en-US" dirty="0"/>
              <a:t>单击此处輸入文字</a:t>
            </a:r>
          </a:p>
        </p:txBody>
      </p:sp>
      <p:sp>
        <p:nvSpPr>
          <p:cNvPr id="126" name="文本占位符 125">
            <a:extLst>
              <a:ext uri="{FF2B5EF4-FFF2-40B4-BE49-F238E27FC236}">
                <a16:creationId xmlns:a16="http://schemas.microsoft.com/office/drawing/2014/main" id="{A9D8D905-6873-4CC1-B5BA-9971117870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33685" y="2338169"/>
            <a:ext cx="1726218" cy="991804"/>
          </a:xfrm>
          <a:prstGeom prst="rect">
            <a:avLst/>
          </a:prstGeom>
        </p:spPr>
        <p:txBody>
          <a:bodyPr anchor="ctr"/>
          <a:lstStyle>
            <a:lvl1pPr>
              <a:defRPr lang="zh-CN" altLang="en-US" sz="1800" dirty="0"/>
            </a:lvl1pPr>
          </a:lstStyle>
          <a:p>
            <a:pPr marL="0" lv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/>
              <a:t>单击此处輸入文字</a:t>
            </a:r>
          </a:p>
        </p:txBody>
      </p:sp>
      <p:sp>
        <p:nvSpPr>
          <p:cNvPr id="127" name="文本占位符 126">
            <a:extLst>
              <a:ext uri="{FF2B5EF4-FFF2-40B4-BE49-F238E27FC236}">
                <a16:creationId xmlns:a16="http://schemas.microsoft.com/office/drawing/2014/main" id="{5DC1AAD8-443E-45A4-92EC-2FDEFD5B2DA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14760" y="2338169"/>
            <a:ext cx="1726218" cy="991804"/>
          </a:xfrm>
          <a:prstGeom prst="rect">
            <a:avLst/>
          </a:prstGeom>
        </p:spPr>
        <p:txBody>
          <a:bodyPr anchor="ctr"/>
          <a:lstStyle>
            <a:lvl1pPr>
              <a:defRPr lang="zh-CN" altLang="en-US" sz="1800" dirty="0"/>
            </a:lvl1pPr>
          </a:lstStyle>
          <a:p>
            <a:pPr marL="0" lv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/>
              <a:t>单击此处輸入文字</a:t>
            </a:r>
          </a:p>
        </p:txBody>
      </p:sp>
      <p:sp>
        <p:nvSpPr>
          <p:cNvPr id="46" name="文本占位符 45">
            <a:extLst>
              <a:ext uri="{FF2B5EF4-FFF2-40B4-BE49-F238E27FC236}">
                <a16:creationId xmlns:a16="http://schemas.microsoft.com/office/drawing/2014/main" id="{2C059FA3-A853-4C90-A70F-F64A99C034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2975" y="320065"/>
            <a:ext cx="7086600" cy="5408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zh-CN" altLang="en-US" sz="3200" b="1" spc="200" baseline="0" dirty="0" smtClean="0">
                <a:gradFill flip="none" rotWithShape="1">
                  <a:gsLst>
                    <a:gs pos="50000">
                      <a:schemeClr val="accent1"/>
                    </a:gs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</a:lstStyle>
          <a:p>
            <a:pPr marL="0" lvl="0" defTabSz="457200"/>
            <a:r>
              <a:rPr lang="zh-CN" altLang="en-US" dirty="0"/>
              <a:t>单击此处编辑母版文本样式</a:t>
            </a:r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78EC8D8E-4047-4C78-8481-21493BCC499E}"/>
              </a:ext>
            </a:extLst>
          </p:cNvPr>
          <p:cNvSpPr/>
          <p:nvPr userDrawn="1"/>
        </p:nvSpPr>
        <p:spPr>
          <a:xfrm>
            <a:off x="669318" y="480508"/>
            <a:ext cx="417390" cy="219968"/>
          </a:xfrm>
          <a:custGeom>
            <a:avLst/>
            <a:gdLst>
              <a:gd name="connsiteX0" fmla="*/ 169032 w 284661"/>
              <a:gd name="connsiteY0" fmla="*/ 0 h 150019"/>
              <a:gd name="connsiteX1" fmla="*/ 218339 w 284661"/>
              <a:gd name="connsiteY1" fmla="*/ 0 h 150019"/>
              <a:gd name="connsiteX2" fmla="*/ 284661 w 284661"/>
              <a:gd name="connsiteY2" fmla="*/ 75010 h 150019"/>
              <a:gd name="connsiteX3" fmla="*/ 218339 w 284661"/>
              <a:gd name="connsiteY3" fmla="*/ 150019 h 150019"/>
              <a:gd name="connsiteX4" fmla="*/ 169032 w 284661"/>
              <a:gd name="connsiteY4" fmla="*/ 150019 h 150019"/>
              <a:gd name="connsiteX5" fmla="*/ 235354 w 284661"/>
              <a:gd name="connsiteY5" fmla="*/ 75010 h 150019"/>
              <a:gd name="connsiteX6" fmla="*/ 84516 w 284661"/>
              <a:gd name="connsiteY6" fmla="*/ 0 h 150019"/>
              <a:gd name="connsiteX7" fmla="*/ 133823 w 284661"/>
              <a:gd name="connsiteY7" fmla="*/ 0 h 150019"/>
              <a:gd name="connsiteX8" fmla="*/ 200145 w 284661"/>
              <a:gd name="connsiteY8" fmla="*/ 75010 h 150019"/>
              <a:gd name="connsiteX9" fmla="*/ 133823 w 284661"/>
              <a:gd name="connsiteY9" fmla="*/ 150019 h 150019"/>
              <a:gd name="connsiteX10" fmla="*/ 84516 w 284661"/>
              <a:gd name="connsiteY10" fmla="*/ 150019 h 150019"/>
              <a:gd name="connsiteX11" fmla="*/ 150838 w 284661"/>
              <a:gd name="connsiteY11" fmla="*/ 75010 h 150019"/>
              <a:gd name="connsiteX12" fmla="*/ 0 w 284661"/>
              <a:gd name="connsiteY12" fmla="*/ 0 h 150019"/>
              <a:gd name="connsiteX13" fmla="*/ 49307 w 284661"/>
              <a:gd name="connsiteY13" fmla="*/ 0 h 150019"/>
              <a:gd name="connsiteX14" fmla="*/ 115629 w 284661"/>
              <a:gd name="connsiteY14" fmla="*/ 75010 h 150019"/>
              <a:gd name="connsiteX15" fmla="*/ 49307 w 284661"/>
              <a:gd name="connsiteY15" fmla="*/ 150019 h 150019"/>
              <a:gd name="connsiteX16" fmla="*/ 0 w 284661"/>
              <a:gd name="connsiteY16" fmla="*/ 150019 h 150019"/>
              <a:gd name="connsiteX17" fmla="*/ 66322 w 284661"/>
              <a:gd name="connsiteY17" fmla="*/ 75010 h 15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4661" h="150019">
                <a:moveTo>
                  <a:pt x="169032" y="0"/>
                </a:moveTo>
                <a:lnTo>
                  <a:pt x="218339" y="0"/>
                </a:lnTo>
                <a:lnTo>
                  <a:pt x="284661" y="75010"/>
                </a:lnTo>
                <a:lnTo>
                  <a:pt x="218339" y="150019"/>
                </a:lnTo>
                <a:lnTo>
                  <a:pt x="169032" y="150019"/>
                </a:lnTo>
                <a:lnTo>
                  <a:pt x="235354" y="75010"/>
                </a:lnTo>
                <a:close/>
                <a:moveTo>
                  <a:pt x="84516" y="0"/>
                </a:moveTo>
                <a:lnTo>
                  <a:pt x="133823" y="0"/>
                </a:lnTo>
                <a:lnTo>
                  <a:pt x="200145" y="75010"/>
                </a:lnTo>
                <a:lnTo>
                  <a:pt x="133823" y="150019"/>
                </a:lnTo>
                <a:lnTo>
                  <a:pt x="84516" y="150019"/>
                </a:lnTo>
                <a:lnTo>
                  <a:pt x="150838" y="75010"/>
                </a:lnTo>
                <a:close/>
                <a:moveTo>
                  <a:pt x="0" y="0"/>
                </a:moveTo>
                <a:lnTo>
                  <a:pt x="49307" y="0"/>
                </a:lnTo>
                <a:lnTo>
                  <a:pt x="115629" y="75010"/>
                </a:lnTo>
                <a:lnTo>
                  <a:pt x="49307" y="150019"/>
                </a:lnTo>
                <a:lnTo>
                  <a:pt x="0" y="150019"/>
                </a:lnTo>
                <a:lnTo>
                  <a:pt x="66322" y="75010"/>
                </a:lnTo>
                <a:close/>
              </a:path>
            </a:pathLst>
          </a:custGeom>
          <a:gradFill>
            <a:gsLst>
              <a:gs pos="74000">
                <a:srgbClr val="608CE3"/>
              </a:gs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842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内容页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灰色的蜂窝&#10;&#10;中度可信度描述已自动生成">
            <a:extLst>
              <a:ext uri="{FF2B5EF4-FFF2-40B4-BE49-F238E27FC236}">
                <a16:creationId xmlns:a16="http://schemas.microsoft.com/office/drawing/2014/main" id="{811A8B55-2A84-416D-A650-485F681C1E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1" t="2947" r="2941" b="2947"/>
          <a:stretch>
            <a:fillRect/>
          </a:stretch>
        </p:blipFill>
        <p:spPr>
          <a:xfrm>
            <a:off x="0" y="0"/>
            <a:ext cx="12193588" cy="6858000"/>
          </a:xfrm>
          <a:custGeom>
            <a:avLst/>
            <a:gdLst>
              <a:gd name="connsiteX0" fmla="*/ 0 w 12193588"/>
              <a:gd name="connsiteY0" fmla="*/ 0 h 6858000"/>
              <a:gd name="connsiteX1" fmla="*/ 12193588 w 12193588"/>
              <a:gd name="connsiteY1" fmla="*/ 0 h 6858000"/>
              <a:gd name="connsiteX2" fmla="*/ 12193588 w 12193588"/>
              <a:gd name="connsiteY2" fmla="*/ 6858000 h 6858000"/>
              <a:gd name="connsiteX3" fmla="*/ 0 w 12193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8" h="6858000">
                <a:moveTo>
                  <a:pt x="0" y="0"/>
                </a:moveTo>
                <a:lnTo>
                  <a:pt x="12193588" y="0"/>
                </a:lnTo>
                <a:lnTo>
                  <a:pt x="1219358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7B751151-5CA9-431F-A06A-54E72BC32725}"/>
              </a:ext>
            </a:extLst>
          </p:cNvPr>
          <p:cNvSpPr/>
          <p:nvPr userDrawn="1"/>
        </p:nvSpPr>
        <p:spPr>
          <a:xfrm>
            <a:off x="1" y="0"/>
            <a:ext cx="12193588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29006735-0BCC-49FD-9338-D17360F6AB76}"/>
              </a:ext>
            </a:extLst>
          </p:cNvPr>
          <p:cNvGrpSpPr/>
          <p:nvPr userDrawn="1"/>
        </p:nvGrpSpPr>
        <p:grpSpPr>
          <a:xfrm>
            <a:off x="7704436" y="1402280"/>
            <a:ext cx="3448318" cy="1463164"/>
            <a:chOff x="7893827" y="4397932"/>
            <a:chExt cx="2421876" cy="1027632"/>
          </a:xfrm>
        </p:grpSpPr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BEA878DE-9207-4635-A447-0C98ACE5435F}"/>
                </a:ext>
              </a:extLst>
            </p:cNvPr>
            <p:cNvSpPr/>
            <p:nvPr/>
          </p:nvSpPr>
          <p:spPr>
            <a:xfrm>
              <a:off x="8075431" y="4467244"/>
              <a:ext cx="2146835" cy="958320"/>
            </a:xfrm>
            <a:custGeom>
              <a:avLst/>
              <a:gdLst>
                <a:gd name="connsiteX0" fmla="*/ 170623 w 2146835"/>
                <a:gd name="connsiteY0" fmla="*/ 0 h 958320"/>
                <a:gd name="connsiteX1" fmla="*/ 2146835 w 2146835"/>
                <a:gd name="connsiteY1" fmla="*/ 0 h 958320"/>
                <a:gd name="connsiteX2" fmla="*/ 1976213 w 2146835"/>
                <a:gd name="connsiteY2" fmla="*/ 865359 h 958320"/>
                <a:gd name="connsiteX3" fmla="*/ 477715 w 2146835"/>
                <a:gd name="connsiteY3" fmla="*/ 865359 h 958320"/>
                <a:gd name="connsiteX4" fmla="*/ 396113 w 2146835"/>
                <a:gd name="connsiteY4" fmla="*/ 958320 h 958320"/>
                <a:gd name="connsiteX5" fmla="*/ 375725 w 2146835"/>
                <a:gd name="connsiteY5" fmla="*/ 865359 h 958320"/>
                <a:gd name="connsiteX6" fmla="*/ 0 w 2146835"/>
                <a:gd name="connsiteY6" fmla="*/ 865359 h 95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6835" h="958320">
                  <a:moveTo>
                    <a:pt x="170623" y="0"/>
                  </a:moveTo>
                  <a:lnTo>
                    <a:pt x="2146835" y="0"/>
                  </a:lnTo>
                  <a:lnTo>
                    <a:pt x="1976213" y="865359"/>
                  </a:lnTo>
                  <a:lnTo>
                    <a:pt x="477715" y="865359"/>
                  </a:lnTo>
                  <a:lnTo>
                    <a:pt x="396113" y="958320"/>
                  </a:lnTo>
                  <a:lnTo>
                    <a:pt x="375725" y="865359"/>
                  </a:lnTo>
                  <a:lnTo>
                    <a:pt x="0" y="865359"/>
                  </a:lnTo>
                  <a:close/>
                </a:path>
              </a:pathLst>
            </a:custGeom>
            <a:gradFill flip="none" rotWithShape="1">
              <a:gsLst>
                <a:gs pos="43000">
                  <a:schemeClr val="accent1">
                    <a:alpha val="10000"/>
                  </a:schemeClr>
                </a:gs>
                <a:gs pos="0">
                  <a:schemeClr val="accent1">
                    <a:alpha val="2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9EAE1EB8-290F-4396-A027-26AD295D35CA}"/>
                </a:ext>
              </a:extLst>
            </p:cNvPr>
            <p:cNvSpPr/>
            <p:nvPr/>
          </p:nvSpPr>
          <p:spPr>
            <a:xfrm>
              <a:off x="7893827" y="4397932"/>
              <a:ext cx="2421876" cy="958320"/>
            </a:xfrm>
            <a:custGeom>
              <a:avLst/>
              <a:gdLst>
                <a:gd name="connsiteX0" fmla="*/ 170623 w 2421876"/>
                <a:gd name="connsiteY0" fmla="*/ 0 h 958320"/>
                <a:gd name="connsiteX1" fmla="*/ 2421876 w 2421876"/>
                <a:gd name="connsiteY1" fmla="*/ 0 h 958320"/>
                <a:gd name="connsiteX2" fmla="*/ 2251253 w 2421876"/>
                <a:gd name="connsiteY2" fmla="*/ 865359 h 958320"/>
                <a:gd name="connsiteX3" fmla="*/ 477715 w 2421876"/>
                <a:gd name="connsiteY3" fmla="*/ 865359 h 958320"/>
                <a:gd name="connsiteX4" fmla="*/ 396113 w 2421876"/>
                <a:gd name="connsiteY4" fmla="*/ 958320 h 958320"/>
                <a:gd name="connsiteX5" fmla="*/ 375725 w 2421876"/>
                <a:gd name="connsiteY5" fmla="*/ 865359 h 958320"/>
                <a:gd name="connsiteX6" fmla="*/ 0 w 2421876"/>
                <a:gd name="connsiteY6" fmla="*/ 865359 h 958320"/>
                <a:gd name="connsiteX7" fmla="*/ 170623 w 2421876"/>
                <a:gd name="connsiteY7" fmla="*/ 0 h 95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21876" h="958320">
                  <a:moveTo>
                    <a:pt x="170623" y="0"/>
                  </a:moveTo>
                  <a:lnTo>
                    <a:pt x="2421876" y="0"/>
                  </a:lnTo>
                  <a:lnTo>
                    <a:pt x="2251253" y="865359"/>
                  </a:lnTo>
                  <a:lnTo>
                    <a:pt x="477715" y="865359"/>
                  </a:lnTo>
                  <a:lnTo>
                    <a:pt x="396113" y="958320"/>
                  </a:lnTo>
                  <a:lnTo>
                    <a:pt x="375725" y="865359"/>
                  </a:lnTo>
                  <a:lnTo>
                    <a:pt x="0" y="865359"/>
                  </a:lnTo>
                  <a:lnTo>
                    <a:pt x="170623" y="0"/>
                  </a:lnTo>
                  <a:close/>
                </a:path>
              </a:pathLst>
            </a:custGeom>
            <a:noFill/>
            <a:ln w="6350">
              <a:gradFill flip="none" rotWithShape="1">
                <a:gsLst>
                  <a:gs pos="0">
                    <a:schemeClr val="accent1">
                      <a:lumMod val="70000"/>
                      <a:lumOff val="30000"/>
                    </a:schemeClr>
                  </a:gs>
                  <a:gs pos="19000">
                    <a:schemeClr val="accent1">
                      <a:lumMod val="45000"/>
                      <a:lumOff val="55000"/>
                      <a:alpha val="0"/>
                    </a:schemeClr>
                  </a:gs>
                </a:gsLst>
                <a:lin ang="7800000" scaled="0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39DCBA4F-598C-43E6-A71E-02C9C7AF4219}"/>
              </a:ext>
            </a:extLst>
          </p:cNvPr>
          <p:cNvGrpSpPr/>
          <p:nvPr userDrawn="1"/>
        </p:nvGrpSpPr>
        <p:grpSpPr>
          <a:xfrm flipH="1">
            <a:off x="987070" y="1402280"/>
            <a:ext cx="3448318" cy="1463164"/>
            <a:chOff x="7893827" y="4397932"/>
            <a:chExt cx="2421876" cy="1027632"/>
          </a:xfrm>
        </p:grpSpPr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AD54CE8A-678C-4927-9461-4B67A74FE0A7}"/>
                </a:ext>
              </a:extLst>
            </p:cNvPr>
            <p:cNvSpPr/>
            <p:nvPr/>
          </p:nvSpPr>
          <p:spPr>
            <a:xfrm>
              <a:off x="8075431" y="4467244"/>
              <a:ext cx="2146835" cy="958320"/>
            </a:xfrm>
            <a:custGeom>
              <a:avLst/>
              <a:gdLst>
                <a:gd name="connsiteX0" fmla="*/ 170623 w 2146835"/>
                <a:gd name="connsiteY0" fmla="*/ 0 h 958320"/>
                <a:gd name="connsiteX1" fmla="*/ 2146835 w 2146835"/>
                <a:gd name="connsiteY1" fmla="*/ 0 h 958320"/>
                <a:gd name="connsiteX2" fmla="*/ 1976213 w 2146835"/>
                <a:gd name="connsiteY2" fmla="*/ 865359 h 958320"/>
                <a:gd name="connsiteX3" fmla="*/ 477715 w 2146835"/>
                <a:gd name="connsiteY3" fmla="*/ 865359 h 958320"/>
                <a:gd name="connsiteX4" fmla="*/ 396113 w 2146835"/>
                <a:gd name="connsiteY4" fmla="*/ 958320 h 958320"/>
                <a:gd name="connsiteX5" fmla="*/ 375725 w 2146835"/>
                <a:gd name="connsiteY5" fmla="*/ 865359 h 958320"/>
                <a:gd name="connsiteX6" fmla="*/ 0 w 2146835"/>
                <a:gd name="connsiteY6" fmla="*/ 865359 h 95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6835" h="958320">
                  <a:moveTo>
                    <a:pt x="170623" y="0"/>
                  </a:moveTo>
                  <a:lnTo>
                    <a:pt x="2146835" y="0"/>
                  </a:lnTo>
                  <a:lnTo>
                    <a:pt x="1976213" y="865359"/>
                  </a:lnTo>
                  <a:lnTo>
                    <a:pt x="477715" y="865359"/>
                  </a:lnTo>
                  <a:lnTo>
                    <a:pt x="396113" y="958320"/>
                  </a:lnTo>
                  <a:lnTo>
                    <a:pt x="375725" y="865359"/>
                  </a:lnTo>
                  <a:lnTo>
                    <a:pt x="0" y="865359"/>
                  </a:lnTo>
                  <a:close/>
                </a:path>
              </a:pathLst>
            </a:custGeom>
            <a:gradFill flip="none" rotWithShape="1">
              <a:gsLst>
                <a:gs pos="43000">
                  <a:schemeClr val="accent1">
                    <a:alpha val="10000"/>
                  </a:schemeClr>
                </a:gs>
                <a:gs pos="0">
                  <a:schemeClr val="accent1">
                    <a:alpha val="2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4851CF4B-A884-42A6-B77A-DB1A027809A6}"/>
                </a:ext>
              </a:extLst>
            </p:cNvPr>
            <p:cNvSpPr/>
            <p:nvPr/>
          </p:nvSpPr>
          <p:spPr>
            <a:xfrm>
              <a:off x="7893827" y="4397932"/>
              <a:ext cx="2421876" cy="958320"/>
            </a:xfrm>
            <a:custGeom>
              <a:avLst/>
              <a:gdLst>
                <a:gd name="connsiteX0" fmla="*/ 170623 w 2421876"/>
                <a:gd name="connsiteY0" fmla="*/ 0 h 958320"/>
                <a:gd name="connsiteX1" fmla="*/ 2421876 w 2421876"/>
                <a:gd name="connsiteY1" fmla="*/ 0 h 958320"/>
                <a:gd name="connsiteX2" fmla="*/ 2251253 w 2421876"/>
                <a:gd name="connsiteY2" fmla="*/ 865359 h 958320"/>
                <a:gd name="connsiteX3" fmla="*/ 477715 w 2421876"/>
                <a:gd name="connsiteY3" fmla="*/ 865359 h 958320"/>
                <a:gd name="connsiteX4" fmla="*/ 396113 w 2421876"/>
                <a:gd name="connsiteY4" fmla="*/ 958320 h 958320"/>
                <a:gd name="connsiteX5" fmla="*/ 375725 w 2421876"/>
                <a:gd name="connsiteY5" fmla="*/ 865359 h 958320"/>
                <a:gd name="connsiteX6" fmla="*/ 0 w 2421876"/>
                <a:gd name="connsiteY6" fmla="*/ 865359 h 958320"/>
                <a:gd name="connsiteX7" fmla="*/ 170623 w 2421876"/>
                <a:gd name="connsiteY7" fmla="*/ 0 h 95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21876" h="958320">
                  <a:moveTo>
                    <a:pt x="170623" y="0"/>
                  </a:moveTo>
                  <a:lnTo>
                    <a:pt x="2421876" y="0"/>
                  </a:lnTo>
                  <a:lnTo>
                    <a:pt x="2251253" y="865359"/>
                  </a:lnTo>
                  <a:lnTo>
                    <a:pt x="477715" y="865359"/>
                  </a:lnTo>
                  <a:lnTo>
                    <a:pt x="396113" y="958320"/>
                  </a:lnTo>
                  <a:lnTo>
                    <a:pt x="375725" y="865359"/>
                  </a:lnTo>
                  <a:lnTo>
                    <a:pt x="0" y="865359"/>
                  </a:lnTo>
                  <a:lnTo>
                    <a:pt x="170623" y="0"/>
                  </a:lnTo>
                  <a:close/>
                </a:path>
              </a:pathLst>
            </a:custGeom>
            <a:noFill/>
            <a:ln w="6350">
              <a:gradFill flip="none" rotWithShape="1">
                <a:gsLst>
                  <a:gs pos="0">
                    <a:schemeClr val="accent1">
                      <a:lumMod val="70000"/>
                      <a:lumOff val="30000"/>
                    </a:schemeClr>
                  </a:gs>
                  <a:gs pos="19000">
                    <a:schemeClr val="accent1">
                      <a:alpha val="0"/>
                    </a:schemeClr>
                  </a:gs>
                </a:gsLst>
                <a:lin ang="7800000" scaled="0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46D6B07-4C4A-46BC-9070-F2E64485877D}"/>
              </a:ext>
            </a:extLst>
          </p:cNvPr>
          <p:cNvGrpSpPr/>
          <p:nvPr userDrawn="1"/>
        </p:nvGrpSpPr>
        <p:grpSpPr>
          <a:xfrm flipH="1">
            <a:off x="1594724" y="4650704"/>
            <a:ext cx="3448318" cy="1463164"/>
            <a:chOff x="7893827" y="4397932"/>
            <a:chExt cx="2421876" cy="1027632"/>
          </a:xfrm>
        </p:grpSpPr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51DAB3DD-990B-416F-9AE0-BCC8CF9D0FF2}"/>
                </a:ext>
              </a:extLst>
            </p:cNvPr>
            <p:cNvSpPr/>
            <p:nvPr/>
          </p:nvSpPr>
          <p:spPr>
            <a:xfrm>
              <a:off x="8075431" y="4467244"/>
              <a:ext cx="2146835" cy="958320"/>
            </a:xfrm>
            <a:custGeom>
              <a:avLst/>
              <a:gdLst>
                <a:gd name="connsiteX0" fmla="*/ 170623 w 2146835"/>
                <a:gd name="connsiteY0" fmla="*/ 0 h 958320"/>
                <a:gd name="connsiteX1" fmla="*/ 2146835 w 2146835"/>
                <a:gd name="connsiteY1" fmla="*/ 0 h 958320"/>
                <a:gd name="connsiteX2" fmla="*/ 1976213 w 2146835"/>
                <a:gd name="connsiteY2" fmla="*/ 865359 h 958320"/>
                <a:gd name="connsiteX3" fmla="*/ 477715 w 2146835"/>
                <a:gd name="connsiteY3" fmla="*/ 865359 h 958320"/>
                <a:gd name="connsiteX4" fmla="*/ 396113 w 2146835"/>
                <a:gd name="connsiteY4" fmla="*/ 958320 h 958320"/>
                <a:gd name="connsiteX5" fmla="*/ 375725 w 2146835"/>
                <a:gd name="connsiteY5" fmla="*/ 865359 h 958320"/>
                <a:gd name="connsiteX6" fmla="*/ 0 w 2146835"/>
                <a:gd name="connsiteY6" fmla="*/ 865359 h 95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6835" h="958320">
                  <a:moveTo>
                    <a:pt x="170623" y="0"/>
                  </a:moveTo>
                  <a:lnTo>
                    <a:pt x="2146835" y="0"/>
                  </a:lnTo>
                  <a:lnTo>
                    <a:pt x="1976213" y="865359"/>
                  </a:lnTo>
                  <a:lnTo>
                    <a:pt x="477715" y="865359"/>
                  </a:lnTo>
                  <a:lnTo>
                    <a:pt x="396113" y="958320"/>
                  </a:lnTo>
                  <a:lnTo>
                    <a:pt x="375725" y="865359"/>
                  </a:lnTo>
                  <a:lnTo>
                    <a:pt x="0" y="865359"/>
                  </a:lnTo>
                  <a:close/>
                </a:path>
              </a:pathLst>
            </a:custGeom>
            <a:gradFill flip="none" rotWithShape="1">
              <a:gsLst>
                <a:gs pos="43000">
                  <a:schemeClr val="accent1">
                    <a:alpha val="10000"/>
                  </a:schemeClr>
                </a:gs>
                <a:gs pos="0">
                  <a:schemeClr val="accent1">
                    <a:alpha val="2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FA3DAA91-2DD4-45B2-A2B6-3264F17AC44A}"/>
                </a:ext>
              </a:extLst>
            </p:cNvPr>
            <p:cNvSpPr/>
            <p:nvPr/>
          </p:nvSpPr>
          <p:spPr>
            <a:xfrm>
              <a:off x="7893827" y="4397932"/>
              <a:ext cx="2421876" cy="958320"/>
            </a:xfrm>
            <a:custGeom>
              <a:avLst/>
              <a:gdLst>
                <a:gd name="connsiteX0" fmla="*/ 170623 w 2421876"/>
                <a:gd name="connsiteY0" fmla="*/ 0 h 958320"/>
                <a:gd name="connsiteX1" fmla="*/ 2421876 w 2421876"/>
                <a:gd name="connsiteY1" fmla="*/ 0 h 958320"/>
                <a:gd name="connsiteX2" fmla="*/ 2251253 w 2421876"/>
                <a:gd name="connsiteY2" fmla="*/ 865359 h 958320"/>
                <a:gd name="connsiteX3" fmla="*/ 477715 w 2421876"/>
                <a:gd name="connsiteY3" fmla="*/ 865359 h 958320"/>
                <a:gd name="connsiteX4" fmla="*/ 396113 w 2421876"/>
                <a:gd name="connsiteY4" fmla="*/ 958320 h 958320"/>
                <a:gd name="connsiteX5" fmla="*/ 375725 w 2421876"/>
                <a:gd name="connsiteY5" fmla="*/ 865359 h 958320"/>
                <a:gd name="connsiteX6" fmla="*/ 0 w 2421876"/>
                <a:gd name="connsiteY6" fmla="*/ 865359 h 958320"/>
                <a:gd name="connsiteX7" fmla="*/ 170623 w 2421876"/>
                <a:gd name="connsiteY7" fmla="*/ 0 h 95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21876" h="958320">
                  <a:moveTo>
                    <a:pt x="170623" y="0"/>
                  </a:moveTo>
                  <a:lnTo>
                    <a:pt x="2421876" y="0"/>
                  </a:lnTo>
                  <a:lnTo>
                    <a:pt x="2251253" y="865359"/>
                  </a:lnTo>
                  <a:lnTo>
                    <a:pt x="477715" y="865359"/>
                  </a:lnTo>
                  <a:lnTo>
                    <a:pt x="396113" y="958320"/>
                  </a:lnTo>
                  <a:lnTo>
                    <a:pt x="375725" y="865359"/>
                  </a:lnTo>
                  <a:lnTo>
                    <a:pt x="0" y="865359"/>
                  </a:lnTo>
                  <a:lnTo>
                    <a:pt x="170623" y="0"/>
                  </a:lnTo>
                  <a:close/>
                </a:path>
              </a:pathLst>
            </a:custGeom>
            <a:noFill/>
            <a:ln w="6350">
              <a:gradFill flip="none" rotWithShape="1">
                <a:gsLst>
                  <a:gs pos="0">
                    <a:schemeClr val="accent1">
                      <a:lumMod val="70000"/>
                      <a:lumOff val="30000"/>
                    </a:schemeClr>
                  </a:gs>
                  <a:gs pos="19000">
                    <a:schemeClr val="accent1">
                      <a:lumMod val="45000"/>
                      <a:lumOff val="55000"/>
                      <a:alpha val="0"/>
                    </a:schemeClr>
                  </a:gs>
                </a:gsLst>
                <a:lin ang="7800000" scaled="0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F8DA8B13-8035-4770-A654-687C70DD7AC6}"/>
              </a:ext>
            </a:extLst>
          </p:cNvPr>
          <p:cNvGrpSpPr/>
          <p:nvPr userDrawn="1"/>
        </p:nvGrpSpPr>
        <p:grpSpPr>
          <a:xfrm>
            <a:off x="7183945" y="4650704"/>
            <a:ext cx="3448318" cy="1463164"/>
            <a:chOff x="7893827" y="4397932"/>
            <a:chExt cx="2421876" cy="1027632"/>
          </a:xfrm>
        </p:grpSpPr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43C05A6F-26C0-4914-BB76-5A47EB1D637E}"/>
                </a:ext>
              </a:extLst>
            </p:cNvPr>
            <p:cNvSpPr/>
            <p:nvPr/>
          </p:nvSpPr>
          <p:spPr>
            <a:xfrm>
              <a:off x="8075431" y="4467244"/>
              <a:ext cx="2146835" cy="958320"/>
            </a:xfrm>
            <a:custGeom>
              <a:avLst/>
              <a:gdLst>
                <a:gd name="connsiteX0" fmla="*/ 170623 w 2146835"/>
                <a:gd name="connsiteY0" fmla="*/ 0 h 958320"/>
                <a:gd name="connsiteX1" fmla="*/ 2146835 w 2146835"/>
                <a:gd name="connsiteY1" fmla="*/ 0 h 958320"/>
                <a:gd name="connsiteX2" fmla="*/ 1976213 w 2146835"/>
                <a:gd name="connsiteY2" fmla="*/ 865359 h 958320"/>
                <a:gd name="connsiteX3" fmla="*/ 477715 w 2146835"/>
                <a:gd name="connsiteY3" fmla="*/ 865359 h 958320"/>
                <a:gd name="connsiteX4" fmla="*/ 396113 w 2146835"/>
                <a:gd name="connsiteY4" fmla="*/ 958320 h 958320"/>
                <a:gd name="connsiteX5" fmla="*/ 375725 w 2146835"/>
                <a:gd name="connsiteY5" fmla="*/ 865359 h 958320"/>
                <a:gd name="connsiteX6" fmla="*/ 0 w 2146835"/>
                <a:gd name="connsiteY6" fmla="*/ 865359 h 95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6835" h="958320">
                  <a:moveTo>
                    <a:pt x="170623" y="0"/>
                  </a:moveTo>
                  <a:lnTo>
                    <a:pt x="2146835" y="0"/>
                  </a:lnTo>
                  <a:lnTo>
                    <a:pt x="1976213" y="865359"/>
                  </a:lnTo>
                  <a:lnTo>
                    <a:pt x="477715" y="865359"/>
                  </a:lnTo>
                  <a:lnTo>
                    <a:pt x="396113" y="958320"/>
                  </a:lnTo>
                  <a:lnTo>
                    <a:pt x="375725" y="865359"/>
                  </a:lnTo>
                  <a:lnTo>
                    <a:pt x="0" y="865359"/>
                  </a:lnTo>
                  <a:close/>
                </a:path>
              </a:pathLst>
            </a:custGeom>
            <a:gradFill flip="none" rotWithShape="1">
              <a:gsLst>
                <a:gs pos="43000">
                  <a:schemeClr val="accent1">
                    <a:alpha val="10000"/>
                  </a:schemeClr>
                </a:gs>
                <a:gs pos="0">
                  <a:schemeClr val="accent1">
                    <a:alpha val="2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99A5A38D-25CD-4E16-9EDB-4AFCA4C4B3AB}"/>
                </a:ext>
              </a:extLst>
            </p:cNvPr>
            <p:cNvSpPr/>
            <p:nvPr/>
          </p:nvSpPr>
          <p:spPr>
            <a:xfrm>
              <a:off x="7893827" y="4397932"/>
              <a:ext cx="2421876" cy="958320"/>
            </a:xfrm>
            <a:custGeom>
              <a:avLst/>
              <a:gdLst>
                <a:gd name="connsiteX0" fmla="*/ 170623 w 2421876"/>
                <a:gd name="connsiteY0" fmla="*/ 0 h 958320"/>
                <a:gd name="connsiteX1" fmla="*/ 2421876 w 2421876"/>
                <a:gd name="connsiteY1" fmla="*/ 0 h 958320"/>
                <a:gd name="connsiteX2" fmla="*/ 2251253 w 2421876"/>
                <a:gd name="connsiteY2" fmla="*/ 865359 h 958320"/>
                <a:gd name="connsiteX3" fmla="*/ 477715 w 2421876"/>
                <a:gd name="connsiteY3" fmla="*/ 865359 h 958320"/>
                <a:gd name="connsiteX4" fmla="*/ 396113 w 2421876"/>
                <a:gd name="connsiteY4" fmla="*/ 958320 h 958320"/>
                <a:gd name="connsiteX5" fmla="*/ 375725 w 2421876"/>
                <a:gd name="connsiteY5" fmla="*/ 865359 h 958320"/>
                <a:gd name="connsiteX6" fmla="*/ 0 w 2421876"/>
                <a:gd name="connsiteY6" fmla="*/ 865359 h 958320"/>
                <a:gd name="connsiteX7" fmla="*/ 170623 w 2421876"/>
                <a:gd name="connsiteY7" fmla="*/ 0 h 95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21876" h="958320">
                  <a:moveTo>
                    <a:pt x="170623" y="0"/>
                  </a:moveTo>
                  <a:lnTo>
                    <a:pt x="2421876" y="0"/>
                  </a:lnTo>
                  <a:lnTo>
                    <a:pt x="2251253" y="865359"/>
                  </a:lnTo>
                  <a:lnTo>
                    <a:pt x="477715" y="865359"/>
                  </a:lnTo>
                  <a:lnTo>
                    <a:pt x="396113" y="958320"/>
                  </a:lnTo>
                  <a:lnTo>
                    <a:pt x="375725" y="865359"/>
                  </a:lnTo>
                  <a:lnTo>
                    <a:pt x="0" y="865359"/>
                  </a:lnTo>
                  <a:lnTo>
                    <a:pt x="170623" y="0"/>
                  </a:lnTo>
                  <a:close/>
                </a:path>
              </a:pathLst>
            </a:custGeom>
            <a:noFill/>
            <a:ln w="6350">
              <a:gradFill flip="none" rotWithShape="1">
                <a:gsLst>
                  <a:gs pos="0">
                    <a:schemeClr val="accent1">
                      <a:lumMod val="70000"/>
                      <a:lumOff val="30000"/>
                    </a:schemeClr>
                  </a:gs>
                  <a:gs pos="19000">
                    <a:schemeClr val="accent1">
                      <a:lumMod val="45000"/>
                      <a:lumOff val="55000"/>
                      <a:alpha val="0"/>
                    </a:schemeClr>
                  </a:gs>
                </a:gsLst>
                <a:lin ang="7800000" scaled="0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42C29D0A-2080-4F9A-B441-4E9796C88419}"/>
              </a:ext>
            </a:extLst>
          </p:cNvPr>
          <p:cNvGrpSpPr/>
          <p:nvPr userDrawn="1"/>
        </p:nvGrpSpPr>
        <p:grpSpPr>
          <a:xfrm>
            <a:off x="4904859" y="2322522"/>
            <a:ext cx="2383870" cy="2383870"/>
            <a:chOff x="76962" y="-2446936"/>
            <a:chExt cx="11751872" cy="11751872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FE6C721-2A75-46CE-B94D-8F15E153B194}"/>
                </a:ext>
              </a:extLst>
            </p:cNvPr>
            <p:cNvSpPr/>
            <p:nvPr/>
          </p:nvSpPr>
          <p:spPr>
            <a:xfrm>
              <a:off x="76962" y="-2446936"/>
              <a:ext cx="11751872" cy="11751872"/>
            </a:xfrm>
            <a:prstGeom prst="ellipse">
              <a:avLst/>
            </a:prstGeom>
            <a:gradFill flip="none" rotWithShape="1">
              <a:gsLst>
                <a:gs pos="59000">
                  <a:schemeClr val="accent1">
                    <a:alpha val="0"/>
                  </a:schemeClr>
                </a:gs>
                <a:gs pos="98000">
                  <a:schemeClr val="accent1">
                    <a:alpha val="19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76286917-2065-472D-AC7A-18F1D10C7EEF}"/>
                </a:ext>
              </a:extLst>
            </p:cNvPr>
            <p:cNvSpPr/>
            <p:nvPr/>
          </p:nvSpPr>
          <p:spPr>
            <a:xfrm>
              <a:off x="811830" y="-1712068"/>
              <a:ext cx="10282136" cy="10282136"/>
            </a:xfrm>
            <a:prstGeom prst="ellipse">
              <a:avLst/>
            </a:prstGeom>
            <a:gradFill flip="none" rotWithShape="1">
              <a:gsLst>
                <a:gs pos="59000">
                  <a:schemeClr val="accent1">
                    <a:alpha val="0"/>
                  </a:schemeClr>
                </a:gs>
                <a:gs pos="98000">
                  <a:schemeClr val="accent1">
                    <a:alpha val="19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gradFill>
                <a:gsLst>
                  <a:gs pos="20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8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EBC13BE2-E45A-47F8-BAC0-2CA5C3C26A48}"/>
                </a:ext>
              </a:extLst>
            </p:cNvPr>
            <p:cNvSpPr/>
            <p:nvPr/>
          </p:nvSpPr>
          <p:spPr>
            <a:xfrm>
              <a:off x="1555566" y="-968332"/>
              <a:ext cx="8794664" cy="8794664"/>
            </a:xfrm>
            <a:prstGeom prst="ellipse">
              <a:avLst/>
            </a:prstGeom>
            <a:gradFill flip="none" rotWithShape="1">
              <a:gsLst>
                <a:gs pos="38000">
                  <a:schemeClr val="accent1">
                    <a:alpha val="10000"/>
                  </a:schemeClr>
                </a:gs>
                <a:gs pos="100000">
                  <a:schemeClr val="accent1">
                    <a:alpha val="3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gradFill>
                <a:gsLst>
                  <a:gs pos="20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8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64DEC552-D6C1-47D2-9E01-BC77C6D27C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H="1">
            <a:off x="2262260" y="4942134"/>
            <a:ext cx="2322078" cy="83194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7" name="文本占位符 26">
            <a:extLst>
              <a:ext uri="{FF2B5EF4-FFF2-40B4-BE49-F238E27FC236}">
                <a16:creationId xmlns:a16="http://schemas.microsoft.com/office/drawing/2014/main" id="{9AF44A0D-F6EE-4F78-9F56-724934953F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93834" y="4942134"/>
            <a:ext cx="2322078" cy="83194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8" name="文本占位符 27">
            <a:extLst>
              <a:ext uri="{FF2B5EF4-FFF2-40B4-BE49-F238E27FC236}">
                <a16:creationId xmlns:a16="http://schemas.microsoft.com/office/drawing/2014/main" id="{0F2F12CF-4506-467A-9225-B7FB427FDE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1654606" y="1700692"/>
            <a:ext cx="2322078" cy="83194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9" name="文本占位符 28">
            <a:extLst>
              <a:ext uri="{FF2B5EF4-FFF2-40B4-BE49-F238E27FC236}">
                <a16:creationId xmlns:a16="http://schemas.microsoft.com/office/drawing/2014/main" id="{0BA8977D-7F89-4E27-9B62-AC72B0824CE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14325" y="1700692"/>
            <a:ext cx="2322078" cy="83194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CAF0B68-C39D-4E3E-94D3-F851663DF88F}"/>
              </a:ext>
            </a:extLst>
          </p:cNvPr>
          <p:cNvGrpSpPr/>
          <p:nvPr userDrawn="1"/>
        </p:nvGrpSpPr>
        <p:grpSpPr>
          <a:xfrm flipH="1">
            <a:off x="1284858" y="3022026"/>
            <a:ext cx="3448318" cy="1463164"/>
            <a:chOff x="7893827" y="4397932"/>
            <a:chExt cx="2421876" cy="1027632"/>
          </a:xfrm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1BABA20E-074E-4378-8BBA-CC70C52A787D}"/>
                </a:ext>
              </a:extLst>
            </p:cNvPr>
            <p:cNvSpPr/>
            <p:nvPr/>
          </p:nvSpPr>
          <p:spPr>
            <a:xfrm>
              <a:off x="8075431" y="4467244"/>
              <a:ext cx="2146835" cy="958320"/>
            </a:xfrm>
            <a:custGeom>
              <a:avLst/>
              <a:gdLst>
                <a:gd name="connsiteX0" fmla="*/ 170623 w 2146835"/>
                <a:gd name="connsiteY0" fmla="*/ 0 h 958320"/>
                <a:gd name="connsiteX1" fmla="*/ 2146835 w 2146835"/>
                <a:gd name="connsiteY1" fmla="*/ 0 h 958320"/>
                <a:gd name="connsiteX2" fmla="*/ 1976213 w 2146835"/>
                <a:gd name="connsiteY2" fmla="*/ 865359 h 958320"/>
                <a:gd name="connsiteX3" fmla="*/ 477715 w 2146835"/>
                <a:gd name="connsiteY3" fmla="*/ 865359 h 958320"/>
                <a:gd name="connsiteX4" fmla="*/ 396113 w 2146835"/>
                <a:gd name="connsiteY4" fmla="*/ 958320 h 958320"/>
                <a:gd name="connsiteX5" fmla="*/ 375725 w 2146835"/>
                <a:gd name="connsiteY5" fmla="*/ 865359 h 958320"/>
                <a:gd name="connsiteX6" fmla="*/ 0 w 2146835"/>
                <a:gd name="connsiteY6" fmla="*/ 865359 h 95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6835" h="958320">
                  <a:moveTo>
                    <a:pt x="170623" y="0"/>
                  </a:moveTo>
                  <a:lnTo>
                    <a:pt x="2146835" y="0"/>
                  </a:lnTo>
                  <a:lnTo>
                    <a:pt x="1976213" y="865359"/>
                  </a:lnTo>
                  <a:lnTo>
                    <a:pt x="477715" y="865359"/>
                  </a:lnTo>
                  <a:lnTo>
                    <a:pt x="396113" y="958320"/>
                  </a:lnTo>
                  <a:lnTo>
                    <a:pt x="375725" y="865359"/>
                  </a:lnTo>
                  <a:lnTo>
                    <a:pt x="0" y="865359"/>
                  </a:lnTo>
                  <a:close/>
                </a:path>
              </a:pathLst>
            </a:custGeom>
            <a:gradFill flip="none" rotWithShape="1">
              <a:gsLst>
                <a:gs pos="43000">
                  <a:schemeClr val="accent1">
                    <a:alpha val="10000"/>
                  </a:schemeClr>
                </a:gs>
                <a:gs pos="0">
                  <a:schemeClr val="accent1">
                    <a:alpha val="2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2BB281F8-2393-43C5-820E-8BD8BC29F699}"/>
                </a:ext>
              </a:extLst>
            </p:cNvPr>
            <p:cNvSpPr/>
            <p:nvPr/>
          </p:nvSpPr>
          <p:spPr>
            <a:xfrm>
              <a:off x="7893827" y="4397932"/>
              <a:ext cx="2421876" cy="958320"/>
            </a:xfrm>
            <a:custGeom>
              <a:avLst/>
              <a:gdLst>
                <a:gd name="connsiteX0" fmla="*/ 170623 w 2421876"/>
                <a:gd name="connsiteY0" fmla="*/ 0 h 958320"/>
                <a:gd name="connsiteX1" fmla="*/ 2421876 w 2421876"/>
                <a:gd name="connsiteY1" fmla="*/ 0 h 958320"/>
                <a:gd name="connsiteX2" fmla="*/ 2251253 w 2421876"/>
                <a:gd name="connsiteY2" fmla="*/ 865359 h 958320"/>
                <a:gd name="connsiteX3" fmla="*/ 477715 w 2421876"/>
                <a:gd name="connsiteY3" fmla="*/ 865359 h 958320"/>
                <a:gd name="connsiteX4" fmla="*/ 396113 w 2421876"/>
                <a:gd name="connsiteY4" fmla="*/ 958320 h 958320"/>
                <a:gd name="connsiteX5" fmla="*/ 375725 w 2421876"/>
                <a:gd name="connsiteY5" fmla="*/ 865359 h 958320"/>
                <a:gd name="connsiteX6" fmla="*/ 0 w 2421876"/>
                <a:gd name="connsiteY6" fmla="*/ 865359 h 958320"/>
                <a:gd name="connsiteX7" fmla="*/ 170623 w 2421876"/>
                <a:gd name="connsiteY7" fmla="*/ 0 h 95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21876" h="958320">
                  <a:moveTo>
                    <a:pt x="170623" y="0"/>
                  </a:moveTo>
                  <a:lnTo>
                    <a:pt x="2421876" y="0"/>
                  </a:lnTo>
                  <a:lnTo>
                    <a:pt x="2251253" y="865359"/>
                  </a:lnTo>
                  <a:lnTo>
                    <a:pt x="477715" y="865359"/>
                  </a:lnTo>
                  <a:lnTo>
                    <a:pt x="396113" y="958320"/>
                  </a:lnTo>
                  <a:lnTo>
                    <a:pt x="375725" y="865359"/>
                  </a:lnTo>
                  <a:lnTo>
                    <a:pt x="0" y="865359"/>
                  </a:lnTo>
                  <a:lnTo>
                    <a:pt x="170623" y="0"/>
                  </a:lnTo>
                  <a:close/>
                </a:path>
              </a:pathLst>
            </a:custGeom>
            <a:noFill/>
            <a:ln w="6350">
              <a:gradFill flip="none" rotWithShape="1">
                <a:gsLst>
                  <a:gs pos="0">
                    <a:schemeClr val="accent1">
                      <a:lumMod val="70000"/>
                      <a:lumOff val="30000"/>
                    </a:schemeClr>
                  </a:gs>
                  <a:gs pos="19000">
                    <a:schemeClr val="accent1">
                      <a:lumMod val="45000"/>
                      <a:lumOff val="55000"/>
                      <a:alpha val="0"/>
                    </a:schemeClr>
                  </a:gs>
                </a:gsLst>
                <a:lin ang="7800000" scaled="0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AB0E652-BFCB-421B-B83E-C4AC6F7B05C5}"/>
              </a:ext>
            </a:extLst>
          </p:cNvPr>
          <p:cNvGrpSpPr/>
          <p:nvPr userDrawn="1"/>
        </p:nvGrpSpPr>
        <p:grpSpPr>
          <a:xfrm>
            <a:off x="7445864" y="3022026"/>
            <a:ext cx="3448318" cy="1463164"/>
            <a:chOff x="7893827" y="4397932"/>
            <a:chExt cx="2421876" cy="1027632"/>
          </a:xfrm>
        </p:grpSpPr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D2619EA1-9DBF-4A20-B368-BDCBF14AC95E}"/>
                </a:ext>
              </a:extLst>
            </p:cNvPr>
            <p:cNvSpPr/>
            <p:nvPr/>
          </p:nvSpPr>
          <p:spPr>
            <a:xfrm>
              <a:off x="8075431" y="4467244"/>
              <a:ext cx="2146835" cy="958320"/>
            </a:xfrm>
            <a:custGeom>
              <a:avLst/>
              <a:gdLst>
                <a:gd name="connsiteX0" fmla="*/ 170623 w 2146835"/>
                <a:gd name="connsiteY0" fmla="*/ 0 h 958320"/>
                <a:gd name="connsiteX1" fmla="*/ 2146835 w 2146835"/>
                <a:gd name="connsiteY1" fmla="*/ 0 h 958320"/>
                <a:gd name="connsiteX2" fmla="*/ 1976213 w 2146835"/>
                <a:gd name="connsiteY2" fmla="*/ 865359 h 958320"/>
                <a:gd name="connsiteX3" fmla="*/ 477715 w 2146835"/>
                <a:gd name="connsiteY3" fmla="*/ 865359 h 958320"/>
                <a:gd name="connsiteX4" fmla="*/ 396113 w 2146835"/>
                <a:gd name="connsiteY4" fmla="*/ 958320 h 958320"/>
                <a:gd name="connsiteX5" fmla="*/ 375725 w 2146835"/>
                <a:gd name="connsiteY5" fmla="*/ 865359 h 958320"/>
                <a:gd name="connsiteX6" fmla="*/ 0 w 2146835"/>
                <a:gd name="connsiteY6" fmla="*/ 865359 h 95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6835" h="958320">
                  <a:moveTo>
                    <a:pt x="170623" y="0"/>
                  </a:moveTo>
                  <a:lnTo>
                    <a:pt x="2146835" y="0"/>
                  </a:lnTo>
                  <a:lnTo>
                    <a:pt x="1976213" y="865359"/>
                  </a:lnTo>
                  <a:lnTo>
                    <a:pt x="477715" y="865359"/>
                  </a:lnTo>
                  <a:lnTo>
                    <a:pt x="396113" y="958320"/>
                  </a:lnTo>
                  <a:lnTo>
                    <a:pt x="375725" y="865359"/>
                  </a:lnTo>
                  <a:lnTo>
                    <a:pt x="0" y="865359"/>
                  </a:lnTo>
                  <a:close/>
                </a:path>
              </a:pathLst>
            </a:custGeom>
            <a:gradFill flip="none" rotWithShape="1">
              <a:gsLst>
                <a:gs pos="43000">
                  <a:schemeClr val="accent1">
                    <a:alpha val="10000"/>
                  </a:schemeClr>
                </a:gs>
                <a:gs pos="0">
                  <a:schemeClr val="accent1">
                    <a:alpha val="2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solidFill>
                <a:schemeClr val="accent1"/>
              </a:solidFill>
            </a:ln>
            <a:effectLst>
              <a:outerShdw blurRad="215900" algn="ctr" rotWithShape="0">
                <a:schemeClr val="accent1"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554492"/>
              <a:endParaRPr lang="zh-CN" altLang="en-US" sz="1100" dirty="0">
                <a:solidFill>
                  <a:prstClr val="white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5E71A60C-B9C6-4ADF-98A3-385913C1999E}"/>
                </a:ext>
              </a:extLst>
            </p:cNvPr>
            <p:cNvSpPr/>
            <p:nvPr/>
          </p:nvSpPr>
          <p:spPr>
            <a:xfrm>
              <a:off x="7893827" y="4397932"/>
              <a:ext cx="2421876" cy="958320"/>
            </a:xfrm>
            <a:custGeom>
              <a:avLst/>
              <a:gdLst>
                <a:gd name="connsiteX0" fmla="*/ 170623 w 2421876"/>
                <a:gd name="connsiteY0" fmla="*/ 0 h 958320"/>
                <a:gd name="connsiteX1" fmla="*/ 2421876 w 2421876"/>
                <a:gd name="connsiteY1" fmla="*/ 0 h 958320"/>
                <a:gd name="connsiteX2" fmla="*/ 2251253 w 2421876"/>
                <a:gd name="connsiteY2" fmla="*/ 865359 h 958320"/>
                <a:gd name="connsiteX3" fmla="*/ 477715 w 2421876"/>
                <a:gd name="connsiteY3" fmla="*/ 865359 h 958320"/>
                <a:gd name="connsiteX4" fmla="*/ 396113 w 2421876"/>
                <a:gd name="connsiteY4" fmla="*/ 958320 h 958320"/>
                <a:gd name="connsiteX5" fmla="*/ 375725 w 2421876"/>
                <a:gd name="connsiteY5" fmla="*/ 865359 h 958320"/>
                <a:gd name="connsiteX6" fmla="*/ 0 w 2421876"/>
                <a:gd name="connsiteY6" fmla="*/ 865359 h 958320"/>
                <a:gd name="connsiteX7" fmla="*/ 170623 w 2421876"/>
                <a:gd name="connsiteY7" fmla="*/ 0 h 95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21876" h="958320">
                  <a:moveTo>
                    <a:pt x="170623" y="0"/>
                  </a:moveTo>
                  <a:lnTo>
                    <a:pt x="2421876" y="0"/>
                  </a:lnTo>
                  <a:lnTo>
                    <a:pt x="2251253" y="865359"/>
                  </a:lnTo>
                  <a:lnTo>
                    <a:pt x="477715" y="865359"/>
                  </a:lnTo>
                  <a:lnTo>
                    <a:pt x="396113" y="958320"/>
                  </a:lnTo>
                  <a:lnTo>
                    <a:pt x="375725" y="865359"/>
                  </a:lnTo>
                  <a:lnTo>
                    <a:pt x="0" y="865359"/>
                  </a:lnTo>
                  <a:lnTo>
                    <a:pt x="170623" y="0"/>
                  </a:lnTo>
                  <a:close/>
                </a:path>
              </a:pathLst>
            </a:custGeom>
            <a:noFill/>
            <a:ln w="6350">
              <a:gradFill flip="none" rotWithShape="1">
                <a:gsLst>
                  <a:gs pos="0">
                    <a:schemeClr val="accent1">
                      <a:lumMod val="70000"/>
                      <a:lumOff val="30000"/>
                    </a:schemeClr>
                  </a:gs>
                  <a:gs pos="19000">
                    <a:schemeClr val="accent1">
                      <a:lumMod val="45000"/>
                      <a:lumOff val="55000"/>
                      <a:alpha val="0"/>
                    </a:schemeClr>
                  </a:gs>
                </a:gsLst>
                <a:lin ang="7800000" scaled="0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文本占位符 35">
            <a:extLst>
              <a:ext uri="{FF2B5EF4-FFF2-40B4-BE49-F238E27FC236}">
                <a16:creationId xmlns:a16="http://schemas.microsoft.com/office/drawing/2014/main" id="{47D7B243-10A6-4C58-B1CE-5305EFAB65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 flipH="1">
            <a:off x="1952394" y="3298942"/>
            <a:ext cx="2322078" cy="83194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7" name="文本占位符 36">
            <a:extLst>
              <a:ext uri="{FF2B5EF4-FFF2-40B4-BE49-F238E27FC236}">
                <a16:creationId xmlns:a16="http://schemas.microsoft.com/office/drawing/2014/main" id="{18B61CDB-894B-4624-8AAE-912C4584FD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55753" y="3313456"/>
            <a:ext cx="2322078" cy="83194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8" name="文本占位符 37">
            <a:extLst>
              <a:ext uri="{FF2B5EF4-FFF2-40B4-BE49-F238E27FC236}">
                <a16:creationId xmlns:a16="http://schemas.microsoft.com/office/drawing/2014/main" id="{DC7B87BE-C724-42CE-A17E-84B282C27B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2975" y="320065"/>
            <a:ext cx="7086600" cy="5408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zh-CN" altLang="en-US" sz="3200" b="1" spc="200" baseline="0" dirty="0" smtClean="0">
                <a:gradFill flip="none" rotWithShape="1">
                  <a:gsLst>
                    <a:gs pos="50000">
                      <a:schemeClr val="accent1"/>
                    </a:gs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</a:lstStyle>
          <a:p>
            <a:pPr marL="0" lvl="0" defTabSz="457200"/>
            <a:r>
              <a:rPr lang="zh-CN" altLang="en-US" dirty="0"/>
              <a:t>单击此处编辑母版文本样式</a:t>
            </a: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6F64D058-8973-4908-9774-506CE2FE7F22}"/>
              </a:ext>
            </a:extLst>
          </p:cNvPr>
          <p:cNvSpPr/>
          <p:nvPr userDrawn="1"/>
        </p:nvSpPr>
        <p:spPr>
          <a:xfrm>
            <a:off x="669318" y="480508"/>
            <a:ext cx="417390" cy="219968"/>
          </a:xfrm>
          <a:custGeom>
            <a:avLst/>
            <a:gdLst>
              <a:gd name="connsiteX0" fmla="*/ 169032 w 284661"/>
              <a:gd name="connsiteY0" fmla="*/ 0 h 150019"/>
              <a:gd name="connsiteX1" fmla="*/ 218339 w 284661"/>
              <a:gd name="connsiteY1" fmla="*/ 0 h 150019"/>
              <a:gd name="connsiteX2" fmla="*/ 284661 w 284661"/>
              <a:gd name="connsiteY2" fmla="*/ 75010 h 150019"/>
              <a:gd name="connsiteX3" fmla="*/ 218339 w 284661"/>
              <a:gd name="connsiteY3" fmla="*/ 150019 h 150019"/>
              <a:gd name="connsiteX4" fmla="*/ 169032 w 284661"/>
              <a:gd name="connsiteY4" fmla="*/ 150019 h 150019"/>
              <a:gd name="connsiteX5" fmla="*/ 235354 w 284661"/>
              <a:gd name="connsiteY5" fmla="*/ 75010 h 150019"/>
              <a:gd name="connsiteX6" fmla="*/ 84516 w 284661"/>
              <a:gd name="connsiteY6" fmla="*/ 0 h 150019"/>
              <a:gd name="connsiteX7" fmla="*/ 133823 w 284661"/>
              <a:gd name="connsiteY7" fmla="*/ 0 h 150019"/>
              <a:gd name="connsiteX8" fmla="*/ 200145 w 284661"/>
              <a:gd name="connsiteY8" fmla="*/ 75010 h 150019"/>
              <a:gd name="connsiteX9" fmla="*/ 133823 w 284661"/>
              <a:gd name="connsiteY9" fmla="*/ 150019 h 150019"/>
              <a:gd name="connsiteX10" fmla="*/ 84516 w 284661"/>
              <a:gd name="connsiteY10" fmla="*/ 150019 h 150019"/>
              <a:gd name="connsiteX11" fmla="*/ 150838 w 284661"/>
              <a:gd name="connsiteY11" fmla="*/ 75010 h 150019"/>
              <a:gd name="connsiteX12" fmla="*/ 0 w 284661"/>
              <a:gd name="connsiteY12" fmla="*/ 0 h 150019"/>
              <a:gd name="connsiteX13" fmla="*/ 49307 w 284661"/>
              <a:gd name="connsiteY13" fmla="*/ 0 h 150019"/>
              <a:gd name="connsiteX14" fmla="*/ 115629 w 284661"/>
              <a:gd name="connsiteY14" fmla="*/ 75010 h 150019"/>
              <a:gd name="connsiteX15" fmla="*/ 49307 w 284661"/>
              <a:gd name="connsiteY15" fmla="*/ 150019 h 150019"/>
              <a:gd name="connsiteX16" fmla="*/ 0 w 284661"/>
              <a:gd name="connsiteY16" fmla="*/ 150019 h 150019"/>
              <a:gd name="connsiteX17" fmla="*/ 66322 w 284661"/>
              <a:gd name="connsiteY17" fmla="*/ 75010 h 15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4661" h="150019">
                <a:moveTo>
                  <a:pt x="169032" y="0"/>
                </a:moveTo>
                <a:lnTo>
                  <a:pt x="218339" y="0"/>
                </a:lnTo>
                <a:lnTo>
                  <a:pt x="284661" y="75010"/>
                </a:lnTo>
                <a:lnTo>
                  <a:pt x="218339" y="150019"/>
                </a:lnTo>
                <a:lnTo>
                  <a:pt x="169032" y="150019"/>
                </a:lnTo>
                <a:lnTo>
                  <a:pt x="235354" y="75010"/>
                </a:lnTo>
                <a:close/>
                <a:moveTo>
                  <a:pt x="84516" y="0"/>
                </a:moveTo>
                <a:lnTo>
                  <a:pt x="133823" y="0"/>
                </a:lnTo>
                <a:lnTo>
                  <a:pt x="200145" y="75010"/>
                </a:lnTo>
                <a:lnTo>
                  <a:pt x="133823" y="150019"/>
                </a:lnTo>
                <a:lnTo>
                  <a:pt x="84516" y="150019"/>
                </a:lnTo>
                <a:lnTo>
                  <a:pt x="150838" y="75010"/>
                </a:lnTo>
                <a:close/>
                <a:moveTo>
                  <a:pt x="0" y="0"/>
                </a:moveTo>
                <a:lnTo>
                  <a:pt x="49307" y="0"/>
                </a:lnTo>
                <a:lnTo>
                  <a:pt x="115629" y="75010"/>
                </a:lnTo>
                <a:lnTo>
                  <a:pt x="49307" y="150019"/>
                </a:lnTo>
                <a:lnTo>
                  <a:pt x="0" y="150019"/>
                </a:lnTo>
                <a:lnTo>
                  <a:pt x="66322" y="75010"/>
                </a:lnTo>
                <a:close/>
              </a:path>
            </a:pathLst>
          </a:custGeom>
          <a:gradFill>
            <a:gsLst>
              <a:gs pos="74000">
                <a:srgbClr val="608CE3"/>
              </a:gs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911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内容页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 descr="灰色的蜂窝&#10;&#10;中度可信度描述已自动生成">
            <a:extLst>
              <a:ext uri="{FF2B5EF4-FFF2-40B4-BE49-F238E27FC236}">
                <a16:creationId xmlns:a16="http://schemas.microsoft.com/office/drawing/2014/main" id="{DBD8DDB5-AEB8-4700-97E9-5313A72FAF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1" t="2947" r="2941" b="2947"/>
          <a:stretch>
            <a:fillRect/>
          </a:stretch>
        </p:blipFill>
        <p:spPr>
          <a:xfrm>
            <a:off x="0" y="0"/>
            <a:ext cx="12193588" cy="6858000"/>
          </a:xfrm>
          <a:custGeom>
            <a:avLst/>
            <a:gdLst>
              <a:gd name="connsiteX0" fmla="*/ 0 w 12193588"/>
              <a:gd name="connsiteY0" fmla="*/ 0 h 6858000"/>
              <a:gd name="connsiteX1" fmla="*/ 12193588 w 12193588"/>
              <a:gd name="connsiteY1" fmla="*/ 0 h 6858000"/>
              <a:gd name="connsiteX2" fmla="*/ 12193588 w 12193588"/>
              <a:gd name="connsiteY2" fmla="*/ 6858000 h 6858000"/>
              <a:gd name="connsiteX3" fmla="*/ 0 w 12193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8" h="6858000">
                <a:moveTo>
                  <a:pt x="0" y="0"/>
                </a:moveTo>
                <a:lnTo>
                  <a:pt x="12193588" y="0"/>
                </a:lnTo>
                <a:lnTo>
                  <a:pt x="1219358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7B751151-5CA9-431F-A06A-54E72BC32725}"/>
              </a:ext>
            </a:extLst>
          </p:cNvPr>
          <p:cNvSpPr/>
          <p:nvPr userDrawn="1"/>
        </p:nvSpPr>
        <p:spPr>
          <a:xfrm>
            <a:off x="1" y="0"/>
            <a:ext cx="12193588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5086ABD-D1FC-493A-82A5-2C6069405DC8}"/>
              </a:ext>
            </a:extLst>
          </p:cNvPr>
          <p:cNvGrpSpPr/>
          <p:nvPr userDrawn="1"/>
        </p:nvGrpSpPr>
        <p:grpSpPr>
          <a:xfrm>
            <a:off x="1358900" y="1006820"/>
            <a:ext cx="5015033" cy="4818961"/>
            <a:chOff x="1358900" y="1019520"/>
            <a:chExt cx="5015033" cy="4818961"/>
          </a:xfrm>
        </p:grpSpPr>
        <p:sp>
          <p:nvSpPr>
            <p:cNvPr id="5" name="箭头: 五边形 4">
              <a:extLst>
                <a:ext uri="{FF2B5EF4-FFF2-40B4-BE49-F238E27FC236}">
                  <a16:creationId xmlns:a16="http://schemas.microsoft.com/office/drawing/2014/main" id="{018A1F0F-1B08-434F-AF05-A4CC8ADFA6EC}"/>
                </a:ext>
              </a:extLst>
            </p:cNvPr>
            <p:cNvSpPr/>
            <p:nvPr/>
          </p:nvSpPr>
          <p:spPr>
            <a:xfrm>
              <a:off x="1358900" y="1844314"/>
              <a:ext cx="4171570" cy="3169370"/>
            </a:xfrm>
            <a:prstGeom prst="homePlate">
              <a:avLst>
                <a:gd name="adj" fmla="val 42221"/>
              </a:avLst>
            </a:prstGeom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2">
                    <a:alpha val="35000"/>
                  </a:schemeClr>
                </a:gs>
              </a:gsLst>
              <a:lin ang="0" scaled="0"/>
              <a:tileRect/>
            </a:gradFill>
            <a:ln>
              <a:gradFill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箭头: 五边形 5">
              <a:extLst>
                <a:ext uri="{FF2B5EF4-FFF2-40B4-BE49-F238E27FC236}">
                  <a16:creationId xmlns:a16="http://schemas.microsoft.com/office/drawing/2014/main" id="{7F61E9C4-DD98-4FB3-9F96-97DFEF23C6C3}"/>
                </a:ext>
              </a:extLst>
            </p:cNvPr>
            <p:cNvSpPr/>
            <p:nvPr/>
          </p:nvSpPr>
          <p:spPr>
            <a:xfrm>
              <a:off x="2029610" y="2319875"/>
              <a:ext cx="2919693" cy="2218251"/>
            </a:xfrm>
            <a:prstGeom prst="homePlate">
              <a:avLst>
                <a:gd name="adj" fmla="val 42221"/>
              </a:avLst>
            </a:prstGeom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2">
                    <a:alpha val="20000"/>
                  </a:schemeClr>
                </a:gs>
              </a:gsLst>
              <a:lin ang="0" scaled="0"/>
              <a:tileRect/>
            </a:gradFill>
            <a:ln>
              <a:gradFill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箭头: 五边形 6">
              <a:extLst>
                <a:ext uri="{FF2B5EF4-FFF2-40B4-BE49-F238E27FC236}">
                  <a16:creationId xmlns:a16="http://schemas.microsoft.com/office/drawing/2014/main" id="{624770D7-218D-47E0-818E-98FD86C121DC}"/>
                </a:ext>
              </a:extLst>
            </p:cNvPr>
            <p:cNvSpPr/>
            <p:nvPr/>
          </p:nvSpPr>
          <p:spPr>
            <a:xfrm>
              <a:off x="1927497" y="1739900"/>
              <a:ext cx="4446436" cy="3378200"/>
            </a:xfrm>
            <a:prstGeom prst="homePlate">
              <a:avLst>
                <a:gd name="adj" fmla="val 42221"/>
              </a:avLst>
            </a:prstGeom>
            <a:noFill/>
            <a:ln>
              <a:gradFill>
                <a:gsLst>
                  <a:gs pos="77000">
                    <a:schemeClr val="accent2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8ADBD1A-7B51-4776-BEA9-D0221928B26F}"/>
                </a:ext>
              </a:extLst>
            </p:cNvPr>
            <p:cNvSpPr/>
            <p:nvPr/>
          </p:nvSpPr>
          <p:spPr>
            <a:xfrm rot="16200000">
              <a:off x="1192519" y="2997794"/>
              <a:ext cx="4541916" cy="636164"/>
            </a:xfrm>
            <a:prstGeom prst="ellipse">
              <a:avLst/>
            </a:prstGeom>
            <a:noFill/>
            <a:ln w="19050">
              <a:gradFill>
                <a:gsLst>
                  <a:gs pos="15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  <a:effectLst>
              <a:outerShdw blurRad="50800" algn="ctr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7DB6C595-F561-4F2C-BE08-8195C9BF3B1D}"/>
                </a:ext>
              </a:extLst>
            </p:cNvPr>
            <p:cNvGrpSpPr/>
            <p:nvPr/>
          </p:nvGrpSpPr>
          <p:grpSpPr>
            <a:xfrm>
              <a:off x="1679949" y="1019520"/>
              <a:ext cx="2709333" cy="4818961"/>
              <a:chOff x="1549400" y="1041400"/>
              <a:chExt cx="2709333" cy="4818961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86DC7945-6837-4341-A3AB-6E68793AA9A4}"/>
                  </a:ext>
                </a:extLst>
              </p:cNvPr>
              <p:cNvGrpSpPr/>
              <p:nvPr/>
            </p:nvGrpSpPr>
            <p:grpSpPr>
              <a:xfrm>
                <a:off x="1549400" y="1041400"/>
                <a:ext cx="2709333" cy="533400"/>
                <a:chOff x="1549400" y="1041400"/>
                <a:chExt cx="2709333" cy="533400"/>
              </a:xfrm>
            </p:grpSpPr>
            <p:cxnSp>
              <p:nvCxnSpPr>
                <p:cNvPr id="15" name="直接箭头连接符 14">
                  <a:extLst>
                    <a:ext uri="{FF2B5EF4-FFF2-40B4-BE49-F238E27FC236}">
                      <a16:creationId xmlns:a16="http://schemas.microsoft.com/office/drawing/2014/main" id="{8434B1FB-B8F2-485C-A557-8806C85CBD15}"/>
                    </a:ext>
                  </a:extLst>
                </p:cNvPr>
                <p:cNvCxnSpPr/>
                <p:nvPr/>
              </p:nvCxnSpPr>
              <p:spPr>
                <a:xfrm>
                  <a:off x="1549400" y="1574800"/>
                  <a:ext cx="2709333" cy="0"/>
                </a:xfrm>
                <a:prstGeom prst="straightConnector1">
                  <a:avLst/>
                </a:prstGeom>
                <a:noFill/>
                <a:ln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/>
                      </a:gs>
                    </a:gsLst>
                    <a:lin ang="0" scaled="0"/>
                  </a:gradFill>
                  <a:tailEnd type="stealth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6" name="直接箭头连接符 15">
                  <a:extLst>
                    <a:ext uri="{FF2B5EF4-FFF2-40B4-BE49-F238E27FC236}">
                      <a16:creationId xmlns:a16="http://schemas.microsoft.com/office/drawing/2014/main" id="{DA7F6152-4F4D-436A-A96E-A61EC724767C}"/>
                    </a:ext>
                  </a:extLst>
                </p:cNvPr>
                <p:cNvCxnSpPr/>
                <p:nvPr/>
              </p:nvCxnSpPr>
              <p:spPr>
                <a:xfrm>
                  <a:off x="2381250" y="1303867"/>
                  <a:ext cx="683683" cy="0"/>
                </a:xfrm>
                <a:prstGeom prst="straightConnector1">
                  <a:avLst/>
                </a:prstGeom>
                <a:noFill/>
                <a:ln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>
                          <a:alpha val="43000"/>
                        </a:schemeClr>
                      </a:gs>
                    </a:gsLst>
                    <a:lin ang="0" scaled="0"/>
                  </a:gradFill>
                  <a:prstDash val="dash"/>
                  <a:tailEnd type="stealth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7" name="直接箭头连接符 16">
                  <a:extLst>
                    <a:ext uri="{FF2B5EF4-FFF2-40B4-BE49-F238E27FC236}">
                      <a16:creationId xmlns:a16="http://schemas.microsoft.com/office/drawing/2014/main" id="{A63F1C84-76B4-49B4-BBB4-90BD58ED6048}"/>
                    </a:ext>
                  </a:extLst>
                </p:cNvPr>
                <p:cNvCxnSpPr/>
                <p:nvPr/>
              </p:nvCxnSpPr>
              <p:spPr>
                <a:xfrm>
                  <a:off x="3333750" y="1041400"/>
                  <a:ext cx="683683" cy="0"/>
                </a:xfrm>
                <a:prstGeom prst="straightConnector1">
                  <a:avLst/>
                </a:prstGeom>
                <a:noFill/>
                <a:ln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/>
                      </a:gs>
                    </a:gsLst>
                    <a:lin ang="0" scaled="0"/>
                  </a:gradFill>
                  <a:prstDash val="dash"/>
                  <a:tailEnd type="stealth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815A596B-F35C-459B-A893-E104FB305932}"/>
                  </a:ext>
                </a:extLst>
              </p:cNvPr>
              <p:cNvGrpSpPr/>
              <p:nvPr/>
            </p:nvGrpSpPr>
            <p:grpSpPr>
              <a:xfrm flipV="1">
                <a:off x="1549400" y="5326961"/>
                <a:ext cx="2709333" cy="533400"/>
                <a:chOff x="1549400" y="1041400"/>
                <a:chExt cx="2709333" cy="533400"/>
              </a:xfrm>
            </p:grpSpPr>
            <p:cxnSp>
              <p:nvCxnSpPr>
                <p:cNvPr id="12" name="直接箭头连接符 11">
                  <a:extLst>
                    <a:ext uri="{FF2B5EF4-FFF2-40B4-BE49-F238E27FC236}">
                      <a16:creationId xmlns:a16="http://schemas.microsoft.com/office/drawing/2014/main" id="{7154F71B-F444-4FB0-8D49-E7A66581C616}"/>
                    </a:ext>
                  </a:extLst>
                </p:cNvPr>
                <p:cNvCxnSpPr/>
                <p:nvPr/>
              </p:nvCxnSpPr>
              <p:spPr>
                <a:xfrm>
                  <a:off x="1549400" y="1574800"/>
                  <a:ext cx="2709333" cy="0"/>
                </a:xfrm>
                <a:prstGeom prst="straightConnector1">
                  <a:avLst/>
                </a:prstGeom>
                <a:noFill/>
                <a:ln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/>
                      </a:gs>
                    </a:gsLst>
                    <a:lin ang="0" scaled="0"/>
                  </a:gradFill>
                  <a:tailEnd type="stealth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" name="直接箭头连接符 12">
                  <a:extLst>
                    <a:ext uri="{FF2B5EF4-FFF2-40B4-BE49-F238E27FC236}">
                      <a16:creationId xmlns:a16="http://schemas.microsoft.com/office/drawing/2014/main" id="{823443C1-A282-4FF2-9127-EEC7483EBA20}"/>
                    </a:ext>
                  </a:extLst>
                </p:cNvPr>
                <p:cNvCxnSpPr/>
                <p:nvPr/>
              </p:nvCxnSpPr>
              <p:spPr>
                <a:xfrm>
                  <a:off x="2381250" y="1303867"/>
                  <a:ext cx="683683" cy="0"/>
                </a:xfrm>
                <a:prstGeom prst="straightConnector1">
                  <a:avLst/>
                </a:prstGeom>
                <a:noFill/>
                <a:ln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>
                          <a:alpha val="43000"/>
                        </a:schemeClr>
                      </a:gs>
                    </a:gsLst>
                    <a:lin ang="0" scaled="0"/>
                  </a:gradFill>
                  <a:prstDash val="dash"/>
                  <a:tailEnd type="stealth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4" name="直接箭头连接符 13">
                  <a:extLst>
                    <a:ext uri="{FF2B5EF4-FFF2-40B4-BE49-F238E27FC236}">
                      <a16:creationId xmlns:a16="http://schemas.microsoft.com/office/drawing/2014/main" id="{BDDA38A9-5AC3-4821-ADE8-4CECDED1956B}"/>
                    </a:ext>
                  </a:extLst>
                </p:cNvPr>
                <p:cNvCxnSpPr/>
                <p:nvPr/>
              </p:nvCxnSpPr>
              <p:spPr>
                <a:xfrm>
                  <a:off x="3333750" y="1041400"/>
                  <a:ext cx="683683" cy="0"/>
                </a:xfrm>
                <a:prstGeom prst="straightConnector1">
                  <a:avLst/>
                </a:prstGeom>
                <a:noFill/>
                <a:ln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/>
                      </a:gs>
                    </a:gsLst>
                    <a:lin ang="0" scaled="0"/>
                  </a:gradFill>
                  <a:prstDash val="dash"/>
                  <a:tailEnd type="stealth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0EF95D5-9625-482C-BB81-9B7B9A4728B2}"/>
              </a:ext>
            </a:extLst>
          </p:cNvPr>
          <p:cNvGrpSpPr/>
          <p:nvPr userDrawn="1"/>
        </p:nvGrpSpPr>
        <p:grpSpPr>
          <a:xfrm>
            <a:off x="5818066" y="1006820"/>
            <a:ext cx="5015033" cy="4818961"/>
            <a:chOff x="5818066" y="1019520"/>
            <a:chExt cx="5015033" cy="4818961"/>
          </a:xfrm>
        </p:grpSpPr>
        <p:sp>
          <p:nvSpPr>
            <p:cNvPr id="19" name="箭头: 五边形 18">
              <a:extLst>
                <a:ext uri="{FF2B5EF4-FFF2-40B4-BE49-F238E27FC236}">
                  <a16:creationId xmlns:a16="http://schemas.microsoft.com/office/drawing/2014/main" id="{0D3E0DAD-ED2A-441D-A7BA-408E497357C0}"/>
                </a:ext>
              </a:extLst>
            </p:cNvPr>
            <p:cNvSpPr/>
            <p:nvPr/>
          </p:nvSpPr>
          <p:spPr>
            <a:xfrm flipH="1">
              <a:off x="6661529" y="1844314"/>
              <a:ext cx="4171570" cy="3169370"/>
            </a:xfrm>
            <a:prstGeom prst="homePlate">
              <a:avLst>
                <a:gd name="adj" fmla="val 42221"/>
              </a:avLst>
            </a:prstGeom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2">
                    <a:alpha val="35000"/>
                  </a:schemeClr>
                </a:gs>
              </a:gsLst>
              <a:lin ang="0" scaled="0"/>
              <a:tileRect/>
            </a:gradFill>
            <a:ln>
              <a:gradFill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箭头: 五边形 19">
              <a:extLst>
                <a:ext uri="{FF2B5EF4-FFF2-40B4-BE49-F238E27FC236}">
                  <a16:creationId xmlns:a16="http://schemas.microsoft.com/office/drawing/2014/main" id="{8F3FF9CE-BB37-4DCE-A925-16FAD19E3799}"/>
                </a:ext>
              </a:extLst>
            </p:cNvPr>
            <p:cNvSpPr/>
            <p:nvPr/>
          </p:nvSpPr>
          <p:spPr>
            <a:xfrm flipH="1">
              <a:off x="7242695" y="2319875"/>
              <a:ext cx="2919693" cy="2218251"/>
            </a:xfrm>
            <a:prstGeom prst="homePlate">
              <a:avLst>
                <a:gd name="adj" fmla="val 42221"/>
              </a:avLst>
            </a:prstGeom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2">
                    <a:alpha val="20000"/>
                  </a:schemeClr>
                </a:gs>
              </a:gsLst>
              <a:lin ang="0" scaled="0"/>
              <a:tileRect/>
            </a:gradFill>
            <a:ln>
              <a:gradFill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箭头: 五边形 20">
              <a:extLst>
                <a:ext uri="{FF2B5EF4-FFF2-40B4-BE49-F238E27FC236}">
                  <a16:creationId xmlns:a16="http://schemas.microsoft.com/office/drawing/2014/main" id="{D03DA396-E3FF-4033-AEF3-64BD6FAF580D}"/>
                </a:ext>
              </a:extLst>
            </p:cNvPr>
            <p:cNvSpPr/>
            <p:nvPr/>
          </p:nvSpPr>
          <p:spPr>
            <a:xfrm flipH="1">
              <a:off x="5818066" y="1739900"/>
              <a:ext cx="4446436" cy="3378200"/>
            </a:xfrm>
            <a:prstGeom prst="homePlate">
              <a:avLst>
                <a:gd name="adj" fmla="val 42221"/>
              </a:avLst>
            </a:prstGeom>
            <a:noFill/>
            <a:ln>
              <a:gradFill>
                <a:gsLst>
                  <a:gs pos="77000">
                    <a:schemeClr val="accent2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791E7B62-EF4C-4987-AEBF-810822C1CEEC}"/>
                </a:ext>
              </a:extLst>
            </p:cNvPr>
            <p:cNvSpPr/>
            <p:nvPr/>
          </p:nvSpPr>
          <p:spPr>
            <a:xfrm rot="5400000" flipH="1">
              <a:off x="6472965" y="2997794"/>
              <a:ext cx="4541918" cy="636164"/>
            </a:xfrm>
            <a:prstGeom prst="ellipse">
              <a:avLst/>
            </a:prstGeom>
            <a:noFill/>
            <a:ln w="19050">
              <a:gradFill>
                <a:gsLst>
                  <a:gs pos="15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  <a:effectLst>
              <a:outerShdw blurRad="50800" algn="ctr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460FCE5D-1F05-4AAC-B56E-73F7F4FA1F1C}"/>
                </a:ext>
              </a:extLst>
            </p:cNvPr>
            <p:cNvGrpSpPr/>
            <p:nvPr/>
          </p:nvGrpSpPr>
          <p:grpSpPr>
            <a:xfrm flipH="1">
              <a:off x="7802719" y="1019520"/>
              <a:ext cx="2709333" cy="4818961"/>
              <a:chOff x="1549400" y="1041400"/>
              <a:chExt cx="2709333" cy="4818961"/>
            </a:xfrm>
          </p:grpSpPr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F7D3E520-D0D7-457D-8529-89D99A7FE208}"/>
                  </a:ext>
                </a:extLst>
              </p:cNvPr>
              <p:cNvGrpSpPr/>
              <p:nvPr/>
            </p:nvGrpSpPr>
            <p:grpSpPr>
              <a:xfrm>
                <a:off x="1549400" y="1041400"/>
                <a:ext cx="2709333" cy="533400"/>
                <a:chOff x="1549400" y="1041400"/>
                <a:chExt cx="2709333" cy="533400"/>
              </a:xfrm>
            </p:grpSpPr>
            <p:cxnSp>
              <p:nvCxnSpPr>
                <p:cNvPr id="31" name="直接箭头连接符 30">
                  <a:extLst>
                    <a:ext uri="{FF2B5EF4-FFF2-40B4-BE49-F238E27FC236}">
                      <a16:creationId xmlns:a16="http://schemas.microsoft.com/office/drawing/2014/main" id="{BE8495C5-4EEA-4437-98B5-9BE31F75332C}"/>
                    </a:ext>
                  </a:extLst>
                </p:cNvPr>
                <p:cNvCxnSpPr/>
                <p:nvPr/>
              </p:nvCxnSpPr>
              <p:spPr>
                <a:xfrm>
                  <a:off x="1549400" y="1574800"/>
                  <a:ext cx="2709333" cy="0"/>
                </a:xfrm>
                <a:prstGeom prst="straightConnector1">
                  <a:avLst/>
                </a:prstGeom>
                <a:noFill/>
                <a:ln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/>
                      </a:gs>
                    </a:gsLst>
                    <a:lin ang="0" scaled="0"/>
                  </a:gradFill>
                  <a:tailEnd type="stealth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2" name="直接箭头连接符 31">
                  <a:extLst>
                    <a:ext uri="{FF2B5EF4-FFF2-40B4-BE49-F238E27FC236}">
                      <a16:creationId xmlns:a16="http://schemas.microsoft.com/office/drawing/2014/main" id="{CE52D135-79A0-4E76-92BB-882544A04A9A}"/>
                    </a:ext>
                  </a:extLst>
                </p:cNvPr>
                <p:cNvCxnSpPr/>
                <p:nvPr/>
              </p:nvCxnSpPr>
              <p:spPr>
                <a:xfrm>
                  <a:off x="2381250" y="1303867"/>
                  <a:ext cx="683683" cy="0"/>
                </a:xfrm>
                <a:prstGeom prst="straightConnector1">
                  <a:avLst/>
                </a:prstGeom>
                <a:noFill/>
                <a:ln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>
                          <a:alpha val="43000"/>
                        </a:schemeClr>
                      </a:gs>
                    </a:gsLst>
                    <a:lin ang="0" scaled="0"/>
                  </a:gradFill>
                  <a:prstDash val="dash"/>
                  <a:tailEnd type="stealth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3" name="直接箭头连接符 32">
                  <a:extLst>
                    <a:ext uri="{FF2B5EF4-FFF2-40B4-BE49-F238E27FC236}">
                      <a16:creationId xmlns:a16="http://schemas.microsoft.com/office/drawing/2014/main" id="{1CAAC309-73F8-418B-87F7-9E7AA5DA182D}"/>
                    </a:ext>
                  </a:extLst>
                </p:cNvPr>
                <p:cNvCxnSpPr/>
                <p:nvPr/>
              </p:nvCxnSpPr>
              <p:spPr>
                <a:xfrm>
                  <a:off x="3333750" y="1041400"/>
                  <a:ext cx="683683" cy="0"/>
                </a:xfrm>
                <a:prstGeom prst="straightConnector1">
                  <a:avLst/>
                </a:prstGeom>
                <a:noFill/>
                <a:ln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/>
                      </a:gs>
                    </a:gsLst>
                    <a:lin ang="0" scaled="0"/>
                  </a:gradFill>
                  <a:prstDash val="dash"/>
                  <a:tailEnd type="stealth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52684195-0A23-4953-B035-4B304745F0CE}"/>
                  </a:ext>
                </a:extLst>
              </p:cNvPr>
              <p:cNvGrpSpPr/>
              <p:nvPr/>
            </p:nvGrpSpPr>
            <p:grpSpPr>
              <a:xfrm flipV="1">
                <a:off x="1549400" y="5326961"/>
                <a:ext cx="2709333" cy="533400"/>
                <a:chOff x="1549400" y="1041400"/>
                <a:chExt cx="2709333" cy="533400"/>
              </a:xfrm>
            </p:grpSpPr>
            <p:cxnSp>
              <p:nvCxnSpPr>
                <p:cNvPr id="28" name="直接箭头连接符 27">
                  <a:extLst>
                    <a:ext uri="{FF2B5EF4-FFF2-40B4-BE49-F238E27FC236}">
                      <a16:creationId xmlns:a16="http://schemas.microsoft.com/office/drawing/2014/main" id="{5872E909-F796-47CE-A540-6C656520A278}"/>
                    </a:ext>
                  </a:extLst>
                </p:cNvPr>
                <p:cNvCxnSpPr/>
                <p:nvPr/>
              </p:nvCxnSpPr>
              <p:spPr>
                <a:xfrm>
                  <a:off x="1549400" y="1574800"/>
                  <a:ext cx="2709333" cy="0"/>
                </a:xfrm>
                <a:prstGeom prst="straightConnector1">
                  <a:avLst/>
                </a:prstGeom>
                <a:noFill/>
                <a:ln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/>
                      </a:gs>
                    </a:gsLst>
                    <a:lin ang="0" scaled="0"/>
                  </a:gradFill>
                  <a:tailEnd type="stealth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" name="直接箭头连接符 28">
                  <a:extLst>
                    <a:ext uri="{FF2B5EF4-FFF2-40B4-BE49-F238E27FC236}">
                      <a16:creationId xmlns:a16="http://schemas.microsoft.com/office/drawing/2014/main" id="{07D155BB-87DA-496C-8B1A-F05E15C7F4EF}"/>
                    </a:ext>
                  </a:extLst>
                </p:cNvPr>
                <p:cNvCxnSpPr/>
                <p:nvPr/>
              </p:nvCxnSpPr>
              <p:spPr>
                <a:xfrm>
                  <a:off x="2381250" y="1303867"/>
                  <a:ext cx="683683" cy="0"/>
                </a:xfrm>
                <a:prstGeom prst="straightConnector1">
                  <a:avLst/>
                </a:prstGeom>
                <a:noFill/>
                <a:ln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>
                          <a:alpha val="43000"/>
                        </a:schemeClr>
                      </a:gs>
                    </a:gsLst>
                    <a:lin ang="0" scaled="0"/>
                  </a:gradFill>
                  <a:prstDash val="dash"/>
                  <a:tailEnd type="stealth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0" name="直接箭头连接符 29">
                  <a:extLst>
                    <a:ext uri="{FF2B5EF4-FFF2-40B4-BE49-F238E27FC236}">
                      <a16:creationId xmlns:a16="http://schemas.microsoft.com/office/drawing/2014/main" id="{F45CE68B-02D3-4CEC-B8CB-F222D4CE461F}"/>
                    </a:ext>
                  </a:extLst>
                </p:cNvPr>
                <p:cNvCxnSpPr/>
                <p:nvPr/>
              </p:nvCxnSpPr>
              <p:spPr>
                <a:xfrm>
                  <a:off x="3333750" y="1041400"/>
                  <a:ext cx="683683" cy="0"/>
                </a:xfrm>
                <a:prstGeom prst="straightConnector1">
                  <a:avLst/>
                </a:prstGeom>
                <a:noFill/>
                <a:ln>
                  <a:gradFill>
                    <a:gsLst>
                      <a:gs pos="0">
                        <a:schemeClr val="bg1">
                          <a:alpha val="0"/>
                        </a:schemeClr>
                      </a:gs>
                      <a:gs pos="100000">
                        <a:schemeClr val="bg1"/>
                      </a:gs>
                    </a:gsLst>
                    <a:lin ang="0" scaled="0"/>
                  </a:gradFill>
                  <a:prstDash val="dash"/>
                  <a:tailEnd type="stealth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</p:grpSp>
      <p:sp>
        <p:nvSpPr>
          <p:cNvPr id="36" name="文本占位符 35">
            <a:extLst>
              <a:ext uri="{FF2B5EF4-FFF2-40B4-BE49-F238E27FC236}">
                <a16:creationId xmlns:a16="http://schemas.microsoft.com/office/drawing/2014/main" id="{67590991-044E-421A-89AD-BC7EA4F329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42855" y="2880467"/>
            <a:ext cx="1842392" cy="97899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7" name="文本占位符 36">
            <a:extLst>
              <a:ext uri="{FF2B5EF4-FFF2-40B4-BE49-F238E27FC236}">
                <a16:creationId xmlns:a16="http://schemas.microsoft.com/office/drawing/2014/main" id="{AD410FC4-B68C-4D0A-AE67-77F5287397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41193" y="2880467"/>
            <a:ext cx="1842392" cy="97899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0" name="文本占位符 39">
            <a:extLst>
              <a:ext uri="{FF2B5EF4-FFF2-40B4-BE49-F238E27FC236}">
                <a16:creationId xmlns:a16="http://schemas.microsoft.com/office/drawing/2014/main" id="{46A2C6E6-9292-427C-9AA0-04FDFB93D4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42855" y="5387806"/>
            <a:ext cx="9940730" cy="5817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8" name="文本占位符 37">
            <a:extLst>
              <a:ext uri="{FF2B5EF4-FFF2-40B4-BE49-F238E27FC236}">
                <a16:creationId xmlns:a16="http://schemas.microsoft.com/office/drawing/2014/main" id="{5F14FC5B-95D9-4215-B7D5-A9C69B4CA4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2975" y="320065"/>
            <a:ext cx="7086600" cy="5408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zh-CN" altLang="en-US" sz="3200" b="1" spc="200" baseline="0" dirty="0" smtClean="0">
                <a:gradFill flip="none" rotWithShape="1">
                  <a:gsLst>
                    <a:gs pos="50000">
                      <a:schemeClr val="accent1"/>
                    </a:gs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</a:lstStyle>
          <a:p>
            <a:pPr marL="0" lvl="0" defTabSz="457200"/>
            <a:r>
              <a:rPr lang="zh-CN" altLang="en-US" dirty="0"/>
              <a:t>单击此处编辑母版文本样式</a:t>
            </a: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FF2F749D-0A16-40B9-8FDB-1CB58D555EDE}"/>
              </a:ext>
            </a:extLst>
          </p:cNvPr>
          <p:cNvSpPr/>
          <p:nvPr userDrawn="1"/>
        </p:nvSpPr>
        <p:spPr>
          <a:xfrm>
            <a:off x="669318" y="480508"/>
            <a:ext cx="417390" cy="219968"/>
          </a:xfrm>
          <a:custGeom>
            <a:avLst/>
            <a:gdLst>
              <a:gd name="connsiteX0" fmla="*/ 169032 w 284661"/>
              <a:gd name="connsiteY0" fmla="*/ 0 h 150019"/>
              <a:gd name="connsiteX1" fmla="*/ 218339 w 284661"/>
              <a:gd name="connsiteY1" fmla="*/ 0 h 150019"/>
              <a:gd name="connsiteX2" fmla="*/ 284661 w 284661"/>
              <a:gd name="connsiteY2" fmla="*/ 75010 h 150019"/>
              <a:gd name="connsiteX3" fmla="*/ 218339 w 284661"/>
              <a:gd name="connsiteY3" fmla="*/ 150019 h 150019"/>
              <a:gd name="connsiteX4" fmla="*/ 169032 w 284661"/>
              <a:gd name="connsiteY4" fmla="*/ 150019 h 150019"/>
              <a:gd name="connsiteX5" fmla="*/ 235354 w 284661"/>
              <a:gd name="connsiteY5" fmla="*/ 75010 h 150019"/>
              <a:gd name="connsiteX6" fmla="*/ 84516 w 284661"/>
              <a:gd name="connsiteY6" fmla="*/ 0 h 150019"/>
              <a:gd name="connsiteX7" fmla="*/ 133823 w 284661"/>
              <a:gd name="connsiteY7" fmla="*/ 0 h 150019"/>
              <a:gd name="connsiteX8" fmla="*/ 200145 w 284661"/>
              <a:gd name="connsiteY8" fmla="*/ 75010 h 150019"/>
              <a:gd name="connsiteX9" fmla="*/ 133823 w 284661"/>
              <a:gd name="connsiteY9" fmla="*/ 150019 h 150019"/>
              <a:gd name="connsiteX10" fmla="*/ 84516 w 284661"/>
              <a:gd name="connsiteY10" fmla="*/ 150019 h 150019"/>
              <a:gd name="connsiteX11" fmla="*/ 150838 w 284661"/>
              <a:gd name="connsiteY11" fmla="*/ 75010 h 150019"/>
              <a:gd name="connsiteX12" fmla="*/ 0 w 284661"/>
              <a:gd name="connsiteY12" fmla="*/ 0 h 150019"/>
              <a:gd name="connsiteX13" fmla="*/ 49307 w 284661"/>
              <a:gd name="connsiteY13" fmla="*/ 0 h 150019"/>
              <a:gd name="connsiteX14" fmla="*/ 115629 w 284661"/>
              <a:gd name="connsiteY14" fmla="*/ 75010 h 150019"/>
              <a:gd name="connsiteX15" fmla="*/ 49307 w 284661"/>
              <a:gd name="connsiteY15" fmla="*/ 150019 h 150019"/>
              <a:gd name="connsiteX16" fmla="*/ 0 w 284661"/>
              <a:gd name="connsiteY16" fmla="*/ 150019 h 150019"/>
              <a:gd name="connsiteX17" fmla="*/ 66322 w 284661"/>
              <a:gd name="connsiteY17" fmla="*/ 75010 h 15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4661" h="150019">
                <a:moveTo>
                  <a:pt x="169032" y="0"/>
                </a:moveTo>
                <a:lnTo>
                  <a:pt x="218339" y="0"/>
                </a:lnTo>
                <a:lnTo>
                  <a:pt x="284661" y="75010"/>
                </a:lnTo>
                <a:lnTo>
                  <a:pt x="218339" y="150019"/>
                </a:lnTo>
                <a:lnTo>
                  <a:pt x="169032" y="150019"/>
                </a:lnTo>
                <a:lnTo>
                  <a:pt x="235354" y="75010"/>
                </a:lnTo>
                <a:close/>
                <a:moveTo>
                  <a:pt x="84516" y="0"/>
                </a:moveTo>
                <a:lnTo>
                  <a:pt x="133823" y="0"/>
                </a:lnTo>
                <a:lnTo>
                  <a:pt x="200145" y="75010"/>
                </a:lnTo>
                <a:lnTo>
                  <a:pt x="133823" y="150019"/>
                </a:lnTo>
                <a:lnTo>
                  <a:pt x="84516" y="150019"/>
                </a:lnTo>
                <a:lnTo>
                  <a:pt x="150838" y="75010"/>
                </a:lnTo>
                <a:close/>
                <a:moveTo>
                  <a:pt x="0" y="0"/>
                </a:moveTo>
                <a:lnTo>
                  <a:pt x="49307" y="0"/>
                </a:lnTo>
                <a:lnTo>
                  <a:pt x="115629" y="75010"/>
                </a:lnTo>
                <a:lnTo>
                  <a:pt x="49307" y="150019"/>
                </a:lnTo>
                <a:lnTo>
                  <a:pt x="0" y="150019"/>
                </a:lnTo>
                <a:lnTo>
                  <a:pt x="66322" y="75010"/>
                </a:lnTo>
                <a:close/>
              </a:path>
            </a:pathLst>
          </a:custGeom>
          <a:gradFill>
            <a:gsLst>
              <a:gs pos="74000">
                <a:srgbClr val="608CE3"/>
              </a:gs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946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内容页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图片 259" descr="灰色的蜂窝&#10;&#10;中度可信度描述已自动生成">
            <a:extLst>
              <a:ext uri="{FF2B5EF4-FFF2-40B4-BE49-F238E27FC236}">
                <a16:creationId xmlns:a16="http://schemas.microsoft.com/office/drawing/2014/main" id="{41766056-A15C-4B8A-91BB-581C63BAF2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1" t="2947" r="2941" b="2947"/>
          <a:stretch>
            <a:fillRect/>
          </a:stretch>
        </p:blipFill>
        <p:spPr>
          <a:xfrm>
            <a:off x="0" y="0"/>
            <a:ext cx="12193588" cy="6858000"/>
          </a:xfrm>
          <a:custGeom>
            <a:avLst/>
            <a:gdLst>
              <a:gd name="connsiteX0" fmla="*/ 0 w 12193588"/>
              <a:gd name="connsiteY0" fmla="*/ 0 h 6858000"/>
              <a:gd name="connsiteX1" fmla="*/ 12193588 w 12193588"/>
              <a:gd name="connsiteY1" fmla="*/ 0 h 6858000"/>
              <a:gd name="connsiteX2" fmla="*/ 12193588 w 12193588"/>
              <a:gd name="connsiteY2" fmla="*/ 6858000 h 6858000"/>
              <a:gd name="connsiteX3" fmla="*/ 0 w 12193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8" h="6858000">
                <a:moveTo>
                  <a:pt x="0" y="0"/>
                </a:moveTo>
                <a:lnTo>
                  <a:pt x="12193588" y="0"/>
                </a:lnTo>
                <a:lnTo>
                  <a:pt x="1219358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7B751151-5CA9-431F-A06A-54E72BC32725}"/>
              </a:ext>
            </a:extLst>
          </p:cNvPr>
          <p:cNvSpPr/>
          <p:nvPr userDrawn="1"/>
        </p:nvSpPr>
        <p:spPr>
          <a:xfrm>
            <a:off x="1" y="-1"/>
            <a:ext cx="12193588" cy="685799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0" name="文本占位符 499">
            <a:extLst>
              <a:ext uri="{FF2B5EF4-FFF2-40B4-BE49-F238E27FC236}">
                <a16:creationId xmlns:a16="http://schemas.microsoft.com/office/drawing/2014/main" id="{78A90C05-F27F-46BC-ACAD-88FA66EEC132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6784386" y="4757122"/>
            <a:ext cx="4126942" cy="14461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45" name="文本占位符 244">
            <a:extLst>
              <a:ext uri="{FF2B5EF4-FFF2-40B4-BE49-F238E27FC236}">
                <a16:creationId xmlns:a16="http://schemas.microsoft.com/office/drawing/2014/main" id="{43604A87-58B4-46B6-A72B-EDA6695A3626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212975" y="320065"/>
            <a:ext cx="7086600" cy="5408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zh-CN" altLang="en-US" sz="3200" b="1" spc="200" baseline="0" dirty="0" smtClean="0">
                <a:gradFill flip="none" rotWithShape="1">
                  <a:gsLst>
                    <a:gs pos="50000">
                      <a:schemeClr val="accent1"/>
                    </a:gs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</a:lstStyle>
          <a:p>
            <a:pPr marL="0" lvl="0" defTabSz="457200"/>
            <a:r>
              <a:rPr lang="zh-CN" altLang="en-US" dirty="0"/>
              <a:t>单击此处编辑母版文本样式</a:t>
            </a:r>
          </a:p>
        </p:txBody>
      </p:sp>
      <p:sp>
        <p:nvSpPr>
          <p:cNvPr id="246" name="任意多边形: 形状 245">
            <a:extLst>
              <a:ext uri="{FF2B5EF4-FFF2-40B4-BE49-F238E27FC236}">
                <a16:creationId xmlns:a16="http://schemas.microsoft.com/office/drawing/2014/main" id="{9486EA86-94B8-4B8E-843F-093C4DCA66B6}"/>
              </a:ext>
            </a:extLst>
          </p:cNvPr>
          <p:cNvSpPr/>
          <p:nvPr userDrawn="1"/>
        </p:nvSpPr>
        <p:spPr>
          <a:xfrm>
            <a:off x="669318" y="480508"/>
            <a:ext cx="417390" cy="219968"/>
          </a:xfrm>
          <a:custGeom>
            <a:avLst/>
            <a:gdLst>
              <a:gd name="connsiteX0" fmla="*/ 169032 w 284661"/>
              <a:gd name="connsiteY0" fmla="*/ 0 h 150019"/>
              <a:gd name="connsiteX1" fmla="*/ 218339 w 284661"/>
              <a:gd name="connsiteY1" fmla="*/ 0 h 150019"/>
              <a:gd name="connsiteX2" fmla="*/ 284661 w 284661"/>
              <a:gd name="connsiteY2" fmla="*/ 75010 h 150019"/>
              <a:gd name="connsiteX3" fmla="*/ 218339 w 284661"/>
              <a:gd name="connsiteY3" fmla="*/ 150019 h 150019"/>
              <a:gd name="connsiteX4" fmla="*/ 169032 w 284661"/>
              <a:gd name="connsiteY4" fmla="*/ 150019 h 150019"/>
              <a:gd name="connsiteX5" fmla="*/ 235354 w 284661"/>
              <a:gd name="connsiteY5" fmla="*/ 75010 h 150019"/>
              <a:gd name="connsiteX6" fmla="*/ 84516 w 284661"/>
              <a:gd name="connsiteY6" fmla="*/ 0 h 150019"/>
              <a:gd name="connsiteX7" fmla="*/ 133823 w 284661"/>
              <a:gd name="connsiteY7" fmla="*/ 0 h 150019"/>
              <a:gd name="connsiteX8" fmla="*/ 200145 w 284661"/>
              <a:gd name="connsiteY8" fmla="*/ 75010 h 150019"/>
              <a:gd name="connsiteX9" fmla="*/ 133823 w 284661"/>
              <a:gd name="connsiteY9" fmla="*/ 150019 h 150019"/>
              <a:gd name="connsiteX10" fmla="*/ 84516 w 284661"/>
              <a:gd name="connsiteY10" fmla="*/ 150019 h 150019"/>
              <a:gd name="connsiteX11" fmla="*/ 150838 w 284661"/>
              <a:gd name="connsiteY11" fmla="*/ 75010 h 150019"/>
              <a:gd name="connsiteX12" fmla="*/ 0 w 284661"/>
              <a:gd name="connsiteY12" fmla="*/ 0 h 150019"/>
              <a:gd name="connsiteX13" fmla="*/ 49307 w 284661"/>
              <a:gd name="connsiteY13" fmla="*/ 0 h 150019"/>
              <a:gd name="connsiteX14" fmla="*/ 115629 w 284661"/>
              <a:gd name="connsiteY14" fmla="*/ 75010 h 150019"/>
              <a:gd name="connsiteX15" fmla="*/ 49307 w 284661"/>
              <a:gd name="connsiteY15" fmla="*/ 150019 h 150019"/>
              <a:gd name="connsiteX16" fmla="*/ 0 w 284661"/>
              <a:gd name="connsiteY16" fmla="*/ 150019 h 150019"/>
              <a:gd name="connsiteX17" fmla="*/ 66322 w 284661"/>
              <a:gd name="connsiteY17" fmla="*/ 75010 h 15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4661" h="150019">
                <a:moveTo>
                  <a:pt x="169032" y="0"/>
                </a:moveTo>
                <a:lnTo>
                  <a:pt x="218339" y="0"/>
                </a:lnTo>
                <a:lnTo>
                  <a:pt x="284661" y="75010"/>
                </a:lnTo>
                <a:lnTo>
                  <a:pt x="218339" y="150019"/>
                </a:lnTo>
                <a:lnTo>
                  <a:pt x="169032" y="150019"/>
                </a:lnTo>
                <a:lnTo>
                  <a:pt x="235354" y="75010"/>
                </a:lnTo>
                <a:close/>
                <a:moveTo>
                  <a:pt x="84516" y="0"/>
                </a:moveTo>
                <a:lnTo>
                  <a:pt x="133823" y="0"/>
                </a:lnTo>
                <a:lnTo>
                  <a:pt x="200145" y="75010"/>
                </a:lnTo>
                <a:lnTo>
                  <a:pt x="133823" y="150019"/>
                </a:lnTo>
                <a:lnTo>
                  <a:pt x="84516" y="150019"/>
                </a:lnTo>
                <a:lnTo>
                  <a:pt x="150838" y="75010"/>
                </a:lnTo>
                <a:close/>
                <a:moveTo>
                  <a:pt x="0" y="0"/>
                </a:moveTo>
                <a:lnTo>
                  <a:pt x="49307" y="0"/>
                </a:lnTo>
                <a:lnTo>
                  <a:pt x="115629" y="75010"/>
                </a:lnTo>
                <a:lnTo>
                  <a:pt x="49307" y="150019"/>
                </a:lnTo>
                <a:lnTo>
                  <a:pt x="0" y="150019"/>
                </a:lnTo>
                <a:lnTo>
                  <a:pt x="66322" y="75010"/>
                </a:lnTo>
                <a:close/>
              </a:path>
            </a:pathLst>
          </a:custGeom>
          <a:gradFill>
            <a:gsLst>
              <a:gs pos="74000">
                <a:srgbClr val="608CE3"/>
              </a:gs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381" name="组合 380">
            <a:extLst>
              <a:ext uri="{FF2B5EF4-FFF2-40B4-BE49-F238E27FC236}">
                <a16:creationId xmlns:a16="http://schemas.microsoft.com/office/drawing/2014/main" id="{70BD595C-6C6A-4298-AF77-1E354F4B938B}"/>
              </a:ext>
            </a:extLst>
          </p:cNvPr>
          <p:cNvGrpSpPr/>
          <p:nvPr userDrawn="1"/>
        </p:nvGrpSpPr>
        <p:grpSpPr>
          <a:xfrm>
            <a:off x="7099922" y="1206960"/>
            <a:ext cx="3495870" cy="3451072"/>
            <a:chOff x="-3361993" y="2572720"/>
            <a:chExt cx="3495870" cy="1749343"/>
          </a:xfrm>
        </p:grpSpPr>
        <p:cxnSp>
          <p:nvCxnSpPr>
            <p:cNvPr id="382" name="直接连接符 381">
              <a:extLst>
                <a:ext uri="{FF2B5EF4-FFF2-40B4-BE49-F238E27FC236}">
                  <a16:creationId xmlns:a16="http://schemas.microsoft.com/office/drawing/2014/main" id="{5268F1B2-80D5-43E8-912D-103E1DA18E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-3249309" y="3447394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直接连接符 382">
              <a:extLst>
                <a:ext uri="{FF2B5EF4-FFF2-40B4-BE49-F238E27FC236}">
                  <a16:creationId xmlns:a16="http://schemas.microsoft.com/office/drawing/2014/main" id="{E8AB95B7-CE43-4274-B471-7AB59EA55EBA}"/>
                </a:ext>
              </a:extLst>
            </p:cNvPr>
            <p:cNvCxnSpPr>
              <a:cxnSpLocks/>
            </p:cNvCxnSpPr>
            <p:nvPr userDrawn="1"/>
          </p:nvCxnSpPr>
          <p:spPr>
            <a:xfrm rot="16383051">
              <a:off x="-3247666" y="3416122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直接连接符 383">
              <a:extLst>
                <a:ext uri="{FF2B5EF4-FFF2-40B4-BE49-F238E27FC236}">
                  <a16:creationId xmlns:a16="http://schemas.microsoft.com/office/drawing/2014/main" id="{7B5337DE-1D96-4651-B6EC-1ED251D25982}"/>
                </a:ext>
              </a:extLst>
            </p:cNvPr>
            <p:cNvCxnSpPr>
              <a:cxnSpLocks/>
            </p:cNvCxnSpPr>
            <p:nvPr userDrawn="1"/>
          </p:nvCxnSpPr>
          <p:spPr>
            <a:xfrm rot="16566102">
              <a:off x="-3242742" y="3384940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直接连接符 384">
              <a:extLst>
                <a:ext uri="{FF2B5EF4-FFF2-40B4-BE49-F238E27FC236}">
                  <a16:creationId xmlns:a16="http://schemas.microsoft.com/office/drawing/2014/main" id="{F24C5266-FA5D-4D0A-863B-7FEB6CF71FA5}"/>
                </a:ext>
              </a:extLst>
            </p:cNvPr>
            <p:cNvCxnSpPr>
              <a:cxnSpLocks/>
            </p:cNvCxnSpPr>
            <p:nvPr userDrawn="1"/>
          </p:nvCxnSpPr>
          <p:spPr>
            <a:xfrm rot="16749153">
              <a:off x="-3234551" y="3353935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接连接符 385">
              <a:extLst>
                <a:ext uri="{FF2B5EF4-FFF2-40B4-BE49-F238E27FC236}">
                  <a16:creationId xmlns:a16="http://schemas.microsoft.com/office/drawing/2014/main" id="{60A1E34D-A7D5-483D-A158-B3A6C1253FF5}"/>
                </a:ext>
              </a:extLst>
            </p:cNvPr>
            <p:cNvCxnSpPr>
              <a:cxnSpLocks/>
            </p:cNvCxnSpPr>
            <p:nvPr userDrawn="1"/>
          </p:nvCxnSpPr>
          <p:spPr>
            <a:xfrm rot="16932204">
              <a:off x="-3223117" y="3323193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直接连接符 386">
              <a:extLst>
                <a:ext uri="{FF2B5EF4-FFF2-40B4-BE49-F238E27FC236}">
                  <a16:creationId xmlns:a16="http://schemas.microsoft.com/office/drawing/2014/main" id="{1BE33F79-DBCC-4968-9240-50CDBB2579C5}"/>
                </a:ext>
              </a:extLst>
            </p:cNvPr>
            <p:cNvCxnSpPr>
              <a:cxnSpLocks/>
            </p:cNvCxnSpPr>
            <p:nvPr userDrawn="1"/>
          </p:nvCxnSpPr>
          <p:spPr>
            <a:xfrm rot="17115254">
              <a:off x="-3208471" y="3292805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直接连接符 387">
              <a:extLst>
                <a:ext uri="{FF2B5EF4-FFF2-40B4-BE49-F238E27FC236}">
                  <a16:creationId xmlns:a16="http://schemas.microsoft.com/office/drawing/2014/main" id="{2D76676B-58B1-4338-8136-A31AFE0A37B2}"/>
                </a:ext>
              </a:extLst>
            </p:cNvPr>
            <p:cNvCxnSpPr>
              <a:cxnSpLocks/>
            </p:cNvCxnSpPr>
            <p:nvPr userDrawn="1"/>
          </p:nvCxnSpPr>
          <p:spPr>
            <a:xfrm rot="17298305">
              <a:off x="-3190654" y="3262855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直接连接符 388">
              <a:extLst>
                <a:ext uri="{FF2B5EF4-FFF2-40B4-BE49-F238E27FC236}">
                  <a16:creationId xmlns:a16="http://schemas.microsoft.com/office/drawing/2014/main" id="{C038FD8A-D618-4B6F-B0AF-561166CC111E}"/>
                </a:ext>
              </a:extLst>
            </p:cNvPr>
            <p:cNvCxnSpPr>
              <a:cxnSpLocks/>
            </p:cNvCxnSpPr>
            <p:nvPr userDrawn="1"/>
          </p:nvCxnSpPr>
          <p:spPr>
            <a:xfrm rot="17481356">
              <a:off x="-3169719" y="3233427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直接连接符 389">
              <a:extLst>
                <a:ext uri="{FF2B5EF4-FFF2-40B4-BE49-F238E27FC236}">
                  <a16:creationId xmlns:a16="http://schemas.microsoft.com/office/drawing/2014/main" id="{968188DD-0CB5-4EB4-8152-94C2136A5A1D}"/>
                </a:ext>
              </a:extLst>
            </p:cNvPr>
            <p:cNvCxnSpPr>
              <a:cxnSpLocks/>
            </p:cNvCxnSpPr>
            <p:nvPr userDrawn="1"/>
          </p:nvCxnSpPr>
          <p:spPr>
            <a:xfrm rot="17664407">
              <a:off x="-3145724" y="3204607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直接连接符 390">
              <a:extLst>
                <a:ext uri="{FF2B5EF4-FFF2-40B4-BE49-F238E27FC236}">
                  <a16:creationId xmlns:a16="http://schemas.microsoft.com/office/drawing/2014/main" id="{44405A5D-CEF1-4FA7-8365-5DD7A5043730}"/>
                </a:ext>
              </a:extLst>
            </p:cNvPr>
            <p:cNvCxnSpPr>
              <a:cxnSpLocks/>
            </p:cNvCxnSpPr>
            <p:nvPr userDrawn="1"/>
          </p:nvCxnSpPr>
          <p:spPr>
            <a:xfrm rot="17847458">
              <a:off x="-3118736" y="3176474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直接连接符 391">
              <a:extLst>
                <a:ext uri="{FF2B5EF4-FFF2-40B4-BE49-F238E27FC236}">
                  <a16:creationId xmlns:a16="http://schemas.microsoft.com/office/drawing/2014/main" id="{BC58EBD8-35BE-4928-B9BA-59DA309D3BC8}"/>
                </a:ext>
              </a:extLst>
            </p:cNvPr>
            <p:cNvCxnSpPr>
              <a:cxnSpLocks/>
            </p:cNvCxnSpPr>
            <p:nvPr userDrawn="1"/>
          </p:nvCxnSpPr>
          <p:spPr>
            <a:xfrm rot="18030509">
              <a:off x="-3088833" y="3149110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直接连接符 392">
              <a:extLst>
                <a:ext uri="{FF2B5EF4-FFF2-40B4-BE49-F238E27FC236}">
                  <a16:creationId xmlns:a16="http://schemas.microsoft.com/office/drawing/2014/main" id="{6DC96BE8-2C94-4919-8E01-F50FE6965F47}"/>
                </a:ext>
              </a:extLst>
            </p:cNvPr>
            <p:cNvCxnSpPr>
              <a:cxnSpLocks/>
            </p:cNvCxnSpPr>
            <p:nvPr userDrawn="1"/>
          </p:nvCxnSpPr>
          <p:spPr>
            <a:xfrm rot="18213559">
              <a:off x="-3056098" y="3122591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直接连接符 393">
              <a:extLst>
                <a:ext uri="{FF2B5EF4-FFF2-40B4-BE49-F238E27FC236}">
                  <a16:creationId xmlns:a16="http://schemas.microsoft.com/office/drawing/2014/main" id="{A69B5CB6-BEC7-4E21-87CC-7C4A43914E62}"/>
                </a:ext>
              </a:extLst>
            </p:cNvPr>
            <p:cNvCxnSpPr>
              <a:cxnSpLocks/>
            </p:cNvCxnSpPr>
            <p:nvPr userDrawn="1"/>
          </p:nvCxnSpPr>
          <p:spPr>
            <a:xfrm rot="18396610">
              <a:off x="-3020628" y="3096993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直接连接符 394">
              <a:extLst>
                <a:ext uri="{FF2B5EF4-FFF2-40B4-BE49-F238E27FC236}">
                  <a16:creationId xmlns:a16="http://schemas.microsoft.com/office/drawing/2014/main" id="{37F7FDE6-CB40-4B57-9948-DCCC164246BF}"/>
                </a:ext>
              </a:extLst>
            </p:cNvPr>
            <p:cNvCxnSpPr>
              <a:cxnSpLocks/>
            </p:cNvCxnSpPr>
            <p:nvPr userDrawn="1"/>
          </p:nvCxnSpPr>
          <p:spPr>
            <a:xfrm rot="18579661">
              <a:off x="-2982517" y="3072387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直接连接符 395">
              <a:extLst>
                <a:ext uri="{FF2B5EF4-FFF2-40B4-BE49-F238E27FC236}">
                  <a16:creationId xmlns:a16="http://schemas.microsoft.com/office/drawing/2014/main" id="{6538D61F-1B70-49CD-9DF1-0C41E6F453D8}"/>
                </a:ext>
              </a:extLst>
            </p:cNvPr>
            <p:cNvCxnSpPr>
              <a:cxnSpLocks/>
            </p:cNvCxnSpPr>
            <p:nvPr userDrawn="1"/>
          </p:nvCxnSpPr>
          <p:spPr>
            <a:xfrm rot="18762712">
              <a:off x="-2941878" y="3048845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直接连接符 396">
              <a:extLst>
                <a:ext uri="{FF2B5EF4-FFF2-40B4-BE49-F238E27FC236}">
                  <a16:creationId xmlns:a16="http://schemas.microsoft.com/office/drawing/2014/main" id="{7E2D2B30-614D-46AC-9879-084737CEB049}"/>
                </a:ext>
              </a:extLst>
            </p:cNvPr>
            <p:cNvCxnSpPr>
              <a:cxnSpLocks/>
            </p:cNvCxnSpPr>
            <p:nvPr userDrawn="1"/>
          </p:nvCxnSpPr>
          <p:spPr>
            <a:xfrm rot="18945763">
              <a:off x="-3361993" y="3026433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直接连接符 397">
              <a:extLst>
                <a:ext uri="{FF2B5EF4-FFF2-40B4-BE49-F238E27FC236}">
                  <a16:creationId xmlns:a16="http://schemas.microsoft.com/office/drawing/2014/main" id="{25F25C10-F281-42B8-9AE2-7C7FCFCBA42A}"/>
                </a:ext>
              </a:extLst>
            </p:cNvPr>
            <p:cNvCxnSpPr>
              <a:cxnSpLocks/>
            </p:cNvCxnSpPr>
            <p:nvPr userDrawn="1"/>
          </p:nvCxnSpPr>
          <p:spPr>
            <a:xfrm rot="19128814">
              <a:off x="-3316649" y="3005214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直接连接符 398">
              <a:extLst>
                <a:ext uri="{FF2B5EF4-FFF2-40B4-BE49-F238E27FC236}">
                  <a16:creationId xmlns:a16="http://schemas.microsoft.com/office/drawing/2014/main" id="{45C11495-F527-4ED8-8D17-09F3BFE55DD5}"/>
                </a:ext>
              </a:extLst>
            </p:cNvPr>
            <p:cNvCxnSpPr>
              <a:cxnSpLocks/>
            </p:cNvCxnSpPr>
            <p:nvPr userDrawn="1"/>
          </p:nvCxnSpPr>
          <p:spPr>
            <a:xfrm rot="19311864">
              <a:off x="-3269138" y="2985248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直接连接符 399">
              <a:extLst>
                <a:ext uri="{FF2B5EF4-FFF2-40B4-BE49-F238E27FC236}">
                  <a16:creationId xmlns:a16="http://schemas.microsoft.com/office/drawing/2014/main" id="{0FD3F4B1-2EE0-4283-B5C9-161CEBC6F0DA}"/>
                </a:ext>
              </a:extLst>
            </p:cNvPr>
            <p:cNvCxnSpPr>
              <a:cxnSpLocks/>
            </p:cNvCxnSpPr>
            <p:nvPr userDrawn="1"/>
          </p:nvCxnSpPr>
          <p:spPr>
            <a:xfrm rot="19494915">
              <a:off x="-3219601" y="2966593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直接连接符 400">
              <a:extLst>
                <a:ext uri="{FF2B5EF4-FFF2-40B4-BE49-F238E27FC236}">
                  <a16:creationId xmlns:a16="http://schemas.microsoft.com/office/drawing/2014/main" id="{2F0537BA-7E98-4B85-8BBF-548F0D03F410}"/>
                </a:ext>
              </a:extLst>
            </p:cNvPr>
            <p:cNvCxnSpPr>
              <a:cxnSpLocks/>
            </p:cNvCxnSpPr>
            <p:nvPr userDrawn="1"/>
          </p:nvCxnSpPr>
          <p:spPr>
            <a:xfrm rot="19677966">
              <a:off x="-3168175" y="2949300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直接连接符 401">
              <a:extLst>
                <a:ext uri="{FF2B5EF4-FFF2-40B4-BE49-F238E27FC236}">
                  <a16:creationId xmlns:a16="http://schemas.microsoft.com/office/drawing/2014/main" id="{086426ED-EBC5-48FE-869C-36D0A5D37327}"/>
                </a:ext>
              </a:extLst>
            </p:cNvPr>
            <p:cNvCxnSpPr>
              <a:cxnSpLocks/>
            </p:cNvCxnSpPr>
            <p:nvPr userDrawn="1"/>
          </p:nvCxnSpPr>
          <p:spPr>
            <a:xfrm rot="19861017">
              <a:off x="-3115006" y="2933419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直接连接符 402">
              <a:extLst>
                <a:ext uri="{FF2B5EF4-FFF2-40B4-BE49-F238E27FC236}">
                  <a16:creationId xmlns:a16="http://schemas.microsoft.com/office/drawing/2014/main" id="{589C6F93-75E6-4C5C-8CAD-36D6FBDB7EDF}"/>
                </a:ext>
              </a:extLst>
            </p:cNvPr>
            <p:cNvCxnSpPr>
              <a:cxnSpLocks/>
            </p:cNvCxnSpPr>
            <p:nvPr userDrawn="1"/>
          </p:nvCxnSpPr>
          <p:spPr>
            <a:xfrm rot="20044068">
              <a:off x="-3060244" y="2918995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接连接符 403">
              <a:extLst>
                <a:ext uri="{FF2B5EF4-FFF2-40B4-BE49-F238E27FC236}">
                  <a16:creationId xmlns:a16="http://schemas.microsoft.com/office/drawing/2014/main" id="{C953651C-E25E-4DB0-96C2-024AD516F781}"/>
                </a:ext>
              </a:extLst>
            </p:cNvPr>
            <p:cNvCxnSpPr>
              <a:cxnSpLocks/>
            </p:cNvCxnSpPr>
            <p:nvPr userDrawn="1"/>
          </p:nvCxnSpPr>
          <p:spPr>
            <a:xfrm rot="20227119">
              <a:off x="-3004047" y="2906069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直接连接符 404">
              <a:extLst>
                <a:ext uri="{FF2B5EF4-FFF2-40B4-BE49-F238E27FC236}">
                  <a16:creationId xmlns:a16="http://schemas.microsoft.com/office/drawing/2014/main" id="{9A711FF6-5B9A-430B-9CCE-330C565C4C3D}"/>
                </a:ext>
              </a:extLst>
            </p:cNvPr>
            <p:cNvCxnSpPr>
              <a:cxnSpLocks/>
            </p:cNvCxnSpPr>
            <p:nvPr userDrawn="1"/>
          </p:nvCxnSpPr>
          <p:spPr>
            <a:xfrm rot="20410169">
              <a:off x="-2946572" y="2894677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直接连接符 405">
              <a:extLst>
                <a:ext uri="{FF2B5EF4-FFF2-40B4-BE49-F238E27FC236}">
                  <a16:creationId xmlns:a16="http://schemas.microsoft.com/office/drawing/2014/main" id="{CC1308C2-74F3-4037-8CF7-3E2D77C6D3FA}"/>
                </a:ext>
              </a:extLst>
            </p:cNvPr>
            <p:cNvCxnSpPr>
              <a:cxnSpLocks/>
            </p:cNvCxnSpPr>
            <p:nvPr userDrawn="1"/>
          </p:nvCxnSpPr>
          <p:spPr>
            <a:xfrm rot="20593220">
              <a:off x="-2887980" y="2884852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接连接符 406">
              <a:extLst>
                <a:ext uri="{FF2B5EF4-FFF2-40B4-BE49-F238E27FC236}">
                  <a16:creationId xmlns:a16="http://schemas.microsoft.com/office/drawing/2014/main" id="{5A9E292F-D118-446B-B121-B8A15AC11E7E}"/>
                </a:ext>
              </a:extLst>
            </p:cNvPr>
            <p:cNvCxnSpPr>
              <a:cxnSpLocks/>
            </p:cNvCxnSpPr>
            <p:nvPr userDrawn="1"/>
          </p:nvCxnSpPr>
          <p:spPr>
            <a:xfrm rot="20776271">
              <a:off x="-2828441" y="2876621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直接连接符 407">
              <a:extLst>
                <a:ext uri="{FF2B5EF4-FFF2-40B4-BE49-F238E27FC236}">
                  <a16:creationId xmlns:a16="http://schemas.microsoft.com/office/drawing/2014/main" id="{5339F2A5-2969-47C2-9F4F-B46BF85602B5}"/>
                </a:ext>
              </a:extLst>
            </p:cNvPr>
            <p:cNvCxnSpPr>
              <a:cxnSpLocks/>
            </p:cNvCxnSpPr>
            <p:nvPr userDrawn="1"/>
          </p:nvCxnSpPr>
          <p:spPr>
            <a:xfrm rot="20959322">
              <a:off x="-2768123" y="2870009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直接连接符 408">
              <a:extLst>
                <a:ext uri="{FF2B5EF4-FFF2-40B4-BE49-F238E27FC236}">
                  <a16:creationId xmlns:a16="http://schemas.microsoft.com/office/drawing/2014/main" id="{26A8D68B-B084-40DC-9BD4-2606B8057D04}"/>
                </a:ext>
              </a:extLst>
            </p:cNvPr>
            <p:cNvCxnSpPr>
              <a:cxnSpLocks/>
            </p:cNvCxnSpPr>
            <p:nvPr userDrawn="1"/>
          </p:nvCxnSpPr>
          <p:spPr>
            <a:xfrm rot="21142373">
              <a:off x="-2707196" y="2865033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>
              <a:extLst>
                <a:ext uri="{FF2B5EF4-FFF2-40B4-BE49-F238E27FC236}">
                  <a16:creationId xmlns:a16="http://schemas.microsoft.com/office/drawing/2014/main" id="{417DD876-60D7-4AA0-9055-D11068190CA4}"/>
                </a:ext>
              </a:extLst>
            </p:cNvPr>
            <p:cNvCxnSpPr>
              <a:cxnSpLocks/>
            </p:cNvCxnSpPr>
            <p:nvPr userDrawn="1"/>
          </p:nvCxnSpPr>
          <p:spPr>
            <a:xfrm rot="21325424">
              <a:off x="-2645832" y="2861708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直接连接符 410">
              <a:extLst>
                <a:ext uri="{FF2B5EF4-FFF2-40B4-BE49-F238E27FC236}">
                  <a16:creationId xmlns:a16="http://schemas.microsoft.com/office/drawing/2014/main" id="{573C0370-8780-4D3F-BEAD-ECA63B4C90A6}"/>
                </a:ext>
              </a:extLst>
            </p:cNvPr>
            <p:cNvCxnSpPr>
              <a:cxnSpLocks/>
            </p:cNvCxnSpPr>
            <p:nvPr userDrawn="1"/>
          </p:nvCxnSpPr>
          <p:spPr>
            <a:xfrm rot="21508475">
              <a:off x="-2584206" y="2860043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接连接符 411">
              <a:extLst>
                <a:ext uri="{FF2B5EF4-FFF2-40B4-BE49-F238E27FC236}">
                  <a16:creationId xmlns:a16="http://schemas.microsoft.com/office/drawing/2014/main" id="{8AF7C224-08D1-4582-ABB8-A5A51545D616}"/>
                </a:ext>
              </a:extLst>
            </p:cNvPr>
            <p:cNvCxnSpPr>
              <a:cxnSpLocks/>
            </p:cNvCxnSpPr>
            <p:nvPr userDrawn="1"/>
          </p:nvCxnSpPr>
          <p:spPr>
            <a:xfrm rot="91525">
              <a:off x="-2522494" y="2860043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直接连接符 412">
              <a:extLst>
                <a:ext uri="{FF2B5EF4-FFF2-40B4-BE49-F238E27FC236}">
                  <a16:creationId xmlns:a16="http://schemas.microsoft.com/office/drawing/2014/main" id="{F0597CFC-55A2-4D97-8B08-504C317080FC}"/>
                </a:ext>
              </a:extLst>
            </p:cNvPr>
            <p:cNvCxnSpPr>
              <a:cxnSpLocks/>
            </p:cNvCxnSpPr>
            <p:nvPr userDrawn="1"/>
          </p:nvCxnSpPr>
          <p:spPr>
            <a:xfrm rot="274576">
              <a:off x="-2460868" y="2861708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直接连接符 413">
              <a:extLst>
                <a:ext uri="{FF2B5EF4-FFF2-40B4-BE49-F238E27FC236}">
                  <a16:creationId xmlns:a16="http://schemas.microsoft.com/office/drawing/2014/main" id="{9DAC7978-C99E-4F7C-B238-1CC22801CA7F}"/>
                </a:ext>
              </a:extLst>
            </p:cNvPr>
            <p:cNvCxnSpPr>
              <a:cxnSpLocks/>
            </p:cNvCxnSpPr>
            <p:nvPr userDrawn="1"/>
          </p:nvCxnSpPr>
          <p:spPr>
            <a:xfrm rot="457627">
              <a:off x="-2399504" y="2865033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直接连接符 414">
              <a:extLst>
                <a:ext uri="{FF2B5EF4-FFF2-40B4-BE49-F238E27FC236}">
                  <a16:creationId xmlns:a16="http://schemas.microsoft.com/office/drawing/2014/main" id="{8C52177E-4A67-4076-84B3-1C2DE22FA289}"/>
                </a:ext>
              </a:extLst>
            </p:cNvPr>
            <p:cNvCxnSpPr>
              <a:cxnSpLocks/>
            </p:cNvCxnSpPr>
            <p:nvPr userDrawn="1"/>
          </p:nvCxnSpPr>
          <p:spPr>
            <a:xfrm rot="640678">
              <a:off x="-2338577" y="2870009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直接连接符 415">
              <a:extLst>
                <a:ext uri="{FF2B5EF4-FFF2-40B4-BE49-F238E27FC236}">
                  <a16:creationId xmlns:a16="http://schemas.microsoft.com/office/drawing/2014/main" id="{1B4EB11B-1170-4153-90B9-8F4AC5598D75}"/>
                </a:ext>
              </a:extLst>
            </p:cNvPr>
            <p:cNvCxnSpPr>
              <a:cxnSpLocks/>
            </p:cNvCxnSpPr>
            <p:nvPr userDrawn="1"/>
          </p:nvCxnSpPr>
          <p:spPr>
            <a:xfrm rot="823729">
              <a:off x="-2278259" y="2876621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直接连接符 416">
              <a:extLst>
                <a:ext uri="{FF2B5EF4-FFF2-40B4-BE49-F238E27FC236}">
                  <a16:creationId xmlns:a16="http://schemas.microsoft.com/office/drawing/2014/main" id="{7953DC03-3F1B-4AA7-BF65-EB3623F892D2}"/>
                </a:ext>
              </a:extLst>
            </p:cNvPr>
            <p:cNvCxnSpPr>
              <a:cxnSpLocks/>
            </p:cNvCxnSpPr>
            <p:nvPr userDrawn="1"/>
          </p:nvCxnSpPr>
          <p:spPr>
            <a:xfrm rot="1006780">
              <a:off x="-2218720" y="2884852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直接连接符 417">
              <a:extLst>
                <a:ext uri="{FF2B5EF4-FFF2-40B4-BE49-F238E27FC236}">
                  <a16:creationId xmlns:a16="http://schemas.microsoft.com/office/drawing/2014/main" id="{B8ACFD0C-5999-42CC-A3DC-CE5397F2428B}"/>
                </a:ext>
              </a:extLst>
            </p:cNvPr>
            <p:cNvCxnSpPr>
              <a:cxnSpLocks/>
            </p:cNvCxnSpPr>
            <p:nvPr userDrawn="1"/>
          </p:nvCxnSpPr>
          <p:spPr>
            <a:xfrm rot="1189831">
              <a:off x="-2160128" y="2894677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直接连接符 418">
              <a:extLst>
                <a:ext uri="{FF2B5EF4-FFF2-40B4-BE49-F238E27FC236}">
                  <a16:creationId xmlns:a16="http://schemas.microsoft.com/office/drawing/2014/main" id="{6F07C735-AC4B-46D7-A221-EB212739E9C9}"/>
                </a:ext>
              </a:extLst>
            </p:cNvPr>
            <p:cNvCxnSpPr>
              <a:cxnSpLocks/>
            </p:cNvCxnSpPr>
            <p:nvPr userDrawn="1"/>
          </p:nvCxnSpPr>
          <p:spPr>
            <a:xfrm rot="1372881">
              <a:off x="-2102653" y="2906069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直接连接符 419">
              <a:extLst>
                <a:ext uri="{FF2B5EF4-FFF2-40B4-BE49-F238E27FC236}">
                  <a16:creationId xmlns:a16="http://schemas.microsoft.com/office/drawing/2014/main" id="{DAFDD539-7F97-4B2D-8BBF-A1CD93F63149}"/>
                </a:ext>
              </a:extLst>
            </p:cNvPr>
            <p:cNvCxnSpPr>
              <a:cxnSpLocks/>
            </p:cNvCxnSpPr>
            <p:nvPr userDrawn="1"/>
          </p:nvCxnSpPr>
          <p:spPr>
            <a:xfrm rot="1555932">
              <a:off x="-2046456" y="2918995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直接连接符 420">
              <a:extLst>
                <a:ext uri="{FF2B5EF4-FFF2-40B4-BE49-F238E27FC236}">
                  <a16:creationId xmlns:a16="http://schemas.microsoft.com/office/drawing/2014/main" id="{46710BC6-27B3-4119-B523-B5F471B8BA0C}"/>
                </a:ext>
              </a:extLst>
            </p:cNvPr>
            <p:cNvCxnSpPr>
              <a:cxnSpLocks/>
            </p:cNvCxnSpPr>
            <p:nvPr userDrawn="1"/>
          </p:nvCxnSpPr>
          <p:spPr>
            <a:xfrm rot="1738983">
              <a:off x="-1991694" y="2933419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直接连接符 421">
              <a:extLst>
                <a:ext uri="{FF2B5EF4-FFF2-40B4-BE49-F238E27FC236}">
                  <a16:creationId xmlns:a16="http://schemas.microsoft.com/office/drawing/2014/main" id="{C2D15BC1-596C-497A-96C5-4D73CBCB3F4F}"/>
                </a:ext>
              </a:extLst>
            </p:cNvPr>
            <p:cNvCxnSpPr>
              <a:cxnSpLocks/>
            </p:cNvCxnSpPr>
            <p:nvPr userDrawn="1"/>
          </p:nvCxnSpPr>
          <p:spPr>
            <a:xfrm rot="1922034">
              <a:off x="-1938525" y="2949300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直接连接符 422">
              <a:extLst>
                <a:ext uri="{FF2B5EF4-FFF2-40B4-BE49-F238E27FC236}">
                  <a16:creationId xmlns:a16="http://schemas.microsoft.com/office/drawing/2014/main" id="{AAA6C432-2B7F-4DB9-84E0-6931303AB9CC}"/>
                </a:ext>
              </a:extLst>
            </p:cNvPr>
            <p:cNvCxnSpPr>
              <a:cxnSpLocks/>
            </p:cNvCxnSpPr>
            <p:nvPr userDrawn="1"/>
          </p:nvCxnSpPr>
          <p:spPr>
            <a:xfrm rot="2105085">
              <a:off x="-1887099" y="2966593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连接符 423">
              <a:extLst>
                <a:ext uri="{FF2B5EF4-FFF2-40B4-BE49-F238E27FC236}">
                  <a16:creationId xmlns:a16="http://schemas.microsoft.com/office/drawing/2014/main" id="{E159F573-C99F-4028-9C2D-4DC0FCDABF78}"/>
                </a:ext>
              </a:extLst>
            </p:cNvPr>
            <p:cNvCxnSpPr>
              <a:cxnSpLocks/>
            </p:cNvCxnSpPr>
            <p:nvPr userDrawn="1"/>
          </p:nvCxnSpPr>
          <p:spPr>
            <a:xfrm rot="2288136">
              <a:off x="-1837562" y="2985248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接连接符 424">
              <a:extLst>
                <a:ext uri="{FF2B5EF4-FFF2-40B4-BE49-F238E27FC236}">
                  <a16:creationId xmlns:a16="http://schemas.microsoft.com/office/drawing/2014/main" id="{2DCC774F-FF25-457D-9F77-EBC685437A60}"/>
                </a:ext>
              </a:extLst>
            </p:cNvPr>
            <p:cNvCxnSpPr>
              <a:cxnSpLocks/>
            </p:cNvCxnSpPr>
            <p:nvPr userDrawn="1"/>
          </p:nvCxnSpPr>
          <p:spPr>
            <a:xfrm rot="2471186">
              <a:off x="-1790051" y="3005214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直接连接符 425">
              <a:extLst>
                <a:ext uri="{FF2B5EF4-FFF2-40B4-BE49-F238E27FC236}">
                  <a16:creationId xmlns:a16="http://schemas.microsoft.com/office/drawing/2014/main" id="{731615E5-1C64-4F49-A94A-02A45BA44C2A}"/>
                </a:ext>
              </a:extLst>
            </p:cNvPr>
            <p:cNvCxnSpPr>
              <a:cxnSpLocks/>
            </p:cNvCxnSpPr>
            <p:nvPr userDrawn="1"/>
          </p:nvCxnSpPr>
          <p:spPr>
            <a:xfrm rot="2654237">
              <a:off x="-1744707" y="3026433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直接连接符 426">
              <a:extLst>
                <a:ext uri="{FF2B5EF4-FFF2-40B4-BE49-F238E27FC236}">
                  <a16:creationId xmlns:a16="http://schemas.microsoft.com/office/drawing/2014/main" id="{34F94C57-DEC6-426C-8E75-5D6F472F6BB5}"/>
                </a:ext>
              </a:extLst>
            </p:cNvPr>
            <p:cNvCxnSpPr>
              <a:cxnSpLocks/>
            </p:cNvCxnSpPr>
            <p:nvPr userDrawn="1"/>
          </p:nvCxnSpPr>
          <p:spPr>
            <a:xfrm rot="2837288">
              <a:off x="-1238488" y="3048845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直接连接符 427">
              <a:extLst>
                <a:ext uri="{FF2B5EF4-FFF2-40B4-BE49-F238E27FC236}">
                  <a16:creationId xmlns:a16="http://schemas.microsoft.com/office/drawing/2014/main" id="{4FA8D6B7-5C24-4B50-B588-DDFA8593E84A}"/>
                </a:ext>
              </a:extLst>
            </p:cNvPr>
            <p:cNvCxnSpPr>
              <a:cxnSpLocks/>
            </p:cNvCxnSpPr>
            <p:nvPr userDrawn="1"/>
          </p:nvCxnSpPr>
          <p:spPr>
            <a:xfrm rot="3020339">
              <a:off x="-1197848" y="3072386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直接连接符 428">
              <a:extLst>
                <a:ext uri="{FF2B5EF4-FFF2-40B4-BE49-F238E27FC236}">
                  <a16:creationId xmlns:a16="http://schemas.microsoft.com/office/drawing/2014/main" id="{4E3E85E9-3389-48D4-B1B9-DB873AD8A97A}"/>
                </a:ext>
              </a:extLst>
            </p:cNvPr>
            <p:cNvCxnSpPr>
              <a:cxnSpLocks/>
            </p:cNvCxnSpPr>
            <p:nvPr userDrawn="1"/>
          </p:nvCxnSpPr>
          <p:spPr>
            <a:xfrm rot="3203390">
              <a:off x="-1159738" y="3096992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接连接符 429">
              <a:extLst>
                <a:ext uri="{FF2B5EF4-FFF2-40B4-BE49-F238E27FC236}">
                  <a16:creationId xmlns:a16="http://schemas.microsoft.com/office/drawing/2014/main" id="{4E33E3A3-6028-4788-A287-A2C3B3530E1A}"/>
                </a:ext>
              </a:extLst>
            </p:cNvPr>
            <p:cNvCxnSpPr>
              <a:cxnSpLocks/>
            </p:cNvCxnSpPr>
            <p:nvPr userDrawn="1"/>
          </p:nvCxnSpPr>
          <p:spPr>
            <a:xfrm rot="3386441">
              <a:off x="-1124267" y="3122590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直接连接符 430">
              <a:extLst>
                <a:ext uri="{FF2B5EF4-FFF2-40B4-BE49-F238E27FC236}">
                  <a16:creationId xmlns:a16="http://schemas.microsoft.com/office/drawing/2014/main" id="{67631335-CCB8-4679-A5C2-A06484C7DF5F}"/>
                </a:ext>
              </a:extLst>
            </p:cNvPr>
            <p:cNvCxnSpPr>
              <a:cxnSpLocks/>
            </p:cNvCxnSpPr>
            <p:nvPr userDrawn="1"/>
          </p:nvCxnSpPr>
          <p:spPr>
            <a:xfrm rot="3569491">
              <a:off x="-1091533" y="3149108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直接连接符 431">
              <a:extLst>
                <a:ext uri="{FF2B5EF4-FFF2-40B4-BE49-F238E27FC236}">
                  <a16:creationId xmlns:a16="http://schemas.microsoft.com/office/drawing/2014/main" id="{852FE1DE-9DA7-427F-9E66-B6B9324CA4EE}"/>
                </a:ext>
              </a:extLst>
            </p:cNvPr>
            <p:cNvCxnSpPr>
              <a:cxnSpLocks/>
            </p:cNvCxnSpPr>
            <p:nvPr userDrawn="1"/>
          </p:nvCxnSpPr>
          <p:spPr>
            <a:xfrm rot="3752542">
              <a:off x="-1061629" y="3176472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直接连接符 432">
              <a:extLst>
                <a:ext uri="{FF2B5EF4-FFF2-40B4-BE49-F238E27FC236}">
                  <a16:creationId xmlns:a16="http://schemas.microsoft.com/office/drawing/2014/main" id="{C5109B95-CA59-42C1-8FD3-70208741AC10}"/>
                </a:ext>
              </a:extLst>
            </p:cNvPr>
            <p:cNvCxnSpPr>
              <a:cxnSpLocks/>
            </p:cNvCxnSpPr>
            <p:nvPr userDrawn="1"/>
          </p:nvCxnSpPr>
          <p:spPr>
            <a:xfrm rot="3935593">
              <a:off x="-1034642" y="3204605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直接连接符 433">
              <a:extLst>
                <a:ext uri="{FF2B5EF4-FFF2-40B4-BE49-F238E27FC236}">
                  <a16:creationId xmlns:a16="http://schemas.microsoft.com/office/drawing/2014/main" id="{D5946643-73E9-44CD-BCF4-57639ABCF7DB}"/>
                </a:ext>
              </a:extLst>
            </p:cNvPr>
            <p:cNvCxnSpPr>
              <a:cxnSpLocks/>
            </p:cNvCxnSpPr>
            <p:nvPr userDrawn="1"/>
          </p:nvCxnSpPr>
          <p:spPr>
            <a:xfrm rot="4118644">
              <a:off x="-1010647" y="3233425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直接连接符 434">
              <a:extLst>
                <a:ext uri="{FF2B5EF4-FFF2-40B4-BE49-F238E27FC236}">
                  <a16:creationId xmlns:a16="http://schemas.microsoft.com/office/drawing/2014/main" id="{83C55AFF-6925-4F1B-8CF5-700A8496C659}"/>
                </a:ext>
              </a:extLst>
            </p:cNvPr>
            <p:cNvCxnSpPr>
              <a:cxnSpLocks/>
            </p:cNvCxnSpPr>
            <p:nvPr userDrawn="1"/>
          </p:nvCxnSpPr>
          <p:spPr>
            <a:xfrm rot="4301695">
              <a:off x="-989711" y="3262853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直接连接符 435">
              <a:extLst>
                <a:ext uri="{FF2B5EF4-FFF2-40B4-BE49-F238E27FC236}">
                  <a16:creationId xmlns:a16="http://schemas.microsoft.com/office/drawing/2014/main" id="{B3A3B110-0828-43E5-8ACE-7E605DAF8B42}"/>
                </a:ext>
              </a:extLst>
            </p:cNvPr>
            <p:cNvCxnSpPr>
              <a:cxnSpLocks/>
            </p:cNvCxnSpPr>
            <p:nvPr userDrawn="1"/>
          </p:nvCxnSpPr>
          <p:spPr>
            <a:xfrm rot="4484746">
              <a:off x="-971895" y="3292803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直接连接符 436">
              <a:extLst>
                <a:ext uri="{FF2B5EF4-FFF2-40B4-BE49-F238E27FC236}">
                  <a16:creationId xmlns:a16="http://schemas.microsoft.com/office/drawing/2014/main" id="{ABC1CEDA-AD28-45AF-8F64-CFAF57067C0E}"/>
                </a:ext>
              </a:extLst>
            </p:cNvPr>
            <p:cNvCxnSpPr>
              <a:cxnSpLocks/>
            </p:cNvCxnSpPr>
            <p:nvPr userDrawn="1"/>
          </p:nvCxnSpPr>
          <p:spPr>
            <a:xfrm rot="4667796">
              <a:off x="-957249" y="3323191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直接连接符 437">
              <a:extLst>
                <a:ext uri="{FF2B5EF4-FFF2-40B4-BE49-F238E27FC236}">
                  <a16:creationId xmlns:a16="http://schemas.microsoft.com/office/drawing/2014/main" id="{6C678E5B-9A31-47CC-ABD8-6A225881CEEE}"/>
                </a:ext>
              </a:extLst>
            </p:cNvPr>
            <p:cNvCxnSpPr>
              <a:cxnSpLocks/>
            </p:cNvCxnSpPr>
            <p:nvPr userDrawn="1"/>
          </p:nvCxnSpPr>
          <p:spPr>
            <a:xfrm rot="4850847">
              <a:off x="-945815" y="3353932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直接连接符 438">
              <a:extLst>
                <a:ext uri="{FF2B5EF4-FFF2-40B4-BE49-F238E27FC236}">
                  <a16:creationId xmlns:a16="http://schemas.microsoft.com/office/drawing/2014/main" id="{4CB5BAC7-209B-4C3A-BF7B-F4BF71EDE6B4}"/>
                </a:ext>
              </a:extLst>
            </p:cNvPr>
            <p:cNvCxnSpPr>
              <a:cxnSpLocks/>
            </p:cNvCxnSpPr>
            <p:nvPr userDrawn="1"/>
          </p:nvCxnSpPr>
          <p:spPr>
            <a:xfrm rot="5033898">
              <a:off x="-937624" y="3384937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直接连接符 439">
              <a:extLst>
                <a:ext uri="{FF2B5EF4-FFF2-40B4-BE49-F238E27FC236}">
                  <a16:creationId xmlns:a16="http://schemas.microsoft.com/office/drawing/2014/main" id="{7F218767-161D-406A-A114-799ECC656D9D}"/>
                </a:ext>
              </a:extLst>
            </p:cNvPr>
            <p:cNvCxnSpPr>
              <a:cxnSpLocks/>
            </p:cNvCxnSpPr>
            <p:nvPr userDrawn="1"/>
          </p:nvCxnSpPr>
          <p:spPr>
            <a:xfrm rot="5216949">
              <a:off x="-932700" y="3416119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直接连接符 440">
              <a:extLst>
                <a:ext uri="{FF2B5EF4-FFF2-40B4-BE49-F238E27FC236}">
                  <a16:creationId xmlns:a16="http://schemas.microsoft.com/office/drawing/2014/main" id="{9457B173-B5C3-41DB-BB9E-A991193CC877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-931056" y="3447390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直接连接符 441">
              <a:extLst>
                <a:ext uri="{FF2B5EF4-FFF2-40B4-BE49-F238E27FC236}">
                  <a16:creationId xmlns:a16="http://schemas.microsoft.com/office/drawing/2014/main" id="{625EBD3A-05BC-4608-A47C-8B3A2B975691}"/>
                </a:ext>
              </a:extLst>
            </p:cNvPr>
            <p:cNvCxnSpPr>
              <a:cxnSpLocks/>
            </p:cNvCxnSpPr>
            <p:nvPr userDrawn="1"/>
          </p:nvCxnSpPr>
          <p:spPr>
            <a:xfrm rot="5583051">
              <a:off x="-932700" y="3478661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直接连接符 442">
              <a:extLst>
                <a:ext uri="{FF2B5EF4-FFF2-40B4-BE49-F238E27FC236}">
                  <a16:creationId xmlns:a16="http://schemas.microsoft.com/office/drawing/2014/main" id="{6387CB7C-3AF8-4984-A433-5015AE7BBDC9}"/>
                </a:ext>
              </a:extLst>
            </p:cNvPr>
            <p:cNvCxnSpPr>
              <a:cxnSpLocks/>
            </p:cNvCxnSpPr>
            <p:nvPr userDrawn="1"/>
          </p:nvCxnSpPr>
          <p:spPr>
            <a:xfrm rot="5766102">
              <a:off x="-937624" y="3509843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直接连接符 443">
              <a:extLst>
                <a:ext uri="{FF2B5EF4-FFF2-40B4-BE49-F238E27FC236}">
                  <a16:creationId xmlns:a16="http://schemas.microsoft.com/office/drawing/2014/main" id="{67AE80F6-327A-445F-945A-2D1C0DD80F1E}"/>
                </a:ext>
              </a:extLst>
            </p:cNvPr>
            <p:cNvCxnSpPr>
              <a:cxnSpLocks/>
            </p:cNvCxnSpPr>
            <p:nvPr userDrawn="1"/>
          </p:nvCxnSpPr>
          <p:spPr>
            <a:xfrm rot="5949153">
              <a:off x="-945815" y="3540849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直接连接符 444">
              <a:extLst>
                <a:ext uri="{FF2B5EF4-FFF2-40B4-BE49-F238E27FC236}">
                  <a16:creationId xmlns:a16="http://schemas.microsoft.com/office/drawing/2014/main" id="{9C1CBA91-925A-4D77-9AD8-D2961520FD8F}"/>
                </a:ext>
              </a:extLst>
            </p:cNvPr>
            <p:cNvCxnSpPr>
              <a:cxnSpLocks/>
            </p:cNvCxnSpPr>
            <p:nvPr userDrawn="1"/>
          </p:nvCxnSpPr>
          <p:spPr>
            <a:xfrm rot="6132204">
              <a:off x="-957249" y="3571590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直接连接符 445">
              <a:extLst>
                <a:ext uri="{FF2B5EF4-FFF2-40B4-BE49-F238E27FC236}">
                  <a16:creationId xmlns:a16="http://schemas.microsoft.com/office/drawing/2014/main" id="{494A1EF5-45B0-457D-9FBE-AABFC88B68F0}"/>
                </a:ext>
              </a:extLst>
            </p:cNvPr>
            <p:cNvCxnSpPr>
              <a:cxnSpLocks/>
            </p:cNvCxnSpPr>
            <p:nvPr userDrawn="1"/>
          </p:nvCxnSpPr>
          <p:spPr>
            <a:xfrm rot="6315254">
              <a:off x="-971895" y="3601979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直接连接符 446">
              <a:extLst>
                <a:ext uri="{FF2B5EF4-FFF2-40B4-BE49-F238E27FC236}">
                  <a16:creationId xmlns:a16="http://schemas.microsoft.com/office/drawing/2014/main" id="{F78E55A7-A965-4609-A634-EA09802394A9}"/>
                </a:ext>
              </a:extLst>
            </p:cNvPr>
            <p:cNvCxnSpPr>
              <a:cxnSpLocks/>
            </p:cNvCxnSpPr>
            <p:nvPr userDrawn="1"/>
          </p:nvCxnSpPr>
          <p:spPr>
            <a:xfrm rot="6498305">
              <a:off x="-989711" y="3631929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直接连接符 447">
              <a:extLst>
                <a:ext uri="{FF2B5EF4-FFF2-40B4-BE49-F238E27FC236}">
                  <a16:creationId xmlns:a16="http://schemas.microsoft.com/office/drawing/2014/main" id="{EF0DC186-644B-40BB-8D16-6B3BC16F3D85}"/>
                </a:ext>
              </a:extLst>
            </p:cNvPr>
            <p:cNvCxnSpPr>
              <a:cxnSpLocks/>
            </p:cNvCxnSpPr>
            <p:nvPr userDrawn="1"/>
          </p:nvCxnSpPr>
          <p:spPr>
            <a:xfrm rot="6681356">
              <a:off x="-1010647" y="3661356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直接连接符 448">
              <a:extLst>
                <a:ext uri="{FF2B5EF4-FFF2-40B4-BE49-F238E27FC236}">
                  <a16:creationId xmlns:a16="http://schemas.microsoft.com/office/drawing/2014/main" id="{C4314E5A-BD4E-4484-8DFF-FEBAD72B7A4B}"/>
                </a:ext>
              </a:extLst>
            </p:cNvPr>
            <p:cNvCxnSpPr>
              <a:cxnSpLocks/>
            </p:cNvCxnSpPr>
            <p:nvPr userDrawn="1"/>
          </p:nvCxnSpPr>
          <p:spPr>
            <a:xfrm rot="6864407">
              <a:off x="-1034642" y="3690176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直接连接符 449">
              <a:extLst>
                <a:ext uri="{FF2B5EF4-FFF2-40B4-BE49-F238E27FC236}">
                  <a16:creationId xmlns:a16="http://schemas.microsoft.com/office/drawing/2014/main" id="{83404AF8-56C4-42A4-804B-D8A9DC909BC3}"/>
                </a:ext>
              </a:extLst>
            </p:cNvPr>
            <p:cNvCxnSpPr>
              <a:cxnSpLocks/>
            </p:cNvCxnSpPr>
            <p:nvPr userDrawn="1"/>
          </p:nvCxnSpPr>
          <p:spPr>
            <a:xfrm rot="7047458">
              <a:off x="-1061629" y="3718310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直接连接符 450">
              <a:extLst>
                <a:ext uri="{FF2B5EF4-FFF2-40B4-BE49-F238E27FC236}">
                  <a16:creationId xmlns:a16="http://schemas.microsoft.com/office/drawing/2014/main" id="{B2DE76E3-1546-4F58-B397-17DAC7A8B720}"/>
                </a:ext>
              </a:extLst>
            </p:cNvPr>
            <p:cNvCxnSpPr>
              <a:cxnSpLocks/>
            </p:cNvCxnSpPr>
            <p:nvPr userDrawn="1"/>
          </p:nvCxnSpPr>
          <p:spPr>
            <a:xfrm rot="7230509">
              <a:off x="-1091533" y="3745674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接连接符 451">
              <a:extLst>
                <a:ext uri="{FF2B5EF4-FFF2-40B4-BE49-F238E27FC236}">
                  <a16:creationId xmlns:a16="http://schemas.microsoft.com/office/drawing/2014/main" id="{94A6E8C7-F5B4-4092-AF9B-679BCDCF75B0}"/>
                </a:ext>
              </a:extLst>
            </p:cNvPr>
            <p:cNvCxnSpPr>
              <a:cxnSpLocks/>
            </p:cNvCxnSpPr>
            <p:nvPr userDrawn="1"/>
          </p:nvCxnSpPr>
          <p:spPr>
            <a:xfrm rot="7413559">
              <a:off x="-1124267" y="3772193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直接连接符 452">
              <a:extLst>
                <a:ext uri="{FF2B5EF4-FFF2-40B4-BE49-F238E27FC236}">
                  <a16:creationId xmlns:a16="http://schemas.microsoft.com/office/drawing/2014/main" id="{5E5F49DB-82C2-41A3-962A-104C89E31AEC}"/>
                </a:ext>
              </a:extLst>
            </p:cNvPr>
            <p:cNvCxnSpPr>
              <a:cxnSpLocks/>
            </p:cNvCxnSpPr>
            <p:nvPr userDrawn="1"/>
          </p:nvCxnSpPr>
          <p:spPr>
            <a:xfrm rot="7596610">
              <a:off x="-1159738" y="3797791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直接连接符 453">
              <a:extLst>
                <a:ext uri="{FF2B5EF4-FFF2-40B4-BE49-F238E27FC236}">
                  <a16:creationId xmlns:a16="http://schemas.microsoft.com/office/drawing/2014/main" id="{108131FA-65E8-4E13-9117-D548F13ED4AD}"/>
                </a:ext>
              </a:extLst>
            </p:cNvPr>
            <p:cNvCxnSpPr>
              <a:cxnSpLocks/>
            </p:cNvCxnSpPr>
            <p:nvPr userDrawn="1"/>
          </p:nvCxnSpPr>
          <p:spPr>
            <a:xfrm rot="7779661">
              <a:off x="-1197848" y="3822396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直接连接符 454">
              <a:extLst>
                <a:ext uri="{FF2B5EF4-FFF2-40B4-BE49-F238E27FC236}">
                  <a16:creationId xmlns:a16="http://schemas.microsoft.com/office/drawing/2014/main" id="{E0E20F5A-3E09-4C18-BA64-FC5F56B6924E}"/>
                </a:ext>
              </a:extLst>
            </p:cNvPr>
            <p:cNvCxnSpPr>
              <a:cxnSpLocks/>
            </p:cNvCxnSpPr>
            <p:nvPr userDrawn="1"/>
          </p:nvCxnSpPr>
          <p:spPr>
            <a:xfrm rot="7962712">
              <a:off x="-1238488" y="3845938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直接连接符 455">
              <a:extLst>
                <a:ext uri="{FF2B5EF4-FFF2-40B4-BE49-F238E27FC236}">
                  <a16:creationId xmlns:a16="http://schemas.microsoft.com/office/drawing/2014/main" id="{12B8B253-F42B-4084-984B-A1F949F60B23}"/>
                </a:ext>
              </a:extLst>
            </p:cNvPr>
            <p:cNvCxnSpPr>
              <a:cxnSpLocks/>
            </p:cNvCxnSpPr>
            <p:nvPr userDrawn="1"/>
          </p:nvCxnSpPr>
          <p:spPr>
            <a:xfrm rot="8145763">
              <a:off x="-1744707" y="3868351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直接连接符 456">
              <a:extLst>
                <a:ext uri="{FF2B5EF4-FFF2-40B4-BE49-F238E27FC236}">
                  <a16:creationId xmlns:a16="http://schemas.microsoft.com/office/drawing/2014/main" id="{801D1BC9-305B-4740-8501-19CE60445E09}"/>
                </a:ext>
              </a:extLst>
            </p:cNvPr>
            <p:cNvCxnSpPr>
              <a:cxnSpLocks/>
            </p:cNvCxnSpPr>
            <p:nvPr userDrawn="1"/>
          </p:nvCxnSpPr>
          <p:spPr>
            <a:xfrm rot="8328813">
              <a:off x="-1790051" y="3889570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直接连接符 457">
              <a:extLst>
                <a:ext uri="{FF2B5EF4-FFF2-40B4-BE49-F238E27FC236}">
                  <a16:creationId xmlns:a16="http://schemas.microsoft.com/office/drawing/2014/main" id="{7AC2A5B5-08A2-4778-A2CA-0BE402A80AAE}"/>
                </a:ext>
              </a:extLst>
            </p:cNvPr>
            <p:cNvCxnSpPr>
              <a:cxnSpLocks/>
            </p:cNvCxnSpPr>
            <p:nvPr userDrawn="1"/>
          </p:nvCxnSpPr>
          <p:spPr>
            <a:xfrm rot="8511865">
              <a:off x="-1837562" y="3909536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直接连接符 458">
              <a:extLst>
                <a:ext uri="{FF2B5EF4-FFF2-40B4-BE49-F238E27FC236}">
                  <a16:creationId xmlns:a16="http://schemas.microsoft.com/office/drawing/2014/main" id="{C0ABA10F-18E7-4463-872D-19587C039CA3}"/>
                </a:ext>
              </a:extLst>
            </p:cNvPr>
            <p:cNvCxnSpPr>
              <a:cxnSpLocks/>
            </p:cNvCxnSpPr>
            <p:nvPr userDrawn="1"/>
          </p:nvCxnSpPr>
          <p:spPr>
            <a:xfrm rot="8694915">
              <a:off x="-1887099" y="3928191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直接连接符 459">
              <a:extLst>
                <a:ext uri="{FF2B5EF4-FFF2-40B4-BE49-F238E27FC236}">
                  <a16:creationId xmlns:a16="http://schemas.microsoft.com/office/drawing/2014/main" id="{2B1BECC4-1185-4CAF-BB0C-BFBAEBC688E0}"/>
                </a:ext>
              </a:extLst>
            </p:cNvPr>
            <p:cNvCxnSpPr>
              <a:cxnSpLocks/>
            </p:cNvCxnSpPr>
            <p:nvPr userDrawn="1"/>
          </p:nvCxnSpPr>
          <p:spPr>
            <a:xfrm rot="8877966">
              <a:off x="-1938525" y="3945484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直接连接符 460">
              <a:extLst>
                <a:ext uri="{FF2B5EF4-FFF2-40B4-BE49-F238E27FC236}">
                  <a16:creationId xmlns:a16="http://schemas.microsoft.com/office/drawing/2014/main" id="{5CC4C6BF-3BBE-4CE2-B8C3-A7BA211BE5E6}"/>
                </a:ext>
              </a:extLst>
            </p:cNvPr>
            <p:cNvCxnSpPr>
              <a:cxnSpLocks/>
            </p:cNvCxnSpPr>
            <p:nvPr userDrawn="1"/>
          </p:nvCxnSpPr>
          <p:spPr>
            <a:xfrm rot="9061017">
              <a:off x="-1991694" y="3961365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直接连接符 461">
              <a:extLst>
                <a:ext uri="{FF2B5EF4-FFF2-40B4-BE49-F238E27FC236}">
                  <a16:creationId xmlns:a16="http://schemas.microsoft.com/office/drawing/2014/main" id="{3E333E5D-FF0B-4C70-8DB8-DD4CE925D996}"/>
                </a:ext>
              </a:extLst>
            </p:cNvPr>
            <p:cNvCxnSpPr>
              <a:cxnSpLocks/>
            </p:cNvCxnSpPr>
            <p:nvPr userDrawn="1"/>
          </p:nvCxnSpPr>
          <p:spPr>
            <a:xfrm rot="9244068">
              <a:off x="-2046456" y="3975789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直接连接符 462">
              <a:extLst>
                <a:ext uri="{FF2B5EF4-FFF2-40B4-BE49-F238E27FC236}">
                  <a16:creationId xmlns:a16="http://schemas.microsoft.com/office/drawing/2014/main" id="{4D7F373F-186D-42F1-B0C9-3E329D0355F1}"/>
                </a:ext>
              </a:extLst>
            </p:cNvPr>
            <p:cNvCxnSpPr>
              <a:cxnSpLocks/>
            </p:cNvCxnSpPr>
            <p:nvPr userDrawn="1"/>
          </p:nvCxnSpPr>
          <p:spPr>
            <a:xfrm rot="9427118">
              <a:off x="-2102653" y="3988715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直接连接符 463">
              <a:extLst>
                <a:ext uri="{FF2B5EF4-FFF2-40B4-BE49-F238E27FC236}">
                  <a16:creationId xmlns:a16="http://schemas.microsoft.com/office/drawing/2014/main" id="{7F375D63-5451-4DFC-89A8-35D365AF784E}"/>
                </a:ext>
              </a:extLst>
            </p:cNvPr>
            <p:cNvCxnSpPr>
              <a:cxnSpLocks/>
            </p:cNvCxnSpPr>
            <p:nvPr userDrawn="1"/>
          </p:nvCxnSpPr>
          <p:spPr>
            <a:xfrm rot="9610170">
              <a:off x="-2160128" y="4000107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直接连接符 464">
              <a:extLst>
                <a:ext uri="{FF2B5EF4-FFF2-40B4-BE49-F238E27FC236}">
                  <a16:creationId xmlns:a16="http://schemas.microsoft.com/office/drawing/2014/main" id="{4BC6811E-BFC1-45A8-9240-84B91C847551}"/>
                </a:ext>
              </a:extLst>
            </p:cNvPr>
            <p:cNvCxnSpPr>
              <a:cxnSpLocks/>
            </p:cNvCxnSpPr>
            <p:nvPr userDrawn="1"/>
          </p:nvCxnSpPr>
          <p:spPr>
            <a:xfrm rot="9793220">
              <a:off x="-2218720" y="4009932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直接连接符 465">
              <a:extLst>
                <a:ext uri="{FF2B5EF4-FFF2-40B4-BE49-F238E27FC236}">
                  <a16:creationId xmlns:a16="http://schemas.microsoft.com/office/drawing/2014/main" id="{86C7D963-0C50-4BC8-B558-5E593D1D66C7}"/>
                </a:ext>
              </a:extLst>
            </p:cNvPr>
            <p:cNvCxnSpPr>
              <a:cxnSpLocks/>
            </p:cNvCxnSpPr>
            <p:nvPr userDrawn="1"/>
          </p:nvCxnSpPr>
          <p:spPr>
            <a:xfrm rot="9976271">
              <a:off x="-2278259" y="4018162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直接连接符 466">
              <a:extLst>
                <a:ext uri="{FF2B5EF4-FFF2-40B4-BE49-F238E27FC236}">
                  <a16:creationId xmlns:a16="http://schemas.microsoft.com/office/drawing/2014/main" id="{E2FB6529-97D9-4CD5-B464-F7F3F9B93B7F}"/>
                </a:ext>
              </a:extLst>
            </p:cNvPr>
            <p:cNvCxnSpPr>
              <a:cxnSpLocks/>
            </p:cNvCxnSpPr>
            <p:nvPr userDrawn="1"/>
          </p:nvCxnSpPr>
          <p:spPr>
            <a:xfrm rot="10159322">
              <a:off x="-2338577" y="4024775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直接连接符 467">
              <a:extLst>
                <a:ext uri="{FF2B5EF4-FFF2-40B4-BE49-F238E27FC236}">
                  <a16:creationId xmlns:a16="http://schemas.microsoft.com/office/drawing/2014/main" id="{CE6F1108-5DD4-429F-BA6D-E8C96D4D815D}"/>
                </a:ext>
              </a:extLst>
            </p:cNvPr>
            <p:cNvCxnSpPr>
              <a:cxnSpLocks/>
            </p:cNvCxnSpPr>
            <p:nvPr userDrawn="1"/>
          </p:nvCxnSpPr>
          <p:spPr>
            <a:xfrm rot="10342373">
              <a:off x="-2399504" y="4029751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直接连接符 468">
              <a:extLst>
                <a:ext uri="{FF2B5EF4-FFF2-40B4-BE49-F238E27FC236}">
                  <a16:creationId xmlns:a16="http://schemas.microsoft.com/office/drawing/2014/main" id="{318C41CE-6C57-4160-98CD-00F640394AA6}"/>
                </a:ext>
              </a:extLst>
            </p:cNvPr>
            <p:cNvCxnSpPr>
              <a:cxnSpLocks/>
            </p:cNvCxnSpPr>
            <p:nvPr userDrawn="1"/>
          </p:nvCxnSpPr>
          <p:spPr>
            <a:xfrm rot="10525423">
              <a:off x="-2460868" y="4033076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直接连接符 469">
              <a:extLst>
                <a:ext uri="{FF2B5EF4-FFF2-40B4-BE49-F238E27FC236}">
                  <a16:creationId xmlns:a16="http://schemas.microsoft.com/office/drawing/2014/main" id="{5A04C9A2-8849-4892-A8CB-D1B09E16B589}"/>
                </a:ext>
              </a:extLst>
            </p:cNvPr>
            <p:cNvCxnSpPr>
              <a:cxnSpLocks/>
            </p:cNvCxnSpPr>
            <p:nvPr userDrawn="1"/>
          </p:nvCxnSpPr>
          <p:spPr>
            <a:xfrm rot="10708475">
              <a:off x="-2522494" y="4034741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直接连接符 470">
              <a:extLst>
                <a:ext uri="{FF2B5EF4-FFF2-40B4-BE49-F238E27FC236}">
                  <a16:creationId xmlns:a16="http://schemas.microsoft.com/office/drawing/2014/main" id="{A82E4E70-619D-403F-8B07-68AFE0EC10F2}"/>
                </a:ext>
              </a:extLst>
            </p:cNvPr>
            <p:cNvCxnSpPr>
              <a:cxnSpLocks/>
            </p:cNvCxnSpPr>
            <p:nvPr userDrawn="1"/>
          </p:nvCxnSpPr>
          <p:spPr>
            <a:xfrm rot="10891525">
              <a:off x="-2584206" y="4034741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直接连接符 471">
              <a:extLst>
                <a:ext uri="{FF2B5EF4-FFF2-40B4-BE49-F238E27FC236}">
                  <a16:creationId xmlns:a16="http://schemas.microsoft.com/office/drawing/2014/main" id="{19207E52-6EC8-4F3A-8E75-AE19B5DB626F}"/>
                </a:ext>
              </a:extLst>
            </p:cNvPr>
            <p:cNvCxnSpPr>
              <a:cxnSpLocks/>
            </p:cNvCxnSpPr>
            <p:nvPr userDrawn="1"/>
          </p:nvCxnSpPr>
          <p:spPr>
            <a:xfrm rot="11074577">
              <a:off x="-2645832" y="4033076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直接连接符 472">
              <a:extLst>
                <a:ext uri="{FF2B5EF4-FFF2-40B4-BE49-F238E27FC236}">
                  <a16:creationId xmlns:a16="http://schemas.microsoft.com/office/drawing/2014/main" id="{E99CDE3C-EEF7-4C7C-86B1-610A50D688FC}"/>
                </a:ext>
              </a:extLst>
            </p:cNvPr>
            <p:cNvCxnSpPr>
              <a:cxnSpLocks/>
            </p:cNvCxnSpPr>
            <p:nvPr userDrawn="1"/>
          </p:nvCxnSpPr>
          <p:spPr>
            <a:xfrm rot="11257627">
              <a:off x="-2707196" y="4029751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直接连接符 473">
              <a:extLst>
                <a:ext uri="{FF2B5EF4-FFF2-40B4-BE49-F238E27FC236}">
                  <a16:creationId xmlns:a16="http://schemas.microsoft.com/office/drawing/2014/main" id="{E47597BB-BE5C-4C08-A21B-46DE85D21544}"/>
                </a:ext>
              </a:extLst>
            </p:cNvPr>
            <p:cNvCxnSpPr>
              <a:cxnSpLocks/>
            </p:cNvCxnSpPr>
            <p:nvPr userDrawn="1"/>
          </p:nvCxnSpPr>
          <p:spPr>
            <a:xfrm rot="11440678">
              <a:off x="-2768123" y="4024775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845A2B29-C53E-4CB9-BB87-45C57FD47BFE}"/>
                </a:ext>
              </a:extLst>
            </p:cNvPr>
            <p:cNvCxnSpPr>
              <a:cxnSpLocks/>
            </p:cNvCxnSpPr>
            <p:nvPr userDrawn="1"/>
          </p:nvCxnSpPr>
          <p:spPr>
            <a:xfrm rot="11623729">
              <a:off x="-2828441" y="4018162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直接连接符 475">
              <a:extLst>
                <a:ext uri="{FF2B5EF4-FFF2-40B4-BE49-F238E27FC236}">
                  <a16:creationId xmlns:a16="http://schemas.microsoft.com/office/drawing/2014/main" id="{E2210AF1-8F12-46B8-81CA-36714AA5B93A}"/>
                </a:ext>
              </a:extLst>
            </p:cNvPr>
            <p:cNvCxnSpPr>
              <a:cxnSpLocks/>
            </p:cNvCxnSpPr>
            <p:nvPr userDrawn="1"/>
          </p:nvCxnSpPr>
          <p:spPr>
            <a:xfrm rot="11806780">
              <a:off x="-2887980" y="4009932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直接连接符 476">
              <a:extLst>
                <a:ext uri="{FF2B5EF4-FFF2-40B4-BE49-F238E27FC236}">
                  <a16:creationId xmlns:a16="http://schemas.microsoft.com/office/drawing/2014/main" id="{6306D253-E5FE-44CA-ADBE-C01C6EE2085F}"/>
                </a:ext>
              </a:extLst>
            </p:cNvPr>
            <p:cNvCxnSpPr>
              <a:cxnSpLocks/>
            </p:cNvCxnSpPr>
            <p:nvPr userDrawn="1"/>
          </p:nvCxnSpPr>
          <p:spPr>
            <a:xfrm rot="11989830">
              <a:off x="-2946572" y="4000107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直接连接符 477">
              <a:extLst>
                <a:ext uri="{FF2B5EF4-FFF2-40B4-BE49-F238E27FC236}">
                  <a16:creationId xmlns:a16="http://schemas.microsoft.com/office/drawing/2014/main" id="{4BD9B69C-28D0-4E46-85AC-7FF49103FC7A}"/>
                </a:ext>
              </a:extLst>
            </p:cNvPr>
            <p:cNvCxnSpPr>
              <a:cxnSpLocks/>
            </p:cNvCxnSpPr>
            <p:nvPr userDrawn="1"/>
          </p:nvCxnSpPr>
          <p:spPr>
            <a:xfrm rot="12172882">
              <a:off x="-3004047" y="3988715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直接连接符 478">
              <a:extLst>
                <a:ext uri="{FF2B5EF4-FFF2-40B4-BE49-F238E27FC236}">
                  <a16:creationId xmlns:a16="http://schemas.microsoft.com/office/drawing/2014/main" id="{495821F1-714C-4FFC-8903-3D517552D449}"/>
                </a:ext>
              </a:extLst>
            </p:cNvPr>
            <p:cNvCxnSpPr>
              <a:cxnSpLocks/>
            </p:cNvCxnSpPr>
            <p:nvPr userDrawn="1"/>
          </p:nvCxnSpPr>
          <p:spPr>
            <a:xfrm rot="12355932">
              <a:off x="-3060244" y="3975789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直接连接符 479">
              <a:extLst>
                <a:ext uri="{FF2B5EF4-FFF2-40B4-BE49-F238E27FC236}">
                  <a16:creationId xmlns:a16="http://schemas.microsoft.com/office/drawing/2014/main" id="{96724BCA-999A-4BB0-BA20-CD198FB4D7CF}"/>
                </a:ext>
              </a:extLst>
            </p:cNvPr>
            <p:cNvCxnSpPr>
              <a:cxnSpLocks/>
            </p:cNvCxnSpPr>
            <p:nvPr userDrawn="1"/>
          </p:nvCxnSpPr>
          <p:spPr>
            <a:xfrm rot="12538983">
              <a:off x="-3115006" y="3961365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直接连接符 480">
              <a:extLst>
                <a:ext uri="{FF2B5EF4-FFF2-40B4-BE49-F238E27FC236}">
                  <a16:creationId xmlns:a16="http://schemas.microsoft.com/office/drawing/2014/main" id="{724AF0B0-2D8B-4376-9907-7D82EC60C55F}"/>
                </a:ext>
              </a:extLst>
            </p:cNvPr>
            <p:cNvCxnSpPr>
              <a:cxnSpLocks/>
            </p:cNvCxnSpPr>
            <p:nvPr userDrawn="1"/>
          </p:nvCxnSpPr>
          <p:spPr>
            <a:xfrm rot="12722034">
              <a:off x="-3168175" y="3945484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直接连接符 481">
              <a:extLst>
                <a:ext uri="{FF2B5EF4-FFF2-40B4-BE49-F238E27FC236}">
                  <a16:creationId xmlns:a16="http://schemas.microsoft.com/office/drawing/2014/main" id="{C6FCDBFC-3476-40B5-84B5-EDCC4F02467A}"/>
                </a:ext>
              </a:extLst>
            </p:cNvPr>
            <p:cNvCxnSpPr>
              <a:cxnSpLocks/>
            </p:cNvCxnSpPr>
            <p:nvPr userDrawn="1"/>
          </p:nvCxnSpPr>
          <p:spPr>
            <a:xfrm rot="12905085">
              <a:off x="-3219601" y="3928191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直接连接符 482">
              <a:extLst>
                <a:ext uri="{FF2B5EF4-FFF2-40B4-BE49-F238E27FC236}">
                  <a16:creationId xmlns:a16="http://schemas.microsoft.com/office/drawing/2014/main" id="{199B0713-0023-46A0-AD26-80688363E8F8}"/>
                </a:ext>
              </a:extLst>
            </p:cNvPr>
            <p:cNvCxnSpPr>
              <a:cxnSpLocks/>
            </p:cNvCxnSpPr>
            <p:nvPr userDrawn="1"/>
          </p:nvCxnSpPr>
          <p:spPr>
            <a:xfrm rot="13088135">
              <a:off x="-3269138" y="3909536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直接连接符 483">
              <a:extLst>
                <a:ext uri="{FF2B5EF4-FFF2-40B4-BE49-F238E27FC236}">
                  <a16:creationId xmlns:a16="http://schemas.microsoft.com/office/drawing/2014/main" id="{48A65348-CE91-451E-BE9A-BA269E2F4081}"/>
                </a:ext>
              </a:extLst>
            </p:cNvPr>
            <p:cNvCxnSpPr>
              <a:cxnSpLocks/>
            </p:cNvCxnSpPr>
            <p:nvPr userDrawn="1"/>
          </p:nvCxnSpPr>
          <p:spPr>
            <a:xfrm rot="13271187">
              <a:off x="-3316649" y="3889570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直接连接符 484">
              <a:extLst>
                <a:ext uri="{FF2B5EF4-FFF2-40B4-BE49-F238E27FC236}">
                  <a16:creationId xmlns:a16="http://schemas.microsoft.com/office/drawing/2014/main" id="{465BA210-461D-4320-8065-43F56F390330}"/>
                </a:ext>
              </a:extLst>
            </p:cNvPr>
            <p:cNvCxnSpPr>
              <a:cxnSpLocks/>
            </p:cNvCxnSpPr>
            <p:nvPr userDrawn="1"/>
          </p:nvCxnSpPr>
          <p:spPr>
            <a:xfrm rot="13454237">
              <a:off x="-3361993" y="3868351"/>
              <a:ext cx="1878584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直接连接符 485">
              <a:extLst>
                <a:ext uri="{FF2B5EF4-FFF2-40B4-BE49-F238E27FC236}">
                  <a16:creationId xmlns:a16="http://schemas.microsoft.com/office/drawing/2014/main" id="{B3574473-C20F-43BB-B788-FFD824A6183B}"/>
                </a:ext>
              </a:extLst>
            </p:cNvPr>
            <p:cNvCxnSpPr>
              <a:cxnSpLocks/>
            </p:cNvCxnSpPr>
            <p:nvPr userDrawn="1"/>
          </p:nvCxnSpPr>
          <p:spPr>
            <a:xfrm rot="13637288">
              <a:off x="-2941878" y="3845937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直接连接符 486">
              <a:extLst>
                <a:ext uri="{FF2B5EF4-FFF2-40B4-BE49-F238E27FC236}">
                  <a16:creationId xmlns:a16="http://schemas.microsoft.com/office/drawing/2014/main" id="{FCBEFFFD-905A-46EB-9146-7EFE5D505AE3}"/>
                </a:ext>
              </a:extLst>
            </p:cNvPr>
            <p:cNvCxnSpPr>
              <a:cxnSpLocks/>
            </p:cNvCxnSpPr>
            <p:nvPr userDrawn="1"/>
          </p:nvCxnSpPr>
          <p:spPr>
            <a:xfrm rot="13820339">
              <a:off x="-2982517" y="3822395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直接连接符 487">
              <a:extLst>
                <a:ext uri="{FF2B5EF4-FFF2-40B4-BE49-F238E27FC236}">
                  <a16:creationId xmlns:a16="http://schemas.microsoft.com/office/drawing/2014/main" id="{8FEFF822-D8CD-4CA8-BA5C-9432C6A9CB97}"/>
                </a:ext>
              </a:extLst>
            </p:cNvPr>
            <p:cNvCxnSpPr>
              <a:cxnSpLocks/>
            </p:cNvCxnSpPr>
            <p:nvPr userDrawn="1"/>
          </p:nvCxnSpPr>
          <p:spPr>
            <a:xfrm rot="14003390">
              <a:off x="-3020628" y="3797789"/>
              <a:ext cx="952250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直接连接符 488">
              <a:extLst>
                <a:ext uri="{FF2B5EF4-FFF2-40B4-BE49-F238E27FC236}">
                  <a16:creationId xmlns:a16="http://schemas.microsoft.com/office/drawing/2014/main" id="{96FE8395-9223-42FD-B983-598817E960B7}"/>
                </a:ext>
              </a:extLst>
            </p:cNvPr>
            <p:cNvCxnSpPr>
              <a:cxnSpLocks/>
            </p:cNvCxnSpPr>
            <p:nvPr userDrawn="1"/>
          </p:nvCxnSpPr>
          <p:spPr>
            <a:xfrm rot="14186440">
              <a:off x="-3056098" y="3772190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直接连接符 489">
              <a:extLst>
                <a:ext uri="{FF2B5EF4-FFF2-40B4-BE49-F238E27FC236}">
                  <a16:creationId xmlns:a16="http://schemas.microsoft.com/office/drawing/2014/main" id="{BF834C67-89D2-4D6C-BEAD-93B8BC131D12}"/>
                </a:ext>
              </a:extLst>
            </p:cNvPr>
            <p:cNvCxnSpPr>
              <a:cxnSpLocks/>
            </p:cNvCxnSpPr>
            <p:nvPr userDrawn="1"/>
          </p:nvCxnSpPr>
          <p:spPr>
            <a:xfrm rot="14369492">
              <a:off x="-3088833" y="3745671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直接连接符 490">
              <a:extLst>
                <a:ext uri="{FF2B5EF4-FFF2-40B4-BE49-F238E27FC236}">
                  <a16:creationId xmlns:a16="http://schemas.microsoft.com/office/drawing/2014/main" id="{293A0DDF-A924-4BD4-B849-C25316AAAFED}"/>
                </a:ext>
              </a:extLst>
            </p:cNvPr>
            <p:cNvCxnSpPr>
              <a:cxnSpLocks/>
            </p:cNvCxnSpPr>
            <p:nvPr userDrawn="1"/>
          </p:nvCxnSpPr>
          <p:spPr>
            <a:xfrm rot="14552542">
              <a:off x="-3118736" y="3718306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直接连接符 491">
              <a:extLst>
                <a:ext uri="{FF2B5EF4-FFF2-40B4-BE49-F238E27FC236}">
                  <a16:creationId xmlns:a16="http://schemas.microsoft.com/office/drawing/2014/main" id="{2089B799-A88D-475A-85D4-44209E64A48F}"/>
                </a:ext>
              </a:extLst>
            </p:cNvPr>
            <p:cNvCxnSpPr>
              <a:cxnSpLocks/>
            </p:cNvCxnSpPr>
            <p:nvPr userDrawn="1"/>
          </p:nvCxnSpPr>
          <p:spPr>
            <a:xfrm rot="14735593">
              <a:off x="-3145724" y="3690174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直接连接符 492">
              <a:extLst>
                <a:ext uri="{FF2B5EF4-FFF2-40B4-BE49-F238E27FC236}">
                  <a16:creationId xmlns:a16="http://schemas.microsoft.com/office/drawing/2014/main" id="{CB0D3137-1814-4DE5-B628-A1C526D3D7F5}"/>
                </a:ext>
              </a:extLst>
            </p:cNvPr>
            <p:cNvCxnSpPr>
              <a:cxnSpLocks/>
            </p:cNvCxnSpPr>
            <p:nvPr userDrawn="1"/>
          </p:nvCxnSpPr>
          <p:spPr>
            <a:xfrm rot="14918644">
              <a:off x="-3169719" y="3661353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直接连接符 493">
              <a:extLst>
                <a:ext uri="{FF2B5EF4-FFF2-40B4-BE49-F238E27FC236}">
                  <a16:creationId xmlns:a16="http://schemas.microsoft.com/office/drawing/2014/main" id="{2D270CA2-0706-4834-B6F3-4C4AA1415D7B}"/>
                </a:ext>
              </a:extLst>
            </p:cNvPr>
            <p:cNvCxnSpPr>
              <a:cxnSpLocks/>
            </p:cNvCxnSpPr>
            <p:nvPr userDrawn="1"/>
          </p:nvCxnSpPr>
          <p:spPr>
            <a:xfrm rot="15101695">
              <a:off x="-3190654" y="3631926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直接连接符 494">
              <a:extLst>
                <a:ext uri="{FF2B5EF4-FFF2-40B4-BE49-F238E27FC236}">
                  <a16:creationId xmlns:a16="http://schemas.microsoft.com/office/drawing/2014/main" id="{055EFD1E-B35E-4402-958F-2DAB7FF83C0E}"/>
                </a:ext>
              </a:extLst>
            </p:cNvPr>
            <p:cNvCxnSpPr>
              <a:cxnSpLocks/>
            </p:cNvCxnSpPr>
            <p:nvPr userDrawn="1"/>
          </p:nvCxnSpPr>
          <p:spPr>
            <a:xfrm rot="15284745">
              <a:off x="-3208471" y="3601976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直接连接符 495">
              <a:extLst>
                <a:ext uri="{FF2B5EF4-FFF2-40B4-BE49-F238E27FC236}">
                  <a16:creationId xmlns:a16="http://schemas.microsoft.com/office/drawing/2014/main" id="{8713F0D9-1D5D-4158-85FE-619C452131A2}"/>
                </a:ext>
              </a:extLst>
            </p:cNvPr>
            <p:cNvCxnSpPr>
              <a:cxnSpLocks/>
            </p:cNvCxnSpPr>
            <p:nvPr userDrawn="1"/>
          </p:nvCxnSpPr>
          <p:spPr>
            <a:xfrm rot="15467796">
              <a:off x="-3223117" y="3571586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直接连接符 496">
              <a:extLst>
                <a:ext uri="{FF2B5EF4-FFF2-40B4-BE49-F238E27FC236}">
                  <a16:creationId xmlns:a16="http://schemas.microsoft.com/office/drawing/2014/main" id="{6FAF186D-D01A-4969-ABD8-29A7AD04A358}"/>
                </a:ext>
              </a:extLst>
            </p:cNvPr>
            <p:cNvCxnSpPr>
              <a:cxnSpLocks/>
            </p:cNvCxnSpPr>
            <p:nvPr userDrawn="1"/>
          </p:nvCxnSpPr>
          <p:spPr>
            <a:xfrm rot="15650847">
              <a:off x="-3234551" y="3540846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直接连接符 497">
              <a:extLst>
                <a:ext uri="{FF2B5EF4-FFF2-40B4-BE49-F238E27FC236}">
                  <a16:creationId xmlns:a16="http://schemas.microsoft.com/office/drawing/2014/main" id="{16974EF1-3617-46EC-BC56-6ECEF308DA95}"/>
                </a:ext>
              </a:extLst>
            </p:cNvPr>
            <p:cNvCxnSpPr>
              <a:cxnSpLocks/>
            </p:cNvCxnSpPr>
            <p:nvPr userDrawn="1"/>
          </p:nvCxnSpPr>
          <p:spPr>
            <a:xfrm rot="15833899">
              <a:off x="-3242742" y="3509839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直接连接符 498">
              <a:extLst>
                <a:ext uri="{FF2B5EF4-FFF2-40B4-BE49-F238E27FC236}">
                  <a16:creationId xmlns:a16="http://schemas.microsoft.com/office/drawing/2014/main" id="{549D31E4-1C49-473A-B7D7-E7781C0CD03A}"/>
                </a:ext>
              </a:extLst>
            </p:cNvPr>
            <p:cNvCxnSpPr>
              <a:cxnSpLocks/>
            </p:cNvCxnSpPr>
            <p:nvPr userDrawn="1"/>
          </p:nvCxnSpPr>
          <p:spPr>
            <a:xfrm rot="16016949">
              <a:off x="-1881011" y="3478658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2" name="组合 261">
            <a:extLst>
              <a:ext uri="{FF2B5EF4-FFF2-40B4-BE49-F238E27FC236}">
                <a16:creationId xmlns:a16="http://schemas.microsoft.com/office/drawing/2014/main" id="{B1295902-F84F-45AE-815C-020B91537503}"/>
              </a:ext>
            </a:extLst>
          </p:cNvPr>
          <p:cNvGrpSpPr/>
          <p:nvPr userDrawn="1"/>
        </p:nvGrpSpPr>
        <p:grpSpPr>
          <a:xfrm>
            <a:off x="1642410" y="1206959"/>
            <a:ext cx="3495870" cy="3451078"/>
            <a:chOff x="-1704185" y="2572714"/>
            <a:chExt cx="1772047" cy="1749344"/>
          </a:xfrm>
        </p:grpSpPr>
        <p:cxnSp>
          <p:nvCxnSpPr>
            <p:cNvPr id="263" name="直接连接符 262">
              <a:extLst>
                <a:ext uri="{FF2B5EF4-FFF2-40B4-BE49-F238E27FC236}">
                  <a16:creationId xmlns:a16="http://schemas.microsoft.com/office/drawing/2014/main" id="{06C10F5A-299A-4B0B-9AB1-27D623D41C5F}"/>
                </a:ext>
              </a:extLst>
            </p:cNvPr>
            <p:cNvCxnSpPr>
              <a:cxnSpLocks/>
            </p:cNvCxnSpPr>
            <p:nvPr/>
          </p:nvCxnSpPr>
          <p:spPr>
            <a:xfrm rot="-5400000">
              <a:off x="-1881844" y="344738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747FFA42-767D-41D0-B9F4-38682F5DABD5}"/>
                </a:ext>
              </a:extLst>
            </p:cNvPr>
            <p:cNvCxnSpPr>
              <a:cxnSpLocks/>
            </p:cNvCxnSpPr>
            <p:nvPr/>
          </p:nvCxnSpPr>
          <p:spPr>
            <a:xfrm rot="-5216949">
              <a:off x="-1881011" y="3416116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CE1F054C-9D52-4950-BFCF-31BFCC34349E}"/>
                </a:ext>
              </a:extLst>
            </p:cNvPr>
            <p:cNvCxnSpPr>
              <a:cxnSpLocks/>
            </p:cNvCxnSpPr>
            <p:nvPr/>
          </p:nvCxnSpPr>
          <p:spPr>
            <a:xfrm rot="-5033898">
              <a:off x="-1878515" y="3384933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0C321F6E-3B93-40DD-B927-A7363B26FB3A}"/>
                </a:ext>
              </a:extLst>
            </p:cNvPr>
            <p:cNvCxnSpPr>
              <a:cxnSpLocks/>
            </p:cNvCxnSpPr>
            <p:nvPr/>
          </p:nvCxnSpPr>
          <p:spPr>
            <a:xfrm rot="-4850847">
              <a:off x="-1874363" y="3353928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4F5C0209-9048-4A49-85EB-97EEF85ECD51}"/>
                </a:ext>
              </a:extLst>
            </p:cNvPr>
            <p:cNvCxnSpPr>
              <a:cxnSpLocks/>
            </p:cNvCxnSpPr>
            <p:nvPr/>
          </p:nvCxnSpPr>
          <p:spPr>
            <a:xfrm rot="-4667796">
              <a:off x="-1868567" y="332318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BA37EF54-29F1-4CA6-8435-6FBA98A02474}"/>
                </a:ext>
              </a:extLst>
            </p:cNvPr>
            <p:cNvCxnSpPr>
              <a:cxnSpLocks/>
            </p:cNvCxnSpPr>
            <p:nvPr/>
          </p:nvCxnSpPr>
          <p:spPr>
            <a:xfrm rot="-4484746">
              <a:off x="-1861143" y="3292799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>
              <a:extLst>
                <a:ext uri="{FF2B5EF4-FFF2-40B4-BE49-F238E27FC236}">
                  <a16:creationId xmlns:a16="http://schemas.microsoft.com/office/drawing/2014/main" id="{20833EB9-1F01-4642-B656-B3FFCAD8F156}"/>
                </a:ext>
              </a:extLst>
            </p:cNvPr>
            <p:cNvCxnSpPr>
              <a:cxnSpLocks/>
            </p:cNvCxnSpPr>
            <p:nvPr/>
          </p:nvCxnSpPr>
          <p:spPr>
            <a:xfrm rot="-4301695">
              <a:off x="-1852112" y="3262849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BEAB6F2A-FC4A-41EB-B2D3-2A60A8867267}"/>
                </a:ext>
              </a:extLst>
            </p:cNvPr>
            <p:cNvCxnSpPr>
              <a:cxnSpLocks/>
            </p:cNvCxnSpPr>
            <p:nvPr/>
          </p:nvCxnSpPr>
          <p:spPr>
            <a:xfrm rot="-4118644">
              <a:off x="-1841500" y="3233421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17E3D227-4A8E-4F0E-8B62-B191A55802EC}"/>
                </a:ext>
              </a:extLst>
            </p:cNvPr>
            <p:cNvCxnSpPr>
              <a:cxnSpLocks/>
            </p:cNvCxnSpPr>
            <p:nvPr/>
          </p:nvCxnSpPr>
          <p:spPr>
            <a:xfrm rot="-3935593">
              <a:off x="-1829337" y="3204601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7A38AF56-1C7B-4FDC-B392-70163BEE5DF7}"/>
                </a:ext>
              </a:extLst>
            </p:cNvPr>
            <p:cNvCxnSpPr>
              <a:cxnSpLocks/>
            </p:cNvCxnSpPr>
            <p:nvPr/>
          </p:nvCxnSpPr>
          <p:spPr>
            <a:xfrm rot="-3752542">
              <a:off x="-1815657" y="3176468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>
              <a:extLst>
                <a:ext uri="{FF2B5EF4-FFF2-40B4-BE49-F238E27FC236}">
                  <a16:creationId xmlns:a16="http://schemas.microsoft.com/office/drawing/2014/main" id="{C7963181-324B-4471-8758-1F1DDBDD4708}"/>
                </a:ext>
              </a:extLst>
            </p:cNvPr>
            <p:cNvCxnSpPr>
              <a:cxnSpLocks/>
            </p:cNvCxnSpPr>
            <p:nvPr/>
          </p:nvCxnSpPr>
          <p:spPr>
            <a:xfrm rot="-3569491">
              <a:off x="-1800499" y="3149104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B6208C1A-8541-4F1D-861D-7FCB782E9474}"/>
                </a:ext>
              </a:extLst>
            </p:cNvPr>
            <p:cNvCxnSpPr>
              <a:cxnSpLocks/>
            </p:cNvCxnSpPr>
            <p:nvPr/>
          </p:nvCxnSpPr>
          <p:spPr>
            <a:xfrm rot="-3386441">
              <a:off x="-1783906" y="3122585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E388BFAC-5CD6-4F05-AB0E-E3A57D8DD598}"/>
                </a:ext>
              </a:extLst>
            </p:cNvPr>
            <p:cNvCxnSpPr>
              <a:cxnSpLocks/>
            </p:cNvCxnSpPr>
            <p:nvPr/>
          </p:nvCxnSpPr>
          <p:spPr>
            <a:xfrm rot="-3203390">
              <a:off x="-1765926" y="309698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>
              <a:extLst>
                <a:ext uri="{FF2B5EF4-FFF2-40B4-BE49-F238E27FC236}">
                  <a16:creationId xmlns:a16="http://schemas.microsoft.com/office/drawing/2014/main" id="{8331B117-53B9-4640-8B75-A91F3D0A224D}"/>
                </a:ext>
              </a:extLst>
            </p:cNvPr>
            <p:cNvCxnSpPr>
              <a:cxnSpLocks/>
            </p:cNvCxnSpPr>
            <p:nvPr/>
          </p:nvCxnSpPr>
          <p:spPr>
            <a:xfrm rot="-3020339">
              <a:off x="-1746608" y="3072381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>
              <a:extLst>
                <a:ext uri="{FF2B5EF4-FFF2-40B4-BE49-F238E27FC236}">
                  <a16:creationId xmlns:a16="http://schemas.microsoft.com/office/drawing/2014/main" id="{579134EC-0C81-4434-801C-041F3A8151D9}"/>
                </a:ext>
              </a:extLst>
            </p:cNvPr>
            <p:cNvCxnSpPr>
              <a:cxnSpLocks/>
            </p:cNvCxnSpPr>
            <p:nvPr/>
          </p:nvCxnSpPr>
          <p:spPr>
            <a:xfrm rot="-2837288">
              <a:off x="-1726008" y="3048839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>
              <a:extLst>
                <a:ext uri="{FF2B5EF4-FFF2-40B4-BE49-F238E27FC236}">
                  <a16:creationId xmlns:a16="http://schemas.microsoft.com/office/drawing/2014/main" id="{A07FEC3B-3B94-42D4-8FB3-64B7FCED8EB6}"/>
                </a:ext>
              </a:extLst>
            </p:cNvPr>
            <p:cNvCxnSpPr>
              <a:cxnSpLocks/>
            </p:cNvCxnSpPr>
            <p:nvPr/>
          </p:nvCxnSpPr>
          <p:spPr>
            <a:xfrm rot="-2654237">
              <a:off x="-1704185" y="302642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连接符 278">
              <a:extLst>
                <a:ext uri="{FF2B5EF4-FFF2-40B4-BE49-F238E27FC236}">
                  <a16:creationId xmlns:a16="http://schemas.microsoft.com/office/drawing/2014/main" id="{72857137-ADD5-4F8B-81D9-3826A7F0E9E7}"/>
                </a:ext>
              </a:extLst>
            </p:cNvPr>
            <p:cNvCxnSpPr>
              <a:cxnSpLocks/>
            </p:cNvCxnSpPr>
            <p:nvPr/>
          </p:nvCxnSpPr>
          <p:spPr>
            <a:xfrm rot="-2471186">
              <a:off x="-1681200" y="3005208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2B33DD66-783D-4944-8C66-1A7E19B35EB7}"/>
                </a:ext>
              </a:extLst>
            </p:cNvPr>
            <p:cNvCxnSpPr>
              <a:cxnSpLocks/>
            </p:cNvCxnSpPr>
            <p:nvPr/>
          </p:nvCxnSpPr>
          <p:spPr>
            <a:xfrm rot="-2288136">
              <a:off x="-1657117" y="2985242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AEE0E5FC-A95D-4CBA-81DA-B075FA5E8FB2}"/>
                </a:ext>
              </a:extLst>
            </p:cNvPr>
            <p:cNvCxnSpPr>
              <a:cxnSpLocks/>
            </p:cNvCxnSpPr>
            <p:nvPr/>
          </p:nvCxnSpPr>
          <p:spPr>
            <a:xfrm rot="-2105085">
              <a:off x="-1632007" y="296658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连接符 281">
              <a:extLst>
                <a:ext uri="{FF2B5EF4-FFF2-40B4-BE49-F238E27FC236}">
                  <a16:creationId xmlns:a16="http://schemas.microsoft.com/office/drawing/2014/main" id="{4C1A8CED-68CA-48F0-99E1-CCD2F392C3B6}"/>
                </a:ext>
              </a:extLst>
            </p:cNvPr>
            <p:cNvCxnSpPr>
              <a:cxnSpLocks/>
            </p:cNvCxnSpPr>
            <p:nvPr/>
          </p:nvCxnSpPr>
          <p:spPr>
            <a:xfrm rot="-1922034">
              <a:off x="-1605939" y="2949294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连接符 282">
              <a:extLst>
                <a:ext uri="{FF2B5EF4-FFF2-40B4-BE49-F238E27FC236}">
                  <a16:creationId xmlns:a16="http://schemas.microsoft.com/office/drawing/2014/main" id="{99D8E8BE-8201-45D7-A5C7-5C8284A993AE}"/>
                </a:ext>
              </a:extLst>
            </p:cNvPr>
            <p:cNvCxnSpPr>
              <a:cxnSpLocks/>
            </p:cNvCxnSpPr>
            <p:nvPr/>
          </p:nvCxnSpPr>
          <p:spPr>
            <a:xfrm rot="-1738983">
              <a:off x="-1578988" y="2933413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连接符 283">
              <a:extLst>
                <a:ext uri="{FF2B5EF4-FFF2-40B4-BE49-F238E27FC236}">
                  <a16:creationId xmlns:a16="http://schemas.microsoft.com/office/drawing/2014/main" id="{400BDE1E-9459-474B-A83C-65B5ADBF2407}"/>
                </a:ext>
              </a:extLst>
            </p:cNvPr>
            <p:cNvCxnSpPr>
              <a:cxnSpLocks/>
            </p:cNvCxnSpPr>
            <p:nvPr/>
          </p:nvCxnSpPr>
          <p:spPr>
            <a:xfrm rot="-1555932">
              <a:off x="-1551229" y="2918989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接连接符 284">
              <a:extLst>
                <a:ext uri="{FF2B5EF4-FFF2-40B4-BE49-F238E27FC236}">
                  <a16:creationId xmlns:a16="http://schemas.microsoft.com/office/drawing/2014/main" id="{A9F59347-4521-444B-B19B-AF32AFC28785}"/>
                </a:ext>
              </a:extLst>
            </p:cNvPr>
            <p:cNvCxnSpPr>
              <a:cxnSpLocks/>
            </p:cNvCxnSpPr>
            <p:nvPr/>
          </p:nvCxnSpPr>
          <p:spPr>
            <a:xfrm rot="-1372881">
              <a:off x="-1522743" y="2906063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ACE5727B-1A67-42F5-8F21-9D519AB15969}"/>
                </a:ext>
              </a:extLst>
            </p:cNvPr>
            <p:cNvCxnSpPr>
              <a:cxnSpLocks/>
            </p:cNvCxnSpPr>
            <p:nvPr/>
          </p:nvCxnSpPr>
          <p:spPr>
            <a:xfrm rot="-1189831">
              <a:off x="-1493609" y="2894671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直接连接符 286">
              <a:extLst>
                <a:ext uri="{FF2B5EF4-FFF2-40B4-BE49-F238E27FC236}">
                  <a16:creationId xmlns:a16="http://schemas.microsoft.com/office/drawing/2014/main" id="{C1AB1A27-EB77-4E09-BDD4-F02C56DB6C9D}"/>
                </a:ext>
              </a:extLst>
            </p:cNvPr>
            <p:cNvCxnSpPr>
              <a:cxnSpLocks/>
            </p:cNvCxnSpPr>
            <p:nvPr/>
          </p:nvCxnSpPr>
          <p:spPr>
            <a:xfrm rot="-1006780">
              <a:off x="-1463909" y="2884846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接连接符 287">
              <a:extLst>
                <a:ext uri="{FF2B5EF4-FFF2-40B4-BE49-F238E27FC236}">
                  <a16:creationId xmlns:a16="http://schemas.microsoft.com/office/drawing/2014/main" id="{1E182D15-7C7C-47C4-B671-0F3B7FFF165D}"/>
                </a:ext>
              </a:extLst>
            </p:cNvPr>
            <p:cNvCxnSpPr>
              <a:cxnSpLocks/>
            </p:cNvCxnSpPr>
            <p:nvPr/>
          </p:nvCxnSpPr>
          <p:spPr>
            <a:xfrm rot="-823729">
              <a:off x="-1433729" y="2876615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D40C6634-91B7-4380-94B6-142E7FFE7AEE}"/>
                </a:ext>
              </a:extLst>
            </p:cNvPr>
            <p:cNvCxnSpPr>
              <a:cxnSpLocks/>
            </p:cNvCxnSpPr>
            <p:nvPr/>
          </p:nvCxnSpPr>
          <p:spPr>
            <a:xfrm rot="-640678">
              <a:off x="-1403154" y="2870003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连接符 289">
              <a:extLst>
                <a:ext uri="{FF2B5EF4-FFF2-40B4-BE49-F238E27FC236}">
                  <a16:creationId xmlns:a16="http://schemas.microsoft.com/office/drawing/2014/main" id="{56ED2449-4991-4303-AA36-1548E1150794}"/>
                </a:ext>
              </a:extLst>
            </p:cNvPr>
            <p:cNvCxnSpPr>
              <a:cxnSpLocks/>
            </p:cNvCxnSpPr>
            <p:nvPr/>
          </p:nvCxnSpPr>
          <p:spPr>
            <a:xfrm rot="-457627">
              <a:off x="-1372270" y="286502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>
              <a:extLst>
                <a:ext uri="{FF2B5EF4-FFF2-40B4-BE49-F238E27FC236}">
                  <a16:creationId xmlns:a16="http://schemas.microsoft.com/office/drawing/2014/main" id="{28F8B397-936B-455F-8FFE-963461AFD491}"/>
                </a:ext>
              </a:extLst>
            </p:cNvPr>
            <p:cNvCxnSpPr>
              <a:cxnSpLocks/>
            </p:cNvCxnSpPr>
            <p:nvPr/>
          </p:nvCxnSpPr>
          <p:spPr>
            <a:xfrm rot="-274576">
              <a:off x="-1341165" y="2861702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>
              <a:extLst>
                <a:ext uri="{FF2B5EF4-FFF2-40B4-BE49-F238E27FC236}">
                  <a16:creationId xmlns:a16="http://schemas.microsoft.com/office/drawing/2014/main" id="{DAB49CA8-CE50-448A-A197-53E0CE545F8B}"/>
                </a:ext>
              </a:extLst>
            </p:cNvPr>
            <p:cNvCxnSpPr>
              <a:cxnSpLocks/>
            </p:cNvCxnSpPr>
            <p:nvPr/>
          </p:nvCxnSpPr>
          <p:spPr>
            <a:xfrm rot="-91525">
              <a:off x="-1309927" y="286003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>
              <a:extLst>
                <a:ext uri="{FF2B5EF4-FFF2-40B4-BE49-F238E27FC236}">
                  <a16:creationId xmlns:a16="http://schemas.microsoft.com/office/drawing/2014/main" id="{D8F256EC-8E0B-4E74-ADD5-854C52832996}"/>
                </a:ext>
              </a:extLst>
            </p:cNvPr>
            <p:cNvCxnSpPr>
              <a:cxnSpLocks/>
            </p:cNvCxnSpPr>
            <p:nvPr/>
          </p:nvCxnSpPr>
          <p:spPr>
            <a:xfrm rot="91525">
              <a:off x="-1278645" y="286003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>
              <a:extLst>
                <a:ext uri="{FF2B5EF4-FFF2-40B4-BE49-F238E27FC236}">
                  <a16:creationId xmlns:a16="http://schemas.microsoft.com/office/drawing/2014/main" id="{A0983F4B-8EEA-4B13-942B-85D658928B0C}"/>
                </a:ext>
              </a:extLst>
            </p:cNvPr>
            <p:cNvCxnSpPr>
              <a:cxnSpLocks/>
            </p:cNvCxnSpPr>
            <p:nvPr/>
          </p:nvCxnSpPr>
          <p:spPr>
            <a:xfrm rot="274576">
              <a:off x="-1247407" y="2861702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>
              <a:extLst>
                <a:ext uri="{FF2B5EF4-FFF2-40B4-BE49-F238E27FC236}">
                  <a16:creationId xmlns:a16="http://schemas.microsoft.com/office/drawing/2014/main" id="{635D1F5D-BBCE-4CAF-B13E-24155366A1AE}"/>
                </a:ext>
              </a:extLst>
            </p:cNvPr>
            <p:cNvCxnSpPr>
              <a:cxnSpLocks/>
            </p:cNvCxnSpPr>
            <p:nvPr/>
          </p:nvCxnSpPr>
          <p:spPr>
            <a:xfrm rot="457627">
              <a:off x="-1216302" y="286502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>
              <a:extLst>
                <a:ext uri="{FF2B5EF4-FFF2-40B4-BE49-F238E27FC236}">
                  <a16:creationId xmlns:a16="http://schemas.microsoft.com/office/drawing/2014/main" id="{3F18288E-F4A8-4E8C-8295-0030B2644FFF}"/>
                </a:ext>
              </a:extLst>
            </p:cNvPr>
            <p:cNvCxnSpPr>
              <a:cxnSpLocks/>
            </p:cNvCxnSpPr>
            <p:nvPr/>
          </p:nvCxnSpPr>
          <p:spPr>
            <a:xfrm rot="640678">
              <a:off x="-1185418" y="2870003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>
              <a:extLst>
                <a:ext uri="{FF2B5EF4-FFF2-40B4-BE49-F238E27FC236}">
                  <a16:creationId xmlns:a16="http://schemas.microsoft.com/office/drawing/2014/main" id="{E92A73D6-093F-4560-97C0-697DCA8ACC07}"/>
                </a:ext>
              </a:extLst>
            </p:cNvPr>
            <p:cNvCxnSpPr>
              <a:cxnSpLocks/>
            </p:cNvCxnSpPr>
            <p:nvPr/>
          </p:nvCxnSpPr>
          <p:spPr>
            <a:xfrm rot="823729">
              <a:off x="-1154843" y="2876615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637E6BF3-24D1-46A5-B46E-57DD3C5213E8}"/>
                </a:ext>
              </a:extLst>
            </p:cNvPr>
            <p:cNvCxnSpPr>
              <a:cxnSpLocks/>
            </p:cNvCxnSpPr>
            <p:nvPr/>
          </p:nvCxnSpPr>
          <p:spPr>
            <a:xfrm rot="1006780">
              <a:off x="-1124663" y="2884846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>
              <a:extLst>
                <a:ext uri="{FF2B5EF4-FFF2-40B4-BE49-F238E27FC236}">
                  <a16:creationId xmlns:a16="http://schemas.microsoft.com/office/drawing/2014/main" id="{BEEFEB2B-FE58-4E0D-9377-D8D45C6D93FB}"/>
                </a:ext>
              </a:extLst>
            </p:cNvPr>
            <p:cNvCxnSpPr>
              <a:cxnSpLocks/>
            </p:cNvCxnSpPr>
            <p:nvPr/>
          </p:nvCxnSpPr>
          <p:spPr>
            <a:xfrm rot="1189831">
              <a:off x="-1094963" y="2894671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>
              <a:extLst>
                <a:ext uri="{FF2B5EF4-FFF2-40B4-BE49-F238E27FC236}">
                  <a16:creationId xmlns:a16="http://schemas.microsoft.com/office/drawing/2014/main" id="{243BA456-AD03-4C33-B3A3-241C7A4BAD3B}"/>
                </a:ext>
              </a:extLst>
            </p:cNvPr>
            <p:cNvCxnSpPr>
              <a:cxnSpLocks/>
            </p:cNvCxnSpPr>
            <p:nvPr/>
          </p:nvCxnSpPr>
          <p:spPr>
            <a:xfrm rot="1372881">
              <a:off x="-1065829" y="2906063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>
              <a:extLst>
                <a:ext uri="{FF2B5EF4-FFF2-40B4-BE49-F238E27FC236}">
                  <a16:creationId xmlns:a16="http://schemas.microsoft.com/office/drawing/2014/main" id="{4F60FDA7-AB6F-41A2-9A9C-B28D4C4DA8F5}"/>
                </a:ext>
              </a:extLst>
            </p:cNvPr>
            <p:cNvCxnSpPr>
              <a:cxnSpLocks/>
            </p:cNvCxnSpPr>
            <p:nvPr/>
          </p:nvCxnSpPr>
          <p:spPr>
            <a:xfrm rot="1555932">
              <a:off x="-1037343" y="2918989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>
              <a:extLst>
                <a:ext uri="{FF2B5EF4-FFF2-40B4-BE49-F238E27FC236}">
                  <a16:creationId xmlns:a16="http://schemas.microsoft.com/office/drawing/2014/main" id="{8A0260B8-6B57-48CE-AD2C-FE58E252BDA1}"/>
                </a:ext>
              </a:extLst>
            </p:cNvPr>
            <p:cNvCxnSpPr>
              <a:cxnSpLocks/>
            </p:cNvCxnSpPr>
            <p:nvPr/>
          </p:nvCxnSpPr>
          <p:spPr>
            <a:xfrm rot="1738983">
              <a:off x="-1009584" y="2933413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>
              <a:extLst>
                <a:ext uri="{FF2B5EF4-FFF2-40B4-BE49-F238E27FC236}">
                  <a16:creationId xmlns:a16="http://schemas.microsoft.com/office/drawing/2014/main" id="{EE8EAB7C-92D4-44EA-A8AD-1529D7F02079}"/>
                </a:ext>
              </a:extLst>
            </p:cNvPr>
            <p:cNvCxnSpPr>
              <a:cxnSpLocks/>
            </p:cNvCxnSpPr>
            <p:nvPr/>
          </p:nvCxnSpPr>
          <p:spPr>
            <a:xfrm rot="1922034">
              <a:off x="-982633" y="2949294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>
              <a:extLst>
                <a:ext uri="{FF2B5EF4-FFF2-40B4-BE49-F238E27FC236}">
                  <a16:creationId xmlns:a16="http://schemas.microsoft.com/office/drawing/2014/main" id="{99DCCB69-9B73-4DE0-8123-16A0C187BF33}"/>
                </a:ext>
              </a:extLst>
            </p:cNvPr>
            <p:cNvCxnSpPr>
              <a:cxnSpLocks/>
            </p:cNvCxnSpPr>
            <p:nvPr/>
          </p:nvCxnSpPr>
          <p:spPr>
            <a:xfrm rot="2105085">
              <a:off x="-956565" y="296658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接连接符 304">
              <a:extLst>
                <a:ext uri="{FF2B5EF4-FFF2-40B4-BE49-F238E27FC236}">
                  <a16:creationId xmlns:a16="http://schemas.microsoft.com/office/drawing/2014/main" id="{00E24655-0957-4857-A72E-D149E5F8C79B}"/>
                </a:ext>
              </a:extLst>
            </p:cNvPr>
            <p:cNvCxnSpPr>
              <a:cxnSpLocks/>
            </p:cNvCxnSpPr>
            <p:nvPr/>
          </p:nvCxnSpPr>
          <p:spPr>
            <a:xfrm rot="2288136">
              <a:off x="-931455" y="2985242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连接符 305">
              <a:extLst>
                <a:ext uri="{FF2B5EF4-FFF2-40B4-BE49-F238E27FC236}">
                  <a16:creationId xmlns:a16="http://schemas.microsoft.com/office/drawing/2014/main" id="{E6AF14E3-FDAF-4C91-96A5-1F54428B8B4F}"/>
                </a:ext>
              </a:extLst>
            </p:cNvPr>
            <p:cNvCxnSpPr>
              <a:cxnSpLocks/>
            </p:cNvCxnSpPr>
            <p:nvPr/>
          </p:nvCxnSpPr>
          <p:spPr>
            <a:xfrm rot="2471186">
              <a:off x="-907372" y="3005208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连接符 306">
              <a:extLst>
                <a:ext uri="{FF2B5EF4-FFF2-40B4-BE49-F238E27FC236}">
                  <a16:creationId xmlns:a16="http://schemas.microsoft.com/office/drawing/2014/main" id="{45099FBE-A6EA-4CD5-8C31-56539C5E61F2}"/>
                </a:ext>
              </a:extLst>
            </p:cNvPr>
            <p:cNvCxnSpPr>
              <a:cxnSpLocks/>
            </p:cNvCxnSpPr>
            <p:nvPr/>
          </p:nvCxnSpPr>
          <p:spPr>
            <a:xfrm rot="2654237">
              <a:off x="-884387" y="302642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连接符 307">
              <a:extLst>
                <a:ext uri="{FF2B5EF4-FFF2-40B4-BE49-F238E27FC236}">
                  <a16:creationId xmlns:a16="http://schemas.microsoft.com/office/drawing/2014/main" id="{14D0B4AD-FAFD-4B09-94AD-4614FDFEB5BC}"/>
                </a:ext>
              </a:extLst>
            </p:cNvPr>
            <p:cNvCxnSpPr>
              <a:cxnSpLocks/>
            </p:cNvCxnSpPr>
            <p:nvPr/>
          </p:nvCxnSpPr>
          <p:spPr>
            <a:xfrm rot="2837288">
              <a:off x="-862564" y="3048839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接连接符 308">
              <a:extLst>
                <a:ext uri="{FF2B5EF4-FFF2-40B4-BE49-F238E27FC236}">
                  <a16:creationId xmlns:a16="http://schemas.microsoft.com/office/drawing/2014/main" id="{15F7A248-2839-47FA-92B9-674DEA9052A0}"/>
                </a:ext>
              </a:extLst>
            </p:cNvPr>
            <p:cNvCxnSpPr>
              <a:cxnSpLocks/>
            </p:cNvCxnSpPr>
            <p:nvPr/>
          </p:nvCxnSpPr>
          <p:spPr>
            <a:xfrm rot="3020339">
              <a:off x="-841964" y="3072381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连接符 309">
              <a:extLst>
                <a:ext uri="{FF2B5EF4-FFF2-40B4-BE49-F238E27FC236}">
                  <a16:creationId xmlns:a16="http://schemas.microsoft.com/office/drawing/2014/main" id="{72AF6CF7-5E64-475D-A95F-421F1784B5ED}"/>
                </a:ext>
              </a:extLst>
            </p:cNvPr>
            <p:cNvCxnSpPr>
              <a:cxnSpLocks/>
            </p:cNvCxnSpPr>
            <p:nvPr/>
          </p:nvCxnSpPr>
          <p:spPr>
            <a:xfrm rot="3203390">
              <a:off x="-822646" y="309698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连接符 310">
              <a:extLst>
                <a:ext uri="{FF2B5EF4-FFF2-40B4-BE49-F238E27FC236}">
                  <a16:creationId xmlns:a16="http://schemas.microsoft.com/office/drawing/2014/main" id="{5A4F94E1-D93D-479C-8883-C9C6B1146783}"/>
                </a:ext>
              </a:extLst>
            </p:cNvPr>
            <p:cNvCxnSpPr>
              <a:cxnSpLocks/>
            </p:cNvCxnSpPr>
            <p:nvPr/>
          </p:nvCxnSpPr>
          <p:spPr>
            <a:xfrm rot="3386441">
              <a:off x="-804666" y="3122585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连接符 311">
              <a:extLst>
                <a:ext uri="{FF2B5EF4-FFF2-40B4-BE49-F238E27FC236}">
                  <a16:creationId xmlns:a16="http://schemas.microsoft.com/office/drawing/2014/main" id="{7A423F26-6B93-408D-AB87-68A51EDD07B0}"/>
                </a:ext>
              </a:extLst>
            </p:cNvPr>
            <p:cNvCxnSpPr>
              <a:cxnSpLocks/>
            </p:cNvCxnSpPr>
            <p:nvPr/>
          </p:nvCxnSpPr>
          <p:spPr>
            <a:xfrm rot="3569491">
              <a:off x="-788073" y="3149104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连接符 312">
              <a:extLst>
                <a:ext uri="{FF2B5EF4-FFF2-40B4-BE49-F238E27FC236}">
                  <a16:creationId xmlns:a16="http://schemas.microsoft.com/office/drawing/2014/main" id="{8E66FE13-2604-4BFE-A3FC-0534DE9DE703}"/>
                </a:ext>
              </a:extLst>
            </p:cNvPr>
            <p:cNvCxnSpPr>
              <a:cxnSpLocks/>
            </p:cNvCxnSpPr>
            <p:nvPr/>
          </p:nvCxnSpPr>
          <p:spPr>
            <a:xfrm rot="3752542">
              <a:off x="-772915" y="3176468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直接连接符 313">
              <a:extLst>
                <a:ext uri="{FF2B5EF4-FFF2-40B4-BE49-F238E27FC236}">
                  <a16:creationId xmlns:a16="http://schemas.microsoft.com/office/drawing/2014/main" id="{4E1574FA-F85B-47CD-BEA3-448818A454B5}"/>
                </a:ext>
              </a:extLst>
            </p:cNvPr>
            <p:cNvCxnSpPr>
              <a:cxnSpLocks/>
            </p:cNvCxnSpPr>
            <p:nvPr/>
          </p:nvCxnSpPr>
          <p:spPr>
            <a:xfrm rot="3935593">
              <a:off x="-759235" y="3204601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接连接符 314">
              <a:extLst>
                <a:ext uri="{FF2B5EF4-FFF2-40B4-BE49-F238E27FC236}">
                  <a16:creationId xmlns:a16="http://schemas.microsoft.com/office/drawing/2014/main" id="{AE509D32-1074-4765-AA42-C12328BFD23B}"/>
                </a:ext>
              </a:extLst>
            </p:cNvPr>
            <p:cNvCxnSpPr>
              <a:cxnSpLocks/>
            </p:cNvCxnSpPr>
            <p:nvPr/>
          </p:nvCxnSpPr>
          <p:spPr>
            <a:xfrm rot="4118644">
              <a:off x="-747072" y="3233421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接连接符 315">
              <a:extLst>
                <a:ext uri="{FF2B5EF4-FFF2-40B4-BE49-F238E27FC236}">
                  <a16:creationId xmlns:a16="http://schemas.microsoft.com/office/drawing/2014/main" id="{6CA08802-8974-4F41-A469-2D8889C3B9A5}"/>
                </a:ext>
              </a:extLst>
            </p:cNvPr>
            <p:cNvCxnSpPr>
              <a:cxnSpLocks/>
            </p:cNvCxnSpPr>
            <p:nvPr/>
          </p:nvCxnSpPr>
          <p:spPr>
            <a:xfrm rot="4301695">
              <a:off x="-736460" y="3262849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直接连接符 316">
              <a:extLst>
                <a:ext uri="{FF2B5EF4-FFF2-40B4-BE49-F238E27FC236}">
                  <a16:creationId xmlns:a16="http://schemas.microsoft.com/office/drawing/2014/main" id="{F870235F-2C03-4FC5-A6DF-9AE12CA82086}"/>
                </a:ext>
              </a:extLst>
            </p:cNvPr>
            <p:cNvCxnSpPr>
              <a:cxnSpLocks/>
            </p:cNvCxnSpPr>
            <p:nvPr/>
          </p:nvCxnSpPr>
          <p:spPr>
            <a:xfrm rot="4484746">
              <a:off x="-727429" y="3292799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接连接符 317">
              <a:extLst>
                <a:ext uri="{FF2B5EF4-FFF2-40B4-BE49-F238E27FC236}">
                  <a16:creationId xmlns:a16="http://schemas.microsoft.com/office/drawing/2014/main" id="{7B9AEC49-CD60-4641-9AF0-937BA017E57A}"/>
                </a:ext>
              </a:extLst>
            </p:cNvPr>
            <p:cNvCxnSpPr>
              <a:cxnSpLocks/>
            </p:cNvCxnSpPr>
            <p:nvPr/>
          </p:nvCxnSpPr>
          <p:spPr>
            <a:xfrm rot="4667796">
              <a:off x="-720005" y="332318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接连接符 318">
              <a:extLst>
                <a:ext uri="{FF2B5EF4-FFF2-40B4-BE49-F238E27FC236}">
                  <a16:creationId xmlns:a16="http://schemas.microsoft.com/office/drawing/2014/main" id="{F1D15FC6-101B-4EB3-B3FA-956C8303F6A8}"/>
                </a:ext>
              </a:extLst>
            </p:cNvPr>
            <p:cNvCxnSpPr>
              <a:cxnSpLocks/>
            </p:cNvCxnSpPr>
            <p:nvPr/>
          </p:nvCxnSpPr>
          <p:spPr>
            <a:xfrm rot="4850847">
              <a:off x="-714209" y="3353928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AE06DC0F-8C5F-4E70-BB4C-190818CA5BC2}"/>
                </a:ext>
              </a:extLst>
            </p:cNvPr>
            <p:cNvCxnSpPr>
              <a:cxnSpLocks/>
            </p:cNvCxnSpPr>
            <p:nvPr/>
          </p:nvCxnSpPr>
          <p:spPr>
            <a:xfrm rot="5033898">
              <a:off x="-710057" y="3384933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直接连接符 320">
              <a:extLst>
                <a:ext uri="{FF2B5EF4-FFF2-40B4-BE49-F238E27FC236}">
                  <a16:creationId xmlns:a16="http://schemas.microsoft.com/office/drawing/2014/main" id="{6572278E-2ECD-416A-81E4-F16184116566}"/>
                </a:ext>
              </a:extLst>
            </p:cNvPr>
            <p:cNvCxnSpPr>
              <a:cxnSpLocks/>
            </p:cNvCxnSpPr>
            <p:nvPr/>
          </p:nvCxnSpPr>
          <p:spPr>
            <a:xfrm rot="5216949">
              <a:off x="-707561" y="3416116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直接连接符 321">
              <a:extLst>
                <a:ext uri="{FF2B5EF4-FFF2-40B4-BE49-F238E27FC236}">
                  <a16:creationId xmlns:a16="http://schemas.microsoft.com/office/drawing/2014/main" id="{DF5FAF58-56C5-4529-98F5-69CF12E9DF1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706728" y="344738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直接连接符 322">
              <a:extLst>
                <a:ext uri="{FF2B5EF4-FFF2-40B4-BE49-F238E27FC236}">
                  <a16:creationId xmlns:a16="http://schemas.microsoft.com/office/drawing/2014/main" id="{4DEFDBB2-D0BE-456C-BB71-33344FC956EC}"/>
                </a:ext>
              </a:extLst>
            </p:cNvPr>
            <p:cNvCxnSpPr>
              <a:cxnSpLocks/>
            </p:cNvCxnSpPr>
            <p:nvPr/>
          </p:nvCxnSpPr>
          <p:spPr>
            <a:xfrm rot="5583051">
              <a:off x="-707561" y="3478658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直接连接符 323">
              <a:extLst>
                <a:ext uri="{FF2B5EF4-FFF2-40B4-BE49-F238E27FC236}">
                  <a16:creationId xmlns:a16="http://schemas.microsoft.com/office/drawing/2014/main" id="{1A39A9AD-A688-492C-9445-8BAF46836F4A}"/>
                </a:ext>
              </a:extLst>
            </p:cNvPr>
            <p:cNvCxnSpPr>
              <a:cxnSpLocks/>
            </p:cNvCxnSpPr>
            <p:nvPr/>
          </p:nvCxnSpPr>
          <p:spPr>
            <a:xfrm rot="5766102">
              <a:off x="-710057" y="3509840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直接连接符 324">
              <a:extLst>
                <a:ext uri="{FF2B5EF4-FFF2-40B4-BE49-F238E27FC236}">
                  <a16:creationId xmlns:a16="http://schemas.microsoft.com/office/drawing/2014/main" id="{259EE43B-38D3-4398-B03B-DE3D97C3E1B2}"/>
                </a:ext>
              </a:extLst>
            </p:cNvPr>
            <p:cNvCxnSpPr>
              <a:cxnSpLocks/>
            </p:cNvCxnSpPr>
            <p:nvPr/>
          </p:nvCxnSpPr>
          <p:spPr>
            <a:xfrm rot="5949153">
              <a:off x="-714209" y="3540846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直接连接符 325">
              <a:extLst>
                <a:ext uri="{FF2B5EF4-FFF2-40B4-BE49-F238E27FC236}">
                  <a16:creationId xmlns:a16="http://schemas.microsoft.com/office/drawing/2014/main" id="{F13E7407-40B6-408D-B65C-9FBD542FEF37}"/>
                </a:ext>
              </a:extLst>
            </p:cNvPr>
            <p:cNvCxnSpPr>
              <a:cxnSpLocks/>
            </p:cNvCxnSpPr>
            <p:nvPr/>
          </p:nvCxnSpPr>
          <p:spPr>
            <a:xfrm rot="6132204">
              <a:off x="-720005" y="3571586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接连接符 326">
              <a:extLst>
                <a:ext uri="{FF2B5EF4-FFF2-40B4-BE49-F238E27FC236}">
                  <a16:creationId xmlns:a16="http://schemas.microsoft.com/office/drawing/2014/main" id="{9FBEEB59-FE72-45E8-9F86-627AAC2B1F37}"/>
                </a:ext>
              </a:extLst>
            </p:cNvPr>
            <p:cNvCxnSpPr>
              <a:cxnSpLocks/>
            </p:cNvCxnSpPr>
            <p:nvPr/>
          </p:nvCxnSpPr>
          <p:spPr>
            <a:xfrm rot="6315254">
              <a:off x="-727429" y="3601975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直接连接符 327">
              <a:extLst>
                <a:ext uri="{FF2B5EF4-FFF2-40B4-BE49-F238E27FC236}">
                  <a16:creationId xmlns:a16="http://schemas.microsoft.com/office/drawing/2014/main" id="{9FD06D92-4E9F-4FF9-91DE-E1E2FB57C4C7}"/>
                </a:ext>
              </a:extLst>
            </p:cNvPr>
            <p:cNvCxnSpPr>
              <a:cxnSpLocks/>
            </p:cNvCxnSpPr>
            <p:nvPr/>
          </p:nvCxnSpPr>
          <p:spPr>
            <a:xfrm rot="6498305">
              <a:off x="-736460" y="3631925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直接连接符 328">
              <a:extLst>
                <a:ext uri="{FF2B5EF4-FFF2-40B4-BE49-F238E27FC236}">
                  <a16:creationId xmlns:a16="http://schemas.microsoft.com/office/drawing/2014/main" id="{1EEB4EAF-B385-43CE-AE85-CB8E3B1DE3F3}"/>
                </a:ext>
              </a:extLst>
            </p:cNvPr>
            <p:cNvCxnSpPr>
              <a:cxnSpLocks/>
            </p:cNvCxnSpPr>
            <p:nvPr/>
          </p:nvCxnSpPr>
          <p:spPr>
            <a:xfrm rot="6681356">
              <a:off x="-747072" y="3661352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直接连接符 329">
              <a:extLst>
                <a:ext uri="{FF2B5EF4-FFF2-40B4-BE49-F238E27FC236}">
                  <a16:creationId xmlns:a16="http://schemas.microsoft.com/office/drawing/2014/main" id="{D654DA3B-1C2F-4AF9-8CAE-35199928B0D7}"/>
                </a:ext>
              </a:extLst>
            </p:cNvPr>
            <p:cNvCxnSpPr>
              <a:cxnSpLocks/>
            </p:cNvCxnSpPr>
            <p:nvPr/>
          </p:nvCxnSpPr>
          <p:spPr>
            <a:xfrm rot="6864407">
              <a:off x="-759235" y="3690173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直接连接符 330">
              <a:extLst>
                <a:ext uri="{FF2B5EF4-FFF2-40B4-BE49-F238E27FC236}">
                  <a16:creationId xmlns:a16="http://schemas.microsoft.com/office/drawing/2014/main" id="{321237D1-AA8C-4E1B-99F8-B95F52879FCC}"/>
                </a:ext>
              </a:extLst>
            </p:cNvPr>
            <p:cNvCxnSpPr>
              <a:cxnSpLocks/>
            </p:cNvCxnSpPr>
            <p:nvPr/>
          </p:nvCxnSpPr>
          <p:spPr>
            <a:xfrm rot="7047458">
              <a:off x="-772915" y="3718306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直接连接符 331">
              <a:extLst>
                <a:ext uri="{FF2B5EF4-FFF2-40B4-BE49-F238E27FC236}">
                  <a16:creationId xmlns:a16="http://schemas.microsoft.com/office/drawing/2014/main" id="{D4E71214-8FB2-4C43-9AA2-1A83359F0535}"/>
                </a:ext>
              </a:extLst>
            </p:cNvPr>
            <p:cNvCxnSpPr>
              <a:cxnSpLocks/>
            </p:cNvCxnSpPr>
            <p:nvPr/>
          </p:nvCxnSpPr>
          <p:spPr>
            <a:xfrm rot="7230509">
              <a:off x="-788073" y="3745670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直接连接符 332">
              <a:extLst>
                <a:ext uri="{FF2B5EF4-FFF2-40B4-BE49-F238E27FC236}">
                  <a16:creationId xmlns:a16="http://schemas.microsoft.com/office/drawing/2014/main" id="{376B493A-07E2-4001-AC02-BC36FD48261C}"/>
                </a:ext>
              </a:extLst>
            </p:cNvPr>
            <p:cNvCxnSpPr>
              <a:cxnSpLocks/>
            </p:cNvCxnSpPr>
            <p:nvPr/>
          </p:nvCxnSpPr>
          <p:spPr>
            <a:xfrm rot="7413559">
              <a:off x="-804666" y="3772189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接连接符 333">
              <a:extLst>
                <a:ext uri="{FF2B5EF4-FFF2-40B4-BE49-F238E27FC236}">
                  <a16:creationId xmlns:a16="http://schemas.microsoft.com/office/drawing/2014/main" id="{CBDF27C3-7A1D-4DCF-8A5E-9F9A4F685E88}"/>
                </a:ext>
              </a:extLst>
            </p:cNvPr>
            <p:cNvCxnSpPr>
              <a:cxnSpLocks/>
            </p:cNvCxnSpPr>
            <p:nvPr/>
          </p:nvCxnSpPr>
          <p:spPr>
            <a:xfrm rot="7596610">
              <a:off x="-822646" y="379778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直接连接符 334">
              <a:extLst>
                <a:ext uri="{FF2B5EF4-FFF2-40B4-BE49-F238E27FC236}">
                  <a16:creationId xmlns:a16="http://schemas.microsoft.com/office/drawing/2014/main" id="{B66D6273-F27F-4C45-A787-7DA943646BD2}"/>
                </a:ext>
              </a:extLst>
            </p:cNvPr>
            <p:cNvCxnSpPr>
              <a:cxnSpLocks/>
            </p:cNvCxnSpPr>
            <p:nvPr/>
          </p:nvCxnSpPr>
          <p:spPr>
            <a:xfrm rot="7779661">
              <a:off x="-841964" y="3822392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直接连接符 335">
              <a:extLst>
                <a:ext uri="{FF2B5EF4-FFF2-40B4-BE49-F238E27FC236}">
                  <a16:creationId xmlns:a16="http://schemas.microsoft.com/office/drawing/2014/main" id="{91B6DFDD-E032-4CE1-A264-0D507EB6DB39}"/>
                </a:ext>
              </a:extLst>
            </p:cNvPr>
            <p:cNvCxnSpPr>
              <a:cxnSpLocks/>
            </p:cNvCxnSpPr>
            <p:nvPr/>
          </p:nvCxnSpPr>
          <p:spPr>
            <a:xfrm rot="7962712">
              <a:off x="-862564" y="3845934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直接连接符 336">
              <a:extLst>
                <a:ext uri="{FF2B5EF4-FFF2-40B4-BE49-F238E27FC236}">
                  <a16:creationId xmlns:a16="http://schemas.microsoft.com/office/drawing/2014/main" id="{C1BCCBAD-E41D-462C-9309-82C16572A677}"/>
                </a:ext>
              </a:extLst>
            </p:cNvPr>
            <p:cNvCxnSpPr>
              <a:cxnSpLocks/>
            </p:cNvCxnSpPr>
            <p:nvPr/>
          </p:nvCxnSpPr>
          <p:spPr>
            <a:xfrm rot="8145763">
              <a:off x="-884387" y="386834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直接连接符 337">
              <a:extLst>
                <a:ext uri="{FF2B5EF4-FFF2-40B4-BE49-F238E27FC236}">
                  <a16:creationId xmlns:a16="http://schemas.microsoft.com/office/drawing/2014/main" id="{E7AD8A26-6C9E-4DA4-AFDC-4EFEC4F246F1}"/>
                </a:ext>
              </a:extLst>
            </p:cNvPr>
            <p:cNvCxnSpPr>
              <a:cxnSpLocks/>
            </p:cNvCxnSpPr>
            <p:nvPr/>
          </p:nvCxnSpPr>
          <p:spPr>
            <a:xfrm rot="8328813">
              <a:off x="-907372" y="3889566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直接连接符 338">
              <a:extLst>
                <a:ext uri="{FF2B5EF4-FFF2-40B4-BE49-F238E27FC236}">
                  <a16:creationId xmlns:a16="http://schemas.microsoft.com/office/drawing/2014/main" id="{202FF8BF-BED1-451A-B9B9-D6069312F075}"/>
                </a:ext>
              </a:extLst>
            </p:cNvPr>
            <p:cNvCxnSpPr>
              <a:cxnSpLocks/>
            </p:cNvCxnSpPr>
            <p:nvPr/>
          </p:nvCxnSpPr>
          <p:spPr>
            <a:xfrm rot="8511865">
              <a:off x="-931455" y="3909532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直接连接符 339">
              <a:extLst>
                <a:ext uri="{FF2B5EF4-FFF2-40B4-BE49-F238E27FC236}">
                  <a16:creationId xmlns:a16="http://schemas.microsoft.com/office/drawing/2014/main" id="{EA2F203C-8D59-44EE-8205-66BECE6F42AD}"/>
                </a:ext>
              </a:extLst>
            </p:cNvPr>
            <p:cNvCxnSpPr>
              <a:cxnSpLocks/>
            </p:cNvCxnSpPr>
            <p:nvPr/>
          </p:nvCxnSpPr>
          <p:spPr>
            <a:xfrm rot="8694915">
              <a:off x="-956565" y="392818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直接连接符 340">
              <a:extLst>
                <a:ext uri="{FF2B5EF4-FFF2-40B4-BE49-F238E27FC236}">
                  <a16:creationId xmlns:a16="http://schemas.microsoft.com/office/drawing/2014/main" id="{517BD2EA-E7DB-4E4B-A38A-2504D99A8313}"/>
                </a:ext>
              </a:extLst>
            </p:cNvPr>
            <p:cNvCxnSpPr>
              <a:cxnSpLocks/>
            </p:cNvCxnSpPr>
            <p:nvPr/>
          </p:nvCxnSpPr>
          <p:spPr>
            <a:xfrm rot="8877966">
              <a:off x="-982633" y="3945480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直接连接符 341">
              <a:extLst>
                <a:ext uri="{FF2B5EF4-FFF2-40B4-BE49-F238E27FC236}">
                  <a16:creationId xmlns:a16="http://schemas.microsoft.com/office/drawing/2014/main" id="{A2D8DFDE-A474-4299-A802-0E13772112B2}"/>
                </a:ext>
              </a:extLst>
            </p:cNvPr>
            <p:cNvCxnSpPr>
              <a:cxnSpLocks/>
            </p:cNvCxnSpPr>
            <p:nvPr/>
          </p:nvCxnSpPr>
          <p:spPr>
            <a:xfrm rot="9061017">
              <a:off x="-1009584" y="3961361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直接连接符 342">
              <a:extLst>
                <a:ext uri="{FF2B5EF4-FFF2-40B4-BE49-F238E27FC236}">
                  <a16:creationId xmlns:a16="http://schemas.microsoft.com/office/drawing/2014/main" id="{10A5DEFF-4AA7-464A-8F72-5759553782A9}"/>
                </a:ext>
              </a:extLst>
            </p:cNvPr>
            <p:cNvCxnSpPr>
              <a:cxnSpLocks/>
            </p:cNvCxnSpPr>
            <p:nvPr/>
          </p:nvCxnSpPr>
          <p:spPr>
            <a:xfrm rot="9244068">
              <a:off x="-1037343" y="3975785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直接连接符 343">
              <a:extLst>
                <a:ext uri="{FF2B5EF4-FFF2-40B4-BE49-F238E27FC236}">
                  <a16:creationId xmlns:a16="http://schemas.microsoft.com/office/drawing/2014/main" id="{9EC05BC7-E761-42E3-987D-0B49108CEBDD}"/>
                </a:ext>
              </a:extLst>
            </p:cNvPr>
            <p:cNvCxnSpPr>
              <a:cxnSpLocks/>
            </p:cNvCxnSpPr>
            <p:nvPr/>
          </p:nvCxnSpPr>
          <p:spPr>
            <a:xfrm rot="9427118">
              <a:off x="-1065829" y="3988711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直接连接符 344">
              <a:extLst>
                <a:ext uri="{FF2B5EF4-FFF2-40B4-BE49-F238E27FC236}">
                  <a16:creationId xmlns:a16="http://schemas.microsoft.com/office/drawing/2014/main" id="{B38CB3F2-83A8-4917-BAFA-0B42298A4445}"/>
                </a:ext>
              </a:extLst>
            </p:cNvPr>
            <p:cNvCxnSpPr>
              <a:cxnSpLocks/>
            </p:cNvCxnSpPr>
            <p:nvPr/>
          </p:nvCxnSpPr>
          <p:spPr>
            <a:xfrm rot="9610170">
              <a:off x="-1094963" y="4000103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直接连接符 345">
              <a:extLst>
                <a:ext uri="{FF2B5EF4-FFF2-40B4-BE49-F238E27FC236}">
                  <a16:creationId xmlns:a16="http://schemas.microsoft.com/office/drawing/2014/main" id="{3845AFEB-DFE9-4230-8231-5E15838B5BCC}"/>
                </a:ext>
              </a:extLst>
            </p:cNvPr>
            <p:cNvCxnSpPr>
              <a:cxnSpLocks/>
            </p:cNvCxnSpPr>
            <p:nvPr/>
          </p:nvCxnSpPr>
          <p:spPr>
            <a:xfrm rot="9793220">
              <a:off x="-1124663" y="4009928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直接连接符 346">
              <a:extLst>
                <a:ext uri="{FF2B5EF4-FFF2-40B4-BE49-F238E27FC236}">
                  <a16:creationId xmlns:a16="http://schemas.microsoft.com/office/drawing/2014/main" id="{FB612803-3967-48DC-BF36-35ED8088D163}"/>
                </a:ext>
              </a:extLst>
            </p:cNvPr>
            <p:cNvCxnSpPr>
              <a:cxnSpLocks/>
            </p:cNvCxnSpPr>
            <p:nvPr/>
          </p:nvCxnSpPr>
          <p:spPr>
            <a:xfrm rot="9976271">
              <a:off x="-1154843" y="4018158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直接连接符 347">
              <a:extLst>
                <a:ext uri="{FF2B5EF4-FFF2-40B4-BE49-F238E27FC236}">
                  <a16:creationId xmlns:a16="http://schemas.microsoft.com/office/drawing/2014/main" id="{721A260C-B7AE-42B4-92A3-27656800FBAD}"/>
                </a:ext>
              </a:extLst>
            </p:cNvPr>
            <p:cNvCxnSpPr>
              <a:cxnSpLocks/>
            </p:cNvCxnSpPr>
            <p:nvPr/>
          </p:nvCxnSpPr>
          <p:spPr>
            <a:xfrm rot="10159322">
              <a:off x="-1185418" y="4024771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直接连接符 348">
              <a:extLst>
                <a:ext uri="{FF2B5EF4-FFF2-40B4-BE49-F238E27FC236}">
                  <a16:creationId xmlns:a16="http://schemas.microsoft.com/office/drawing/2014/main" id="{77BAD97F-4084-4E53-A57F-AC3AE840B1E7}"/>
                </a:ext>
              </a:extLst>
            </p:cNvPr>
            <p:cNvCxnSpPr>
              <a:cxnSpLocks/>
            </p:cNvCxnSpPr>
            <p:nvPr/>
          </p:nvCxnSpPr>
          <p:spPr>
            <a:xfrm rot="10342373">
              <a:off x="-1216302" y="402974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直接连接符 349">
              <a:extLst>
                <a:ext uri="{FF2B5EF4-FFF2-40B4-BE49-F238E27FC236}">
                  <a16:creationId xmlns:a16="http://schemas.microsoft.com/office/drawing/2014/main" id="{ABD8A3DA-18E8-4E62-B31D-EBD78C8284A4}"/>
                </a:ext>
              </a:extLst>
            </p:cNvPr>
            <p:cNvCxnSpPr>
              <a:cxnSpLocks/>
            </p:cNvCxnSpPr>
            <p:nvPr/>
          </p:nvCxnSpPr>
          <p:spPr>
            <a:xfrm rot="10525423">
              <a:off x="-1247407" y="4033072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直接连接符 350">
              <a:extLst>
                <a:ext uri="{FF2B5EF4-FFF2-40B4-BE49-F238E27FC236}">
                  <a16:creationId xmlns:a16="http://schemas.microsoft.com/office/drawing/2014/main" id="{1246999A-225A-4BF9-955F-61A226FFE2F4}"/>
                </a:ext>
              </a:extLst>
            </p:cNvPr>
            <p:cNvCxnSpPr>
              <a:cxnSpLocks/>
            </p:cNvCxnSpPr>
            <p:nvPr/>
          </p:nvCxnSpPr>
          <p:spPr>
            <a:xfrm rot="10708475">
              <a:off x="-1278645" y="403473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直接连接符 351">
              <a:extLst>
                <a:ext uri="{FF2B5EF4-FFF2-40B4-BE49-F238E27FC236}">
                  <a16:creationId xmlns:a16="http://schemas.microsoft.com/office/drawing/2014/main" id="{E97A486D-A10B-4103-9A87-8DE56B726F1E}"/>
                </a:ext>
              </a:extLst>
            </p:cNvPr>
            <p:cNvCxnSpPr>
              <a:cxnSpLocks/>
            </p:cNvCxnSpPr>
            <p:nvPr/>
          </p:nvCxnSpPr>
          <p:spPr>
            <a:xfrm rot="10891525">
              <a:off x="-1309927" y="403473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直接连接符 352">
              <a:extLst>
                <a:ext uri="{FF2B5EF4-FFF2-40B4-BE49-F238E27FC236}">
                  <a16:creationId xmlns:a16="http://schemas.microsoft.com/office/drawing/2014/main" id="{447A09B6-32A1-4783-9CA5-7F247DADF4F8}"/>
                </a:ext>
              </a:extLst>
            </p:cNvPr>
            <p:cNvCxnSpPr>
              <a:cxnSpLocks/>
            </p:cNvCxnSpPr>
            <p:nvPr/>
          </p:nvCxnSpPr>
          <p:spPr>
            <a:xfrm rot="11074577">
              <a:off x="-1341165" y="4033072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直接连接符 353">
              <a:extLst>
                <a:ext uri="{FF2B5EF4-FFF2-40B4-BE49-F238E27FC236}">
                  <a16:creationId xmlns:a16="http://schemas.microsoft.com/office/drawing/2014/main" id="{856110A9-7418-49C6-AF02-59128D30185B}"/>
                </a:ext>
              </a:extLst>
            </p:cNvPr>
            <p:cNvCxnSpPr>
              <a:cxnSpLocks/>
            </p:cNvCxnSpPr>
            <p:nvPr/>
          </p:nvCxnSpPr>
          <p:spPr>
            <a:xfrm rot="11257627">
              <a:off x="-1372270" y="402974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直接连接符 354">
              <a:extLst>
                <a:ext uri="{FF2B5EF4-FFF2-40B4-BE49-F238E27FC236}">
                  <a16:creationId xmlns:a16="http://schemas.microsoft.com/office/drawing/2014/main" id="{4DE50A9C-EA84-4283-AD75-36E1C06A5F7F}"/>
                </a:ext>
              </a:extLst>
            </p:cNvPr>
            <p:cNvCxnSpPr>
              <a:cxnSpLocks/>
            </p:cNvCxnSpPr>
            <p:nvPr/>
          </p:nvCxnSpPr>
          <p:spPr>
            <a:xfrm rot="11440678">
              <a:off x="-1403154" y="4024771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直接连接符 355">
              <a:extLst>
                <a:ext uri="{FF2B5EF4-FFF2-40B4-BE49-F238E27FC236}">
                  <a16:creationId xmlns:a16="http://schemas.microsoft.com/office/drawing/2014/main" id="{A59EF39E-5388-404A-BE07-DD87FC337A19}"/>
                </a:ext>
              </a:extLst>
            </p:cNvPr>
            <p:cNvCxnSpPr>
              <a:cxnSpLocks/>
            </p:cNvCxnSpPr>
            <p:nvPr/>
          </p:nvCxnSpPr>
          <p:spPr>
            <a:xfrm rot="11623729">
              <a:off x="-1433729" y="4018158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直接连接符 356">
              <a:extLst>
                <a:ext uri="{FF2B5EF4-FFF2-40B4-BE49-F238E27FC236}">
                  <a16:creationId xmlns:a16="http://schemas.microsoft.com/office/drawing/2014/main" id="{FD19BB12-CE87-4F82-93AB-10577088E806}"/>
                </a:ext>
              </a:extLst>
            </p:cNvPr>
            <p:cNvCxnSpPr>
              <a:cxnSpLocks/>
            </p:cNvCxnSpPr>
            <p:nvPr/>
          </p:nvCxnSpPr>
          <p:spPr>
            <a:xfrm rot="11806780">
              <a:off x="-1463909" y="4009928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直接连接符 357">
              <a:extLst>
                <a:ext uri="{FF2B5EF4-FFF2-40B4-BE49-F238E27FC236}">
                  <a16:creationId xmlns:a16="http://schemas.microsoft.com/office/drawing/2014/main" id="{069B643A-0D9B-4863-9B58-1AF2FF42852E}"/>
                </a:ext>
              </a:extLst>
            </p:cNvPr>
            <p:cNvCxnSpPr>
              <a:cxnSpLocks/>
            </p:cNvCxnSpPr>
            <p:nvPr/>
          </p:nvCxnSpPr>
          <p:spPr>
            <a:xfrm rot="11989830">
              <a:off x="-1493609" y="4000103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直接连接符 358">
              <a:extLst>
                <a:ext uri="{FF2B5EF4-FFF2-40B4-BE49-F238E27FC236}">
                  <a16:creationId xmlns:a16="http://schemas.microsoft.com/office/drawing/2014/main" id="{73405197-7B6F-4D33-B990-C0871C2468C8}"/>
                </a:ext>
              </a:extLst>
            </p:cNvPr>
            <p:cNvCxnSpPr>
              <a:cxnSpLocks/>
            </p:cNvCxnSpPr>
            <p:nvPr/>
          </p:nvCxnSpPr>
          <p:spPr>
            <a:xfrm rot="12172882">
              <a:off x="-1522743" y="3988711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直接连接符 359">
              <a:extLst>
                <a:ext uri="{FF2B5EF4-FFF2-40B4-BE49-F238E27FC236}">
                  <a16:creationId xmlns:a16="http://schemas.microsoft.com/office/drawing/2014/main" id="{36B8EE52-7C7D-4C86-8429-736CE59F4200}"/>
                </a:ext>
              </a:extLst>
            </p:cNvPr>
            <p:cNvCxnSpPr>
              <a:cxnSpLocks/>
            </p:cNvCxnSpPr>
            <p:nvPr/>
          </p:nvCxnSpPr>
          <p:spPr>
            <a:xfrm rot="12355932">
              <a:off x="-1551229" y="3975785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直接连接符 360">
              <a:extLst>
                <a:ext uri="{FF2B5EF4-FFF2-40B4-BE49-F238E27FC236}">
                  <a16:creationId xmlns:a16="http://schemas.microsoft.com/office/drawing/2014/main" id="{1887C94D-D655-4C94-9A81-7AB80F9DA233}"/>
                </a:ext>
              </a:extLst>
            </p:cNvPr>
            <p:cNvCxnSpPr>
              <a:cxnSpLocks/>
            </p:cNvCxnSpPr>
            <p:nvPr/>
          </p:nvCxnSpPr>
          <p:spPr>
            <a:xfrm rot="12538983">
              <a:off x="-1578988" y="3961361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直接连接符 361">
              <a:extLst>
                <a:ext uri="{FF2B5EF4-FFF2-40B4-BE49-F238E27FC236}">
                  <a16:creationId xmlns:a16="http://schemas.microsoft.com/office/drawing/2014/main" id="{A58695C5-FF8C-4306-8925-18FADCE21BF5}"/>
                </a:ext>
              </a:extLst>
            </p:cNvPr>
            <p:cNvCxnSpPr>
              <a:cxnSpLocks/>
            </p:cNvCxnSpPr>
            <p:nvPr/>
          </p:nvCxnSpPr>
          <p:spPr>
            <a:xfrm rot="12722034">
              <a:off x="-1605939" y="3945480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直接连接符 362">
              <a:extLst>
                <a:ext uri="{FF2B5EF4-FFF2-40B4-BE49-F238E27FC236}">
                  <a16:creationId xmlns:a16="http://schemas.microsoft.com/office/drawing/2014/main" id="{62E6FF73-5D70-433E-BBFC-BF9F2F9E06C3}"/>
                </a:ext>
              </a:extLst>
            </p:cNvPr>
            <p:cNvCxnSpPr>
              <a:cxnSpLocks/>
            </p:cNvCxnSpPr>
            <p:nvPr/>
          </p:nvCxnSpPr>
          <p:spPr>
            <a:xfrm rot="12905085">
              <a:off x="-1632007" y="392818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直接连接符 363">
              <a:extLst>
                <a:ext uri="{FF2B5EF4-FFF2-40B4-BE49-F238E27FC236}">
                  <a16:creationId xmlns:a16="http://schemas.microsoft.com/office/drawing/2014/main" id="{D66AB66D-57C3-4FC5-B828-D3C4E3B96590}"/>
                </a:ext>
              </a:extLst>
            </p:cNvPr>
            <p:cNvCxnSpPr>
              <a:cxnSpLocks/>
            </p:cNvCxnSpPr>
            <p:nvPr/>
          </p:nvCxnSpPr>
          <p:spPr>
            <a:xfrm rot="13088135">
              <a:off x="-1657117" y="3909532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直接连接符 364">
              <a:extLst>
                <a:ext uri="{FF2B5EF4-FFF2-40B4-BE49-F238E27FC236}">
                  <a16:creationId xmlns:a16="http://schemas.microsoft.com/office/drawing/2014/main" id="{5DC9849D-9764-4A59-A890-C52F35CD1E75}"/>
                </a:ext>
              </a:extLst>
            </p:cNvPr>
            <p:cNvCxnSpPr>
              <a:cxnSpLocks/>
            </p:cNvCxnSpPr>
            <p:nvPr/>
          </p:nvCxnSpPr>
          <p:spPr>
            <a:xfrm rot="13271187">
              <a:off x="-1681200" y="3889566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8F7CBB21-BFA1-4793-8566-14C0F503DA49}"/>
                </a:ext>
              </a:extLst>
            </p:cNvPr>
            <p:cNvCxnSpPr>
              <a:cxnSpLocks/>
            </p:cNvCxnSpPr>
            <p:nvPr/>
          </p:nvCxnSpPr>
          <p:spPr>
            <a:xfrm rot="13454237">
              <a:off x="-1704185" y="386834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>
              <a:extLst>
                <a:ext uri="{FF2B5EF4-FFF2-40B4-BE49-F238E27FC236}">
                  <a16:creationId xmlns:a16="http://schemas.microsoft.com/office/drawing/2014/main" id="{13D64281-D479-4030-92EF-E775C2BEB35E}"/>
                </a:ext>
              </a:extLst>
            </p:cNvPr>
            <p:cNvCxnSpPr>
              <a:cxnSpLocks/>
            </p:cNvCxnSpPr>
            <p:nvPr/>
          </p:nvCxnSpPr>
          <p:spPr>
            <a:xfrm rot="13637288">
              <a:off x="-1726008" y="3845934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直接连接符 367">
              <a:extLst>
                <a:ext uri="{FF2B5EF4-FFF2-40B4-BE49-F238E27FC236}">
                  <a16:creationId xmlns:a16="http://schemas.microsoft.com/office/drawing/2014/main" id="{129B06AD-4410-4D20-9D9B-41ACA18D95A9}"/>
                </a:ext>
              </a:extLst>
            </p:cNvPr>
            <p:cNvCxnSpPr>
              <a:cxnSpLocks/>
            </p:cNvCxnSpPr>
            <p:nvPr/>
          </p:nvCxnSpPr>
          <p:spPr>
            <a:xfrm rot="13820339">
              <a:off x="-1746608" y="3822392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直接连接符 368">
              <a:extLst>
                <a:ext uri="{FF2B5EF4-FFF2-40B4-BE49-F238E27FC236}">
                  <a16:creationId xmlns:a16="http://schemas.microsoft.com/office/drawing/2014/main" id="{817DE462-D346-4E68-B0DF-4AACE896775C}"/>
                </a:ext>
              </a:extLst>
            </p:cNvPr>
            <p:cNvCxnSpPr>
              <a:cxnSpLocks/>
            </p:cNvCxnSpPr>
            <p:nvPr/>
          </p:nvCxnSpPr>
          <p:spPr>
            <a:xfrm rot="14003390">
              <a:off x="-1765926" y="3797787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直接连接符 369">
              <a:extLst>
                <a:ext uri="{FF2B5EF4-FFF2-40B4-BE49-F238E27FC236}">
                  <a16:creationId xmlns:a16="http://schemas.microsoft.com/office/drawing/2014/main" id="{34A5B3C9-2888-484C-ADE7-311685A03C23}"/>
                </a:ext>
              </a:extLst>
            </p:cNvPr>
            <p:cNvCxnSpPr>
              <a:cxnSpLocks/>
            </p:cNvCxnSpPr>
            <p:nvPr/>
          </p:nvCxnSpPr>
          <p:spPr>
            <a:xfrm rot="14186440">
              <a:off x="-1783906" y="3772189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直接连接符 370">
              <a:extLst>
                <a:ext uri="{FF2B5EF4-FFF2-40B4-BE49-F238E27FC236}">
                  <a16:creationId xmlns:a16="http://schemas.microsoft.com/office/drawing/2014/main" id="{BBD1A515-A649-49BA-A0DD-C935F3CD2F94}"/>
                </a:ext>
              </a:extLst>
            </p:cNvPr>
            <p:cNvCxnSpPr>
              <a:cxnSpLocks/>
            </p:cNvCxnSpPr>
            <p:nvPr/>
          </p:nvCxnSpPr>
          <p:spPr>
            <a:xfrm rot="14369492">
              <a:off x="-1800499" y="3745670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直接连接符 371">
              <a:extLst>
                <a:ext uri="{FF2B5EF4-FFF2-40B4-BE49-F238E27FC236}">
                  <a16:creationId xmlns:a16="http://schemas.microsoft.com/office/drawing/2014/main" id="{8A196A0D-83AB-406C-81E4-27CC836D962A}"/>
                </a:ext>
              </a:extLst>
            </p:cNvPr>
            <p:cNvCxnSpPr>
              <a:cxnSpLocks/>
            </p:cNvCxnSpPr>
            <p:nvPr/>
          </p:nvCxnSpPr>
          <p:spPr>
            <a:xfrm rot="14552542">
              <a:off x="-1815657" y="3718306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直接连接符 372">
              <a:extLst>
                <a:ext uri="{FF2B5EF4-FFF2-40B4-BE49-F238E27FC236}">
                  <a16:creationId xmlns:a16="http://schemas.microsoft.com/office/drawing/2014/main" id="{CC077DF0-087F-4C52-AF71-FAF18B1D2433}"/>
                </a:ext>
              </a:extLst>
            </p:cNvPr>
            <p:cNvCxnSpPr>
              <a:cxnSpLocks/>
            </p:cNvCxnSpPr>
            <p:nvPr/>
          </p:nvCxnSpPr>
          <p:spPr>
            <a:xfrm rot="14735593">
              <a:off x="-1829337" y="3690173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直接连接符 373">
              <a:extLst>
                <a:ext uri="{FF2B5EF4-FFF2-40B4-BE49-F238E27FC236}">
                  <a16:creationId xmlns:a16="http://schemas.microsoft.com/office/drawing/2014/main" id="{74C63365-290B-471D-A139-B5F0940629FA}"/>
                </a:ext>
              </a:extLst>
            </p:cNvPr>
            <p:cNvCxnSpPr>
              <a:cxnSpLocks/>
            </p:cNvCxnSpPr>
            <p:nvPr/>
          </p:nvCxnSpPr>
          <p:spPr>
            <a:xfrm rot="14918644">
              <a:off x="-1841500" y="3661352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直接连接符 374">
              <a:extLst>
                <a:ext uri="{FF2B5EF4-FFF2-40B4-BE49-F238E27FC236}">
                  <a16:creationId xmlns:a16="http://schemas.microsoft.com/office/drawing/2014/main" id="{F8FC4AB9-43B5-4C29-87D0-EA925DF5E0F0}"/>
                </a:ext>
              </a:extLst>
            </p:cNvPr>
            <p:cNvCxnSpPr>
              <a:cxnSpLocks/>
            </p:cNvCxnSpPr>
            <p:nvPr/>
          </p:nvCxnSpPr>
          <p:spPr>
            <a:xfrm rot="15101695">
              <a:off x="-1852112" y="3631925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直接连接符 375">
              <a:extLst>
                <a:ext uri="{FF2B5EF4-FFF2-40B4-BE49-F238E27FC236}">
                  <a16:creationId xmlns:a16="http://schemas.microsoft.com/office/drawing/2014/main" id="{2E928585-64AE-4F72-8C29-DC8B3A689C26}"/>
                </a:ext>
              </a:extLst>
            </p:cNvPr>
            <p:cNvCxnSpPr>
              <a:cxnSpLocks/>
            </p:cNvCxnSpPr>
            <p:nvPr/>
          </p:nvCxnSpPr>
          <p:spPr>
            <a:xfrm rot="15284745">
              <a:off x="-1861143" y="3601975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直接连接符 376">
              <a:extLst>
                <a:ext uri="{FF2B5EF4-FFF2-40B4-BE49-F238E27FC236}">
                  <a16:creationId xmlns:a16="http://schemas.microsoft.com/office/drawing/2014/main" id="{21B620B5-64DE-4A4B-BBBA-4712E0A51C37}"/>
                </a:ext>
              </a:extLst>
            </p:cNvPr>
            <p:cNvCxnSpPr>
              <a:cxnSpLocks/>
            </p:cNvCxnSpPr>
            <p:nvPr/>
          </p:nvCxnSpPr>
          <p:spPr>
            <a:xfrm rot="15467796">
              <a:off x="-1868567" y="3571586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直接连接符 377">
              <a:extLst>
                <a:ext uri="{FF2B5EF4-FFF2-40B4-BE49-F238E27FC236}">
                  <a16:creationId xmlns:a16="http://schemas.microsoft.com/office/drawing/2014/main" id="{7D80D2BE-3247-48F1-9C80-223218E92F1B}"/>
                </a:ext>
              </a:extLst>
            </p:cNvPr>
            <p:cNvCxnSpPr>
              <a:cxnSpLocks/>
            </p:cNvCxnSpPr>
            <p:nvPr/>
          </p:nvCxnSpPr>
          <p:spPr>
            <a:xfrm rot="15650847">
              <a:off x="-1874363" y="3540846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直接连接符 378">
              <a:extLst>
                <a:ext uri="{FF2B5EF4-FFF2-40B4-BE49-F238E27FC236}">
                  <a16:creationId xmlns:a16="http://schemas.microsoft.com/office/drawing/2014/main" id="{81DC3B6F-E101-4CC0-BBE5-A1A54A2B499F}"/>
                </a:ext>
              </a:extLst>
            </p:cNvPr>
            <p:cNvCxnSpPr>
              <a:cxnSpLocks/>
            </p:cNvCxnSpPr>
            <p:nvPr/>
          </p:nvCxnSpPr>
          <p:spPr>
            <a:xfrm rot="15833899">
              <a:off x="-1878515" y="3509840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直接连接符 379">
              <a:extLst>
                <a:ext uri="{FF2B5EF4-FFF2-40B4-BE49-F238E27FC236}">
                  <a16:creationId xmlns:a16="http://schemas.microsoft.com/office/drawing/2014/main" id="{02691BD6-0489-4EC8-A495-9208BAE64E76}"/>
                </a:ext>
              </a:extLst>
            </p:cNvPr>
            <p:cNvCxnSpPr>
              <a:cxnSpLocks/>
            </p:cNvCxnSpPr>
            <p:nvPr/>
          </p:nvCxnSpPr>
          <p:spPr>
            <a:xfrm rot="16016949">
              <a:off x="-1881011" y="3478658"/>
              <a:ext cx="952249" cy="0"/>
            </a:xfrm>
            <a:prstGeom prst="line">
              <a:avLst/>
            </a:prstGeom>
            <a:ln w="12700" cap="rnd">
              <a:gradFill>
                <a:gsLst>
                  <a:gs pos="100000">
                    <a:schemeClr val="accent1">
                      <a:alpha val="20000"/>
                    </a:schemeClr>
                  </a:gs>
                  <a:gs pos="0">
                    <a:schemeClr val="accent1">
                      <a:alpha val="19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224516-D443-4101-B8F2-962FA3754D26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1326874" y="4757122"/>
            <a:ext cx="4126942" cy="14461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92343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5266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  <p:sldLayoutId id="2147483666" r:id="rId2"/>
    <p:sldLayoutId id="2147483667" r:id="rId3"/>
    <p:sldLayoutId id="2147483668" r:id="rId4"/>
    <p:sldLayoutId id="2147483680" r:id="rId5"/>
    <p:sldLayoutId id="2147483669" r:id="rId6"/>
    <p:sldLayoutId id="2147483670" r:id="rId7"/>
    <p:sldLayoutId id="2147483672" r:id="rId8"/>
    <p:sldLayoutId id="2147483674" r:id="rId9"/>
    <p:sldLayoutId id="2147483675" r:id="rId10"/>
    <p:sldLayoutId id="2147483676" r:id="rId11"/>
    <p:sldLayoutId id="2147483677" r:id="rId12"/>
    <p:sldLayoutId id="214748367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24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16" userDrawn="1">
          <p15:clr>
            <a:srgbClr val="F26B43"/>
          </p15:clr>
        </p15:guide>
        <p15:guide id="4" pos="7256" userDrawn="1">
          <p15:clr>
            <a:srgbClr val="F26B43"/>
          </p15:clr>
        </p15:guide>
        <p15:guide id="5" orient="horz" pos="512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  <p15:guide id="7" orient="horz" pos="3928" userDrawn="1">
          <p15:clr>
            <a:srgbClr val="F26B43"/>
          </p15:clr>
        </p15:guide>
        <p15:guide id="8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audio" Target="../media/audio2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32" hidden="1">
            <a:extLst>
              <a:ext uri="{FF2B5EF4-FFF2-40B4-BE49-F238E27FC236}">
                <a16:creationId xmlns:a16="http://schemas.microsoft.com/office/drawing/2014/main" id="{79C84FFE-8F71-444D-9722-66A8482E0F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0" tIns="0" rIns="0" bIns="0">
            <a:spAutoFit/>
          </a:bodyPr>
          <a:lstStyle/>
          <a:p>
            <a:r>
              <a:rPr lang="zh-CN" altLang="en-US" sz="54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元宇宙 </a:t>
            </a:r>
            <a:endParaRPr lang="en-US" altLang="zh-CN" sz="54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r>
              <a:rPr lang="en-US" altLang="zh-CN" sz="5400" b="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METAVERSE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836E95E-28B1-4DF2-AC8D-0DD982D8C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04" b="4222"/>
          <a:stretch>
            <a:fillRect/>
          </a:stretch>
        </p:blipFill>
        <p:spPr>
          <a:xfrm>
            <a:off x="0" y="3083824"/>
            <a:ext cx="3484896" cy="3733699"/>
          </a:xfrm>
          <a:custGeom>
            <a:avLst/>
            <a:gdLst>
              <a:gd name="connsiteX0" fmla="*/ 0 w 3484896"/>
              <a:gd name="connsiteY0" fmla="*/ 0 h 3733699"/>
              <a:gd name="connsiteX1" fmla="*/ 3484896 w 3484896"/>
              <a:gd name="connsiteY1" fmla="*/ 0 h 3733699"/>
              <a:gd name="connsiteX2" fmla="*/ 3484896 w 3484896"/>
              <a:gd name="connsiteY2" fmla="*/ 3733699 h 3733699"/>
              <a:gd name="connsiteX3" fmla="*/ 0 w 3484896"/>
              <a:gd name="connsiteY3" fmla="*/ 3733699 h 373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896" h="3733699">
                <a:moveTo>
                  <a:pt x="0" y="0"/>
                </a:moveTo>
                <a:lnTo>
                  <a:pt x="3484896" y="0"/>
                </a:lnTo>
                <a:lnTo>
                  <a:pt x="3484896" y="3733699"/>
                </a:lnTo>
                <a:lnTo>
                  <a:pt x="0" y="3733699"/>
                </a:lnTo>
                <a:close/>
              </a:path>
            </a:pathLst>
          </a:custGeom>
          <a:effectLst>
            <a:softEdge rad="508000"/>
          </a:effectLst>
        </p:spPr>
      </p:pic>
      <p:sp>
        <p:nvSpPr>
          <p:cNvPr id="34" name="文本占位符 33">
            <a:extLst>
              <a:ext uri="{FF2B5EF4-FFF2-40B4-BE49-F238E27FC236}">
                <a16:creationId xmlns:a16="http://schemas.microsoft.com/office/drawing/2014/main" id="{217C0B29-AEF1-41E3-8F71-7B70DA1007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99789" y="2056117"/>
            <a:ext cx="7708251" cy="743665"/>
          </a:xfrm>
        </p:spPr>
        <p:txBody>
          <a:bodyPr lIns="0" tIns="0" rIns="0" bIns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——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算术逻辑单元</a:t>
            </a:r>
            <a:endParaRPr lang="en-GB" altLang="zh-CN" sz="4400" b="1" dirty="0">
              <a:gradFill>
                <a:gsLst>
                  <a:gs pos="52204">
                    <a:schemeClr val="accent1"/>
                  </a:gs>
                  <a:gs pos="0">
                    <a:schemeClr val="accent5"/>
                  </a:gs>
                  <a:gs pos="100000">
                    <a:schemeClr val="accent2"/>
                  </a:gs>
                </a:gsLst>
                <a:lin ang="0" scaled="1"/>
              </a:gra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FAFF644B-6650-4C90-B0F6-4600DFDB3D75}"/>
              </a:ext>
            </a:extLst>
          </p:cNvPr>
          <p:cNvSpPr/>
          <p:nvPr/>
        </p:nvSpPr>
        <p:spPr>
          <a:xfrm>
            <a:off x="662751" y="683896"/>
            <a:ext cx="562364" cy="296371"/>
          </a:xfrm>
          <a:custGeom>
            <a:avLst/>
            <a:gdLst>
              <a:gd name="connsiteX0" fmla="*/ 169032 w 284661"/>
              <a:gd name="connsiteY0" fmla="*/ 0 h 150019"/>
              <a:gd name="connsiteX1" fmla="*/ 218339 w 284661"/>
              <a:gd name="connsiteY1" fmla="*/ 0 h 150019"/>
              <a:gd name="connsiteX2" fmla="*/ 284661 w 284661"/>
              <a:gd name="connsiteY2" fmla="*/ 75010 h 150019"/>
              <a:gd name="connsiteX3" fmla="*/ 218339 w 284661"/>
              <a:gd name="connsiteY3" fmla="*/ 150019 h 150019"/>
              <a:gd name="connsiteX4" fmla="*/ 169032 w 284661"/>
              <a:gd name="connsiteY4" fmla="*/ 150019 h 150019"/>
              <a:gd name="connsiteX5" fmla="*/ 235354 w 284661"/>
              <a:gd name="connsiteY5" fmla="*/ 75010 h 150019"/>
              <a:gd name="connsiteX6" fmla="*/ 84516 w 284661"/>
              <a:gd name="connsiteY6" fmla="*/ 0 h 150019"/>
              <a:gd name="connsiteX7" fmla="*/ 133823 w 284661"/>
              <a:gd name="connsiteY7" fmla="*/ 0 h 150019"/>
              <a:gd name="connsiteX8" fmla="*/ 200145 w 284661"/>
              <a:gd name="connsiteY8" fmla="*/ 75010 h 150019"/>
              <a:gd name="connsiteX9" fmla="*/ 133823 w 284661"/>
              <a:gd name="connsiteY9" fmla="*/ 150019 h 150019"/>
              <a:gd name="connsiteX10" fmla="*/ 84516 w 284661"/>
              <a:gd name="connsiteY10" fmla="*/ 150019 h 150019"/>
              <a:gd name="connsiteX11" fmla="*/ 150838 w 284661"/>
              <a:gd name="connsiteY11" fmla="*/ 75010 h 150019"/>
              <a:gd name="connsiteX12" fmla="*/ 0 w 284661"/>
              <a:gd name="connsiteY12" fmla="*/ 0 h 150019"/>
              <a:gd name="connsiteX13" fmla="*/ 49307 w 284661"/>
              <a:gd name="connsiteY13" fmla="*/ 0 h 150019"/>
              <a:gd name="connsiteX14" fmla="*/ 115629 w 284661"/>
              <a:gd name="connsiteY14" fmla="*/ 75010 h 150019"/>
              <a:gd name="connsiteX15" fmla="*/ 49307 w 284661"/>
              <a:gd name="connsiteY15" fmla="*/ 150019 h 150019"/>
              <a:gd name="connsiteX16" fmla="*/ 0 w 284661"/>
              <a:gd name="connsiteY16" fmla="*/ 150019 h 150019"/>
              <a:gd name="connsiteX17" fmla="*/ 66322 w 284661"/>
              <a:gd name="connsiteY17" fmla="*/ 75010 h 15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4661" h="150019">
                <a:moveTo>
                  <a:pt x="169032" y="0"/>
                </a:moveTo>
                <a:lnTo>
                  <a:pt x="218339" y="0"/>
                </a:lnTo>
                <a:lnTo>
                  <a:pt x="284661" y="75010"/>
                </a:lnTo>
                <a:lnTo>
                  <a:pt x="218339" y="150019"/>
                </a:lnTo>
                <a:lnTo>
                  <a:pt x="169032" y="150019"/>
                </a:lnTo>
                <a:lnTo>
                  <a:pt x="235354" y="75010"/>
                </a:lnTo>
                <a:close/>
                <a:moveTo>
                  <a:pt x="84516" y="0"/>
                </a:moveTo>
                <a:lnTo>
                  <a:pt x="133823" y="0"/>
                </a:lnTo>
                <a:lnTo>
                  <a:pt x="200145" y="75010"/>
                </a:lnTo>
                <a:lnTo>
                  <a:pt x="133823" y="150019"/>
                </a:lnTo>
                <a:lnTo>
                  <a:pt x="84516" y="150019"/>
                </a:lnTo>
                <a:lnTo>
                  <a:pt x="150838" y="75010"/>
                </a:lnTo>
                <a:close/>
                <a:moveTo>
                  <a:pt x="0" y="0"/>
                </a:moveTo>
                <a:lnTo>
                  <a:pt x="49307" y="0"/>
                </a:lnTo>
                <a:lnTo>
                  <a:pt x="115629" y="75010"/>
                </a:lnTo>
                <a:lnTo>
                  <a:pt x="49307" y="150019"/>
                </a:lnTo>
                <a:lnTo>
                  <a:pt x="0" y="150019"/>
                </a:lnTo>
                <a:lnTo>
                  <a:pt x="66322" y="7501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0"/>
                  <a:alpha val="10000"/>
                </a:schemeClr>
              </a:gs>
              <a:gs pos="93000">
                <a:srgbClr val="C73D8E">
                  <a:alpha val="10000"/>
                </a:srgbClr>
              </a:gs>
              <a:gs pos="100000">
                <a:schemeClr val="accent5">
                  <a:alpha val="1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BA76CC6D-8234-40B4-B7BF-11A0B5757087}"/>
              </a:ext>
            </a:extLst>
          </p:cNvPr>
          <p:cNvSpPr/>
          <p:nvPr/>
        </p:nvSpPr>
        <p:spPr>
          <a:xfrm>
            <a:off x="10388600" y="5622758"/>
            <a:ext cx="1066663" cy="562141"/>
          </a:xfrm>
          <a:custGeom>
            <a:avLst/>
            <a:gdLst>
              <a:gd name="connsiteX0" fmla="*/ 169032 w 284661"/>
              <a:gd name="connsiteY0" fmla="*/ 0 h 150019"/>
              <a:gd name="connsiteX1" fmla="*/ 218339 w 284661"/>
              <a:gd name="connsiteY1" fmla="*/ 0 h 150019"/>
              <a:gd name="connsiteX2" fmla="*/ 284661 w 284661"/>
              <a:gd name="connsiteY2" fmla="*/ 75010 h 150019"/>
              <a:gd name="connsiteX3" fmla="*/ 218339 w 284661"/>
              <a:gd name="connsiteY3" fmla="*/ 150019 h 150019"/>
              <a:gd name="connsiteX4" fmla="*/ 169032 w 284661"/>
              <a:gd name="connsiteY4" fmla="*/ 150019 h 150019"/>
              <a:gd name="connsiteX5" fmla="*/ 235354 w 284661"/>
              <a:gd name="connsiteY5" fmla="*/ 75010 h 150019"/>
              <a:gd name="connsiteX6" fmla="*/ 84516 w 284661"/>
              <a:gd name="connsiteY6" fmla="*/ 0 h 150019"/>
              <a:gd name="connsiteX7" fmla="*/ 133823 w 284661"/>
              <a:gd name="connsiteY7" fmla="*/ 0 h 150019"/>
              <a:gd name="connsiteX8" fmla="*/ 200145 w 284661"/>
              <a:gd name="connsiteY8" fmla="*/ 75010 h 150019"/>
              <a:gd name="connsiteX9" fmla="*/ 133823 w 284661"/>
              <a:gd name="connsiteY9" fmla="*/ 150019 h 150019"/>
              <a:gd name="connsiteX10" fmla="*/ 84516 w 284661"/>
              <a:gd name="connsiteY10" fmla="*/ 150019 h 150019"/>
              <a:gd name="connsiteX11" fmla="*/ 150838 w 284661"/>
              <a:gd name="connsiteY11" fmla="*/ 75010 h 150019"/>
              <a:gd name="connsiteX12" fmla="*/ 0 w 284661"/>
              <a:gd name="connsiteY12" fmla="*/ 0 h 150019"/>
              <a:gd name="connsiteX13" fmla="*/ 49307 w 284661"/>
              <a:gd name="connsiteY13" fmla="*/ 0 h 150019"/>
              <a:gd name="connsiteX14" fmla="*/ 115629 w 284661"/>
              <a:gd name="connsiteY14" fmla="*/ 75010 h 150019"/>
              <a:gd name="connsiteX15" fmla="*/ 49307 w 284661"/>
              <a:gd name="connsiteY15" fmla="*/ 150019 h 150019"/>
              <a:gd name="connsiteX16" fmla="*/ 0 w 284661"/>
              <a:gd name="connsiteY16" fmla="*/ 150019 h 150019"/>
              <a:gd name="connsiteX17" fmla="*/ 66322 w 284661"/>
              <a:gd name="connsiteY17" fmla="*/ 75010 h 15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4661" h="150019">
                <a:moveTo>
                  <a:pt x="169032" y="0"/>
                </a:moveTo>
                <a:lnTo>
                  <a:pt x="218339" y="0"/>
                </a:lnTo>
                <a:lnTo>
                  <a:pt x="284661" y="75010"/>
                </a:lnTo>
                <a:lnTo>
                  <a:pt x="218339" y="150019"/>
                </a:lnTo>
                <a:lnTo>
                  <a:pt x="169032" y="150019"/>
                </a:lnTo>
                <a:lnTo>
                  <a:pt x="235354" y="75010"/>
                </a:lnTo>
                <a:close/>
                <a:moveTo>
                  <a:pt x="84516" y="0"/>
                </a:moveTo>
                <a:lnTo>
                  <a:pt x="133823" y="0"/>
                </a:lnTo>
                <a:lnTo>
                  <a:pt x="200145" y="75010"/>
                </a:lnTo>
                <a:lnTo>
                  <a:pt x="133823" y="150019"/>
                </a:lnTo>
                <a:lnTo>
                  <a:pt x="84516" y="150019"/>
                </a:lnTo>
                <a:lnTo>
                  <a:pt x="150838" y="75010"/>
                </a:lnTo>
                <a:close/>
                <a:moveTo>
                  <a:pt x="0" y="0"/>
                </a:moveTo>
                <a:lnTo>
                  <a:pt x="49307" y="0"/>
                </a:lnTo>
                <a:lnTo>
                  <a:pt x="115629" y="75010"/>
                </a:lnTo>
                <a:lnTo>
                  <a:pt x="49307" y="150019"/>
                </a:lnTo>
                <a:lnTo>
                  <a:pt x="0" y="150019"/>
                </a:lnTo>
                <a:lnTo>
                  <a:pt x="66322" y="7501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0"/>
                  <a:alpha val="10000"/>
                </a:schemeClr>
              </a:gs>
              <a:gs pos="93000">
                <a:srgbClr val="C73D8E">
                  <a:alpha val="10000"/>
                </a:srgbClr>
              </a:gs>
              <a:gs pos="100000">
                <a:schemeClr val="accent5">
                  <a:alpha val="1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9A7086-E258-BDE3-8781-C4D435095A62}"/>
              </a:ext>
            </a:extLst>
          </p:cNvPr>
          <p:cNvSpPr txBox="1"/>
          <p:nvPr/>
        </p:nvSpPr>
        <p:spPr>
          <a:xfrm>
            <a:off x="660400" y="1289534"/>
            <a:ext cx="4514056" cy="7425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4400" b="1" dirty="0">
                <a:gradFill>
                  <a:gsLst>
                    <a:gs pos="52204">
                      <a:schemeClr val="accent1"/>
                    </a:gs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1"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数字系统设计举例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4756378-ECEB-CB37-CE0B-FC7382DF1D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48833" y="3354859"/>
            <a:ext cx="2582562" cy="1907189"/>
          </a:xfrm>
        </p:spPr>
        <p:txBody>
          <a:bodyPr/>
          <a:lstStyle/>
          <a:p>
            <a:r>
              <a:rPr lang="zh-CN" altLang="en-US" sz="2000" b="1" dirty="0">
                <a:gradFill>
                  <a:gsLst>
                    <a:gs pos="52204">
                      <a:schemeClr val="accent1"/>
                    </a:gs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1"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小组成员：马宇佩、曼得力塔、穆扎帕尔、秦鸣璐、秦谐民、施子浚、图尔贡</a:t>
            </a:r>
          </a:p>
        </p:txBody>
      </p:sp>
    </p:spTree>
    <p:extLst>
      <p:ext uri="{BB962C8B-B14F-4D97-AF65-F5344CB8AC3E}">
        <p14:creationId xmlns:p14="http://schemas.microsoft.com/office/powerpoint/2010/main" val="2227081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图片 78">
            <a:extLst>
              <a:ext uri="{FF2B5EF4-FFF2-40B4-BE49-F238E27FC236}">
                <a16:creationId xmlns:a16="http://schemas.microsoft.com/office/drawing/2014/main" id="{AFF3A6D9-FED4-4A95-A2C8-FC018C41F6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493"/>
          <a:stretch>
            <a:fillRect/>
          </a:stretch>
        </p:blipFill>
        <p:spPr>
          <a:xfrm>
            <a:off x="6362" y="6327576"/>
            <a:ext cx="12180864" cy="530424"/>
          </a:xfrm>
          <a:custGeom>
            <a:avLst/>
            <a:gdLst>
              <a:gd name="connsiteX0" fmla="*/ 0 w 12180864"/>
              <a:gd name="connsiteY0" fmla="*/ 0 h 530424"/>
              <a:gd name="connsiteX1" fmla="*/ 12180864 w 12180864"/>
              <a:gd name="connsiteY1" fmla="*/ 0 h 530424"/>
              <a:gd name="connsiteX2" fmla="*/ 12180864 w 12180864"/>
              <a:gd name="connsiteY2" fmla="*/ 530424 h 530424"/>
              <a:gd name="connsiteX3" fmla="*/ 0 w 12180864"/>
              <a:gd name="connsiteY3" fmla="*/ 530424 h 53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0864" h="530424">
                <a:moveTo>
                  <a:pt x="0" y="0"/>
                </a:moveTo>
                <a:lnTo>
                  <a:pt x="12180864" y="0"/>
                </a:lnTo>
                <a:lnTo>
                  <a:pt x="12180864" y="530424"/>
                </a:lnTo>
                <a:lnTo>
                  <a:pt x="0" y="530424"/>
                </a:lnTo>
                <a:close/>
              </a:path>
            </a:pathLst>
          </a:custGeom>
        </p:spPr>
      </p:pic>
      <p:sp>
        <p:nvSpPr>
          <p:cNvPr id="25" name="文本占位符 24"/>
          <p:cNvSpPr txBox="1">
            <a:spLocks/>
          </p:cNvSpPr>
          <p:nvPr/>
        </p:nvSpPr>
        <p:spPr>
          <a:xfrm>
            <a:off x="954365" y="262918"/>
            <a:ext cx="2242671" cy="923330"/>
          </a:xfrm>
          <a:prstGeom prst="rect">
            <a:avLst/>
          </a:prstGeom>
        </p:spPr>
        <p:txBody>
          <a:bodyPr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60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目  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0EAF671-13CE-7D50-1CC7-EF3B48C6392C}"/>
              </a:ext>
            </a:extLst>
          </p:cNvPr>
          <p:cNvSpPr txBox="1"/>
          <p:nvPr/>
        </p:nvSpPr>
        <p:spPr>
          <a:xfrm>
            <a:off x="3197036" y="1171224"/>
            <a:ext cx="4720236" cy="9592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altLang="zh-CN" sz="44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en-US" sz="44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44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ALU</a:t>
            </a:r>
            <a:r>
              <a:rPr lang="zh-CN" altLang="en-US" sz="44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的引入</a:t>
            </a:r>
            <a:endParaRPr lang="en-US" altLang="zh-CN" sz="4400" dirty="0">
              <a:gradFill flip="none" rotWithShape="1">
                <a:gsLst>
                  <a:gs pos="17000">
                    <a:schemeClr val="accent1"/>
                  </a:gs>
                  <a:gs pos="93000">
                    <a:srgbClr val="DB397F"/>
                  </a:gs>
                  <a:gs pos="100000">
                    <a:schemeClr val="accent5"/>
                  </a:gs>
                </a:gsLst>
                <a:lin ang="2700000" scaled="1"/>
                <a:tileRect/>
              </a:gra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zh-CN" altLang="en-US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               负责人：穆扎帕尔</a:t>
            </a:r>
            <a:r>
              <a:rPr lang="en-US" altLang="zh-CN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(PPT)</a:t>
            </a:r>
            <a:r>
              <a:rPr lang="zh-CN" altLang="en-US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、曼得力塔</a:t>
            </a:r>
            <a:r>
              <a:rPr lang="en-US" altLang="zh-CN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(</a:t>
            </a:r>
            <a:r>
              <a:rPr lang="zh-CN" altLang="en-US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讲解</a:t>
            </a:r>
            <a:r>
              <a:rPr lang="en-US" altLang="zh-CN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)</a:t>
            </a:r>
            <a:endParaRPr lang="zh-CN" altLang="en-US" sz="1600" dirty="0">
              <a:gradFill flip="none" rotWithShape="1">
                <a:gsLst>
                  <a:gs pos="17000">
                    <a:schemeClr val="accent1"/>
                  </a:gs>
                  <a:gs pos="93000">
                    <a:srgbClr val="DB397F"/>
                  </a:gs>
                  <a:gs pos="100000">
                    <a:schemeClr val="accent5"/>
                  </a:gs>
                </a:gsLst>
                <a:lin ang="2700000" scaled="1"/>
                <a:tileRect/>
              </a:gra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3B91998-0E02-C35A-51B6-EA502E759C9B}"/>
              </a:ext>
            </a:extLst>
          </p:cNvPr>
          <p:cNvSpPr txBox="1"/>
          <p:nvPr/>
        </p:nvSpPr>
        <p:spPr>
          <a:xfrm>
            <a:off x="3697900" y="2346460"/>
            <a:ext cx="4797788" cy="10825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44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en-US" sz="44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44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ALU</a:t>
            </a:r>
            <a:r>
              <a:rPr lang="zh-CN" altLang="en-US" sz="44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的设计思想</a:t>
            </a:r>
            <a:endParaRPr lang="en-US" altLang="zh-CN" sz="4400" dirty="0">
              <a:gradFill flip="none" rotWithShape="1">
                <a:gsLst>
                  <a:gs pos="17000">
                    <a:schemeClr val="accent1"/>
                  </a:gs>
                  <a:gs pos="93000">
                    <a:srgbClr val="DB397F"/>
                  </a:gs>
                  <a:gs pos="100000">
                    <a:schemeClr val="accent5"/>
                  </a:gs>
                </a:gsLst>
                <a:lin ang="2700000" scaled="1"/>
                <a:tileRect/>
              </a:gra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负责人：图尔贡</a:t>
            </a:r>
            <a:r>
              <a:rPr lang="en-US" altLang="zh-CN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(PPT)</a:t>
            </a:r>
            <a:r>
              <a:rPr lang="zh-CN" altLang="en-US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、秦谐民</a:t>
            </a:r>
            <a:r>
              <a:rPr lang="en-US" altLang="zh-CN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(</a:t>
            </a:r>
            <a:r>
              <a:rPr lang="zh-CN" altLang="en-US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讲解</a:t>
            </a:r>
            <a:r>
              <a:rPr lang="en-US" altLang="zh-CN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)</a:t>
            </a:r>
            <a:endParaRPr lang="zh-CN" altLang="en-US" sz="1600" dirty="0">
              <a:gradFill flip="none" rotWithShape="1">
                <a:gsLst>
                  <a:gs pos="17000">
                    <a:schemeClr val="accent1"/>
                  </a:gs>
                  <a:gs pos="93000">
                    <a:srgbClr val="DB397F"/>
                  </a:gs>
                  <a:gs pos="100000">
                    <a:schemeClr val="accent5"/>
                  </a:gs>
                </a:gsLst>
                <a:lin ang="2700000" scaled="1"/>
                <a:tileRect/>
              </a:gra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C82517-70AC-1CEE-BF68-5DADB058F8CA}"/>
              </a:ext>
            </a:extLst>
          </p:cNvPr>
          <p:cNvSpPr txBox="1"/>
          <p:nvPr/>
        </p:nvSpPr>
        <p:spPr>
          <a:xfrm>
            <a:off x="3697900" y="3795748"/>
            <a:ext cx="4797788" cy="10825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44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en-US" sz="44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44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ALU</a:t>
            </a:r>
            <a:r>
              <a:rPr lang="zh-CN" altLang="en-US" sz="44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的设计过程</a:t>
            </a:r>
            <a:endParaRPr lang="en-US" altLang="zh-CN" sz="4400" dirty="0">
              <a:gradFill flip="none" rotWithShape="1">
                <a:gsLst>
                  <a:gs pos="17000">
                    <a:schemeClr val="accent1"/>
                  </a:gs>
                  <a:gs pos="93000">
                    <a:srgbClr val="DB397F"/>
                  </a:gs>
                  <a:gs pos="100000">
                    <a:schemeClr val="accent5"/>
                  </a:gs>
                </a:gsLst>
                <a:lin ang="2700000" scaled="1"/>
                <a:tileRect/>
              </a:gra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负责人：马宇佩</a:t>
            </a:r>
            <a:r>
              <a:rPr lang="en-US" altLang="zh-CN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(PPT</a:t>
            </a:r>
            <a:r>
              <a:rPr lang="zh-CN" altLang="en-US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、讲解</a:t>
            </a:r>
            <a:r>
              <a:rPr lang="en-US" altLang="zh-CN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)</a:t>
            </a:r>
            <a:endParaRPr lang="zh-CN" altLang="en-US" sz="1600" dirty="0">
              <a:gradFill flip="none" rotWithShape="1">
                <a:gsLst>
                  <a:gs pos="17000">
                    <a:schemeClr val="accent1"/>
                  </a:gs>
                  <a:gs pos="93000">
                    <a:srgbClr val="DB397F"/>
                  </a:gs>
                  <a:gs pos="100000">
                    <a:schemeClr val="accent5"/>
                  </a:gs>
                </a:gsLst>
                <a:lin ang="2700000" scaled="1"/>
                <a:tileRect/>
              </a:gra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C9E783-9544-0C47-70E1-871E82BE5DF6}"/>
              </a:ext>
            </a:extLst>
          </p:cNvPr>
          <p:cNvSpPr txBox="1"/>
          <p:nvPr/>
        </p:nvSpPr>
        <p:spPr>
          <a:xfrm>
            <a:off x="3697900" y="5029037"/>
            <a:ext cx="4797788" cy="10825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44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4</a:t>
            </a:r>
            <a:r>
              <a:rPr lang="zh-CN" altLang="en-US" sz="44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44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ALU</a:t>
            </a:r>
            <a:r>
              <a:rPr lang="zh-CN" altLang="en-US" sz="44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的实例介绍</a:t>
            </a:r>
            <a:endParaRPr lang="en-US" altLang="zh-CN" sz="4400" dirty="0">
              <a:gradFill flip="none" rotWithShape="1">
                <a:gsLst>
                  <a:gs pos="17000">
                    <a:schemeClr val="accent1"/>
                  </a:gs>
                  <a:gs pos="93000">
                    <a:srgbClr val="DB397F"/>
                  </a:gs>
                  <a:gs pos="100000">
                    <a:schemeClr val="accent5"/>
                  </a:gs>
                </a:gsLst>
                <a:lin ang="2700000" scaled="1"/>
                <a:tileRect/>
              </a:gra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负责人：施子浚</a:t>
            </a:r>
            <a:r>
              <a:rPr lang="en-US" altLang="zh-CN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(PPT)</a:t>
            </a:r>
            <a:r>
              <a:rPr lang="zh-CN" altLang="en-US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、秦鸣璐</a:t>
            </a:r>
            <a:r>
              <a:rPr lang="en-US" altLang="zh-CN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(</a:t>
            </a:r>
            <a:r>
              <a:rPr lang="zh-CN" altLang="en-US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讲解</a:t>
            </a:r>
            <a:r>
              <a:rPr lang="en-US" altLang="zh-CN" sz="1600" dirty="0">
                <a:gradFill flip="none" rotWithShape="1">
                  <a:gsLst>
                    <a:gs pos="17000">
                      <a:schemeClr val="accent1"/>
                    </a:gs>
                    <a:gs pos="93000">
                      <a:srgbClr val="DB397F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)</a:t>
            </a:r>
            <a:endParaRPr lang="zh-CN" altLang="en-US" sz="1600" dirty="0">
              <a:gradFill flip="none" rotWithShape="1">
                <a:gsLst>
                  <a:gs pos="17000">
                    <a:schemeClr val="accent1"/>
                  </a:gs>
                  <a:gs pos="93000">
                    <a:srgbClr val="DB397F"/>
                  </a:gs>
                  <a:gs pos="100000">
                    <a:schemeClr val="accent5"/>
                  </a:gs>
                </a:gsLst>
                <a:lin ang="2700000" scaled="1"/>
                <a:tileRect/>
              </a:gra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03860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1070872" y="265127"/>
            <a:ext cx="7086600" cy="540020"/>
          </a:xfrm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算术逻辑单元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—ALU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的引入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5"/>
          <a:srcRect b="36493"/>
          <a:stretch>
            <a:fillRect/>
          </a:stretch>
        </p:blipFill>
        <p:spPr>
          <a:xfrm>
            <a:off x="6362" y="6327576"/>
            <a:ext cx="12180864" cy="530424"/>
          </a:xfrm>
          <a:custGeom>
            <a:avLst/>
            <a:gdLst>
              <a:gd name="connsiteX0" fmla="*/ 0 w 12180864"/>
              <a:gd name="connsiteY0" fmla="*/ 0 h 530424"/>
              <a:gd name="connsiteX1" fmla="*/ 12180864 w 12180864"/>
              <a:gd name="connsiteY1" fmla="*/ 0 h 530424"/>
              <a:gd name="connsiteX2" fmla="*/ 12180864 w 12180864"/>
              <a:gd name="connsiteY2" fmla="*/ 530424 h 530424"/>
              <a:gd name="connsiteX3" fmla="*/ 0 w 12180864"/>
              <a:gd name="connsiteY3" fmla="*/ 530424 h 53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0864" h="530424">
                <a:moveTo>
                  <a:pt x="0" y="0"/>
                </a:moveTo>
                <a:lnTo>
                  <a:pt x="12180864" y="0"/>
                </a:lnTo>
                <a:lnTo>
                  <a:pt x="12180864" y="530424"/>
                </a:lnTo>
                <a:lnTo>
                  <a:pt x="0" y="530424"/>
                </a:lnTo>
                <a:close/>
              </a:path>
            </a:pathLst>
          </a:custGeom>
        </p:spPr>
      </p:pic>
      <p:sp>
        <p:nvSpPr>
          <p:cNvPr id="3" name="文本框 2"/>
          <p:cNvSpPr txBox="1"/>
          <p:nvPr/>
        </p:nvSpPr>
        <p:spPr>
          <a:xfrm>
            <a:off x="1212850" y="5126355"/>
            <a:ext cx="4822825" cy="5899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600" dirty="0">
                <a:solidFill>
                  <a:schemeClr val="accent3"/>
                </a:solidFill>
              </a:rPr>
              <a:t>该ALU支持8种运算（4种算术运算 + 4种逻辑运算），由3位选择码  S = S</a:t>
            </a:r>
            <a:r>
              <a:rPr lang="zh-CN" altLang="en-US" sz="1600" baseline="-25000" dirty="0">
                <a:solidFill>
                  <a:schemeClr val="accent3"/>
                </a:solidFill>
              </a:rPr>
              <a:t>2</a:t>
            </a:r>
            <a:r>
              <a:rPr lang="zh-CN" altLang="en-US" sz="1600" dirty="0">
                <a:solidFill>
                  <a:schemeClr val="accent3"/>
                </a:solidFill>
              </a:rPr>
              <a:t> S</a:t>
            </a:r>
            <a:r>
              <a:rPr lang="zh-CN" altLang="en-US" sz="1600" baseline="-25000" dirty="0">
                <a:solidFill>
                  <a:schemeClr val="accent3"/>
                </a:solidFill>
              </a:rPr>
              <a:t>1</a:t>
            </a:r>
            <a:r>
              <a:rPr lang="zh-CN" altLang="en-US" sz="1600" dirty="0">
                <a:solidFill>
                  <a:schemeClr val="accent3"/>
                </a:solidFill>
              </a:rPr>
              <a:t> S</a:t>
            </a:r>
            <a:r>
              <a:rPr lang="zh-CN" altLang="en-US" sz="1600" baseline="-25000" dirty="0">
                <a:solidFill>
                  <a:schemeClr val="accent3"/>
                </a:solidFill>
              </a:rPr>
              <a:t>0</a:t>
            </a:r>
            <a:r>
              <a:rPr lang="zh-CN" altLang="en-US" sz="1600" dirty="0">
                <a:solidFill>
                  <a:schemeClr val="accent3"/>
                </a:solidFill>
              </a:rPr>
              <a:t>  控制。</a:t>
            </a:r>
          </a:p>
        </p:txBody>
      </p:sp>
      <p:pic>
        <p:nvPicPr>
          <p:cNvPr id="5" name="图片 4" descr="C:\Users\MANDE\Pictures\13387559432702267.jpg13387559432702267"/>
          <p:cNvPicPr>
            <a:picLocks noChangeAspect="1"/>
          </p:cNvPicPr>
          <p:nvPr/>
        </p:nvPicPr>
        <p:blipFill>
          <a:blip r:embed="rId6"/>
          <a:srcRect l="2367" t="5149" r="10839" b="16577"/>
          <a:stretch>
            <a:fillRect/>
          </a:stretch>
        </p:blipFill>
        <p:spPr>
          <a:xfrm>
            <a:off x="1668165" y="2781422"/>
            <a:ext cx="3588400" cy="215809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844665" y="1098550"/>
            <a:ext cx="4331335" cy="6642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accent3"/>
                </a:solidFill>
                <a:sym typeface="+mn-ea"/>
              </a:rPr>
              <a:t>以下是功能分类及对应选择码的典型分配方式</a:t>
            </a:r>
          </a:p>
        </p:txBody>
      </p:sp>
      <p:graphicFrame>
        <p:nvGraphicFramePr>
          <p:cNvPr id="7" name="表格 6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7219045" y="2012140"/>
          <a:ext cx="395668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2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S</a:t>
                      </a:r>
                      <a:r>
                        <a:rPr lang="zh-CN" altLang="en-US" sz="1800" baseline="-25000" dirty="0">
                          <a:sym typeface="+mn-ea"/>
                        </a:rPr>
                        <a:t>2</a:t>
                      </a:r>
                      <a:r>
                        <a:rPr lang="zh-CN" altLang="en-US" sz="1800" dirty="0">
                          <a:sym typeface="+mn-ea"/>
                        </a:rPr>
                        <a:t> 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S</a:t>
                      </a:r>
                      <a:r>
                        <a:rPr lang="zh-CN" altLang="en-US" sz="1800" baseline="-25000" dirty="0">
                          <a:sym typeface="+mn-ea"/>
                        </a:rPr>
                        <a:t>1</a:t>
                      </a:r>
                      <a:r>
                        <a:rPr lang="zh-CN" altLang="en-US" sz="1800" dirty="0">
                          <a:sym typeface="+mn-ea"/>
                        </a:rPr>
                        <a:t>   </a:t>
                      </a:r>
                      <a:endParaRPr lang="zh-CN" altLang="en-US" sz="1800"/>
                    </a:p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S</a:t>
                      </a:r>
                      <a:r>
                        <a:rPr lang="zh-CN" altLang="en-US" sz="1800" baseline="-25000" dirty="0">
                          <a:sym typeface="+mn-ea"/>
                        </a:rPr>
                        <a:t>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F=A+B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F=A-B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F=A+1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加</a:t>
                      </a: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F=A-1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减</a:t>
                      </a: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F=A·B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F=A+B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F=Ā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非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F=A</a:t>
                      </a:r>
                      <a:r>
                        <a:rPr lang="en-US" altLang="zh-CN" sz="1800" b="1">
                          <a:sym typeface="+mn-ea"/>
                        </a:rPr>
                        <a:t>⊕</a:t>
                      </a:r>
                      <a:r>
                        <a:rPr lang="en-US" altLang="zh-CN" sz="1800">
                          <a:sym typeface="+mn-ea"/>
                        </a:rPr>
                        <a:t>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异或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213485" y="1510030"/>
            <a:ext cx="4821555" cy="11798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600" dirty="0">
                <a:solidFill>
                  <a:schemeClr val="accent3"/>
                </a:solidFill>
              </a:rPr>
              <a:t>ALU的输入是两组n位二进制数，A=(a</a:t>
            </a:r>
            <a:r>
              <a:rPr lang="en-US" altLang="zh-CN" sz="1600" baseline="-25000" dirty="0">
                <a:solidFill>
                  <a:schemeClr val="accent3"/>
                </a:solidFill>
              </a:rPr>
              <a:t>n-1</a:t>
            </a:r>
            <a:r>
              <a:rPr lang="zh-CN" altLang="en-US" sz="1600" dirty="0">
                <a:solidFill>
                  <a:schemeClr val="accent3"/>
                </a:solidFill>
              </a:rPr>
              <a:t>…a</a:t>
            </a:r>
            <a:r>
              <a:rPr lang="en-US" altLang="zh-CN" sz="1600" baseline="-25000" dirty="0">
                <a:solidFill>
                  <a:schemeClr val="accent3"/>
                </a:solidFill>
              </a:rPr>
              <a:t>0</a:t>
            </a:r>
            <a:r>
              <a:rPr lang="zh-CN" altLang="en-US" sz="1600" dirty="0">
                <a:solidFill>
                  <a:schemeClr val="accent3"/>
                </a:solidFill>
              </a:rPr>
              <a:t>),和B=(b</a:t>
            </a:r>
            <a:r>
              <a:rPr lang="en-US" altLang="zh-CN" sz="1600" baseline="-25000" dirty="0">
                <a:solidFill>
                  <a:schemeClr val="accent3"/>
                </a:solidFill>
              </a:rPr>
              <a:t>n-1</a:t>
            </a:r>
            <a:r>
              <a:rPr lang="zh-CN" altLang="en-US" sz="1600" dirty="0">
                <a:solidFill>
                  <a:schemeClr val="accent3"/>
                </a:solidFill>
                <a:sym typeface="+mn-ea"/>
              </a:rPr>
              <a:t>…</a:t>
            </a:r>
            <a:r>
              <a:rPr lang="en-US" altLang="zh-CN" sz="1600" dirty="0">
                <a:solidFill>
                  <a:schemeClr val="accent3"/>
                </a:solidFill>
                <a:sym typeface="+mn-ea"/>
              </a:rPr>
              <a:t>b</a:t>
            </a:r>
            <a:r>
              <a:rPr lang="en-US" altLang="zh-CN" sz="1600" baseline="-25000" dirty="0">
                <a:solidFill>
                  <a:schemeClr val="accent3"/>
                </a:solidFill>
                <a:sym typeface="+mn-ea"/>
              </a:rPr>
              <a:t>0</a:t>
            </a:r>
            <a:r>
              <a:rPr lang="en-US" altLang="zh-CN" sz="1600" dirty="0">
                <a:solidFill>
                  <a:schemeClr val="accent3"/>
                </a:solidFill>
                <a:sym typeface="+mn-ea"/>
              </a:rPr>
              <a:t>)</a:t>
            </a:r>
            <a:r>
              <a:rPr lang="zh-CN" altLang="en-US" sz="1600" dirty="0">
                <a:solidFill>
                  <a:schemeClr val="accent3"/>
                </a:solidFill>
              </a:rPr>
              <a:t>称为被运算数</a:t>
            </a:r>
            <a:r>
              <a:rPr lang="en-US" altLang="zh-CN" sz="1600" dirty="0">
                <a:solidFill>
                  <a:schemeClr val="accent3"/>
                </a:solidFill>
              </a:rPr>
              <a:t>;</a:t>
            </a:r>
            <a:r>
              <a:rPr lang="en-US" altLang="zh-CN" sz="1600" dirty="0">
                <a:solidFill>
                  <a:schemeClr val="accent3"/>
                </a:solidFill>
                <a:sym typeface="+mn-ea"/>
              </a:rPr>
              <a:t> </a:t>
            </a:r>
            <a:r>
              <a:rPr lang="zh-CN" altLang="en-US" sz="1600" dirty="0">
                <a:solidFill>
                  <a:schemeClr val="accent3"/>
                </a:solidFill>
                <a:sym typeface="+mn-ea"/>
              </a:rPr>
              <a:t>F=(f</a:t>
            </a:r>
            <a:r>
              <a:rPr lang="en-US" altLang="zh-CN" sz="1600" baseline="-25000" dirty="0">
                <a:solidFill>
                  <a:schemeClr val="accent3"/>
                </a:solidFill>
                <a:sym typeface="+mn-ea"/>
              </a:rPr>
              <a:t>n-1</a:t>
            </a:r>
            <a:r>
              <a:rPr lang="zh-CN" altLang="en-US" sz="1600" dirty="0">
                <a:solidFill>
                  <a:schemeClr val="accent3"/>
                </a:solidFill>
                <a:sym typeface="+mn-ea"/>
              </a:rPr>
              <a:t>…f</a:t>
            </a:r>
            <a:r>
              <a:rPr lang="en-US" altLang="zh-CN" sz="1600" baseline="-25000" dirty="0">
                <a:solidFill>
                  <a:schemeClr val="accent3"/>
                </a:solidFill>
                <a:sym typeface="+mn-ea"/>
              </a:rPr>
              <a:t>0</a:t>
            </a:r>
            <a:r>
              <a:rPr lang="zh-CN" altLang="en-US" sz="1600" dirty="0">
                <a:solidFill>
                  <a:schemeClr val="accent3"/>
                </a:solidFill>
                <a:sym typeface="+mn-ea"/>
              </a:rPr>
              <a:t>)</a:t>
            </a:r>
            <a:r>
              <a:rPr lang="en-US" altLang="zh-CN" sz="1600" baseline="-25000" dirty="0">
                <a:solidFill>
                  <a:schemeClr val="accent3"/>
                </a:solidFill>
                <a:sym typeface="+mn-ea"/>
              </a:rPr>
              <a:t>2</a:t>
            </a:r>
            <a:r>
              <a:rPr lang="zh-CN" altLang="en-US" sz="1600" baseline="-25000" dirty="0">
                <a:solidFill>
                  <a:schemeClr val="accent3"/>
                </a:solidFill>
                <a:sym typeface="+mn-ea"/>
              </a:rPr>
              <a:t>。</a:t>
            </a:r>
            <a:r>
              <a:rPr lang="zh-CN" altLang="en-US" sz="1600" dirty="0">
                <a:solidFill>
                  <a:schemeClr val="accent3"/>
                </a:solidFill>
              </a:rPr>
              <a:t>输出选择码S=(S …S ), 控制 ALU成特定的运算功能，由于S有</a:t>
            </a:r>
            <a:r>
              <a:rPr lang="en-US" altLang="zh-CN" sz="1600" dirty="0">
                <a:solidFill>
                  <a:schemeClr val="accent3"/>
                </a:solidFill>
              </a:rPr>
              <a:t>K</a:t>
            </a:r>
            <a:r>
              <a:rPr lang="zh-CN" altLang="en-US" sz="1600" dirty="0">
                <a:solidFill>
                  <a:schemeClr val="accent3"/>
                </a:solidFill>
              </a:rPr>
              <a:t>位，ALU可能实现的运算达2</a:t>
            </a:r>
            <a:r>
              <a:rPr lang="en-US" altLang="zh-CN" sz="1600" baseline="30000" dirty="0">
                <a:solidFill>
                  <a:schemeClr val="accent3"/>
                </a:solidFill>
              </a:rPr>
              <a:t>K</a:t>
            </a:r>
            <a:r>
              <a:rPr lang="zh-CN" altLang="en-US" sz="1600" dirty="0">
                <a:solidFill>
                  <a:schemeClr val="accent3"/>
                </a:solidFill>
              </a:rPr>
              <a:t> 种。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6300000" y="468000"/>
            <a:ext cx="0" cy="5812790"/>
          </a:xfrm>
          <a:prstGeom prst="line">
            <a:avLst/>
          </a:prstGeom>
          <a:ln w="15875" cmpd="sng">
            <a:solidFill>
              <a:schemeClr val="tx1">
                <a:alpha val="56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0"/>
                            </p:stCondLst>
                            <p:childTnLst>
                              <p:par>
                                <p:cTn id="1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30000"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924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图片 160"/>
          <p:cNvPicPr>
            <a:picLocks noChangeAspect="1"/>
          </p:cNvPicPr>
          <p:nvPr/>
        </p:nvPicPr>
        <p:blipFill>
          <a:blip r:embed="rId2"/>
          <a:srcRect b="37869"/>
          <a:stretch>
            <a:fillRect/>
          </a:stretch>
        </p:blipFill>
        <p:spPr>
          <a:xfrm>
            <a:off x="6362" y="6339070"/>
            <a:ext cx="12180864" cy="518930"/>
          </a:xfrm>
          <a:custGeom>
            <a:avLst/>
            <a:gdLst>
              <a:gd name="connsiteX0" fmla="*/ 0 w 12180864"/>
              <a:gd name="connsiteY0" fmla="*/ 0 h 518930"/>
              <a:gd name="connsiteX1" fmla="*/ 12180864 w 12180864"/>
              <a:gd name="connsiteY1" fmla="*/ 0 h 518930"/>
              <a:gd name="connsiteX2" fmla="*/ 12180864 w 12180864"/>
              <a:gd name="connsiteY2" fmla="*/ 518930 h 518930"/>
              <a:gd name="connsiteX3" fmla="*/ 0 w 12180864"/>
              <a:gd name="connsiteY3" fmla="*/ 518930 h 518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0864" h="518930">
                <a:moveTo>
                  <a:pt x="0" y="0"/>
                </a:moveTo>
                <a:lnTo>
                  <a:pt x="12180864" y="0"/>
                </a:lnTo>
                <a:lnTo>
                  <a:pt x="12180864" y="518930"/>
                </a:lnTo>
                <a:lnTo>
                  <a:pt x="0" y="518930"/>
                </a:lnTo>
                <a:close/>
              </a:path>
            </a:pathLst>
          </a:custGeom>
        </p:spPr>
      </p:pic>
      <p:sp>
        <p:nvSpPr>
          <p:cNvPr id="3" name="文本框 2"/>
          <p:cNvSpPr txBox="1"/>
          <p:nvPr/>
        </p:nvSpPr>
        <p:spPr>
          <a:xfrm>
            <a:off x="1121410" y="1308100"/>
            <a:ext cx="8651240" cy="13055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400" dirty="0"/>
              <a:t>要求采用自顶向下的设计方法，这意味着首先要将顶层的</a:t>
            </a:r>
            <a:r>
              <a:rPr lang="en-US" altLang="zh-CN" sz="2400" dirty="0"/>
              <a:t>ALU</a:t>
            </a:r>
            <a:r>
              <a:rPr lang="zh-CN" altLang="en-US" sz="2400" dirty="0"/>
              <a:t>设计分解为一些小的模块，再将这些模块逐步进行分解，一直分解到能方便地实现为止。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46810" y="3429000"/>
            <a:ext cx="8524875" cy="13481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400" dirty="0"/>
              <a:t>根据自顶向下的设计要求，我们首先将能进行</a:t>
            </a:r>
            <a:r>
              <a:rPr lang="en-US" altLang="zh-CN" sz="2400" dirty="0"/>
              <a:t>n</a:t>
            </a:r>
            <a:r>
              <a:rPr lang="zh-CN" altLang="en-US" sz="2400" dirty="0"/>
              <a:t>位运算的</a:t>
            </a:r>
            <a:r>
              <a:rPr lang="en-US" altLang="zh-CN" sz="2400" dirty="0"/>
              <a:t>ALU</a:t>
            </a:r>
            <a:r>
              <a:rPr lang="zh-CN" altLang="en-US" sz="2400" dirty="0"/>
              <a:t>分解为由</a:t>
            </a:r>
            <a:r>
              <a:rPr lang="en-US" altLang="zh-CN" sz="2400" dirty="0"/>
              <a:t>n</a:t>
            </a:r>
            <a:r>
              <a:rPr lang="zh-CN" altLang="en-US" sz="2400" dirty="0"/>
              <a:t>个能进行</a:t>
            </a:r>
            <a:r>
              <a:rPr lang="en-US" altLang="zh-CN" sz="2400" dirty="0"/>
              <a:t>1</a:t>
            </a:r>
            <a:r>
              <a:rPr lang="zh-CN" altLang="en-US" sz="2400" dirty="0"/>
              <a:t>位运算的</a:t>
            </a:r>
            <a:r>
              <a:rPr lang="en-US" altLang="zh-CN" sz="2400" dirty="0"/>
              <a:t> ALU</a:t>
            </a:r>
            <a:r>
              <a:rPr lang="zh-CN" altLang="en-US" sz="2400" dirty="0"/>
              <a:t>相连接的电路结构。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1A5AEFF-8D78-D290-6A99-6DEF4044CC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ALU</a:t>
            </a:r>
            <a:r>
              <a:rPr lang="zh-CN" altLang="en-US" dirty="0"/>
              <a:t>的设计思想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2776220"/>
            <a:ext cx="9788525" cy="33921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03680" y="861060"/>
            <a:ext cx="8302625" cy="11595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000" dirty="0"/>
              <a:t>图</a:t>
            </a:r>
            <a:r>
              <a:rPr lang="en-US" altLang="zh-CN" sz="2000" dirty="0"/>
              <a:t>4.59(a)</a:t>
            </a:r>
            <a:r>
              <a:rPr lang="zh-CN" altLang="en-US" sz="2000" dirty="0"/>
              <a:t>是一个</a:t>
            </a:r>
            <a:r>
              <a:rPr lang="en-US" altLang="zh-CN" sz="2000" dirty="0"/>
              <a:t>1</a:t>
            </a:r>
            <a:r>
              <a:rPr lang="zh-CN" altLang="en-US" sz="2000" dirty="0"/>
              <a:t>位</a:t>
            </a:r>
            <a:r>
              <a:rPr lang="en-US" altLang="zh-CN" sz="2000" dirty="0"/>
              <a:t>ALU</a:t>
            </a:r>
            <a:r>
              <a:rPr lang="zh-CN" altLang="en-US" sz="2000" dirty="0"/>
              <a:t>，</a:t>
            </a:r>
            <a:r>
              <a:rPr lang="en-US" altLang="zh-CN" sz="2000" dirty="0"/>
              <a:t>a,</a:t>
            </a:r>
            <a:r>
              <a:rPr lang="zh-CN" altLang="en-US" sz="2000" dirty="0"/>
              <a:t>和</a:t>
            </a:r>
            <a:r>
              <a:rPr lang="en-US" altLang="zh-CN" sz="2000" dirty="0"/>
              <a:t>b</a:t>
            </a:r>
            <a:r>
              <a:rPr lang="zh-CN" altLang="en-US" sz="2000" dirty="0"/>
              <a:t>为被运算数，结果为</a:t>
            </a:r>
            <a:r>
              <a:rPr lang="en-US" altLang="zh-CN" sz="2000" dirty="0"/>
              <a:t>f</a:t>
            </a:r>
            <a:r>
              <a:rPr lang="zh-CN" altLang="en-US" sz="2000" dirty="0"/>
              <a:t>。为了能进行算术运算，</a:t>
            </a:r>
            <a:r>
              <a:rPr lang="en-US" altLang="zh-CN" sz="2000" dirty="0"/>
              <a:t>1</a:t>
            </a:r>
            <a:r>
              <a:rPr lang="zh-CN" altLang="en-US" sz="2000" dirty="0"/>
              <a:t>位</a:t>
            </a:r>
            <a:r>
              <a:rPr lang="en-US" altLang="zh-CN" sz="2000" dirty="0"/>
              <a:t>ALU</a:t>
            </a:r>
            <a:r>
              <a:rPr lang="zh-CN" altLang="en-US" sz="2000" dirty="0"/>
              <a:t>必须包括进位输入</a:t>
            </a:r>
            <a:r>
              <a:rPr lang="en-US" altLang="zh-CN" sz="2000" dirty="0"/>
              <a:t>CH</a:t>
            </a:r>
            <a:r>
              <a:rPr lang="zh-CN" altLang="en-US" sz="2000" dirty="0"/>
              <a:t>和进位输出</a:t>
            </a:r>
            <a:r>
              <a:rPr lang="en-US" altLang="zh-CN" sz="2000" dirty="0"/>
              <a:t>C</a:t>
            </a:r>
            <a:r>
              <a:rPr lang="zh-CN" altLang="en-US" sz="2000" dirty="0"/>
              <a:t>。图</a:t>
            </a:r>
            <a:r>
              <a:rPr lang="en-US" altLang="zh-CN" sz="2000" dirty="0"/>
              <a:t>4.59(b)</a:t>
            </a:r>
            <a:r>
              <a:rPr lang="zh-CN" altLang="en-US" sz="2000" dirty="0"/>
              <a:t>是</a:t>
            </a:r>
            <a:r>
              <a:rPr lang="en-US" altLang="zh-CN" sz="2000" dirty="0"/>
              <a:t>n</a:t>
            </a:r>
            <a:r>
              <a:rPr lang="zh-CN" altLang="en-US" sz="2000" dirty="0"/>
              <a:t>位</a:t>
            </a:r>
            <a:r>
              <a:rPr lang="en-US" altLang="zh-CN" sz="2000" dirty="0"/>
              <a:t>ALU</a:t>
            </a:r>
            <a:r>
              <a:rPr lang="zh-CN" altLang="en-US" sz="2000" dirty="0"/>
              <a:t>结构，它由</a:t>
            </a:r>
            <a:r>
              <a:rPr lang="en-US" altLang="zh-CN" sz="2000" dirty="0"/>
              <a:t>n</a:t>
            </a:r>
            <a:r>
              <a:rPr lang="zh-CN" altLang="en-US" sz="2000" dirty="0"/>
              <a:t>个</a:t>
            </a:r>
            <a:r>
              <a:rPr lang="en-US" altLang="zh-CN" sz="2000" dirty="0"/>
              <a:t>1</a:t>
            </a:r>
            <a:r>
              <a:rPr lang="zh-CN" altLang="en-US" sz="2000" dirty="0"/>
              <a:t>位</a:t>
            </a:r>
            <a:r>
              <a:rPr lang="en-US" altLang="zh-CN" sz="2000" dirty="0"/>
              <a:t>ALU</a:t>
            </a:r>
            <a:r>
              <a:rPr lang="zh-CN" altLang="en-US" sz="2000" dirty="0"/>
              <a:t>级联而成，</a:t>
            </a:r>
            <a:r>
              <a:rPr lang="en-US" altLang="zh-CN" sz="2000" dirty="0"/>
              <a:t>C-GEN(C</a:t>
            </a:r>
            <a:r>
              <a:rPr lang="zh-CN" altLang="en-US" sz="2000" dirty="0"/>
              <a:t>信号发生器</a:t>
            </a:r>
            <a:r>
              <a:rPr lang="en-US" altLang="zh-CN" sz="2000" dirty="0"/>
              <a:t>)</a:t>
            </a:r>
            <a:r>
              <a:rPr lang="zh-CN" altLang="en-US" sz="2000" dirty="0"/>
              <a:t>用于产生初始的进位输入</a:t>
            </a:r>
            <a:r>
              <a:rPr lang="en-US" altLang="zh-CN" sz="2000" dirty="0"/>
              <a:t>C-1</a:t>
            </a:r>
            <a:r>
              <a:rPr lang="zh-CN" altLang="en-US" sz="2000" dirty="0"/>
              <a:t>。</a:t>
            </a:r>
          </a:p>
        </p:txBody>
      </p:sp>
      <p:sp>
        <p:nvSpPr>
          <p:cNvPr id="5" name="文本占位符 1"/>
          <p:cNvSpPr>
            <a:spLocks noGrp="1"/>
          </p:cNvSpPr>
          <p:nvPr>
            <p:ph type="body" sz="quarter" idx="14"/>
          </p:nvPr>
        </p:nvSpPr>
        <p:spPr>
          <a:xfrm>
            <a:off x="1121228" y="273970"/>
            <a:ext cx="7086600" cy="5400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采用自顶向下的设计方法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六边形 13">
            <a:extLst>
              <a:ext uri="{FF2B5EF4-FFF2-40B4-BE49-F238E27FC236}">
                <a16:creationId xmlns:a16="http://schemas.microsoft.com/office/drawing/2014/main" id="{16E4D75A-2D52-45BE-858B-1A60CC226D29}"/>
              </a:ext>
            </a:extLst>
          </p:cNvPr>
          <p:cNvSpPr/>
          <p:nvPr/>
        </p:nvSpPr>
        <p:spPr>
          <a:xfrm rot="5400000">
            <a:off x="9665261" y="2951954"/>
            <a:ext cx="2448287" cy="2131162"/>
          </a:xfrm>
          <a:prstGeom prst="hexagon">
            <a:avLst>
              <a:gd name="adj" fmla="val 28966"/>
              <a:gd name="vf" fmla="val 11547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六边形 14">
            <a:extLst>
              <a:ext uri="{FF2B5EF4-FFF2-40B4-BE49-F238E27FC236}">
                <a16:creationId xmlns:a16="http://schemas.microsoft.com/office/drawing/2014/main" id="{E662D008-148E-4EC8-9982-D5BADCF269F9}"/>
              </a:ext>
            </a:extLst>
          </p:cNvPr>
          <p:cNvSpPr/>
          <p:nvPr/>
        </p:nvSpPr>
        <p:spPr>
          <a:xfrm rot="5400000">
            <a:off x="85879" y="2327495"/>
            <a:ext cx="2448287" cy="2131162"/>
          </a:xfrm>
          <a:prstGeom prst="hexagon">
            <a:avLst>
              <a:gd name="adj" fmla="val 28966"/>
              <a:gd name="vf" fmla="val 11547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FC107B8-85F9-C615-9FB3-B5D2C586EA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94440" y="358383"/>
            <a:ext cx="7086600" cy="540854"/>
          </a:xfrm>
        </p:spPr>
        <p:txBody>
          <a:bodyPr/>
          <a:lstStyle/>
          <a:p>
            <a:r>
              <a:rPr lang="en-US" altLang="zh-CN" dirty="0"/>
              <a:t>ALU</a:t>
            </a:r>
            <a:r>
              <a:rPr lang="zh-CN" altLang="en-US" dirty="0"/>
              <a:t>设计过程：输出选择器设计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3C7E557-1143-EA8E-AD0F-67D10F086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982461"/>
              </p:ext>
            </p:extLst>
          </p:nvPr>
        </p:nvGraphicFramePr>
        <p:xfrm>
          <a:off x="899652" y="1676225"/>
          <a:ext cx="2397492" cy="3099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746">
                  <a:extLst>
                    <a:ext uri="{9D8B030D-6E8A-4147-A177-3AD203B41FA5}">
                      <a16:colId xmlns:a16="http://schemas.microsoft.com/office/drawing/2014/main" val="1291517589"/>
                    </a:ext>
                  </a:extLst>
                </a:gridCol>
                <a:gridCol w="1198746">
                  <a:extLst>
                    <a:ext uri="{9D8B030D-6E8A-4147-A177-3AD203B41FA5}">
                      <a16:colId xmlns:a16="http://schemas.microsoft.com/office/drawing/2014/main" val="4177415351"/>
                    </a:ext>
                  </a:extLst>
                </a:gridCol>
              </a:tblGrid>
              <a:tr h="810861"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S2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373690"/>
                  </a:ext>
                </a:extLst>
              </a:tr>
              <a:tr h="1144221"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X0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445881"/>
                  </a:ext>
                </a:extLst>
              </a:tr>
              <a:tr h="1144221">
                <a:tc>
                  <a:txBody>
                    <a:bodyPr/>
                    <a:lstStyle/>
                    <a:p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X1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932414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8C70AB-7DE4-3B2A-8FC8-7F790B6DA3BD}"/>
              </a:ext>
            </a:extLst>
          </p:cNvPr>
          <p:cNvSpPr txBox="1"/>
          <p:nvPr/>
        </p:nvSpPr>
        <p:spPr>
          <a:xfrm>
            <a:off x="5193454" y="1091406"/>
            <a:ext cx="1231106" cy="2704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600" dirty="0"/>
              <a:t>写逻辑表达式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0392D67-C29C-45CD-C940-D0DB3A6ABC49}"/>
              </a:ext>
            </a:extLst>
          </p:cNvPr>
          <p:cNvSpPr/>
          <p:nvPr/>
        </p:nvSpPr>
        <p:spPr>
          <a:xfrm>
            <a:off x="5024008" y="1495489"/>
            <a:ext cx="5726370" cy="485588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BB436F1-676C-3CD8-9414-460F08FF3B87}"/>
              </a:ext>
            </a:extLst>
          </p:cNvPr>
          <p:cNvSpPr txBox="1"/>
          <p:nvPr/>
        </p:nvSpPr>
        <p:spPr>
          <a:xfrm>
            <a:off x="899652" y="1230731"/>
            <a:ext cx="997109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600" dirty="0"/>
              <a:t>列功能表</a:t>
            </a:r>
          </a:p>
        </p:txBody>
      </p:sp>
    </p:spTree>
    <p:extLst>
      <p:ext uri="{BB962C8B-B14F-4D97-AF65-F5344CB8AC3E}">
        <p14:creationId xmlns:p14="http://schemas.microsoft.com/office/powerpoint/2010/main" val="2407838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86ED3A-70E0-4A5B-A11D-A3121994E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输出选择器逻辑电路图</a:t>
            </a:r>
          </a:p>
        </p:txBody>
      </p:sp>
      <p:pic>
        <p:nvPicPr>
          <p:cNvPr id="248" name="图片 247">
            <a:extLst>
              <a:ext uri="{FF2B5EF4-FFF2-40B4-BE49-F238E27FC236}">
                <a16:creationId xmlns:a16="http://schemas.microsoft.com/office/drawing/2014/main" id="{54AD528A-DEA6-44EF-BC59-AB8F47F8EA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493"/>
          <a:stretch>
            <a:fillRect/>
          </a:stretch>
        </p:blipFill>
        <p:spPr>
          <a:xfrm>
            <a:off x="6362" y="6327576"/>
            <a:ext cx="12180864" cy="530424"/>
          </a:xfrm>
          <a:custGeom>
            <a:avLst/>
            <a:gdLst>
              <a:gd name="connsiteX0" fmla="*/ 0 w 12180864"/>
              <a:gd name="connsiteY0" fmla="*/ 0 h 530424"/>
              <a:gd name="connsiteX1" fmla="*/ 12180864 w 12180864"/>
              <a:gd name="connsiteY1" fmla="*/ 0 h 530424"/>
              <a:gd name="connsiteX2" fmla="*/ 12180864 w 12180864"/>
              <a:gd name="connsiteY2" fmla="*/ 530424 h 530424"/>
              <a:gd name="connsiteX3" fmla="*/ 0 w 12180864"/>
              <a:gd name="connsiteY3" fmla="*/ 530424 h 53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0864" h="530424">
                <a:moveTo>
                  <a:pt x="0" y="0"/>
                </a:moveTo>
                <a:lnTo>
                  <a:pt x="12180864" y="0"/>
                </a:lnTo>
                <a:lnTo>
                  <a:pt x="12180864" y="530424"/>
                </a:lnTo>
                <a:lnTo>
                  <a:pt x="0" y="530424"/>
                </a:lnTo>
                <a:close/>
              </a:path>
            </a:pathLst>
          </a:cu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25976F4-F538-4152-981D-C4EC8D32A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28" y="1296264"/>
            <a:ext cx="4279258" cy="3219086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6B829407-916D-AD0E-C364-42D81E5AC8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2608" y="827753"/>
            <a:ext cx="2892747" cy="3325793"/>
          </a:xfrm>
          <a:prstGeom prst="rect">
            <a:avLst/>
          </a:prstGeom>
        </p:spPr>
      </p:pic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3105122-2907-CAC6-429B-1325348513FC}"/>
              </a:ext>
            </a:extLst>
          </p:cNvPr>
          <p:cNvSpPr/>
          <p:nvPr/>
        </p:nvSpPr>
        <p:spPr>
          <a:xfrm>
            <a:off x="4670853" y="4351254"/>
            <a:ext cx="5486401" cy="230903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501C96B-6437-5617-CC1A-C71356B34F1A}"/>
              </a:ext>
            </a:extLst>
          </p:cNvPr>
          <p:cNvSpPr txBox="1"/>
          <p:nvPr/>
        </p:nvSpPr>
        <p:spPr>
          <a:xfrm>
            <a:off x="9399200" y="1590550"/>
            <a:ext cx="2358254" cy="11309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zh-CN" altLang="en-US" sz="3200" b="1" spc="200" dirty="0">
                <a:gradFill flip="none" rotWithShape="1">
                  <a:gsLst>
                    <a:gs pos="50000">
                      <a:schemeClr val="accent1"/>
                    </a:gs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与非与非门的速度更快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07E96CEA-31B8-A75F-DB5B-9D33A348B2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28" y="4597793"/>
            <a:ext cx="2759602" cy="2193148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A644843B-DB98-CD06-BFA3-91A1D702D8F1}"/>
              </a:ext>
            </a:extLst>
          </p:cNvPr>
          <p:cNvSpPr txBox="1"/>
          <p:nvPr/>
        </p:nvSpPr>
        <p:spPr>
          <a:xfrm>
            <a:off x="547703" y="943362"/>
            <a:ext cx="820738" cy="2704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600" dirty="0"/>
              <a:t>画电路图</a:t>
            </a:r>
          </a:p>
        </p:txBody>
      </p:sp>
    </p:spTree>
    <p:extLst>
      <p:ext uri="{BB962C8B-B14F-4D97-AF65-F5344CB8AC3E}">
        <p14:creationId xmlns:p14="http://schemas.microsoft.com/office/powerpoint/2010/main" val="477030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5255794-EAAB-4793-8F11-E51888772F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2975" y="320065"/>
            <a:ext cx="7086600" cy="5400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ALU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的设计过程：逻辑单元设计</a:t>
            </a:r>
          </a:p>
        </p:txBody>
      </p:sp>
      <p:pic>
        <p:nvPicPr>
          <p:cNvPr id="404" name="图片 403">
            <a:extLst>
              <a:ext uri="{FF2B5EF4-FFF2-40B4-BE49-F238E27FC236}">
                <a16:creationId xmlns:a16="http://schemas.microsoft.com/office/drawing/2014/main" id="{55D5D348-AD65-4AFD-89A2-EF124CD943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493"/>
          <a:stretch>
            <a:fillRect/>
          </a:stretch>
        </p:blipFill>
        <p:spPr>
          <a:xfrm>
            <a:off x="6362" y="6327576"/>
            <a:ext cx="12180864" cy="530424"/>
          </a:xfrm>
          <a:custGeom>
            <a:avLst/>
            <a:gdLst>
              <a:gd name="connsiteX0" fmla="*/ 0 w 12180864"/>
              <a:gd name="connsiteY0" fmla="*/ 0 h 530424"/>
              <a:gd name="connsiteX1" fmla="*/ 12180864 w 12180864"/>
              <a:gd name="connsiteY1" fmla="*/ 0 h 530424"/>
              <a:gd name="connsiteX2" fmla="*/ 12180864 w 12180864"/>
              <a:gd name="connsiteY2" fmla="*/ 530424 h 530424"/>
              <a:gd name="connsiteX3" fmla="*/ 0 w 12180864"/>
              <a:gd name="connsiteY3" fmla="*/ 530424 h 53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0864" h="530424">
                <a:moveTo>
                  <a:pt x="0" y="0"/>
                </a:moveTo>
                <a:lnTo>
                  <a:pt x="12180864" y="0"/>
                </a:lnTo>
                <a:lnTo>
                  <a:pt x="12180864" y="530424"/>
                </a:lnTo>
                <a:lnTo>
                  <a:pt x="0" y="530424"/>
                </a:lnTo>
                <a:close/>
              </a:path>
            </a:pathLst>
          </a:cu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DCD2969-5866-3088-B349-3244AD9D9EA3}"/>
              </a:ext>
            </a:extLst>
          </p:cNvPr>
          <p:cNvSpPr txBox="1"/>
          <p:nvPr/>
        </p:nvSpPr>
        <p:spPr>
          <a:xfrm>
            <a:off x="802606" y="1161535"/>
            <a:ext cx="1025922" cy="33804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000" dirty="0"/>
              <a:t>列功能表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6E278F42-666D-9721-76BC-F23181BF7A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6224080"/>
                  </p:ext>
                </p:extLst>
              </p:nvPr>
            </p:nvGraphicFramePr>
            <p:xfrm>
              <a:off x="512383" y="1720211"/>
              <a:ext cx="3052542" cy="32163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7514">
                      <a:extLst>
                        <a:ext uri="{9D8B030D-6E8A-4147-A177-3AD203B41FA5}">
                          <a16:colId xmlns:a16="http://schemas.microsoft.com/office/drawing/2014/main" val="1825742401"/>
                        </a:ext>
                      </a:extLst>
                    </a:gridCol>
                    <a:gridCol w="1017514">
                      <a:extLst>
                        <a:ext uri="{9D8B030D-6E8A-4147-A177-3AD203B41FA5}">
                          <a16:colId xmlns:a16="http://schemas.microsoft.com/office/drawing/2014/main" val="4206523214"/>
                        </a:ext>
                      </a:extLst>
                    </a:gridCol>
                    <a:gridCol w="1017514">
                      <a:extLst>
                        <a:ext uri="{9D8B030D-6E8A-4147-A177-3AD203B41FA5}">
                          <a16:colId xmlns:a16="http://schemas.microsoft.com/office/drawing/2014/main" val="2077151444"/>
                        </a:ext>
                      </a:extLst>
                    </a:gridCol>
                  </a:tblGrid>
                  <a:tr h="643263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5484221"/>
                      </a:ext>
                    </a:extLst>
                  </a:tr>
                  <a:tr h="643263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A·B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4283831"/>
                      </a:ext>
                    </a:extLst>
                  </a:tr>
                  <a:tr h="643263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A+B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891187"/>
                      </a:ext>
                    </a:extLst>
                  </a:tr>
                  <a:tr h="643263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41176"/>
                      </a:ext>
                    </a:extLst>
                  </a:tr>
                  <a:tr h="643263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A</a:t>
                          </a:r>
                          <a:r>
                            <a:rPr lang="en-US" altLang="zh-CN" dirty="0">
                              <a:sym typeface="Symbol" panose="05050102010706020507" pitchFamily="18" charset="2"/>
                            </a:rPr>
                            <a:t>B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81969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6E278F42-666D-9721-76BC-F23181BF7A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6224080"/>
                  </p:ext>
                </p:extLst>
              </p:nvPr>
            </p:nvGraphicFramePr>
            <p:xfrm>
              <a:off x="512383" y="1720211"/>
              <a:ext cx="3052542" cy="32163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7514">
                      <a:extLst>
                        <a:ext uri="{9D8B030D-6E8A-4147-A177-3AD203B41FA5}">
                          <a16:colId xmlns:a16="http://schemas.microsoft.com/office/drawing/2014/main" val="1825742401"/>
                        </a:ext>
                      </a:extLst>
                    </a:gridCol>
                    <a:gridCol w="1017514">
                      <a:extLst>
                        <a:ext uri="{9D8B030D-6E8A-4147-A177-3AD203B41FA5}">
                          <a16:colId xmlns:a16="http://schemas.microsoft.com/office/drawing/2014/main" val="4206523214"/>
                        </a:ext>
                      </a:extLst>
                    </a:gridCol>
                    <a:gridCol w="1017514">
                      <a:extLst>
                        <a:ext uri="{9D8B030D-6E8A-4147-A177-3AD203B41FA5}">
                          <a16:colId xmlns:a16="http://schemas.microsoft.com/office/drawing/2014/main" val="2077151444"/>
                        </a:ext>
                      </a:extLst>
                    </a:gridCol>
                  </a:tblGrid>
                  <a:tr h="643263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5484221"/>
                      </a:ext>
                    </a:extLst>
                  </a:tr>
                  <a:tr h="643263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A·B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4283831"/>
                      </a:ext>
                    </a:extLst>
                  </a:tr>
                  <a:tr h="643263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A+B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891187"/>
                      </a:ext>
                    </a:extLst>
                  </a:tr>
                  <a:tr h="643263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00599" t="-306667" r="-2395" b="-1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741176"/>
                      </a:ext>
                    </a:extLst>
                  </a:tr>
                  <a:tr h="643263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A</a:t>
                          </a:r>
                          <a:r>
                            <a:rPr lang="en-US" altLang="zh-CN" dirty="0">
                              <a:sym typeface="Symbol" panose="05050102010706020507" pitchFamily="18" charset="2"/>
                            </a:rPr>
                            <a:t>B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819696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矩形: 圆角 6">
            <a:extLst>
              <a:ext uri="{FF2B5EF4-FFF2-40B4-BE49-F238E27FC236}">
                <a16:creationId xmlns:a16="http://schemas.microsoft.com/office/drawing/2014/main" id="{A47D5306-10F1-A9D4-13BC-358041316585}"/>
              </a:ext>
            </a:extLst>
          </p:cNvPr>
          <p:cNvSpPr/>
          <p:nvPr/>
        </p:nvSpPr>
        <p:spPr>
          <a:xfrm>
            <a:off x="5090983" y="1720211"/>
            <a:ext cx="5480222" cy="35278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E68E47-A3AC-A49F-7BBF-849D5491EA46}"/>
              </a:ext>
            </a:extLst>
          </p:cNvPr>
          <p:cNvSpPr txBox="1"/>
          <p:nvPr/>
        </p:nvSpPr>
        <p:spPr>
          <a:xfrm>
            <a:off x="5307227" y="1265445"/>
            <a:ext cx="1231106" cy="2704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600" dirty="0"/>
              <a:t>写逻辑表达式</a:t>
            </a:r>
          </a:p>
        </p:txBody>
      </p:sp>
    </p:spTree>
    <p:extLst>
      <p:ext uri="{BB962C8B-B14F-4D97-AF65-F5344CB8AC3E}">
        <p14:creationId xmlns:p14="http://schemas.microsoft.com/office/powerpoint/2010/main" val="1766315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03B505D9-249A-4B76-9CD7-6AD4F7BF965A}"/>
              </a:ext>
            </a:extLst>
          </p:cNvPr>
          <p:cNvSpPr/>
          <p:nvPr/>
        </p:nvSpPr>
        <p:spPr>
          <a:xfrm>
            <a:off x="0" y="5943600"/>
            <a:ext cx="1916719" cy="914400"/>
          </a:xfrm>
          <a:custGeom>
            <a:avLst/>
            <a:gdLst>
              <a:gd name="connsiteX0" fmla="*/ 1009182 w 1916719"/>
              <a:gd name="connsiteY0" fmla="*/ 0 h 914400"/>
              <a:gd name="connsiteX1" fmla="*/ 1396178 w 1916719"/>
              <a:gd name="connsiteY1" fmla="*/ 0 h 914400"/>
              <a:gd name="connsiteX2" fmla="*/ 1916719 w 1916719"/>
              <a:gd name="connsiteY2" fmla="*/ 588731 h 914400"/>
              <a:gd name="connsiteX3" fmla="*/ 1628766 w 1916719"/>
              <a:gd name="connsiteY3" fmla="*/ 914400 h 914400"/>
              <a:gd name="connsiteX4" fmla="*/ 1241770 w 1916719"/>
              <a:gd name="connsiteY4" fmla="*/ 914400 h 914400"/>
              <a:gd name="connsiteX5" fmla="*/ 1529723 w 1916719"/>
              <a:gd name="connsiteY5" fmla="*/ 588731 h 914400"/>
              <a:gd name="connsiteX6" fmla="*/ 345841 w 1916719"/>
              <a:gd name="connsiteY6" fmla="*/ 0 h 914400"/>
              <a:gd name="connsiteX7" fmla="*/ 732837 w 1916719"/>
              <a:gd name="connsiteY7" fmla="*/ 0 h 914400"/>
              <a:gd name="connsiteX8" fmla="*/ 1253379 w 1916719"/>
              <a:gd name="connsiteY8" fmla="*/ 588731 h 914400"/>
              <a:gd name="connsiteX9" fmla="*/ 965425 w 1916719"/>
              <a:gd name="connsiteY9" fmla="*/ 914400 h 914400"/>
              <a:gd name="connsiteX10" fmla="*/ 578429 w 1916719"/>
              <a:gd name="connsiteY10" fmla="*/ 914400 h 914400"/>
              <a:gd name="connsiteX11" fmla="*/ 866383 w 1916719"/>
              <a:gd name="connsiteY11" fmla="*/ 588731 h 914400"/>
              <a:gd name="connsiteX12" fmla="*/ 0 w 1916719"/>
              <a:gd name="connsiteY12" fmla="*/ 0 h 914400"/>
              <a:gd name="connsiteX13" fmla="*/ 69496 w 1916719"/>
              <a:gd name="connsiteY13" fmla="*/ 0 h 914400"/>
              <a:gd name="connsiteX14" fmla="*/ 590038 w 1916719"/>
              <a:gd name="connsiteY14" fmla="*/ 588731 h 914400"/>
              <a:gd name="connsiteX15" fmla="*/ 302084 w 1916719"/>
              <a:gd name="connsiteY15" fmla="*/ 914400 h 914400"/>
              <a:gd name="connsiteX16" fmla="*/ 0 w 1916719"/>
              <a:gd name="connsiteY16" fmla="*/ 914400 h 914400"/>
              <a:gd name="connsiteX17" fmla="*/ 0 w 1916719"/>
              <a:gd name="connsiteY17" fmla="*/ 818367 h 914400"/>
              <a:gd name="connsiteX18" fmla="*/ 203042 w 1916719"/>
              <a:gd name="connsiteY18" fmla="*/ 588731 h 914400"/>
              <a:gd name="connsiteX19" fmla="*/ 0 w 1916719"/>
              <a:gd name="connsiteY19" fmla="*/ 35909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16719" h="914400">
                <a:moveTo>
                  <a:pt x="1009182" y="0"/>
                </a:moveTo>
                <a:lnTo>
                  <a:pt x="1396178" y="0"/>
                </a:lnTo>
                <a:lnTo>
                  <a:pt x="1916719" y="588731"/>
                </a:lnTo>
                <a:lnTo>
                  <a:pt x="1628766" y="914400"/>
                </a:lnTo>
                <a:lnTo>
                  <a:pt x="1241770" y="914400"/>
                </a:lnTo>
                <a:lnTo>
                  <a:pt x="1529723" y="588731"/>
                </a:lnTo>
                <a:close/>
                <a:moveTo>
                  <a:pt x="345841" y="0"/>
                </a:moveTo>
                <a:lnTo>
                  <a:pt x="732837" y="0"/>
                </a:lnTo>
                <a:lnTo>
                  <a:pt x="1253379" y="588731"/>
                </a:lnTo>
                <a:lnTo>
                  <a:pt x="965425" y="914400"/>
                </a:lnTo>
                <a:lnTo>
                  <a:pt x="578429" y="914400"/>
                </a:lnTo>
                <a:lnTo>
                  <a:pt x="866383" y="588731"/>
                </a:lnTo>
                <a:close/>
                <a:moveTo>
                  <a:pt x="0" y="0"/>
                </a:moveTo>
                <a:lnTo>
                  <a:pt x="69496" y="0"/>
                </a:lnTo>
                <a:lnTo>
                  <a:pt x="590038" y="588731"/>
                </a:lnTo>
                <a:lnTo>
                  <a:pt x="302084" y="914400"/>
                </a:lnTo>
                <a:lnTo>
                  <a:pt x="0" y="914400"/>
                </a:lnTo>
                <a:lnTo>
                  <a:pt x="0" y="818367"/>
                </a:lnTo>
                <a:lnTo>
                  <a:pt x="203042" y="588731"/>
                </a:lnTo>
                <a:lnTo>
                  <a:pt x="0" y="359091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0"/>
                  <a:alpha val="20000"/>
                </a:schemeClr>
              </a:gs>
              <a:gs pos="93000">
                <a:srgbClr val="C73D8E">
                  <a:alpha val="20000"/>
                </a:srgbClr>
              </a:gs>
              <a:gs pos="100000">
                <a:schemeClr val="accent5">
                  <a:alpha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0" name="任意多边形: 形状 199">
            <a:extLst>
              <a:ext uri="{FF2B5EF4-FFF2-40B4-BE49-F238E27FC236}">
                <a16:creationId xmlns:a16="http://schemas.microsoft.com/office/drawing/2014/main" id="{6C7F851F-2D9E-413A-9239-CF3FD0FB54FA}"/>
              </a:ext>
            </a:extLst>
          </p:cNvPr>
          <p:cNvSpPr/>
          <p:nvPr/>
        </p:nvSpPr>
        <p:spPr>
          <a:xfrm>
            <a:off x="3767062" y="2034566"/>
            <a:ext cx="1622772" cy="855215"/>
          </a:xfrm>
          <a:custGeom>
            <a:avLst/>
            <a:gdLst>
              <a:gd name="connsiteX0" fmla="*/ 169032 w 284661"/>
              <a:gd name="connsiteY0" fmla="*/ 0 h 150019"/>
              <a:gd name="connsiteX1" fmla="*/ 218339 w 284661"/>
              <a:gd name="connsiteY1" fmla="*/ 0 h 150019"/>
              <a:gd name="connsiteX2" fmla="*/ 284661 w 284661"/>
              <a:gd name="connsiteY2" fmla="*/ 75010 h 150019"/>
              <a:gd name="connsiteX3" fmla="*/ 218339 w 284661"/>
              <a:gd name="connsiteY3" fmla="*/ 150019 h 150019"/>
              <a:gd name="connsiteX4" fmla="*/ 169032 w 284661"/>
              <a:gd name="connsiteY4" fmla="*/ 150019 h 150019"/>
              <a:gd name="connsiteX5" fmla="*/ 235354 w 284661"/>
              <a:gd name="connsiteY5" fmla="*/ 75010 h 150019"/>
              <a:gd name="connsiteX6" fmla="*/ 84516 w 284661"/>
              <a:gd name="connsiteY6" fmla="*/ 0 h 150019"/>
              <a:gd name="connsiteX7" fmla="*/ 133823 w 284661"/>
              <a:gd name="connsiteY7" fmla="*/ 0 h 150019"/>
              <a:gd name="connsiteX8" fmla="*/ 200145 w 284661"/>
              <a:gd name="connsiteY8" fmla="*/ 75010 h 150019"/>
              <a:gd name="connsiteX9" fmla="*/ 133823 w 284661"/>
              <a:gd name="connsiteY9" fmla="*/ 150019 h 150019"/>
              <a:gd name="connsiteX10" fmla="*/ 84516 w 284661"/>
              <a:gd name="connsiteY10" fmla="*/ 150019 h 150019"/>
              <a:gd name="connsiteX11" fmla="*/ 150838 w 284661"/>
              <a:gd name="connsiteY11" fmla="*/ 75010 h 150019"/>
              <a:gd name="connsiteX12" fmla="*/ 0 w 284661"/>
              <a:gd name="connsiteY12" fmla="*/ 0 h 150019"/>
              <a:gd name="connsiteX13" fmla="*/ 49307 w 284661"/>
              <a:gd name="connsiteY13" fmla="*/ 0 h 150019"/>
              <a:gd name="connsiteX14" fmla="*/ 115629 w 284661"/>
              <a:gd name="connsiteY14" fmla="*/ 75010 h 150019"/>
              <a:gd name="connsiteX15" fmla="*/ 49307 w 284661"/>
              <a:gd name="connsiteY15" fmla="*/ 150019 h 150019"/>
              <a:gd name="connsiteX16" fmla="*/ 0 w 284661"/>
              <a:gd name="connsiteY16" fmla="*/ 150019 h 150019"/>
              <a:gd name="connsiteX17" fmla="*/ 66322 w 284661"/>
              <a:gd name="connsiteY17" fmla="*/ 75010 h 15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4661" h="150019">
                <a:moveTo>
                  <a:pt x="169032" y="0"/>
                </a:moveTo>
                <a:lnTo>
                  <a:pt x="218339" y="0"/>
                </a:lnTo>
                <a:lnTo>
                  <a:pt x="284661" y="75010"/>
                </a:lnTo>
                <a:lnTo>
                  <a:pt x="218339" y="150019"/>
                </a:lnTo>
                <a:lnTo>
                  <a:pt x="169032" y="150019"/>
                </a:lnTo>
                <a:lnTo>
                  <a:pt x="235354" y="75010"/>
                </a:lnTo>
                <a:close/>
                <a:moveTo>
                  <a:pt x="84516" y="0"/>
                </a:moveTo>
                <a:lnTo>
                  <a:pt x="133823" y="0"/>
                </a:lnTo>
                <a:lnTo>
                  <a:pt x="200145" y="75010"/>
                </a:lnTo>
                <a:lnTo>
                  <a:pt x="133823" y="150019"/>
                </a:lnTo>
                <a:lnTo>
                  <a:pt x="84516" y="150019"/>
                </a:lnTo>
                <a:lnTo>
                  <a:pt x="150838" y="75010"/>
                </a:lnTo>
                <a:close/>
                <a:moveTo>
                  <a:pt x="0" y="0"/>
                </a:moveTo>
                <a:lnTo>
                  <a:pt x="49307" y="0"/>
                </a:lnTo>
                <a:lnTo>
                  <a:pt x="115629" y="75010"/>
                </a:lnTo>
                <a:lnTo>
                  <a:pt x="49307" y="150019"/>
                </a:lnTo>
                <a:lnTo>
                  <a:pt x="0" y="150019"/>
                </a:lnTo>
                <a:lnTo>
                  <a:pt x="66322" y="7501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0"/>
                  <a:alpha val="20000"/>
                </a:schemeClr>
              </a:gs>
              <a:gs pos="93000">
                <a:srgbClr val="C73D8E">
                  <a:alpha val="20000"/>
                </a:srgbClr>
              </a:gs>
              <a:gs pos="100000">
                <a:schemeClr val="accent5">
                  <a:alpha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08DA7318-A257-48F5-A6A9-E37F016CF174}"/>
              </a:ext>
            </a:extLst>
          </p:cNvPr>
          <p:cNvSpPr/>
          <p:nvPr/>
        </p:nvSpPr>
        <p:spPr>
          <a:xfrm>
            <a:off x="626223" y="914400"/>
            <a:ext cx="1069475" cy="563623"/>
          </a:xfrm>
          <a:custGeom>
            <a:avLst/>
            <a:gdLst>
              <a:gd name="connsiteX0" fmla="*/ 169032 w 284661"/>
              <a:gd name="connsiteY0" fmla="*/ 0 h 150019"/>
              <a:gd name="connsiteX1" fmla="*/ 218339 w 284661"/>
              <a:gd name="connsiteY1" fmla="*/ 0 h 150019"/>
              <a:gd name="connsiteX2" fmla="*/ 284661 w 284661"/>
              <a:gd name="connsiteY2" fmla="*/ 75010 h 150019"/>
              <a:gd name="connsiteX3" fmla="*/ 218339 w 284661"/>
              <a:gd name="connsiteY3" fmla="*/ 150019 h 150019"/>
              <a:gd name="connsiteX4" fmla="*/ 169032 w 284661"/>
              <a:gd name="connsiteY4" fmla="*/ 150019 h 150019"/>
              <a:gd name="connsiteX5" fmla="*/ 235354 w 284661"/>
              <a:gd name="connsiteY5" fmla="*/ 75010 h 150019"/>
              <a:gd name="connsiteX6" fmla="*/ 84516 w 284661"/>
              <a:gd name="connsiteY6" fmla="*/ 0 h 150019"/>
              <a:gd name="connsiteX7" fmla="*/ 133823 w 284661"/>
              <a:gd name="connsiteY7" fmla="*/ 0 h 150019"/>
              <a:gd name="connsiteX8" fmla="*/ 200145 w 284661"/>
              <a:gd name="connsiteY8" fmla="*/ 75010 h 150019"/>
              <a:gd name="connsiteX9" fmla="*/ 133823 w 284661"/>
              <a:gd name="connsiteY9" fmla="*/ 150019 h 150019"/>
              <a:gd name="connsiteX10" fmla="*/ 84516 w 284661"/>
              <a:gd name="connsiteY10" fmla="*/ 150019 h 150019"/>
              <a:gd name="connsiteX11" fmla="*/ 150838 w 284661"/>
              <a:gd name="connsiteY11" fmla="*/ 75010 h 150019"/>
              <a:gd name="connsiteX12" fmla="*/ 0 w 284661"/>
              <a:gd name="connsiteY12" fmla="*/ 0 h 150019"/>
              <a:gd name="connsiteX13" fmla="*/ 49307 w 284661"/>
              <a:gd name="connsiteY13" fmla="*/ 0 h 150019"/>
              <a:gd name="connsiteX14" fmla="*/ 115629 w 284661"/>
              <a:gd name="connsiteY14" fmla="*/ 75010 h 150019"/>
              <a:gd name="connsiteX15" fmla="*/ 49307 w 284661"/>
              <a:gd name="connsiteY15" fmla="*/ 150019 h 150019"/>
              <a:gd name="connsiteX16" fmla="*/ 0 w 284661"/>
              <a:gd name="connsiteY16" fmla="*/ 150019 h 150019"/>
              <a:gd name="connsiteX17" fmla="*/ 66322 w 284661"/>
              <a:gd name="connsiteY17" fmla="*/ 75010 h 15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4661" h="150019">
                <a:moveTo>
                  <a:pt x="169032" y="0"/>
                </a:moveTo>
                <a:lnTo>
                  <a:pt x="218339" y="0"/>
                </a:lnTo>
                <a:lnTo>
                  <a:pt x="284661" y="75010"/>
                </a:lnTo>
                <a:lnTo>
                  <a:pt x="218339" y="150019"/>
                </a:lnTo>
                <a:lnTo>
                  <a:pt x="169032" y="150019"/>
                </a:lnTo>
                <a:lnTo>
                  <a:pt x="235354" y="75010"/>
                </a:lnTo>
                <a:close/>
                <a:moveTo>
                  <a:pt x="84516" y="0"/>
                </a:moveTo>
                <a:lnTo>
                  <a:pt x="133823" y="0"/>
                </a:lnTo>
                <a:lnTo>
                  <a:pt x="200145" y="75010"/>
                </a:lnTo>
                <a:lnTo>
                  <a:pt x="133823" y="150019"/>
                </a:lnTo>
                <a:lnTo>
                  <a:pt x="84516" y="150019"/>
                </a:lnTo>
                <a:lnTo>
                  <a:pt x="150838" y="75010"/>
                </a:lnTo>
                <a:close/>
                <a:moveTo>
                  <a:pt x="0" y="0"/>
                </a:moveTo>
                <a:lnTo>
                  <a:pt x="49307" y="0"/>
                </a:lnTo>
                <a:lnTo>
                  <a:pt x="115629" y="75010"/>
                </a:lnTo>
                <a:lnTo>
                  <a:pt x="49307" y="150019"/>
                </a:lnTo>
                <a:lnTo>
                  <a:pt x="0" y="150019"/>
                </a:lnTo>
                <a:lnTo>
                  <a:pt x="66322" y="7501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0"/>
                  <a:alpha val="20000"/>
                </a:schemeClr>
              </a:gs>
              <a:gs pos="93000">
                <a:srgbClr val="C73D8E">
                  <a:alpha val="20000"/>
                </a:srgbClr>
              </a:gs>
              <a:gs pos="100000">
                <a:schemeClr val="accent5">
                  <a:alpha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文本占位符 2">
            <a:extLst>
              <a:ext uri="{FF2B5EF4-FFF2-40B4-BE49-F238E27FC236}">
                <a16:creationId xmlns:a16="http://schemas.microsoft.com/office/drawing/2014/main" id="{821B52BC-9DCE-517A-0BE3-A8CE0D9F0D34}"/>
              </a:ext>
            </a:extLst>
          </p:cNvPr>
          <p:cNvSpPr txBox="1">
            <a:spLocks/>
          </p:cNvSpPr>
          <p:nvPr/>
        </p:nvSpPr>
        <p:spPr>
          <a:xfrm>
            <a:off x="354181" y="282047"/>
            <a:ext cx="7086600" cy="632353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spc="200" dirty="0">
                <a:gradFill flip="none" rotWithShape="1">
                  <a:gsLst>
                    <a:gs pos="50000">
                      <a:schemeClr val="accent1"/>
                    </a:gs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逻辑单元逻辑电路图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62225175-3744-6C8A-554A-47A8F0F47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81" y="914400"/>
            <a:ext cx="4038646" cy="3729679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EAFF7A34-6ACB-EC40-D9FE-64B6203F2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962" y="1055305"/>
            <a:ext cx="5493855" cy="3447868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117E9300-6AC3-9244-4362-75B8799148E5}"/>
              </a:ext>
            </a:extLst>
          </p:cNvPr>
          <p:cNvSpPr txBox="1"/>
          <p:nvPr/>
        </p:nvSpPr>
        <p:spPr>
          <a:xfrm>
            <a:off x="6507719" y="4812649"/>
            <a:ext cx="2358254" cy="11309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zh-CN" altLang="en-US" sz="3200" b="1" spc="200" dirty="0">
                <a:gradFill flip="none" rotWithShape="1">
                  <a:gsLst>
                    <a:gs pos="50000">
                      <a:schemeClr val="accent1"/>
                    </a:gs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与非与非门的速度更快</a:t>
            </a:r>
          </a:p>
        </p:txBody>
      </p:sp>
    </p:spTree>
    <p:extLst>
      <p:ext uri="{BB962C8B-B14F-4D97-AF65-F5344CB8AC3E}">
        <p14:creationId xmlns:p14="http://schemas.microsoft.com/office/powerpoint/2010/main" val="3993902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8587D332-F035-0F07-6342-BC5D9CD7F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98" y="1508125"/>
            <a:ext cx="6952944" cy="4064172"/>
          </a:xfrm>
          <a:prstGeom prst="rect">
            <a:avLst/>
          </a:prstGeom>
        </p:spPr>
      </p:pic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6A922F67-5FC7-BD91-D08C-863384B6B11D}"/>
              </a:ext>
            </a:extLst>
          </p:cNvPr>
          <p:cNvSpPr txBox="1">
            <a:spLocks/>
          </p:cNvSpPr>
          <p:nvPr/>
        </p:nvSpPr>
        <p:spPr>
          <a:xfrm>
            <a:off x="207798" y="411793"/>
            <a:ext cx="7086600" cy="632353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spc="200" dirty="0">
                <a:gradFill flip="none" rotWithShape="1">
                  <a:gsLst>
                    <a:gs pos="50000">
                      <a:schemeClr val="accent1"/>
                    </a:gs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逻辑单元逻辑电路图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286DEAD-1F67-ED11-D01E-C5A7D89AAF40}"/>
              </a:ext>
            </a:extLst>
          </p:cNvPr>
          <p:cNvSpPr/>
          <p:nvPr/>
        </p:nvSpPr>
        <p:spPr>
          <a:xfrm>
            <a:off x="7525265" y="1149179"/>
            <a:ext cx="3985054" cy="513423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369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BA6A7857-80FF-1241-1247-2DD4535C9DB3}"/>
              </a:ext>
            </a:extLst>
          </p:cNvPr>
          <p:cNvSpPr/>
          <p:nvPr/>
        </p:nvSpPr>
        <p:spPr>
          <a:xfrm>
            <a:off x="5087" y="701899"/>
            <a:ext cx="6091707" cy="615610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DB51AAB-62B3-45FE-F469-8483CCAEE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994" y="949814"/>
            <a:ext cx="5654456" cy="4771623"/>
          </a:xfrm>
          <a:prstGeom prst="rect">
            <a:avLst/>
          </a:prstGeom>
        </p:spPr>
      </p:pic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9B5F72C0-CBA5-EE63-E7F5-9481B504D41E}"/>
              </a:ext>
            </a:extLst>
          </p:cNvPr>
          <p:cNvSpPr txBox="1">
            <a:spLocks/>
          </p:cNvSpPr>
          <p:nvPr/>
        </p:nvSpPr>
        <p:spPr>
          <a:xfrm>
            <a:off x="278632" y="69546"/>
            <a:ext cx="7086600" cy="632353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spc="200" dirty="0">
                <a:gradFill flip="none" rotWithShape="1">
                  <a:gsLst>
                    <a:gs pos="50000">
                      <a:schemeClr val="accent1"/>
                    </a:gs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逻辑单元逻辑电路图</a:t>
            </a:r>
          </a:p>
        </p:txBody>
      </p:sp>
    </p:spTree>
    <p:extLst>
      <p:ext uri="{BB962C8B-B14F-4D97-AF65-F5344CB8AC3E}">
        <p14:creationId xmlns:p14="http://schemas.microsoft.com/office/powerpoint/2010/main" val="2158733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C80ED4F1-69CC-4871-BC4E-F46C7A1D8E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4009" y="339858"/>
            <a:ext cx="7086600" cy="5400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ALU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的设计过程：算数单元设计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475F57B-BB5E-4E64-BC09-C53165CDAD21}"/>
              </a:ext>
            </a:extLst>
          </p:cNvPr>
          <p:cNvGrpSpPr/>
          <p:nvPr/>
        </p:nvGrpSpPr>
        <p:grpSpPr>
          <a:xfrm>
            <a:off x="1910875" y="1827388"/>
            <a:ext cx="8371838" cy="4509072"/>
            <a:chOff x="-1475872" y="-2133600"/>
            <a:chExt cx="15143746" cy="8156423"/>
          </a:xfrm>
        </p:grpSpPr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6CEDC17F-DEBF-4487-94DD-8E7B2E0212CE}"/>
                </a:ext>
              </a:extLst>
            </p:cNvPr>
            <p:cNvSpPr/>
            <p:nvPr/>
          </p:nvSpPr>
          <p:spPr bwMode="auto">
            <a:xfrm rot="16200000" flipV="1">
              <a:off x="2473703" y="-5099405"/>
              <a:ext cx="7291754" cy="13223364"/>
            </a:xfrm>
            <a:custGeom>
              <a:avLst/>
              <a:gdLst>
                <a:gd name="connsiteX0" fmla="*/ 0 w 2385058"/>
                <a:gd name="connsiteY0" fmla="*/ 3779520 h 3779520"/>
                <a:gd name="connsiteX1" fmla="*/ 1851658 w 2385058"/>
                <a:gd name="connsiteY1" fmla="*/ 2293620 h 3779520"/>
                <a:gd name="connsiteX2" fmla="*/ 1851658 w 2385058"/>
                <a:gd name="connsiteY2" fmla="*/ 2560320 h 3779520"/>
                <a:gd name="connsiteX3" fmla="*/ 2385058 w 2385058"/>
                <a:gd name="connsiteY3" fmla="*/ 1889760 h 3779520"/>
                <a:gd name="connsiteX4" fmla="*/ 1851658 w 2385058"/>
                <a:gd name="connsiteY4" fmla="*/ 1219200 h 3779520"/>
                <a:gd name="connsiteX5" fmla="*/ 1851658 w 2385058"/>
                <a:gd name="connsiteY5" fmla="*/ 1485900 h 3779520"/>
                <a:gd name="connsiteX6" fmla="*/ 0 w 2385058"/>
                <a:gd name="connsiteY6" fmla="*/ 0 h 3779520"/>
                <a:gd name="connsiteX7" fmla="*/ 0 w 2385058"/>
                <a:gd name="connsiteY7" fmla="*/ 1889760 h 377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85058" h="3779520">
                  <a:moveTo>
                    <a:pt x="0" y="3779520"/>
                  </a:moveTo>
                  <a:cubicBezTo>
                    <a:pt x="495300" y="2994660"/>
                    <a:pt x="929640" y="2369820"/>
                    <a:pt x="1851658" y="2293620"/>
                  </a:cubicBezTo>
                  <a:lnTo>
                    <a:pt x="1851658" y="2560320"/>
                  </a:lnTo>
                  <a:lnTo>
                    <a:pt x="2385058" y="1889760"/>
                  </a:lnTo>
                  <a:lnTo>
                    <a:pt x="1851658" y="1219200"/>
                  </a:lnTo>
                  <a:lnTo>
                    <a:pt x="1851658" y="1485900"/>
                  </a:lnTo>
                  <a:cubicBezTo>
                    <a:pt x="929640" y="1409700"/>
                    <a:pt x="495300" y="784860"/>
                    <a:pt x="0" y="0"/>
                  </a:cubicBezTo>
                  <a:lnTo>
                    <a:pt x="0" y="1889760"/>
                  </a:lnTo>
                  <a:close/>
                </a:path>
              </a:pathLst>
            </a:custGeom>
            <a:gradFill flip="none" rotWithShape="0">
              <a:gsLst>
                <a:gs pos="0">
                  <a:schemeClr val="accent1">
                    <a:alpha val="1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>
              <a:gradFill>
                <a:gsLst>
                  <a:gs pos="100000">
                    <a:schemeClr val="accent2"/>
                  </a:gs>
                  <a:gs pos="65000">
                    <a:schemeClr val="accent2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1930C2B8-E127-4DEB-9201-ABD6B4A72757}"/>
                </a:ext>
              </a:extLst>
            </p:cNvPr>
            <p:cNvSpPr/>
            <p:nvPr/>
          </p:nvSpPr>
          <p:spPr bwMode="auto">
            <a:xfrm rot="16200000" flipV="1">
              <a:off x="4830384" y="1527566"/>
              <a:ext cx="2578392" cy="2330280"/>
            </a:xfrm>
            <a:custGeom>
              <a:avLst/>
              <a:gdLst>
                <a:gd name="connsiteX0" fmla="*/ 0 w 2385058"/>
                <a:gd name="connsiteY0" fmla="*/ 3779520 h 3779520"/>
                <a:gd name="connsiteX1" fmla="*/ 1851658 w 2385058"/>
                <a:gd name="connsiteY1" fmla="*/ 2293620 h 3779520"/>
                <a:gd name="connsiteX2" fmla="*/ 1851658 w 2385058"/>
                <a:gd name="connsiteY2" fmla="*/ 2560320 h 3779520"/>
                <a:gd name="connsiteX3" fmla="*/ 2385058 w 2385058"/>
                <a:gd name="connsiteY3" fmla="*/ 1889760 h 3779520"/>
                <a:gd name="connsiteX4" fmla="*/ 1851658 w 2385058"/>
                <a:gd name="connsiteY4" fmla="*/ 1219200 h 3779520"/>
                <a:gd name="connsiteX5" fmla="*/ 1851658 w 2385058"/>
                <a:gd name="connsiteY5" fmla="*/ 1485900 h 3779520"/>
                <a:gd name="connsiteX6" fmla="*/ 0 w 2385058"/>
                <a:gd name="connsiteY6" fmla="*/ 0 h 3779520"/>
                <a:gd name="connsiteX7" fmla="*/ 0 w 2385058"/>
                <a:gd name="connsiteY7" fmla="*/ 1889760 h 377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85058" h="3779520">
                  <a:moveTo>
                    <a:pt x="0" y="3779520"/>
                  </a:moveTo>
                  <a:cubicBezTo>
                    <a:pt x="495300" y="2994660"/>
                    <a:pt x="929640" y="2369820"/>
                    <a:pt x="1851658" y="2293620"/>
                  </a:cubicBezTo>
                  <a:lnTo>
                    <a:pt x="1851658" y="2560320"/>
                  </a:lnTo>
                  <a:lnTo>
                    <a:pt x="2385058" y="1889760"/>
                  </a:lnTo>
                  <a:lnTo>
                    <a:pt x="1851658" y="1219200"/>
                  </a:lnTo>
                  <a:lnTo>
                    <a:pt x="1851658" y="1485900"/>
                  </a:lnTo>
                  <a:cubicBezTo>
                    <a:pt x="929640" y="1409700"/>
                    <a:pt x="495300" y="784860"/>
                    <a:pt x="0" y="0"/>
                  </a:cubicBezTo>
                  <a:lnTo>
                    <a:pt x="0" y="1889760"/>
                  </a:lnTo>
                  <a:close/>
                </a:path>
              </a:pathLst>
            </a:custGeom>
            <a:gradFill flip="none" rotWithShape="0">
              <a:gsLst>
                <a:gs pos="0">
                  <a:schemeClr val="accent1">
                    <a:alpha val="37000"/>
                  </a:schemeClr>
                </a:gs>
                <a:gs pos="47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15007383-9FF4-412E-A454-9693920A430F}"/>
                </a:ext>
              </a:extLst>
            </p:cNvPr>
            <p:cNvSpPr/>
            <p:nvPr/>
          </p:nvSpPr>
          <p:spPr bwMode="auto">
            <a:xfrm rot="16200000" flipV="1">
              <a:off x="4639858" y="2132293"/>
              <a:ext cx="2959443" cy="3305640"/>
            </a:xfrm>
            <a:custGeom>
              <a:avLst/>
              <a:gdLst>
                <a:gd name="connsiteX0" fmla="*/ 0 w 2385058"/>
                <a:gd name="connsiteY0" fmla="*/ 3779520 h 3779520"/>
                <a:gd name="connsiteX1" fmla="*/ 1851658 w 2385058"/>
                <a:gd name="connsiteY1" fmla="*/ 2293620 h 3779520"/>
                <a:gd name="connsiteX2" fmla="*/ 1851658 w 2385058"/>
                <a:gd name="connsiteY2" fmla="*/ 2560320 h 3779520"/>
                <a:gd name="connsiteX3" fmla="*/ 2385058 w 2385058"/>
                <a:gd name="connsiteY3" fmla="*/ 1889760 h 3779520"/>
                <a:gd name="connsiteX4" fmla="*/ 1851658 w 2385058"/>
                <a:gd name="connsiteY4" fmla="*/ 1219200 h 3779520"/>
                <a:gd name="connsiteX5" fmla="*/ 1851658 w 2385058"/>
                <a:gd name="connsiteY5" fmla="*/ 1485900 h 3779520"/>
                <a:gd name="connsiteX6" fmla="*/ 0 w 2385058"/>
                <a:gd name="connsiteY6" fmla="*/ 0 h 3779520"/>
                <a:gd name="connsiteX7" fmla="*/ 0 w 2385058"/>
                <a:gd name="connsiteY7" fmla="*/ 1889760 h 377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85058" h="3779520">
                  <a:moveTo>
                    <a:pt x="0" y="3779520"/>
                  </a:moveTo>
                  <a:cubicBezTo>
                    <a:pt x="495300" y="2994660"/>
                    <a:pt x="929640" y="2369820"/>
                    <a:pt x="1851658" y="2293620"/>
                  </a:cubicBezTo>
                  <a:lnTo>
                    <a:pt x="1851658" y="2560320"/>
                  </a:lnTo>
                  <a:lnTo>
                    <a:pt x="2385058" y="1889760"/>
                  </a:lnTo>
                  <a:lnTo>
                    <a:pt x="1851658" y="1219200"/>
                  </a:lnTo>
                  <a:lnTo>
                    <a:pt x="1851658" y="1485900"/>
                  </a:lnTo>
                  <a:cubicBezTo>
                    <a:pt x="929640" y="1409700"/>
                    <a:pt x="495300" y="784860"/>
                    <a:pt x="0" y="0"/>
                  </a:cubicBezTo>
                  <a:lnTo>
                    <a:pt x="0" y="1889760"/>
                  </a:lnTo>
                  <a:close/>
                </a:path>
              </a:pathLst>
            </a:custGeom>
            <a:gradFill flip="none" rotWithShape="0">
              <a:gsLst>
                <a:gs pos="0">
                  <a:schemeClr val="accent1">
                    <a:alpha val="37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>
              <a:gradFill>
                <a:gsLst>
                  <a:gs pos="100000">
                    <a:schemeClr val="accent2"/>
                  </a:gs>
                  <a:gs pos="65000">
                    <a:schemeClr val="accent2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1" name="箭头: 上 20">
              <a:extLst>
                <a:ext uri="{FF2B5EF4-FFF2-40B4-BE49-F238E27FC236}">
                  <a16:creationId xmlns:a16="http://schemas.microsoft.com/office/drawing/2014/main" id="{ADD998C7-17DF-4241-AF04-B85E5EF90FD9}"/>
                </a:ext>
              </a:extLst>
            </p:cNvPr>
            <p:cNvSpPr/>
            <p:nvPr/>
          </p:nvSpPr>
          <p:spPr>
            <a:xfrm>
              <a:off x="5052011" y="2321098"/>
              <a:ext cx="260241" cy="703456"/>
            </a:xfrm>
            <a:prstGeom prst="upArrow">
              <a:avLst>
                <a:gd name="adj1" fmla="val 50000"/>
                <a:gd name="adj2" fmla="val 71919"/>
              </a:avLst>
            </a:prstGeom>
            <a:gradFill flip="none" rotWithShape="0">
              <a:gsLst>
                <a:gs pos="0">
                  <a:schemeClr val="accent1">
                    <a:alpha val="37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2" name="箭头: 上 21">
              <a:extLst>
                <a:ext uri="{FF2B5EF4-FFF2-40B4-BE49-F238E27FC236}">
                  <a16:creationId xmlns:a16="http://schemas.microsoft.com/office/drawing/2014/main" id="{EF88BF98-6B21-4AB4-A59F-67555776791F}"/>
                </a:ext>
              </a:extLst>
            </p:cNvPr>
            <p:cNvSpPr/>
            <p:nvPr/>
          </p:nvSpPr>
          <p:spPr>
            <a:xfrm>
              <a:off x="6813722" y="2406111"/>
              <a:ext cx="325116" cy="612841"/>
            </a:xfrm>
            <a:prstGeom prst="upArrow">
              <a:avLst>
                <a:gd name="adj1" fmla="val 50000"/>
                <a:gd name="adj2" fmla="val 71919"/>
              </a:avLst>
            </a:prstGeom>
            <a:gradFill flip="none" rotWithShape="0">
              <a:gsLst>
                <a:gs pos="0">
                  <a:schemeClr val="accent1">
                    <a:alpha val="37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4F50FDD-16F5-4495-AE84-8227350FF308}"/>
                </a:ext>
              </a:extLst>
            </p:cNvPr>
            <p:cNvSpPr/>
            <p:nvPr/>
          </p:nvSpPr>
          <p:spPr>
            <a:xfrm>
              <a:off x="521370" y="4157930"/>
              <a:ext cx="11149262" cy="1455820"/>
            </a:xfrm>
            <a:prstGeom prst="ellipse">
              <a:avLst/>
            </a:prstGeom>
            <a:gradFill flip="none" rotWithShape="1">
              <a:gsLst>
                <a:gs pos="100000">
                  <a:schemeClr val="accent1">
                    <a:alpha val="10000"/>
                  </a:schemeClr>
                </a:gs>
                <a:gs pos="42000">
                  <a:schemeClr val="accent1">
                    <a:alpha val="0"/>
                  </a:schemeClr>
                </a:gs>
              </a:gsLst>
              <a:lin ang="5400000" scaled="0"/>
              <a:tileRect/>
            </a:gradFill>
            <a:ln>
              <a:gradFill>
                <a:gsLst>
                  <a:gs pos="11000">
                    <a:schemeClr val="accent1">
                      <a:alpha val="0"/>
                    </a:schemeClr>
                  </a:gs>
                  <a:gs pos="100000">
                    <a:schemeClr val="accent1">
                      <a:alpha val="49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3EBFED8D-DBD6-487F-ACDD-890955989CF6}"/>
                </a:ext>
              </a:extLst>
            </p:cNvPr>
            <p:cNvSpPr/>
            <p:nvPr/>
          </p:nvSpPr>
          <p:spPr>
            <a:xfrm>
              <a:off x="2109539" y="4398561"/>
              <a:ext cx="7972924" cy="974558"/>
            </a:xfrm>
            <a:prstGeom prst="ellipse">
              <a:avLst/>
            </a:prstGeom>
            <a:gradFill flip="none" rotWithShape="1">
              <a:gsLst>
                <a:gs pos="100000">
                  <a:schemeClr val="accent1">
                    <a:alpha val="28000"/>
                  </a:schemeClr>
                </a:gs>
                <a:gs pos="42000">
                  <a:schemeClr val="accent1">
                    <a:alpha val="0"/>
                  </a:schemeClr>
                </a:gs>
              </a:gsLst>
              <a:lin ang="5400000" scaled="0"/>
              <a:tileRect/>
            </a:gradFill>
            <a:ln>
              <a:gradFill>
                <a:gsLst>
                  <a:gs pos="15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9FCEBD83-400E-45AD-9FFB-28797309D2D7}"/>
                </a:ext>
              </a:extLst>
            </p:cNvPr>
            <p:cNvSpPr/>
            <p:nvPr/>
          </p:nvSpPr>
          <p:spPr>
            <a:xfrm>
              <a:off x="-1475872" y="3748857"/>
              <a:ext cx="15143746" cy="2273966"/>
            </a:xfrm>
            <a:prstGeom prst="ellipse">
              <a:avLst/>
            </a:prstGeom>
            <a:gradFill flip="none" rotWithShape="1">
              <a:gsLst>
                <a:gs pos="100000">
                  <a:schemeClr val="accent1">
                    <a:alpha val="10000"/>
                  </a:schemeClr>
                </a:gs>
                <a:gs pos="42000">
                  <a:schemeClr val="accent1"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6" name="箭头: 上 25">
              <a:extLst>
                <a:ext uri="{FF2B5EF4-FFF2-40B4-BE49-F238E27FC236}">
                  <a16:creationId xmlns:a16="http://schemas.microsoft.com/office/drawing/2014/main" id="{FBBC4BC7-8D63-4001-94D2-2C60C26E42DD}"/>
                </a:ext>
              </a:extLst>
            </p:cNvPr>
            <p:cNvSpPr/>
            <p:nvPr/>
          </p:nvSpPr>
          <p:spPr>
            <a:xfrm>
              <a:off x="4243516" y="3320511"/>
              <a:ext cx="325116" cy="612841"/>
            </a:xfrm>
            <a:prstGeom prst="upArrow">
              <a:avLst>
                <a:gd name="adj1" fmla="val 50000"/>
                <a:gd name="adj2" fmla="val 71919"/>
              </a:avLst>
            </a:prstGeom>
            <a:gradFill flip="none" rotWithShape="0">
              <a:gsLst>
                <a:gs pos="0">
                  <a:schemeClr val="accent1">
                    <a:alpha val="37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箭头: 上 26">
              <a:extLst>
                <a:ext uri="{FF2B5EF4-FFF2-40B4-BE49-F238E27FC236}">
                  <a16:creationId xmlns:a16="http://schemas.microsoft.com/office/drawing/2014/main" id="{6339CF37-AFD4-43EF-9684-113CC8256A9E}"/>
                </a:ext>
              </a:extLst>
            </p:cNvPr>
            <p:cNvSpPr/>
            <p:nvPr/>
          </p:nvSpPr>
          <p:spPr>
            <a:xfrm>
              <a:off x="7547438" y="3448335"/>
              <a:ext cx="176732" cy="333139"/>
            </a:xfrm>
            <a:prstGeom prst="upArrow">
              <a:avLst>
                <a:gd name="adj1" fmla="val 50000"/>
                <a:gd name="adj2" fmla="val 71919"/>
              </a:avLst>
            </a:prstGeom>
            <a:gradFill flip="none" rotWithShape="0">
              <a:gsLst>
                <a:gs pos="0">
                  <a:schemeClr val="accent1">
                    <a:alpha val="37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CD679543-3CAC-4095-8712-81581BABCD2C}"/>
                </a:ext>
              </a:extLst>
            </p:cNvPr>
            <p:cNvCxnSpPr>
              <a:cxnSpLocks/>
            </p:cNvCxnSpPr>
            <p:nvPr/>
          </p:nvCxnSpPr>
          <p:spPr>
            <a:xfrm>
              <a:off x="5360310" y="1064960"/>
              <a:ext cx="0" cy="902702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46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1E3342B-35FC-4E31-8ABD-5FF905CFF2BC}"/>
                </a:ext>
              </a:extLst>
            </p:cNvPr>
            <p:cNvCxnSpPr>
              <a:cxnSpLocks/>
            </p:cNvCxnSpPr>
            <p:nvPr/>
          </p:nvCxnSpPr>
          <p:spPr>
            <a:xfrm>
              <a:off x="4690081" y="2078053"/>
              <a:ext cx="0" cy="902702"/>
            </a:xfrm>
            <a:prstGeom prst="line">
              <a:avLst/>
            </a:prstGeom>
            <a:ln w="12700">
              <a:gradFill>
                <a:gsLst>
                  <a:gs pos="0">
                    <a:schemeClr val="accent1">
                      <a:alpha val="39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ADCD29A-5DBA-4DA1-B256-7A08F5F332AF}"/>
                </a:ext>
              </a:extLst>
            </p:cNvPr>
            <p:cNvCxnSpPr>
              <a:cxnSpLocks/>
            </p:cNvCxnSpPr>
            <p:nvPr/>
          </p:nvCxnSpPr>
          <p:spPr>
            <a:xfrm>
              <a:off x="3918705" y="3099390"/>
              <a:ext cx="0" cy="1074530"/>
            </a:xfrm>
            <a:prstGeom prst="line">
              <a:avLst/>
            </a:prstGeom>
            <a:ln w="12700">
              <a:gradFill>
                <a:gsLst>
                  <a:gs pos="0">
                    <a:schemeClr val="accent1">
                      <a:alpha val="52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9560C452-C87F-49FA-B3CD-BFB84964DFC3}"/>
                </a:ext>
              </a:extLst>
            </p:cNvPr>
            <p:cNvCxnSpPr>
              <a:cxnSpLocks/>
            </p:cNvCxnSpPr>
            <p:nvPr/>
          </p:nvCxnSpPr>
          <p:spPr>
            <a:xfrm>
              <a:off x="3164943" y="4091354"/>
              <a:ext cx="0" cy="842273"/>
            </a:xfrm>
            <a:prstGeom prst="line">
              <a:avLst/>
            </a:prstGeom>
            <a:ln w="12700"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AB576194-F5F8-4011-92E6-061411D997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6050" y="2078053"/>
              <a:ext cx="0" cy="902702"/>
            </a:xfrm>
            <a:prstGeom prst="line">
              <a:avLst/>
            </a:prstGeom>
            <a:ln w="12700">
              <a:gradFill>
                <a:gsLst>
                  <a:gs pos="0">
                    <a:schemeClr val="accent1">
                      <a:alpha val="39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751E49E9-9B5A-425E-B8C3-722778D33F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67426" y="3099390"/>
              <a:ext cx="0" cy="1074530"/>
            </a:xfrm>
            <a:prstGeom prst="line">
              <a:avLst/>
            </a:prstGeom>
            <a:ln w="12700">
              <a:gradFill>
                <a:gsLst>
                  <a:gs pos="0">
                    <a:schemeClr val="accent1">
                      <a:alpha val="52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B1336B9-84B4-4B42-853A-A093896F0E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21188" y="4091354"/>
              <a:ext cx="0" cy="842273"/>
            </a:xfrm>
            <a:prstGeom prst="line">
              <a:avLst/>
            </a:prstGeom>
            <a:ln w="12700"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93C08C6-46AB-468E-AE90-B43FE9687661}"/>
                </a:ext>
              </a:extLst>
            </p:cNvPr>
            <p:cNvCxnSpPr>
              <a:cxnSpLocks/>
            </p:cNvCxnSpPr>
            <p:nvPr/>
          </p:nvCxnSpPr>
          <p:spPr>
            <a:xfrm>
              <a:off x="6716670" y="638240"/>
              <a:ext cx="0" cy="902702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46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F34A2F0-4E31-4EA6-A2D9-50F11DA34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082463" y="1450360"/>
              <a:ext cx="0" cy="902702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26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FAD9C6E0-26B8-4A64-8EF7-1A2F08D98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387" y="2417809"/>
              <a:ext cx="0" cy="902702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26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5C8140D9-8B53-4A70-BE21-6A19D52BE0D9}"/>
                </a:ext>
              </a:extLst>
            </p:cNvPr>
            <p:cNvCxnSpPr>
              <a:cxnSpLocks/>
            </p:cNvCxnSpPr>
            <p:nvPr/>
          </p:nvCxnSpPr>
          <p:spPr>
            <a:xfrm>
              <a:off x="7277069" y="3683000"/>
              <a:ext cx="0" cy="75692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26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A1A79C33-0697-4D2D-AED1-45EA028839D3}"/>
                </a:ext>
              </a:extLst>
            </p:cNvPr>
            <p:cNvCxnSpPr>
              <a:cxnSpLocks/>
            </p:cNvCxnSpPr>
            <p:nvPr/>
          </p:nvCxnSpPr>
          <p:spPr>
            <a:xfrm>
              <a:off x="4914932" y="3906520"/>
              <a:ext cx="0" cy="75692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26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3" name="图片 172">
            <a:extLst>
              <a:ext uri="{FF2B5EF4-FFF2-40B4-BE49-F238E27FC236}">
                <a16:creationId xmlns:a16="http://schemas.microsoft.com/office/drawing/2014/main" id="{678A91CE-791E-4EE4-8D2A-38B5781407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577"/>
          <a:stretch>
            <a:fillRect/>
          </a:stretch>
        </p:blipFill>
        <p:spPr>
          <a:xfrm>
            <a:off x="0" y="6314742"/>
            <a:ext cx="12193588" cy="543259"/>
          </a:xfrm>
          <a:custGeom>
            <a:avLst/>
            <a:gdLst>
              <a:gd name="connsiteX0" fmla="*/ 0 w 12193588"/>
              <a:gd name="connsiteY0" fmla="*/ 0 h 543259"/>
              <a:gd name="connsiteX1" fmla="*/ 12193588 w 12193588"/>
              <a:gd name="connsiteY1" fmla="*/ 0 h 543259"/>
              <a:gd name="connsiteX2" fmla="*/ 12193588 w 12193588"/>
              <a:gd name="connsiteY2" fmla="*/ 543259 h 543259"/>
              <a:gd name="connsiteX3" fmla="*/ 0 w 12193588"/>
              <a:gd name="connsiteY3" fmla="*/ 543259 h 54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8" h="543259">
                <a:moveTo>
                  <a:pt x="0" y="0"/>
                </a:moveTo>
                <a:lnTo>
                  <a:pt x="12193588" y="0"/>
                </a:lnTo>
                <a:lnTo>
                  <a:pt x="12193588" y="543259"/>
                </a:lnTo>
                <a:lnTo>
                  <a:pt x="0" y="543259"/>
                </a:lnTo>
                <a:close/>
              </a:path>
            </a:pathLst>
          </a:cu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1565602B-03F7-C0E1-5259-83A038152C16}"/>
              </a:ext>
            </a:extLst>
          </p:cNvPr>
          <p:cNvSpPr/>
          <p:nvPr/>
        </p:nvSpPr>
        <p:spPr>
          <a:xfrm>
            <a:off x="8570211" y="438662"/>
            <a:ext cx="3459516" cy="598067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EE5039D6-23F9-E250-DEF5-870B3EA44A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1803654"/>
                  </p:ext>
                </p:extLst>
              </p:nvPr>
            </p:nvGraphicFramePr>
            <p:xfrm>
              <a:off x="391567" y="1139933"/>
              <a:ext cx="3960985" cy="42985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197">
                      <a:extLst>
                        <a:ext uri="{9D8B030D-6E8A-4147-A177-3AD203B41FA5}">
                          <a16:colId xmlns:a16="http://schemas.microsoft.com/office/drawing/2014/main" val="3795267006"/>
                        </a:ext>
                      </a:extLst>
                    </a:gridCol>
                    <a:gridCol w="792197">
                      <a:extLst>
                        <a:ext uri="{9D8B030D-6E8A-4147-A177-3AD203B41FA5}">
                          <a16:colId xmlns:a16="http://schemas.microsoft.com/office/drawing/2014/main" val="257397139"/>
                        </a:ext>
                      </a:extLst>
                    </a:gridCol>
                    <a:gridCol w="792197">
                      <a:extLst>
                        <a:ext uri="{9D8B030D-6E8A-4147-A177-3AD203B41FA5}">
                          <a16:colId xmlns:a16="http://schemas.microsoft.com/office/drawing/2014/main" val="332756398"/>
                        </a:ext>
                      </a:extLst>
                    </a:gridCol>
                    <a:gridCol w="792197">
                      <a:extLst>
                        <a:ext uri="{9D8B030D-6E8A-4147-A177-3AD203B41FA5}">
                          <a16:colId xmlns:a16="http://schemas.microsoft.com/office/drawing/2014/main" val="3351835309"/>
                        </a:ext>
                      </a:extLst>
                    </a:gridCol>
                    <a:gridCol w="792197">
                      <a:extLst>
                        <a:ext uri="{9D8B030D-6E8A-4147-A177-3AD203B41FA5}">
                          <a16:colId xmlns:a16="http://schemas.microsoft.com/office/drawing/2014/main" val="1818949472"/>
                        </a:ext>
                      </a:extLst>
                    </a:gridCol>
                  </a:tblGrid>
                  <a:tr h="859719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功能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err="1"/>
                            <a:t>yi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C-1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4648902"/>
                      </a:ext>
                    </a:extLst>
                  </a:tr>
                  <a:tr h="859719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加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bi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24747020"/>
                      </a:ext>
                    </a:extLst>
                  </a:tr>
                  <a:tr h="859719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𝑏𝑖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5283541"/>
                      </a:ext>
                    </a:extLst>
                  </a:tr>
                  <a:tr h="859719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加</a:t>
                          </a:r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2818943"/>
                      </a:ext>
                    </a:extLst>
                  </a:tr>
                  <a:tr h="859719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减</a:t>
                          </a:r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0771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EE5039D6-23F9-E250-DEF5-870B3EA44A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1803654"/>
                  </p:ext>
                </p:extLst>
              </p:nvPr>
            </p:nvGraphicFramePr>
            <p:xfrm>
              <a:off x="391567" y="1139933"/>
              <a:ext cx="3960985" cy="42985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197">
                      <a:extLst>
                        <a:ext uri="{9D8B030D-6E8A-4147-A177-3AD203B41FA5}">
                          <a16:colId xmlns:a16="http://schemas.microsoft.com/office/drawing/2014/main" val="3795267006"/>
                        </a:ext>
                      </a:extLst>
                    </a:gridCol>
                    <a:gridCol w="792197">
                      <a:extLst>
                        <a:ext uri="{9D8B030D-6E8A-4147-A177-3AD203B41FA5}">
                          <a16:colId xmlns:a16="http://schemas.microsoft.com/office/drawing/2014/main" val="257397139"/>
                        </a:ext>
                      </a:extLst>
                    </a:gridCol>
                    <a:gridCol w="792197">
                      <a:extLst>
                        <a:ext uri="{9D8B030D-6E8A-4147-A177-3AD203B41FA5}">
                          <a16:colId xmlns:a16="http://schemas.microsoft.com/office/drawing/2014/main" val="332756398"/>
                        </a:ext>
                      </a:extLst>
                    </a:gridCol>
                    <a:gridCol w="792197">
                      <a:extLst>
                        <a:ext uri="{9D8B030D-6E8A-4147-A177-3AD203B41FA5}">
                          <a16:colId xmlns:a16="http://schemas.microsoft.com/office/drawing/2014/main" val="3351835309"/>
                        </a:ext>
                      </a:extLst>
                    </a:gridCol>
                    <a:gridCol w="792197">
                      <a:extLst>
                        <a:ext uri="{9D8B030D-6E8A-4147-A177-3AD203B41FA5}">
                          <a16:colId xmlns:a16="http://schemas.microsoft.com/office/drawing/2014/main" val="1818949472"/>
                        </a:ext>
                      </a:extLst>
                    </a:gridCol>
                  </a:tblGrid>
                  <a:tr h="859719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功能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err="1"/>
                            <a:t>yi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C-1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4648902"/>
                      </a:ext>
                    </a:extLst>
                  </a:tr>
                  <a:tr h="859719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加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bi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24747020"/>
                      </a:ext>
                    </a:extLst>
                  </a:tr>
                  <a:tr h="859719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1538" t="-204255" r="-103077" b="-20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5283541"/>
                      </a:ext>
                    </a:extLst>
                  </a:tr>
                  <a:tr h="859719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加</a:t>
                          </a:r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2818943"/>
                      </a:ext>
                    </a:extLst>
                  </a:tr>
                  <a:tr h="859719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减</a:t>
                          </a:r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07714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6894B8E5-3FDB-5E8E-576F-13AB44F9D8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180" y="1463511"/>
            <a:ext cx="4064209" cy="353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201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92D3FEA-3BC1-461E-B48C-76A0C06C8F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算数单元设计过程</a:t>
            </a:r>
            <a:endParaRPr lang="zh-CN" altLang="en-US" sz="32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550" name="图片 549">
            <a:extLst>
              <a:ext uri="{FF2B5EF4-FFF2-40B4-BE49-F238E27FC236}">
                <a16:creationId xmlns:a16="http://schemas.microsoft.com/office/drawing/2014/main" id="{C6793B8E-5C95-4456-ADAC-22BA9ED6F1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577"/>
          <a:stretch>
            <a:fillRect/>
          </a:stretch>
        </p:blipFill>
        <p:spPr>
          <a:xfrm>
            <a:off x="0" y="6314742"/>
            <a:ext cx="12193588" cy="543259"/>
          </a:xfrm>
          <a:custGeom>
            <a:avLst/>
            <a:gdLst>
              <a:gd name="connsiteX0" fmla="*/ 0 w 12193588"/>
              <a:gd name="connsiteY0" fmla="*/ 0 h 543259"/>
              <a:gd name="connsiteX1" fmla="*/ 12193588 w 12193588"/>
              <a:gd name="connsiteY1" fmla="*/ 0 h 543259"/>
              <a:gd name="connsiteX2" fmla="*/ 12193588 w 12193588"/>
              <a:gd name="connsiteY2" fmla="*/ 543259 h 543259"/>
              <a:gd name="connsiteX3" fmla="*/ 0 w 12193588"/>
              <a:gd name="connsiteY3" fmla="*/ 543259 h 54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8" h="543259">
                <a:moveTo>
                  <a:pt x="0" y="0"/>
                </a:moveTo>
                <a:lnTo>
                  <a:pt x="12193588" y="0"/>
                </a:lnTo>
                <a:lnTo>
                  <a:pt x="12193588" y="543259"/>
                </a:lnTo>
                <a:lnTo>
                  <a:pt x="0" y="543259"/>
                </a:lnTo>
                <a:close/>
              </a:path>
            </a:pathLst>
          </a:cu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963FDCE8-889F-ABFE-D256-25E570BBAD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8388837"/>
                  </p:ext>
                </p:extLst>
              </p:nvPr>
            </p:nvGraphicFramePr>
            <p:xfrm>
              <a:off x="569031" y="1609858"/>
              <a:ext cx="3960985" cy="41957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197">
                      <a:extLst>
                        <a:ext uri="{9D8B030D-6E8A-4147-A177-3AD203B41FA5}">
                          <a16:colId xmlns:a16="http://schemas.microsoft.com/office/drawing/2014/main" val="3795267006"/>
                        </a:ext>
                      </a:extLst>
                    </a:gridCol>
                    <a:gridCol w="792197">
                      <a:extLst>
                        <a:ext uri="{9D8B030D-6E8A-4147-A177-3AD203B41FA5}">
                          <a16:colId xmlns:a16="http://schemas.microsoft.com/office/drawing/2014/main" val="257397139"/>
                        </a:ext>
                      </a:extLst>
                    </a:gridCol>
                    <a:gridCol w="792197">
                      <a:extLst>
                        <a:ext uri="{9D8B030D-6E8A-4147-A177-3AD203B41FA5}">
                          <a16:colId xmlns:a16="http://schemas.microsoft.com/office/drawing/2014/main" val="332756398"/>
                        </a:ext>
                      </a:extLst>
                    </a:gridCol>
                    <a:gridCol w="792197">
                      <a:extLst>
                        <a:ext uri="{9D8B030D-6E8A-4147-A177-3AD203B41FA5}">
                          <a16:colId xmlns:a16="http://schemas.microsoft.com/office/drawing/2014/main" val="3351835309"/>
                        </a:ext>
                      </a:extLst>
                    </a:gridCol>
                    <a:gridCol w="792197">
                      <a:extLst>
                        <a:ext uri="{9D8B030D-6E8A-4147-A177-3AD203B41FA5}">
                          <a16:colId xmlns:a16="http://schemas.microsoft.com/office/drawing/2014/main" val="1818949472"/>
                        </a:ext>
                      </a:extLst>
                    </a:gridCol>
                  </a:tblGrid>
                  <a:tr h="756841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功能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err="1"/>
                            <a:t>yi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C-1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4648902"/>
                      </a:ext>
                    </a:extLst>
                  </a:tr>
                  <a:tr h="859719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加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bi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24747020"/>
                      </a:ext>
                    </a:extLst>
                  </a:tr>
                  <a:tr h="859719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𝑏𝑖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5283541"/>
                      </a:ext>
                    </a:extLst>
                  </a:tr>
                  <a:tr h="859719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加</a:t>
                          </a:r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2818943"/>
                      </a:ext>
                    </a:extLst>
                  </a:tr>
                  <a:tr h="859719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减</a:t>
                          </a:r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0771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963FDCE8-889F-ABFE-D256-25E570BBAD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8388837"/>
                  </p:ext>
                </p:extLst>
              </p:nvPr>
            </p:nvGraphicFramePr>
            <p:xfrm>
              <a:off x="569031" y="1609858"/>
              <a:ext cx="3960985" cy="41957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197">
                      <a:extLst>
                        <a:ext uri="{9D8B030D-6E8A-4147-A177-3AD203B41FA5}">
                          <a16:colId xmlns:a16="http://schemas.microsoft.com/office/drawing/2014/main" val="3795267006"/>
                        </a:ext>
                      </a:extLst>
                    </a:gridCol>
                    <a:gridCol w="792197">
                      <a:extLst>
                        <a:ext uri="{9D8B030D-6E8A-4147-A177-3AD203B41FA5}">
                          <a16:colId xmlns:a16="http://schemas.microsoft.com/office/drawing/2014/main" val="257397139"/>
                        </a:ext>
                      </a:extLst>
                    </a:gridCol>
                    <a:gridCol w="792197">
                      <a:extLst>
                        <a:ext uri="{9D8B030D-6E8A-4147-A177-3AD203B41FA5}">
                          <a16:colId xmlns:a16="http://schemas.microsoft.com/office/drawing/2014/main" val="332756398"/>
                        </a:ext>
                      </a:extLst>
                    </a:gridCol>
                    <a:gridCol w="792197">
                      <a:extLst>
                        <a:ext uri="{9D8B030D-6E8A-4147-A177-3AD203B41FA5}">
                          <a16:colId xmlns:a16="http://schemas.microsoft.com/office/drawing/2014/main" val="3351835309"/>
                        </a:ext>
                      </a:extLst>
                    </a:gridCol>
                    <a:gridCol w="792197">
                      <a:extLst>
                        <a:ext uri="{9D8B030D-6E8A-4147-A177-3AD203B41FA5}">
                          <a16:colId xmlns:a16="http://schemas.microsoft.com/office/drawing/2014/main" val="1818949472"/>
                        </a:ext>
                      </a:extLst>
                    </a:gridCol>
                  </a:tblGrid>
                  <a:tr h="756841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功能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err="1"/>
                            <a:t>yi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C-1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4648902"/>
                      </a:ext>
                    </a:extLst>
                  </a:tr>
                  <a:tr h="859719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加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bi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24747020"/>
                      </a:ext>
                    </a:extLst>
                  </a:tr>
                  <a:tr h="859719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1538" t="-190141" r="-10307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5283541"/>
                      </a:ext>
                    </a:extLst>
                  </a:tr>
                  <a:tr h="859719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加</a:t>
                          </a:r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2818943"/>
                      </a:ext>
                    </a:extLst>
                  </a:tr>
                  <a:tr h="859719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减</a:t>
                          </a:r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0771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1F5B6021-55A6-146D-8FEE-56AC2B961D0A}"/>
              </a:ext>
            </a:extLst>
          </p:cNvPr>
          <p:cNvSpPr txBox="1"/>
          <p:nvPr/>
        </p:nvSpPr>
        <p:spPr>
          <a:xfrm>
            <a:off x="569031" y="1099627"/>
            <a:ext cx="1420755" cy="405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400" dirty="0"/>
              <a:t>列功能表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C968724-7EF8-9FB6-F526-68B604B124F4}"/>
              </a:ext>
            </a:extLst>
          </p:cNvPr>
          <p:cNvSpPr/>
          <p:nvPr/>
        </p:nvSpPr>
        <p:spPr>
          <a:xfrm>
            <a:off x="5492840" y="1505251"/>
            <a:ext cx="5724658" cy="503268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11EF98E-32A7-29E8-5D93-D4518B76FB10}"/>
              </a:ext>
            </a:extLst>
          </p:cNvPr>
          <p:cNvSpPr txBox="1"/>
          <p:nvPr/>
        </p:nvSpPr>
        <p:spPr>
          <a:xfrm>
            <a:off x="6001555" y="1099627"/>
            <a:ext cx="1538883" cy="33804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000" dirty="0"/>
              <a:t>写逻辑表达式</a:t>
            </a:r>
          </a:p>
        </p:txBody>
      </p:sp>
    </p:spTree>
    <p:extLst>
      <p:ext uri="{BB962C8B-B14F-4D97-AF65-F5344CB8AC3E}">
        <p14:creationId xmlns:p14="http://schemas.microsoft.com/office/powerpoint/2010/main" val="885768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60AED2A-2C7D-4C8B-AC45-0CCE10A035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2975" y="320065"/>
            <a:ext cx="7086600" cy="540854"/>
          </a:xfrm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算术单元的逻辑电路图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BF2808C-F9F5-179F-2F95-AAA424BD3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37" y="931753"/>
            <a:ext cx="3322836" cy="574663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446A9D5-DB84-D87F-DA58-DA165A059C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792" y="155777"/>
            <a:ext cx="6401129" cy="4305521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D6DADC21-2662-404D-31A3-BE81316FA1BE}"/>
              </a:ext>
            </a:extLst>
          </p:cNvPr>
          <p:cNvSpPr/>
          <p:nvPr/>
        </p:nvSpPr>
        <p:spPr>
          <a:xfrm>
            <a:off x="5774657" y="4559814"/>
            <a:ext cx="5777693" cy="220159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127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6DB603EE-588F-4182-B018-1ABC7D56F01D}"/>
              </a:ext>
            </a:extLst>
          </p:cNvPr>
          <p:cNvSpPr txBox="1">
            <a:spLocks/>
          </p:cNvSpPr>
          <p:nvPr/>
        </p:nvSpPr>
        <p:spPr>
          <a:xfrm>
            <a:off x="6561396" y="5419799"/>
            <a:ext cx="2132122" cy="516635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3" name="文本框 142" hidden="1">
            <a:extLst>
              <a:ext uri="{FF2B5EF4-FFF2-40B4-BE49-F238E27FC236}">
                <a16:creationId xmlns:a16="http://schemas.microsoft.com/office/drawing/2014/main" id="{FDD596FB-2E10-4C25-ACA8-948BE6B70339}"/>
              </a:ext>
            </a:extLst>
          </p:cNvPr>
          <p:cNvSpPr txBox="1"/>
          <p:nvPr/>
        </p:nvSpPr>
        <p:spPr>
          <a:xfrm>
            <a:off x="-9484757" y="1072358"/>
            <a:ext cx="4546600" cy="53660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0" dirty="0">
                <a:ln>
                  <a:solidFill>
                    <a:schemeClr val="accent1"/>
                  </a:solidFill>
                </a:ln>
                <a:noFill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3</a:t>
            </a:r>
            <a:endParaRPr lang="zh-CN" altLang="en-US" sz="32000" dirty="0">
              <a:ln>
                <a:solidFill>
                  <a:schemeClr val="accent1"/>
                </a:solidFill>
              </a:ln>
              <a:noFill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D6EC87C9-6919-4013-935A-E030A17A741A}"/>
              </a:ext>
            </a:extLst>
          </p:cNvPr>
          <p:cNvSpPr/>
          <p:nvPr/>
        </p:nvSpPr>
        <p:spPr>
          <a:xfrm>
            <a:off x="9941039" y="5985234"/>
            <a:ext cx="2234219" cy="872766"/>
          </a:xfrm>
          <a:custGeom>
            <a:avLst/>
            <a:gdLst>
              <a:gd name="connsiteX0" fmla="*/ 1326682 w 2234219"/>
              <a:gd name="connsiteY0" fmla="*/ 0 h 872766"/>
              <a:gd name="connsiteX1" fmla="*/ 1713677 w 2234219"/>
              <a:gd name="connsiteY1" fmla="*/ 0 h 872766"/>
              <a:gd name="connsiteX2" fmla="*/ 2234219 w 2234219"/>
              <a:gd name="connsiteY2" fmla="*/ 588731 h 872766"/>
              <a:gd name="connsiteX3" fmla="*/ 1983078 w 2234219"/>
              <a:gd name="connsiteY3" fmla="*/ 872766 h 872766"/>
              <a:gd name="connsiteX4" fmla="*/ 1596082 w 2234219"/>
              <a:gd name="connsiteY4" fmla="*/ 872766 h 872766"/>
              <a:gd name="connsiteX5" fmla="*/ 1847223 w 2234219"/>
              <a:gd name="connsiteY5" fmla="*/ 588731 h 872766"/>
              <a:gd name="connsiteX6" fmla="*/ 663341 w 2234219"/>
              <a:gd name="connsiteY6" fmla="*/ 0 h 872766"/>
              <a:gd name="connsiteX7" fmla="*/ 1050337 w 2234219"/>
              <a:gd name="connsiteY7" fmla="*/ 0 h 872766"/>
              <a:gd name="connsiteX8" fmla="*/ 1570878 w 2234219"/>
              <a:gd name="connsiteY8" fmla="*/ 588731 h 872766"/>
              <a:gd name="connsiteX9" fmla="*/ 1319737 w 2234219"/>
              <a:gd name="connsiteY9" fmla="*/ 872766 h 872766"/>
              <a:gd name="connsiteX10" fmla="*/ 932741 w 2234219"/>
              <a:gd name="connsiteY10" fmla="*/ 872766 h 872766"/>
              <a:gd name="connsiteX11" fmla="*/ 1183882 w 2234219"/>
              <a:gd name="connsiteY11" fmla="*/ 588731 h 872766"/>
              <a:gd name="connsiteX12" fmla="*/ 0 w 2234219"/>
              <a:gd name="connsiteY12" fmla="*/ 0 h 872766"/>
              <a:gd name="connsiteX13" fmla="*/ 386996 w 2234219"/>
              <a:gd name="connsiteY13" fmla="*/ 0 h 872766"/>
              <a:gd name="connsiteX14" fmla="*/ 907537 w 2234219"/>
              <a:gd name="connsiteY14" fmla="*/ 588731 h 872766"/>
              <a:gd name="connsiteX15" fmla="*/ 656396 w 2234219"/>
              <a:gd name="connsiteY15" fmla="*/ 872766 h 872766"/>
              <a:gd name="connsiteX16" fmla="*/ 269401 w 2234219"/>
              <a:gd name="connsiteY16" fmla="*/ 872766 h 872766"/>
              <a:gd name="connsiteX17" fmla="*/ 520542 w 2234219"/>
              <a:gd name="connsiteY17" fmla="*/ 588731 h 87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4219" h="872766">
                <a:moveTo>
                  <a:pt x="1326682" y="0"/>
                </a:moveTo>
                <a:lnTo>
                  <a:pt x="1713677" y="0"/>
                </a:lnTo>
                <a:lnTo>
                  <a:pt x="2234219" y="588731"/>
                </a:lnTo>
                <a:lnTo>
                  <a:pt x="1983078" y="872766"/>
                </a:lnTo>
                <a:lnTo>
                  <a:pt x="1596082" y="872766"/>
                </a:lnTo>
                <a:lnTo>
                  <a:pt x="1847223" y="588731"/>
                </a:lnTo>
                <a:close/>
                <a:moveTo>
                  <a:pt x="663341" y="0"/>
                </a:moveTo>
                <a:lnTo>
                  <a:pt x="1050337" y="0"/>
                </a:lnTo>
                <a:lnTo>
                  <a:pt x="1570878" y="588731"/>
                </a:lnTo>
                <a:lnTo>
                  <a:pt x="1319737" y="872766"/>
                </a:lnTo>
                <a:lnTo>
                  <a:pt x="932741" y="872766"/>
                </a:lnTo>
                <a:lnTo>
                  <a:pt x="1183882" y="588731"/>
                </a:lnTo>
                <a:close/>
                <a:moveTo>
                  <a:pt x="0" y="0"/>
                </a:moveTo>
                <a:lnTo>
                  <a:pt x="386996" y="0"/>
                </a:lnTo>
                <a:lnTo>
                  <a:pt x="907537" y="588731"/>
                </a:lnTo>
                <a:lnTo>
                  <a:pt x="656396" y="872766"/>
                </a:lnTo>
                <a:lnTo>
                  <a:pt x="269401" y="872766"/>
                </a:lnTo>
                <a:lnTo>
                  <a:pt x="520542" y="588731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0"/>
                  <a:alpha val="20000"/>
                </a:schemeClr>
              </a:gs>
              <a:gs pos="93000">
                <a:srgbClr val="C73D8E">
                  <a:alpha val="20000"/>
                </a:srgbClr>
              </a:gs>
              <a:gs pos="100000">
                <a:schemeClr val="accent5">
                  <a:alpha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A766EA9A-13C2-4506-AF56-E4A73745B8EA}"/>
              </a:ext>
            </a:extLst>
          </p:cNvPr>
          <p:cNvSpPr/>
          <p:nvPr/>
        </p:nvSpPr>
        <p:spPr>
          <a:xfrm>
            <a:off x="626223" y="914400"/>
            <a:ext cx="1069475" cy="563623"/>
          </a:xfrm>
          <a:custGeom>
            <a:avLst/>
            <a:gdLst>
              <a:gd name="connsiteX0" fmla="*/ 169032 w 284661"/>
              <a:gd name="connsiteY0" fmla="*/ 0 h 150019"/>
              <a:gd name="connsiteX1" fmla="*/ 218339 w 284661"/>
              <a:gd name="connsiteY1" fmla="*/ 0 h 150019"/>
              <a:gd name="connsiteX2" fmla="*/ 284661 w 284661"/>
              <a:gd name="connsiteY2" fmla="*/ 75010 h 150019"/>
              <a:gd name="connsiteX3" fmla="*/ 218339 w 284661"/>
              <a:gd name="connsiteY3" fmla="*/ 150019 h 150019"/>
              <a:gd name="connsiteX4" fmla="*/ 169032 w 284661"/>
              <a:gd name="connsiteY4" fmla="*/ 150019 h 150019"/>
              <a:gd name="connsiteX5" fmla="*/ 235354 w 284661"/>
              <a:gd name="connsiteY5" fmla="*/ 75010 h 150019"/>
              <a:gd name="connsiteX6" fmla="*/ 84516 w 284661"/>
              <a:gd name="connsiteY6" fmla="*/ 0 h 150019"/>
              <a:gd name="connsiteX7" fmla="*/ 133823 w 284661"/>
              <a:gd name="connsiteY7" fmla="*/ 0 h 150019"/>
              <a:gd name="connsiteX8" fmla="*/ 200145 w 284661"/>
              <a:gd name="connsiteY8" fmla="*/ 75010 h 150019"/>
              <a:gd name="connsiteX9" fmla="*/ 133823 w 284661"/>
              <a:gd name="connsiteY9" fmla="*/ 150019 h 150019"/>
              <a:gd name="connsiteX10" fmla="*/ 84516 w 284661"/>
              <a:gd name="connsiteY10" fmla="*/ 150019 h 150019"/>
              <a:gd name="connsiteX11" fmla="*/ 150838 w 284661"/>
              <a:gd name="connsiteY11" fmla="*/ 75010 h 150019"/>
              <a:gd name="connsiteX12" fmla="*/ 0 w 284661"/>
              <a:gd name="connsiteY12" fmla="*/ 0 h 150019"/>
              <a:gd name="connsiteX13" fmla="*/ 49307 w 284661"/>
              <a:gd name="connsiteY13" fmla="*/ 0 h 150019"/>
              <a:gd name="connsiteX14" fmla="*/ 115629 w 284661"/>
              <a:gd name="connsiteY14" fmla="*/ 75010 h 150019"/>
              <a:gd name="connsiteX15" fmla="*/ 49307 w 284661"/>
              <a:gd name="connsiteY15" fmla="*/ 150019 h 150019"/>
              <a:gd name="connsiteX16" fmla="*/ 0 w 284661"/>
              <a:gd name="connsiteY16" fmla="*/ 150019 h 150019"/>
              <a:gd name="connsiteX17" fmla="*/ 66322 w 284661"/>
              <a:gd name="connsiteY17" fmla="*/ 75010 h 15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4661" h="150019">
                <a:moveTo>
                  <a:pt x="169032" y="0"/>
                </a:moveTo>
                <a:lnTo>
                  <a:pt x="218339" y="0"/>
                </a:lnTo>
                <a:lnTo>
                  <a:pt x="284661" y="75010"/>
                </a:lnTo>
                <a:lnTo>
                  <a:pt x="218339" y="150019"/>
                </a:lnTo>
                <a:lnTo>
                  <a:pt x="169032" y="150019"/>
                </a:lnTo>
                <a:lnTo>
                  <a:pt x="235354" y="75010"/>
                </a:lnTo>
                <a:close/>
                <a:moveTo>
                  <a:pt x="84516" y="0"/>
                </a:moveTo>
                <a:lnTo>
                  <a:pt x="133823" y="0"/>
                </a:lnTo>
                <a:lnTo>
                  <a:pt x="200145" y="75010"/>
                </a:lnTo>
                <a:lnTo>
                  <a:pt x="133823" y="150019"/>
                </a:lnTo>
                <a:lnTo>
                  <a:pt x="84516" y="150019"/>
                </a:lnTo>
                <a:lnTo>
                  <a:pt x="150838" y="75010"/>
                </a:lnTo>
                <a:close/>
                <a:moveTo>
                  <a:pt x="0" y="0"/>
                </a:moveTo>
                <a:lnTo>
                  <a:pt x="49307" y="0"/>
                </a:lnTo>
                <a:lnTo>
                  <a:pt x="115629" y="75010"/>
                </a:lnTo>
                <a:lnTo>
                  <a:pt x="49307" y="150019"/>
                </a:lnTo>
                <a:lnTo>
                  <a:pt x="0" y="150019"/>
                </a:lnTo>
                <a:lnTo>
                  <a:pt x="66322" y="7501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0"/>
                  <a:alpha val="20000"/>
                </a:schemeClr>
              </a:gs>
              <a:gs pos="93000">
                <a:srgbClr val="C73D8E">
                  <a:alpha val="20000"/>
                </a:srgbClr>
              </a:gs>
              <a:gs pos="100000">
                <a:schemeClr val="accent5">
                  <a:alpha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BBDF0A11-FBCF-4467-A5B0-2867DF3F19BA}"/>
              </a:ext>
            </a:extLst>
          </p:cNvPr>
          <p:cNvSpPr/>
          <p:nvPr/>
        </p:nvSpPr>
        <p:spPr>
          <a:xfrm>
            <a:off x="6717513" y="5694508"/>
            <a:ext cx="586480" cy="309080"/>
          </a:xfrm>
          <a:custGeom>
            <a:avLst/>
            <a:gdLst>
              <a:gd name="connsiteX0" fmla="*/ 169032 w 284661"/>
              <a:gd name="connsiteY0" fmla="*/ 0 h 150019"/>
              <a:gd name="connsiteX1" fmla="*/ 218339 w 284661"/>
              <a:gd name="connsiteY1" fmla="*/ 0 h 150019"/>
              <a:gd name="connsiteX2" fmla="*/ 284661 w 284661"/>
              <a:gd name="connsiteY2" fmla="*/ 75010 h 150019"/>
              <a:gd name="connsiteX3" fmla="*/ 218339 w 284661"/>
              <a:gd name="connsiteY3" fmla="*/ 150019 h 150019"/>
              <a:gd name="connsiteX4" fmla="*/ 169032 w 284661"/>
              <a:gd name="connsiteY4" fmla="*/ 150019 h 150019"/>
              <a:gd name="connsiteX5" fmla="*/ 235354 w 284661"/>
              <a:gd name="connsiteY5" fmla="*/ 75010 h 150019"/>
              <a:gd name="connsiteX6" fmla="*/ 84516 w 284661"/>
              <a:gd name="connsiteY6" fmla="*/ 0 h 150019"/>
              <a:gd name="connsiteX7" fmla="*/ 133823 w 284661"/>
              <a:gd name="connsiteY7" fmla="*/ 0 h 150019"/>
              <a:gd name="connsiteX8" fmla="*/ 200145 w 284661"/>
              <a:gd name="connsiteY8" fmla="*/ 75010 h 150019"/>
              <a:gd name="connsiteX9" fmla="*/ 133823 w 284661"/>
              <a:gd name="connsiteY9" fmla="*/ 150019 h 150019"/>
              <a:gd name="connsiteX10" fmla="*/ 84516 w 284661"/>
              <a:gd name="connsiteY10" fmla="*/ 150019 h 150019"/>
              <a:gd name="connsiteX11" fmla="*/ 150838 w 284661"/>
              <a:gd name="connsiteY11" fmla="*/ 75010 h 150019"/>
              <a:gd name="connsiteX12" fmla="*/ 0 w 284661"/>
              <a:gd name="connsiteY12" fmla="*/ 0 h 150019"/>
              <a:gd name="connsiteX13" fmla="*/ 49307 w 284661"/>
              <a:gd name="connsiteY13" fmla="*/ 0 h 150019"/>
              <a:gd name="connsiteX14" fmla="*/ 115629 w 284661"/>
              <a:gd name="connsiteY14" fmla="*/ 75010 h 150019"/>
              <a:gd name="connsiteX15" fmla="*/ 49307 w 284661"/>
              <a:gd name="connsiteY15" fmla="*/ 150019 h 150019"/>
              <a:gd name="connsiteX16" fmla="*/ 0 w 284661"/>
              <a:gd name="connsiteY16" fmla="*/ 150019 h 150019"/>
              <a:gd name="connsiteX17" fmla="*/ 66322 w 284661"/>
              <a:gd name="connsiteY17" fmla="*/ 75010 h 15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4661" h="150019">
                <a:moveTo>
                  <a:pt x="169032" y="0"/>
                </a:moveTo>
                <a:lnTo>
                  <a:pt x="218339" y="0"/>
                </a:lnTo>
                <a:lnTo>
                  <a:pt x="284661" y="75010"/>
                </a:lnTo>
                <a:lnTo>
                  <a:pt x="218339" y="150019"/>
                </a:lnTo>
                <a:lnTo>
                  <a:pt x="169032" y="150019"/>
                </a:lnTo>
                <a:lnTo>
                  <a:pt x="235354" y="75010"/>
                </a:lnTo>
                <a:close/>
                <a:moveTo>
                  <a:pt x="84516" y="0"/>
                </a:moveTo>
                <a:lnTo>
                  <a:pt x="133823" y="0"/>
                </a:lnTo>
                <a:lnTo>
                  <a:pt x="200145" y="75010"/>
                </a:lnTo>
                <a:lnTo>
                  <a:pt x="133823" y="150019"/>
                </a:lnTo>
                <a:lnTo>
                  <a:pt x="84516" y="150019"/>
                </a:lnTo>
                <a:lnTo>
                  <a:pt x="150838" y="75010"/>
                </a:lnTo>
                <a:close/>
                <a:moveTo>
                  <a:pt x="0" y="0"/>
                </a:moveTo>
                <a:lnTo>
                  <a:pt x="49307" y="0"/>
                </a:lnTo>
                <a:lnTo>
                  <a:pt x="115629" y="75010"/>
                </a:lnTo>
                <a:lnTo>
                  <a:pt x="49307" y="150019"/>
                </a:lnTo>
                <a:lnTo>
                  <a:pt x="0" y="150019"/>
                </a:lnTo>
                <a:lnTo>
                  <a:pt x="66322" y="7501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0"/>
                  <a:alpha val="10000"/>
                </a:schemeClr>
              </a:gs>
              <a:gs pos="93000">
                <a:srgbClr val="C73D8E">
                  <a:alpha val="10000"/>
                </a:srgbClr>
              </a:gs>
              <a:gs pos="100000">
                <a:schemeClr val="accent5">
                  <a:alpha val="1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8" name="文本框 37" hidden="1">
            <a:extLst>
              <a:ext uri="{FF2B5EF4-FFF2-40B4-BE49-F238E27FC236}">
                <a16:creationId xmlns:a16="http://schemas.microsoft.com/office/drawing/2014/main" id="{9A14A801-1269-446C-B32F-C964B3A328A7}"/>
              </a:ext>
            </a:extLst>
          </p:cNvPr>
          <p:cNvSpPr txBox="1"/>
          <p:nvPr/>
        </p:nvSpPr>
        <p:spPr>
          <a:xfrm>
            <a:off x="-7415209" y="3636925"/>
            <a:ext cx="4546600" cy="53660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0" dirty="0">
                <a:ln>
                  <a:solidFill>
                    <a:schemeClr val="accent1"/>
                  </a:solidFill>
                </a:ln>
                <a:noFill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</a:t>
            </a:r>
            <a:endParaRPr lang="zh-CN" altLang="en-US" sz="32000" dirty="0">
              <a:ln>
                <a:solidFill>
                  <a:schemeClr val="accent1"/>
                </a:solidFill>
              </a:ln>
              <a:noFill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9" name="文本框 38" hidden="1">
            <a:extLst>
              <a:ext uri="{FF2B5EF4-FFF2-40B4-BE49-F238E27FC236}">
                <a16:creationId xmlns:a16="http://schemas.microsoft.com/office/drawing/2014/main" id="{92615B3D-7A55-4B52-BA45-1D01EC1DBC77}"/>
              </a:ext>
            </a:extLst>
          </p:cNvPr>
          <p:cNvSpPr txBox="1"/>
          <p:nvPr/>
        </p:nvSpPr>
        <p:spPr>
          <a:xfrm>
            <a:off x="-2405626" y="4349900"/>
            <a:ext cx="4546600" cy="53660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0" dirty="0">
                <a:ln>
                  <a:solidFill>
                    <a:schemeClr val="accent1"/>
                  </a:solidFill>
                </a:ln>
                <a:noFill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1</a:t>
            </a:r>
            <a:endParaRPr lang="zh-CN" altLang="en-US" sz="32000" dirty="0">
              <a:ln>
                <a:solidFill>
                  <a:schemeClr val="accent1"/>
                </a:solidFill>
              </a:ln>
              <a:noFill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ED0596E-C740-8068-7542-A53E2ECD7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57" y="1196211"/>
            <a:ext cx="6102541" cy="4138591"/>
          </a:xfrm>
          <a:prstGeom prst="rect">
            <a:avLst/>
          </a:prstGeom>
        </p:spPr>
      </p:pic>
      <p:sp>
        <p:nvSpPr>
          <p:cNvPr id="23" name="文本占位符 6">
            <a:extLst>
              <a:ext uri="{FF2B5EF4-FFF2-40B4-BE49-F238E27FC236}">
                <a16:creationId xmlns:a16="http://schemas.microsoft.com/office/drawing/2014/main" id="{91352138-3DD5-1B75-A8E3-A96746F9360F}"/>
              </a:ext>
            </a:extLst>
          </p:cNvPr>
          <p:cNvSpPr txBox="1">
            <a:spLocks/>
          </p:cNvSpPr>
          <p:nvPr/>
        </p:nvSpPr>
        <p:spPr>
          <a:xfrm>
            <a:off x="540857" y="222059"/>
            <a:ext cx="7086600" cy="632353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spc="200" dirty="0">
                <a:gradFill flip="none" rotWithShape="1">
                  <a:gsLst>
                    <a:gs pos="50000">
                      <a:schemeClr val="accent1"/>
                    </a:gs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算术单元的逻辑电路图</a:t>
            </a:r>
          </a:p>
        </p:txBody>
      </p:sp>
    </p:spTree>
    <p:extLst>
      <p:ext uri="{BB962C8B-B14F-4D97-AF65-F5344CB8AC3E}">
        <p14:creationId xmlns:p14="http://schemas.microsoft.com/office/powerpoint/2010/main" val="1510721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D962C31-9759-4013-A476-2F2560EB01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61287" y="338353"/>
            <a:ext cx="9326881" cy="2789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ALU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实例介绍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ALU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集成电路有多个品种，有些功能简单有些功能复杂。图示为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4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位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ALU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集成电路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74LS382(TTL)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和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74HC382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（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CMOS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）的逻辑符号和功能表。图中，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A3A2A1A0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和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B3B2B1B0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为两组操作数，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F3F2F1F0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为输出结果。在任一时刻，电路所进行的操作取决于功能选择输入信号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S2S1S0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的取值。如图，所示功能表可见，该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ALU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可进行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8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种不同的操作。</a:t>
            </a: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212" name="图片 211">
            <a:extLst>
              <a:ext uri="{FF2B5EF4-FFF2-40B4-BE49-F238E27FC236}">
                <a16:creationId xmlns:a16="http://schemas.microsoft.com/office/drawing/2014/main" id="{617B21CC-4166-40C2-BDC5-6E93696DD0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577"/>
          <a:stretch>
            <a:fillRect/>
          </a:stretch>
        </p:blipFill>
        <p:spPr>
          <a:xfrm>
            <a:off x="0" y="6314742"/>
            <a:ext cx="12193588" cy="543259"/>
          </a:xfrm>
          <a:custGeom>
            <a:avLst/>
            <a:gdLst>
              <a:gd name="connsiteX0" fmla="*/ 0 w 12193588"/>
              <a:gd name="connsiteY0" fmla="*/ 0 h 543259"/>
              <a:gd name="connsiteX1" fmla="*/ 12193588 w 12193588"/>
              <a:gd name="connsiteY1" fmla="*/ 0 h 543259"/>
              <a:gd name="connsiteX2" fmla="*/ 12193588 w 12193588"/>
              <a:gd name="connsiteY2" fmla="*/ 543259 h 543259"/>
              <a:gd name="connsiteX3" fmla="*/ 0 w 12193588"/>
              <a:gd name="connsiteY3" fmla="*/ 543259 h 54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8" h="543259">
                <a:moveTo>
                  <a:pt x="0" y="0"/>
                </a:moveTo>
                <a:lnTo>
                  <a:pt x="12193588" y="0"/>
                </a:lnTo>
                <a:lnTo>
                  <a:pt x="12193588" y="543259"/>
                </a:lnTo>
                <a:lnTo>
                  <a:pt x="0" y="543259"/>
                </a:lnTo>
                <a:close/>
              </a:path>
            </a:pathLst>
          </a:cu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5274BD0-075D-80D5-3776-171C50E86D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22971" y="545484"/>
            <a:ext cx="3147646" cy="794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29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D3FBC731-D030-467D-BADB-2BEB9C5A8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880494">
            <a:off x="4606582" y="321565"/>
            <a:ext cx="7064634" cy="64080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39997AA-BB23-4BD2-BA64-6DE68458D33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8956" y="1453638"/>
            <a:ext cx="4655954" cy="4655954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C5828154-7779-4D65-88F3-1D58DC0B5164}"/>
              </a:ext>
            </a:extLst>
          </p:cNvPr>
          <p:cNvSpPr/>
          <p:nvPr/>
        </p:nvSpPr>
        <p:spPr>
          <a:xfrm rot="18900000">
            <a:off x="7061310" y="146755"/>
            <a:ext cx="2304000" cy="7269722"/>
          </a:xfrm>
          <a:prstGeom prst="ellipse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81000">
                <a:schemeClr val="accent1">
                  <a:alpha val="0"/>
                </a:schemeClr>
              </a:gs>
            </a:gsLst>
            <a:lin ang="0" scaled="1"/>
          </a:gradFill>
          <a:ln w="6350">
            <a:gradFill flip="none" rotWithShape="1">
              <a:gsLst>
                <a:gs pos="22000">
                  <a:schemeClr val="accent1"/>
                </a:gs>
                <a:gs pos="78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 defTabSz="914400"/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2DF5DA1C-90C7-45BB-BD56-E98C2F46CEB7}"/>
              </a:ext>
            </a:extLst>
          </p:cNvPr>
          <p:cNvSpPr/>
          <p:nvPr/>
        </p:nvSpPr>
        <p:spPr>
          <a:xfrm rot="14861203">
            <a:off x="7184043" y="102145"/>
            <a:ext cx="2304844" cy="7269722"/>
          </a:xfrm>
          <a:prstGeom prst="ellipse">
            <a:avLst/>
          </a:prstGeom>
          <a:gradFill>
            <a:gsLst>
              <a:gs pos="6000">
                <a:schemeClr val="accent1">
                  <a:alpha val="20000"/>
                </a:schemeClr>
              </a:gs>
              <a:gs pos="73000">
                <a:schemeClr val="accent1">
                  <a:alpha val="0"/>
                </a:schemeClr>
              </a:gs>
            </a:gsLst>
            <a:lin ang="0" scaled="1"/>
          </a:gradFill>
          <a:ln w="6350">
            <a:gradFill flip="none" rotWithShape="1">
              <a:gsLst>
                <a:gs pos="15000">
                  <a:schemeClr val="accent1"/>
                </a:gs>
                <a:gs pos="79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 defTabSz="914400"/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D4FA3DD9-79D9-4F3A-B9FB-C76589C6823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70000" contrast="-3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808" y="1461258"/>
            <a:ext cx="4603102" cy="4485262"/>
          </a:xfrm>
          <a:prstGeom prst="rect">
            <a:avLst/>
          </a:prstGeom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FD41874-A6E5-4882-BC5C-77CEAC54FB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04" b="4222"/>
          <a:stretch>
            <a:fillRect/>
          </a:stretch>
        </p:blipFill>
        <p:spPr>
          <a:xfrm>
            <a:off x="0" y="3074397"/>
            <a:ext cx="3484896" cy="3733699"/>
          </a:xfrm>
          <a:custGeom>
            <a:avLst/>
            <a:gdLst>
              <a:gd name="connsiteX0" fmla="*/ 0 w 3484896"/>
              <a:gd name="connsiteY0" fmla="*/ 0 h 3733699"/>
              <a:gd name="connsiteX1" fmla="*/ 3484896 w 3484896"/>
              <a:gd name="connsiteY1" fmla="*/ 0 h 3733699"/>
              <a:gd name="connsiteX2" fmla="*/ 3484896 w 3484896"/>
              <a:gd name="connsiteY2" fmla="*/ 3733699 h 3733699"/>
              <a:gd name="connsiteX3" fmla="*/ 0 w 3484896"/>
              <a:gd name="connsiteY3" fmla="*/ 3733699 h 373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896" h="3733699">
                <a:moveTo>
                  <a:pt x="0" y="0"/>
                </a:moveTo>
                <a:lnTo>
                  <a:pt x="3484896" y="0"/>
                </a:lnTo>
                <a:lnTo>
                  <a:pt x="3484896" y="3733699"/>
                </a:lnTo>
                <a:lnTo>
                  <a:pt x="0" y="3733699"/>
                </a:lnTo>
                <a:close/>
              </a:path>
            </a:pathLst>
          </a:custGeom>
          <a:effectLst>
            <a:softEdge rad="381000"/>
          </a:effectLst>
        </p:spPr>
      </p:pic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C3DC2FDD-9F2F-48A0-A794-83E6D10BC6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7849" y="3429000"/>
            <a:ext cx="3849259" cy="768415"/>
          </a:xfrm>
        </p:spPr>
        <p:txBody>
          <a:bodyPr>
            <a:spAutoFit/>
          </a:bodyPr>
          <a:lstStyle/>
          <a:p>
            <a:r>
              <a:rPr lang="en-US" altLang="zh-CN" sz="4000" dirty="0">
                <a:solidFill>
                  <a:schemeClr val="tx2">
                    <a:alpha val="8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For watch!</a:t>
            </a:r>
            <a:endParaRPr lang="zh-CN" altLang="en-US" sz="4000" dirty="0">
              <a:solidFill>
                <a:schemeClr val="tx2">
                  <a:alpha val="8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0FCDCB3A-0ED4-42A5-8B20-8A57E29D87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5557" y="2501221"/>
            <a:ext cx="4463924" cy="1106457"/>
          </a:xfrm>
        </p:spPr>
        <p:txBody>
          <a:bodyPr>
            <a:spAutoFit/>
          </a:bodyPr>
          <a:lstStyle/>
          <a:p>
            <a:r>
              <a:rPr lang="en-US" altLang="zh-CN" sz="60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THANKS</a:t>
            </a:r>
            <a:endParaRPr lang="zh-CN" altLang="en-US" sz="60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99403219-B173-4A2A-86F5-569D2AD77796}"/>
              </a:ext>
            </a:extLst>
          </p:cNvPr>
          <p:cNvSpPr/>
          <p:nvPr/>
        </p:nvSpPr>
        <p:spPr>
          <a:xfrm>
            <a:off x="11202279" y="3159314"/>
            <a:ext cx="180000" cy="18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6601425-0F35-4BE6-A8EA-D79548E9FE17}"/>
              </a:ext>
            </a:extLst>
          </p:cNvPr>
          <p:cNvSpPr/>
          <p:nvPr/>
        </p:nvSpPr>
        <p:spPr>
          <a:xfrm>
            <a:off x="5490493" y="1182825"/>
            <a:ext cx="216000" cy="216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EF53F7C7-BC23-48CE-93A5-AF646581575A}"/>
              </a:ext>
            </a:extLst>
          </p:cNvPr>
          <p:cNvSpPr/>
          <p:nvPr/>
        </p:nvSpPr>
        <p:spPr>
          <a:xfrm>
            <a:off x="10753762" y="5459175"/>
            <a:ext cx="108000" cy="10800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81F6F08-A60C-40EC-8615-4674E786ADFA}"/>
              </a:ext>
            </a:extLst>
          </p:cNvPr>
          <p:cNvSpPr/>
          <p:nvPr/>
        </p:nvSpPr>
        <p:spPr>
          <a:xfrm>
            <a:off x="5355837" y="5336659"/>
            <a:ext cx="156231" cy="15623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6D11C77-2996-47B7-9D23-D92C2420C918}"/>
              </a:ext>
            </a:extLst>
          </p:cNvPr>
          <p:cNvSpPr/>
          <p:nvPr/>
        </p:nvSpPr>
        <p:spPr>
          <a:xfrm>
            <a:off x="7859241" y="5011200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5819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3e36fff5-0d22-4e12-a2d4-d756cf970583&quot;,&quot;Name&quot;:&quot;我的参考线&quot;,&quot;Kind&quot;:&quot;Custom&quot;,&quot;OldGuidesSetting&quot;:{&quot;HeaderHeight&quot;:12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c9e9009-d8b8-4b69-8db8-a954446058f8}"/>
</p:tagLst>
</file>

<file path=ppt/theme/theme1.xml><?xml version="1.0" encoding="utf-8"?>
<a:theme xmlns:a="http://schemas.openxmlformats.org/drawingml/2006/main" name="Office 主题​​">
  <a:themeElements>
    <a:clrScheme name="微软">
      <a:dk1>
        <a:srgbClr val="030E22"/>
      </a:dk1>
      <a:lt1>
        <a:sysClr val="window" lastClr="FFFFFF"/>
      </a:lt1>
      <a:dk2>
        <a:srgbClr val="44546A"/>
      </a:dk2>
      <a:lt2>
        <a:srgbClr val="E7E6E6"/>
      </a:lt2>
      <a:accent1>
        <a:srgbClr val="6453D5"/>
      </a:accent1>
      <a:accent2>
        <a:srgbClr val="3F81F6"/>
      </a:accent2>
      <a:accent3>
        <a:srgbClr val="5AF3FD"/>
      </a:accent3>
      <a:accent4>
        <a:srgbClr val="36FFAF"/>
      </a:accent4>
      <a:accent5>
        <a:srgbClr val="FB3268"/>
      </a:accent5>
      <a:accent6>
        <a:srgbClr val="FFE40D"/>
      </a:accent6>
      <a:hlink>
        <a:srgbClr val="0563C1"/>
      </a:hlink>
      <a:folHlink>
        <a:srgbClr val="954F72"/>
      </a:folHlink>
    </a:clrScheme>
    <a:fontScheme name="yssnjbnk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20000"/>
          </a:lnSpc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2546</TotalTime>
  <Words>731</Words>
  <Application>Microsoft Office PowerPoint</Application>
  <PresentationFormat>自定义</PresentationFormat>
  <Paragraphs>172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等线</vt:lpstr>
      <vt:lpstr>微软雅黑</vt:lpstr>
      <vt:lpstr>Arial</vt:lpstr>
      <vt:lpstr>Cambria Math</vt:lpstr>
      <vt:lpstr>Symbol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Xie Qiqi</dc:creator>
  <cp:lastModifiedBy>宇佩 马</cp:lastModifiedBy>
  <cp:revision>219</cp:revision>
  <dcterms:created xsi:type="dcterms:W3CDTF">2021-11-26T10:51:24Z</dcterms:created>
  <dcterms:modified xsi:type="dcterms:W3CDTF">2025-05-31T17:22:26Z</dcterms:modified>
</cp:coreProperties>
</file>